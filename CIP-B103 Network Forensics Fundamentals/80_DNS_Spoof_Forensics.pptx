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539" r:id="rId3"/>
    <p:sldId id="526" r:id="rId4"/>
    <p:sldId id="537" r:id="rId5"/>
    <p:sldId id="533" r:id="rId6"/>
    <p:sldId id="538" r:id="rId7"/>
    <p:sldId id="540" r:id="rId8"/>
    <p:sldId id="543" r:id="rId9"/>
    <p:sldId id="522" r:id="rId10"/>
    <p:sldId id="541" r:id="rId11"/>
    <p:sldId id="542" r:id="rId12"/>
    <p:sldId id="544" r:id="rId13"/>
    <p:sldId id="545" r:id="rId14"/>
    <p:sldId id="546" r:id="rId15"/>
    <p:sldId id="547" r:id="rId16"/>
    <p:sldId id="54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2DB0"/>
    <a:srgbClr val="0000FF"/>
    <a:srgbClr val="F6D6F1"/>
    <a:srgbClr val="EA700D"/>
    <a:srgbClr val="F9EF96"/>
    <a:srgbClr val="0070C0"/>
    <a:srgbClr val="00B050"/>
    <a:srgbClr val="962D2D"/>
    <a:srgbClr val="D99946"/>
    <a:srgbClr val="7E9D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06E378-53A4-4675-906C-38B8DAC294CC}" v="1" dt="2026-07-22T05:05:40.020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nu Idris" userId="a674908a5e2e2f2a" providerId="LiveId" clId="{406A531A-CF7A-4425-A148-9DDE587F8289}"/>
    <pc:docChg chg="modSld">
      <pc:chgData name="Aminu Idris" userId="a674908a5e2e2f2a" providerId="LiveId" clId="{406A531A-CF7A-4425-A148-9DDE587F8289}" dt="2026-07-22T05:05:40.020" v="16"/>
      <pc:docMkLst>
        <pc:docMk/>
      </pc:docMkLst>
      <pc:sldChg chg="modSp mod">
        <pc:chgData name="Aminu Idris" userId="a674908a5e2e2f2a" providerId="LiveId" clId="{406A531A-CF7A-4425-A148-9DDE587F8289}" dt="2026-07-22T05:05:40.020" v="16"/>
        <pc:sldMkLst>
          <pc:docMk/>
          <pc:sldMk cId="162022530" sldId="256"/>
        </pc:sldMkLst>
        <pc:spChg chg="mod">
          <ac:chgData name="Aminu Idris" userId="a674908a5e2e2f2a" providerId="LiveId" clId="{406A531A-CF7A-4425-A148-9DDE587F8289}" dt="2026-07-22T05:05:40.020" v="16"/>
          <ac:spMkLst>
            <pc:docMk/>
            <pc:sldMk cId="16202253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https://raw.githubusercontent.com/frankwxu/digital-forensics-lab/main/Networking_Forensics/lab_files/dns_spoof/index.html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573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/>
              <a:t>wget</a:t>
            </a:r>
            <a:r>
              <a:rPr lang="fr-FR" dirty="0"/>
              <a:t> -q https://raw.githubusercontent.com/frankwxu/digital-forensics-lab/main/Networking_Forensics/lab_files/dns_spoof/arp.py</a:t>
            </a:r>
          </a:p>
          <a:p>
            <a:r>
              <a:rPr lang="fr-FR" dirty="0" err="1"/>
              <a:t>wget</a:t>
            </a:r>
            <a:r>
              <a:rPr lang="fr-FR" dirty="0"/>
              <a:t> -q https://raw.githubusercontent.com/frankwxu/digital-forensics-lab/main/Networking_Forensics/lab_files/dns_spoof/dns_spoof.py</a:t>
            </a:r>
          </a:p>
          <a:p>
            <a:endParaRPr lang="fr-F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354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sudo apt update</a:t>
            </a:r>
          </a:p>
          <a:p>
            <a:r>
              <a:rPr lang="en-US" dirty="0"/>
              <a:t>sudo apt --fix-broken install -y</a:t>
            </a:r>
          </a:p>
          <a:p>
            <a:r>
              <a:rPr lang="en-US" dirty="0"/>
              <a:t>sudo apt-get -o Acquire::Retries=3 --fix-missing install -y python3-scapy</a:t>
            </a:r>
          </a:p>
          <a:p>
            <a:endParaRPr lang="en-US" dirty="0"/>
          </a:p>
          <a:p>
            <a:r>
              <a:rPr lang="en-US" dirty="0"/>
              <a:t>sudo apt install -y python3-scapy python3-pip</a:t>
            </a:r>
          </a:p>
          <a:p>
            <a:endParaRPr lang="en-US" dirty="0"/>
          </a:p>
          <a:p>
            <a:r>
              <a:rPr lang="en-US" dirty="0"/>
              <a:t>sudo python3 arp.py 136.160.215.194 136.160.215.1</a:t>
            </a:r>
          </a:p>
          <a:p>
            <a:endParaRPr lang="en-US" dirty="0"/>
          </a:p>
          <a:p>
            <a:r>
              <a:rPr lang="en-US" dirty="0"/>
              <a:t>sudo apt update</a:t>
            </a:r>
          </a:p>
          <a:p>
            <a:r>
              <a:rPr lang="en-US" dirty="0"/>
              <a:t>sudo apt install -y build-essential python3-dev python3-pip </a:t>
            </a:r>
            <a:r>
              <a:rPr lang="en-US" dirty="0" err="1"/>
              <a:t>libnfnetlink</a:t>
            </a:r>
            <a:r>
              <a:rPr lang="en-US" dirty="0"/>
              <a:t>-dev </a:t>
            </a:r>
            <a:r>
              <a:rPr lang="en-US" dirty="0" err="1"/>
              <a:t>libnetfilter</a:t>
            </a:r>
            <a:r>
              <a:rPr lang="en-US" dirty="0"/>
              <a:t>-queue-dev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sudo python3 dns_spoof.py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252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64656" y="6205404"/>
            <a:ext cx="12256655" cy="666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1drv.ms/f/c/a674908a5e2e2f2a/IgC8U4yi9uXaQ5cCVRQNHWh3ATK5ehlMz7J51M3tzYy0F7s?e=kBibqw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36877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DNS Spoofing Forensics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Files:  </a:t>
            </a:r>
            <a:r>
              <a:rPr lang="en-US" dirty="0" err="1">
                <a:hlinkClick r:id="rId3"/>
              </a:rPr>
              <a:t>dns_spoof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452AF-C3DC-B666-CC29-6495F232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630AB-CF76-2187-0ADB-0D662FC20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fake bank login page</a:t>
            </a:r>
          </a:p>
          <a:p>
            <a:r>
              <a:rPr lang="en-US" dirty="0"/>
              <a:t>Redirect users to the fake page if a user types an incorrect URL address</a:t>
            </a:r>
          </a:p>
          <a:p>
            <a:r>
              <a:rPr lang="en-US" dirty="0"/>
              <a:t>The user must in the same LAN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05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8846-E0B6-465F-E6E1-CC9D6315D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DNS Spoofing Attack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A3ACC-9396-373A-917B-D8BBC8E9D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0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C080A7-6444-FE39-D858-62DA2DD276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71" t="26144" r="5037" b="8366"/>
          <a:stretch/>
        </p:blipFill>
        <p:spPr>
          <a:xfrm>
            <a:off x="682241" y="25401"/>
            <a:ext cx="4932584" cy="2773541"/>
          </a:xfrm>
          <a:prstGeom prst="rect">
            <a:avLst/>
          </a:prstGeom>
        </p:spPr>
      </p:pic>
      <p:sp>
        <p:nvSpPr>
          <p:cNvPr id="5" name="AutoShape 2" descr="DNS Response Spoofed IP">
            <a:extLst>
              <a:ext uri="{FF2B5EF4-FFF2-40B4-BE49-F238E27FC236}">
                <a16:creationId xmlns:a16="http://schemas.microsoft.com/office/drawing/2014/main" id="{9778D6E4-A300-0790-F1BF-53E075A72E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184E96-4D44-796C-3EFE-18F9E3701805}"/>
              </a:ext>
            </a:extLst>
          </p:cNvPr>
          <p:cNvSpPr txBox="1"/>
          <p:nvPr/>
        </p:nvSpPr>
        <p:spPr>
          <a:xfrm>
            <a:off x="1335156" y="3001220"/>
            <a:ext cx="368530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1. Attacker intercepts a DNS request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97313F-883B-B126-0DF0-4ADFA79FC67B}"/>
              </a:ext>
            </a:extLst>
          </p:cNvPr>
          <p:cNvSpPr txBox="1"/>
          <p:nvPr/>
        </p:nvSpPr>
        <p:spPr>
          <a:xfrm>
            <a:off x="6577175" y="3006162"/>
            <a:ext cx="539524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2. Attacker forwards the DNS request to the DNS server</a:t>
            </a:r>
          </a:p>
        </p:txBody>
      </p:sp>
      <p:sp>
        <p:nvSpPr>
          <p:cNvPr id="2" name="AutoShape 2" descr="The attacker forwarding the DNS request">
            <a:extLst>
              <a:ext uri="{FF2B5EF4-FFF2-40B4-BE49-F238E27FC236}">
                <a16:creationId xmlns:a16="http://schemas.microsoft.com/office/drawing/2014/main" id="{0F8824F0-994C-E6E1-4280-2364E3C7F4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941CF8-2441-CD6A-244D-AA9DC2058F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899" t="26206" r="6040" b="8254"/>
          <a:stretch/>
        </p:blipFill>
        <p:spPr>
          <a:xfrm>
            <a:off x="6949999" y="25401"/>
            <a:ext cx="4715418" cy="2773541"/>
          </a:xfrm>
          <a:prstGeom prst="rect">
            <a:avLst/>
          </a:prstGeom>
        </p:spPr>
      </p:pic>
      <p:sp>
        <p:nvSpPr>
          <p:cNvPr id="9" name="AutoShape 2" descr="DNS Response Spoofed IP">
            <a:extLst>
              <a:ext uri="{FF2B5EF4-FFF2-40B4-BE49-F238E27FC236}">
                <a16:creationId xmlns:a16="http://schemas.microsoft.com/office/drawing/2014/main" id="{BE3EC567-2FAD-E058-1723-9FB23820BE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3534" y="462642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3045D5-199E-CA03-437C-7BDF46447A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4835" t="26928" r="6137" b="9281"/>
          <a:stretch/>
        </p:blipFill>
        <p:spPr>
          <a:xfrm>
            <a:off x="6899095" y="3527894"/>
            <a:ext cx="4677410" cy="26449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0C1DF0-FE21-F5F9-7031-F7E5B65E2A70}"/>
              </a:ext>
            </a:extLst>
          </p:cNvPr>
          <p:cNvSpPr txBox="1"/>
          <p:nvPr/>
        </p:nvSpPr>
        <p:spPr>
          <a:xfrm>
            <a:off x="1646040" y="6321929"/>
            <a:ext cx="3730124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3. Attacker receives the DNS response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B551D3E-70BC-A40E-5BCB-B6A79CB2931A}"/>
              </a:ext>
            </a:extLst>
          </p:cNvPr>
          <p:cNvSpPr txBox="1"/>
          <p:nvPr/>
        </p:nvSpPr>
        <p:spPr>
          <a:xfrm>
            <a:off x="6698855" y="6202541"/>
            <a:ext cx="4999251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4. Attacker modifies the DNS response and back a fake IP to the victim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6282BA-9A29-AA27-4512-F4868BB2486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5677" t="26206" r="5744" b="9735"/>
          <a:stretch/>
        </p:blipFill>
        <p:spPr>
          <a:xfrm>
            <a:off x="973066" y="3581399"/>
            <a:ext cx="4641759" cy="2650879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A0E58A8-1BA9-D6F0-AE26-82444D4EBD16}"/>
              </a:ext>
            </a:extLst>
          </p:cNvPr>
          <p:cNvCxnSpPr/>
          <p:nvPr/>
        </p:nvCxnSpPr>
        <p:spPr>
          <a:xfrm flipV="1">
            <a:off x="0" y="3429000"/>
            <a:ext cx="12097657" cy="61686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194AD9-7C99-09B2-C234-028FF5501BDC}"/>
              </a:ext>
            </a:extLst>
          </p:cNvPr>
          <p:cNvCxnSpPr>
            <a:cxnSpLocks/>
          </p:cNvCxnSpPr>
          <p:nvPr/>
        </p:nvCxnSpPr>
        <p:spPr>
          <a:xfrm flipV="1">
            <a:off x="6265520" y="25401"/>
            <a:ext cx="33784" cy="6819898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A396836-8D3F-D33C-1FB4-5E4A713D974E}"/>
              </a:ext>
            </a:extLst>
          </p:cNvPr>
          <p:cNvCxnSpPr/>
          <p:nvPr/>
        </p:nvCxnSpPr>
        <p:spPr>
          <a:xfrm>
            <a:off x="8476343" y="1190171"/>
            <a:ext cx="486228" cy="7837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F002488-6792-1CCA-A668-D134A9158291}"/>
              </a:ext>
            </a:extLst>
          </p:cNvPr>
          <p:cNvSpPr txBox="1"/>
          <p:nvPr/>
        </p:nvSpPr>
        <p:spPr>
          <a:xfrm>
            <a:off x="8690256" y="1280903"/>
            <a:ext cx="923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iptables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436DD5-0EC5-F573-7B33-C95399B65B98}"/>
              </a:ext>
            </a:extLst>
          </p:cNvPr>
          <p:cNvCxnSpPr/>
          <p:nvPr/>
        </p:nvCxnSpPr>
        <p:spPr>
          <a:xfrm>
            <a:off x="7431314" y="1650235"/>
            <a:ext cx="471715" cy="8389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B341134-0F0D-5FD9-2137-E75479AEB400}"/>
              </a:ext>
            </a:extLst>
          </p:cNvPr>
          <p:cNvSpPr txBox="1"/>
          <p:nvPr/>
        </p:nvSpPr>
        <p:spPr>
          <a:xfrm>
            <a:off x="7739237" y="2060671"/>
            <a:ext cx="774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router</a:t>
            </a:r>
          </a:p>
        </p:txBody>
      </p:sp>
    </p:spTree>
    <p:extLst>
      <p:ext uri="{BB962C8B-B14F-4D97-AF65-F5344CB8AC3E}">
        <p14:creationId xmlns:p14="http://schemas.microsoft.com/office/powerpoint/2010/main" val="2365628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229AAA-F9B6-3A4A-5695-AB2B4897F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44" y="2095384"/>
            <a:ext cx="3330229" cy="13336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83884C-174C-887F-8F55-C2D9287CB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744" y="4899519"/>
            <a:ext cx="8215072" cy="1707028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CDED9527-F8EE-A1A1-BABC-8A21A3501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fake bank login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069F6C-17EF-F640-D041-C5FC65245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744" y="4076488"/>
            <a:ext cx="10973751" cy="82303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126E41-760A-3C91-7A48-1F87D4DFB137}"/>
              </a:ext>
            </a:extLst>
          </p:cNvPr>
          <p:cNvSpPr txBox="1"/>
          <p:nvPr/>
        </p:nvSpPr>
        <p:spPr>
          <a:xfrm>
            <a:off x="973744" y="1757082"/>
            <a:ext cx="237898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Create a working folder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5C1DA7-21F6-7FCE-ACAB-5651011FC42C}"/>
              </a:ext>
            </a:extLst>
          </p:cNvPr>
          <p:cNvSpPr txBox="1"/>
          <p:nvPr/>
        </p:nvSpPr>
        <p:spPr>
          <a:xfrm>
            <a:off x="973744" y="3707156"/>
            <a:ext cx="3835281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Copy the login page to /var/www/html</a:t>
            </a:r>
          </a:p>
        </p:txBody>
      </p:sp>
    </p:spTree>
    <p:extLst>
      <p:ext uri="{BB962C8B-B14F-4D97-AF65-F5344CB8AC3E}">
        <p14:creationId xmlns:p14="http://schemas.microsoft.com/office/powerpoint/2010/main" val="22960598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DB3DBD8-215E-64FE-ACF6-E5B24E097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49154"/>
            <a:ext cx="6080511" cy="3438634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3DC15AD9-48AB-C676-CBD3-BEDA416B3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the fake page</a:t>
            </a:r>
          </a:p>
        </p:txBody>
      </p:sp>
    </p:spTree>
    <p:extLst>
      <p:ext uri="{BB962C8B-B14F-4D97-AF65-F5344CB8AC3E}">
        <p14:creationId xmlns:p14="http://schemas.microsoft.com/office/powerpoint/2010/main" val="1410457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D2B73-B5A5-0FC3-6C76-1CA7CA6FE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components of DNS attacks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ABC38-D5BF-7154-59E7-94AC3EFBB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ARP poisoning</a:t>
            </a:r>
          </a:p>
          <a:p>
            <a:pPr lvl="1"/>
            <a:r>
              <a:rPr lang="en-US" dirty="0"/>
              <a:t>Attack (Kali) launches the Man-In-The-Middle attack</a:t>
            </a:r>
          </a:p>
          <a:p>
            <a:r>
              <a:rPr lang="en-US" dirty="0"/>
              <a:t>DSN spoof</a:t>
            </a:r>
          </a:p>
          <a:p>
            <a:pPr lvl="1"/>
            <a:r>
              <a:rPr lang="en-US" dirty="0"/>
              <a:t>Attack (Kali) forwards the DSN query to the DSN server</a:t>
            </a:r>
          </a:p>
          <a:p>
            <a:pPr lvl="1"/>
            <a:r>
              <a:rPr lang="en-US" dirty="0"/>
              <a:t>Attack (Kali) intercepts the DSN response and provides a fake IP</a:t>
            </a:r>
          </a:p>
        </p:txBody>
      </p:sp>
    </p:spTree>
    <p:extLst>
      <p:ext uri="{BB962C8B-B14F-4D97-AF65-F5344CB8AC3E}">
        <p14:creationId xmlns:p14="http://schemas.microsoft.com/office/powerpoint/2010/main" val="275395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09EB9-51CC-2DC5-4B50-E225C35AC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Download two files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E62257-DC7A-D4F8-63EA-272BA93A8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21" y="2343056"/>
            <a:ext cx="11049958" cy="217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0146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9FBAE5-64CB-9A37-7E13-2EA08CF06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25" y="224166"/>
            <a:ext cx="11194750" cy="589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386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478EC3-E481-6FC5-F4A6-0BB9849BFA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789" y="655797"/>
            <a:ext cx="5578323" cy="31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B97AD07-B226-E2E5-E076-531CF5DAA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4789" y="3996063"/>
            <a:ext cx="6942422" cy="19508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E6D75-3AAF-B1C7-79E1-67AC7403B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6902" y="1752533"/>
            <a:ext cx="2789162" cy="152413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BA2671-98E3-7665-8399-0BFE1BC47E22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8203112" y="2061882"/>
            <a:ext cx="693790" cy="452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1233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986488-3059-4494-ADDA-5F5FB07CC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481" y="1032302"/>
            <a:ext cx="8055038" cy="47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740A-8E38-9626-4B7C-508CEF5D8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functions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7FA49B-3C39-0E48-BA5B-73D231CD6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37421"/>
            <a:ext cx="8577880" cy="2725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F478C2-F4C0-E605-07D9-1C8BF192B7C5}"/>
              </a:ext>
            </a:extLst>
          </p:cNvPr>
          <p:cNvSpPr txBox="1"/>
          <p:nvPr/>
        </p:nvSpPr>
        <p:spPr>
          <a:xfrm>
            <a:off x="9607603" y="2700058"/>
            <a:ext cx="194576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rule triggers a callback function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796A31A-AAC1-B99D-04D6-5061B115724E}"/>
              </a:ext>
            </a:extLst>
          </p:cNvPr>
          <p:cNvCxnSpPr>
            <a:stCxn id="5" idx="1"/>
          </p:cNvCxnSpPr>
          <p:nvPr/>
        </p:nvCxnSpPr>
        <p:spPr>
          <a:xfrm flipH="1">
            <a:off x="6531429" y="3023224"/>
            <a:ext cx="3076174" cy="683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49682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E5AA69B-E8E6-0A13-7249-902691BFA6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762" y="826766"/>
            <a:ext cx="7484454" cy="558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421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95C69-3BFB-5E14-5875-FA5044DF6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494" y="1071793"/>
            <a:ext cx="6946542" cy="4714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317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7D4E7-25E6-938A-F5CD-35FAED33C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Analyze DNS spoof traffic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33F6DA-D7D9-AE4A-0AE8-C69D5F52F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937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0E21DCD-5A0C-C39B-F3FF-348D0E0BF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work on this</a:t>
            </a:r>
          </a:p>
        </p:txBody>
      </p:sp>
    </p:spTree>
    <p:extLst>
      <p:ext uri="{BB962C8B-B14F-4D97-AF65-F5344CB8AC3E}">
        <p14:creationId xmlns:p14="http://schemas.microsoft.com/office/powerpoint/2010/main" val="1287229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36942</TotalTime>
  <Words>328</Words>
  <Application>Microsoft Office PowerPoint</Application>
  <PresentationFormat>Widescreen</PresentationFormat>
  <Paragraphs>49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DNS Spoofing Forensics</vt:lpstr>
      <vt:lpstr>Goal</vt:lpstr>
      <vt:lpstr>What is DNS Spoofing Attack</vt:lpstr>
      <vt:lpstr>PowerPoint Presentation</vt:lpstr>
      <vt:lpstr>Create a fake bank login page</vt:lpstr>
      <vt:lpstr>Verify the fake page</vt:lpstr>
      <vt:lpstr>Key components of DNS attacks</vt:lpstr>
      <vt:lpstr>Download two files</vt:lpstr>
      <vt:lpstr>PowerPoint Presentation</vt:lpstr>
      <vt:lpstr>PowerPoint Presentation</vt:lpstr>
      <vt:lpstr>PowerPoint Presentation</vt:lpstr>
      <vt:lpstr>Key functions </vt:lpstr>
      <vt:lpstr>PowerPoint Presentation</vt:lpstr>
      <vt:lpstr>PowerPoint Presentation</vt:lpstr>
      <vt:lpstr>Analyze DNS spoof traffic</vt:lpstr>
      <vt:lpstr>You work on this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Aminu Idris</cp:lastModifiedBy>
  <cp:revision>2421</cp:revision>
  <dcterms:created xsi:type="dcterms:W3CDTF">2020-09-14T14:43:27Z</dcterms:created>
  <dcterms:modified xsi:type="dcterms:W3CDTF">2026-07-22T05:05:45Z</dcterms:modified>
</cp:coreProperties>
</file>