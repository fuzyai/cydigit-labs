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3.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4.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5.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35.xml" ContentType="application/inkml+xml"/>
  <Override PartName="/ppt/ink/ink3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503" r:id="rId3"/>
    <p:sldId id="472" r:id="rId4"/>
    <p:sldId id="483" r:id="rId5"/>
    <p:sldId id="475" r:id="rId6"/>
    <p:sldId id="500" r:id="rId7"/>
    <p:sldId id="476" r:id="rId8"/>
    <p:sldId id="474" r:id="rId9"/>
    <p:sldId id="484" r:id="rId10"/>
    <p:sldId id="489" r:id="rId11"/>
    <p:sldId id="486" r:id="rId12"/>
    <p:sldId id="487" r:id="rId13"/>
    <p:sldId id="485" r:id="rId14"/>
    <p:sldId id="501" r:id="rId15"/>
    <p:sldId id="488" r:id="rId16"/>
    <p:sldId id="490" r:id="rId17"/>
    <p:sldId id="491" r:id="rId18"/>
    <p:sldId id="493" r:id="rId19"/>
    <p:sldId id="494" r:id="rId20"/>
    <p:sldId id="502" r:id="rId21"/>
    <p:sldId id="473" r:id="rId22"/>
    <p:sldId id="480" r:id="rId23"/>
    <p:sldId id="481" r:id="rId24"/>
    <p:sldId id="482" r:id="rId25"/>
    <p:sldId id="492" r:id="rId26"/>
    <p:sldId id="504" r:id="rId27"/>
    <p:sldId id="505" r:id="rId28"/>
    <p:sldId id="508" r:id="rId29"/>
    <p:sldId id="495" r:id="rId30"/>
    <p:sldId id="477" r:id="rId31"/>
    <p:sldId id="506" r:id="rId32"/>
    <p:sldId id="496" r:id="rId33"/>
    <p:sldId id="510" r:id="rId34"/>
    <p:sldId id="497" r:id="rId35"/>
    <p:sldId id="499" r:id="rId36"/>
    <p:sldId id="509" r:id="rId37"/>
    <p:sldId id="47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2DB0"/>
    <a:srgbClr val="F6D6F1"/>
    <a:srgbClr val="EA700D"/>
    <a:srgbClr val="F9EF96"/>
    <a:srgbClr val="0070C0"/>
    <a:srgbClr val="00B050"/>
    <a:srgbClr val="962D2D"/>
    <a:srgbClr val="D99946"/>
    <a:srgbClr val="7E9D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C0968-0B08-462A-8602-8B47BFD013BD}" v="5" dt="2026-07-22T04:58:34.54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71" autoAdjust="0"/>
    <p:restoredTop sz="89937" autoAdjust="0"/>
  </p:normalViewPr>
  <p:slideViewPr>
    <p:cSldViewPr snapToGrid="0">
      <p:cViewPr varScale="1">
        <p:scale>
          <a:sx n="57" d="100"/>
          <a:sy n="57" d="100"/>
        </p:scale>
        <p:origin x="1224" y="32"/>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nu Idris" userId="a674908a5e2e2f2a" providerId="LiveId" clId="{406A531A-CF7A-4425-A148-9DDE587F8289}"/>
    <pc:docChg chg="modSld modMainMaster">
      <pc:chgData name="Aminu Idris" userId="a674908a5e2e2f2a" providerId="LiveId" clId="{406A531A-CF7A-4425-A148-9DDE587F8289}" dt="2026-07-22T04:58:34.546" v="6"/>
      <pc:docMkLst>
        <pc:docMk/>
      </pc:docMkLst>
      <pc:sldChg chg="modSp">
        <pc:chgData name="Aminu Idris" userId="a674908a5e2e2f2a" providerId="LiveId" clId="{406A531A-CF7A-4425-A148-9DDE587F8289}" dt="2026-07-22T04:58:34.546" v="6"/>
        <pc:sldMkLst>
          <pc:docMk/>
          <pc:sldMk cId="162022530" sldId="256"/>
        </pc:sldMkLst>
        <pc:spChg chg="mod">
          <ac:chgData name="Aminu Idris" userId="a674908a5e2e2f2a" providerId="LiveId" clId="{406A531A-CF7A-4425-A148-9DDE587F8289}" dt="2026-07-22T04:58:34.546" v="6"/>
          <ac:spMkLst>
            <pc:docMk/>
            <pc:sldMk cId="162022530" sldId="256"/>
            <ac:spMk id="4" creationId="{00000000-0000-0000-0000-000000000000}"/>
          </ac:spMkLst>
        </pc:spChg>
      </pc:sldChg>
      <pc:sldMasterChg chg="addSp delSp modSp mod">
        <pc:chgData name="Aminu Idris" userId="a674908a5e2e2f2a" providerId="LiveId" clId="{406A531A-CF7A-4425-A148-9DDE587F8289}" dt="2026-07-22T04:57:45.340" v="5" actId="1076"/>
        <pc:sldMasterMkLst>
          <pc:docMk/>
          <pc:sldMasterMk cId="813574162" sldId="2147483648"/>
        </pc:sldMasterMkLst>
        <pc:picChg chg="add mod">
          <ac:chgData name="Aminu Idris" userId="a674908a5e2e2f2a" providerId="LiveId" clId="{406A531A-CF7A-4425-A148-9DDE587F8289}" dt="2026-07-22T04:57:45.340" v="5" actId="1076"/>
          <ac:picMkLst>
            <pc:docMk/>
            <pc:sldMasterMk cId="813574162" sldId="2147483648"/>
            <ac:picMk id="8" creationId="{03FA6829-1F85-5A0F-B1ED-8F6ADDB849DA}"/>
          </ac:picMkLst>
        </pc:picChg>
        <pc:picChg chg="del">
          <ac:chgData name="Aminu Idris" userId="a674908a5e2e2f2a" providerId="LiveId" clId="{406A531A-CF7A-4425-A148-9DDE587F8289}" dt="2026-07-22T04:57:31.772" v="2" actId="478"/>
          <ac:picMkLst>
            <pc:docMk/>
            <pc:sldMasterMk cId="813574162" sldId="2147483648"/>
            <ac:picMk id="1026" creationId="{00000000-0000-0000-0000-000000000000}"/>
          </ac:picMkLst>
        </pc:picChg>
        <pc:picChg chg="del">
          <ac:chgData name="Aminu Idris" userId="a674908a5e2e2f2a" providerId="LiveId" clId="{406A531A-CF7A-4425-A148-9DDE587F8289}" dt="2026-07-22T04:57:34.069" v="3" actId="478"/>
          <ac:picMkLst>
            <pc:docMk/>
            <pc:sldMasterMk cId="813574162" sldId="2147483648"/>
            <ac:picMk id="1028" creationId="{00000000-0000-0000-0000-000000000000}"/>
          </ac:picMkLst>
        </pc:picChg>
        <pc:picChg chg="del">
          <ac:chgData name="Aminu Idris" userId="a674908a5e2e2f2a" providerId="LiveId" clId="{406A531A-CF7A-4425-A148-9DDE587F8289}" dt="2026-07-22T04:57:26.633" v="0" actId="478"/>
          <ac:picMkLst>
            <pc:docMk/>
            <pc:sldMasterMk cId="813574162" sldId="2147483648"/>
            <ac:picMk id="1030" creationId="{00000000-0000-0000-0000-000000000000}"/>
          </ac:picMkLst>
        </pc:picChg>
        <pc:picChg chg="del">
          <ac:chgData name="Aminu Idris" userId="a674908a5e2e2f2a" providerId="LiveId" clId="{406A531A-CF7A-4425-A148-9DDE587F8289}" dt="2026-07-22T04:57:29.539" v="1" actId="478"/>
          <ac:picMkLst>
            <pc:docMk/>
            <pc:sldMasterMk cId="813574162" sldId="2147483648"/>
            <ac:picMk id="1032" creationId="{00000000-0000-0000-0000-000000000000}"/>
          </ac:picMkLst>
        </pc:pic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6T20:40:55.415"/>
    </inkml:context>
    <inkml:brush xml:id="br0">
      <inkml:brushProperty name="width" value="0.05" units="cm"/>
      <inkml:brushProperty name="height" value="0.05" units="cm"/>
      <inkml:brushProperty name="color" value="#E71224"/>
    </inkml:brush>
  </inkml:definitions>
  <inkml:trace contextRef="#ctx0" brushRef="#br0">954 1 24575,'-16'0'0,"-12"0"0,0 0 0,0 2 0,-42 8 0,0 0 0,55-9 0,0 1 0,0 0 0,0 1 0,-27 9 0,21-5 0,0-1 0,-27 5 0,34-9 0,1 0 0,-1 2 0,1-1 0,0 1 0,0 1 0,1 1 0,-1-1 0,-20 15 0,18-9 0,-1-1 0,-27 13 0,29-17 0,1 1 0,0 1 0,0 0 0,-22 19 0,12-7 0,-16 18 0,12-10 0,21-23 0,1 0 0,-1 1 0,1-1 0,0 1 0,1 0 0,-5 8 0,-6 20 0,2 0 0,1 1 0,-13 65 0,11-40 0,8-30 0,3 0 0,0 1 0,2-1 0,4 48 0,-1-2 0,-2-64 0,0 0 0,1 1 0,0-1 0,5 19 0,-4-25 0,0 0 0,1-1 0,0 1 0,0-1 0,0 1 0,0-1 0,1 0 0,0 0 0,0-1 0,9 9 0,13 11 0,-16-13 0,0-1 0,1 0 0,1-1 0,-1 0 0,1-1 0,1 0 0,0-1 0,22 10 0,-26-13 0,0 0 0,0 1 0,0 0 0,-1 1 0,11 8 0,17 11 0,-23-15-84,14 9 282,-26-19-265,0 1 0,0-1 0,0 1-1,0-1 1,0 1 0,1-1 0,-1 1-1,0-1 1,0 0 0,0 0 0,0 0-1,0 0 1,0 0 0,1 0 0,-1 0-1,0 0 1,0 0 0,0 0 0,0-1-1,0 1 1,2-1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6T20:40:57.204"/>
    </inkml:context>
    <inkml:brush xml:id="br0">
      <inkml:brushProperty name="width" value="0.05" units="cm"/>
      <inkml:brushProperty name="height" value="0.05" units="cm"/>
      <inkml:brushProperty name="color" value="#E71224"/>
    </inkml:brush>
  </inkml:definitions>
  <inkml:trace contextRef="#ctx0" brushRef="#br0">603 1 24575,'0'0'0,"0"0"0,-1 0 0,1 0 0,0 0 0,-1 0 0,1 0 0,0 0 0,-1 0 0,1 0 0,0 0 0,-1 0 0,1 0 0,0 0 0,0 0 0,-1 0 0,1 0 0,0 1 0,0-1 0,-1 0 0,1 0 0,0 0 0,0 1 0,-1-1 0,1 0 0,0 0 0,0 0 0,0 1 0,-1-1 0,1 0 0,0 1 0,0-1 0,0 0 0,0 0 0,0 1 0,0-1 0,-1 1 0,6 12 0,13 11 0,7-7 0,-21-15 0,1 1 0,-1-1 0,0 1 0,0 0 0,-1 0 0,1 0 0,0 0 0,-1 1 0,0-1 0,0 1 0,0 0 0,0 0 0,-1 0 0,1 0 0,-1 0 0,0 1 0,-1-1 0,1 1 0,-1-1 0,2 6 0,-1 9 0,2-1 0,0-1 0,2 1 0,-1 0 0,2-1 0,1-1 0,0 1 0,11 17 0,-13-24 0,0 0 0,-1 1 0,0 0 0,-1 0 0,-1 0 0,1 1 0,2 20 0,12 21 0,-18-52 0,0-1 0,-1 1 0,1 0 0,0-1 0,-1 1 0,1-1 0,0 1 0,-1-1 0,1 1 0,-1-1 0,1 1 0,-1-1 0,1 1 0,-1-1 0,1 1 0,-1-1 0,1 0 0,-1 1 0,0-1 0,1 0 0,-1 0 0,0 1 0,1-1 0,-1 0 0,0 0 0,1 0 0,-1 0 0,0 0 0,1 0 0,-1 0 0,0 0 0,0 0 0,0 0 0,-32-1 0,29 1 0,-84 0 0,-51-3 0,85-7 0,39 6 0,1 2 0,-24-3 0,-38 5 0,46 1 0,0-1 0,0-1 0,-54-10 0,67 8 0,1 0 0,-1 2 0,-18 0 0,-12-1 0,45 2-114,-1 0 1,1 0-1,0-1 0,0 1 0,0-1 1,-1 0-1,1 1 0,0-1 0,0 0 1,0 0-1,-3-3 0,-4-5-6712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6T20:41:34.617"/>
    </inkml:context>
    <inkml:brush xml:id="br0">
      <inkml:brushProperty name="width" value="0.05" units="cm"/>
      <inkml:brushProperty name="height" value="0.05" units="cm"/>
      <inkml:brushProperty name="color" value="#E71224"/>
    </inkml:brush>
  </inkml:definitions>
  <inkml:trace contextRef="#ctx0" brushRef="#br0">1 0 24575,'3'0'0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3:26.893"/>
    </inkml:context>
    <inkml:brush xml:id="br0">
      <inkml:brushProperty name="width" value="0.05" units="cm"/>
      <inkml:brushProperty name="height" value="0.05" units="cm"/>
      <inkml:brushProperty name="color" value="#E71224"/>
    </inkml:brush>
  </inkml:definitions>
  <inkml:trace contextRef="#ctx0" brushRef="#br0">2649 1 24575,'-12'1'0,"0"0"0,1 1 0,0 1 0,-1 0 0,1 1 0,0 0 0,1 0 0,-15 9 0,-34 12 0,36-18 0,1 2 0,-1-2 0,0 0 0,0-2 0,-1 0 0,-45 2 0,61-7 0,0 1 0,1 0 0,-1 0 0,1 1 0,0 0 0,-1 0 0,1 0 0,-10 6 0,-53 35 0,30-17 0,34-23 0,0 0 0,-1 0 0,0-1 0,-12 3 0,13-3 0,-1 0 0,0 0 0,1 0 0,-1 1 0,-7 4 0,1 0 0,1 0 0,-22 7 0,23-10 0,0 0 0,0 1 0,1 1 0,-17 10 0,-5 6 0,-2-2 0,0-1 0,-39 15 0,25-12 0,39-18 0,0-2 0,1 1 0,-1-1 0,0 0 0,0-1 0,0 0 0,-9 0 0,11-1 0,1 0 0,-1 0 0,0 1 0,1 0 0,-1 0 0,1 0 0,0 1 0,-1 0 0,1 1 0,0-1 0,0 1 0,0 0 0,1 0 0,-11 9 0,6-4 0,-1 0 0,-1-1 0,1 0 0,-18 7 0,-5 4 0,10-2 0,0 1 0,2 1 0,0 1 0,0 2 0,-23 29 0,-4 3 0,44-49 0,0 0 0,1-1 0,-1 1 0,-1-1 0,1 0 0,-6 2 0,5-3 0,1 1 0,-1 0 0,1 0 0,0 1 0,-9 8 0,-16 16 0,12-11 0,-24 30 0,5-3 0,25-31 0,1-1 0,1 2 0,0 0 0,0 0 0,1 1 0,-8 19 0,14-28 0,-1 1 0,1-1 0,-2 0 0,1 0 0,0-1 0,-1 1 0,0-1 0,-11 8 0,8-6 0,1 0 0,0 1 0,-10 12 0,-89 150 0,94-152 0,0-1 0,-20 23 0,6-8 0,19-21 0,0 1 0,0 0 0,2 0 0,-1 0 0,1 1 0,1 0 0,-3 15 0,3-11 0,-1-1 0,-1 1 0,-13 26 0,-10 8 0,2 1 0,-21 59 0,33-69 0,-59 150 0,59-155 0,1 0 0,2 1 0,-12 61 0,-28 92 0,5-21 0,28-86 0,-12 64 0,11-65 0,14-63 0,1 0 0,1 0 0,-3 28 0,-4 23 0,7-52 0,1-1 0,-1 22 0,5 342 0,-2-366 0,-1 0 0,-6 28 0,4-27 0,1 0 0,-1 20 0,3 537 0,3-279 0,-2 128 0,1-398 0,9 46 0,-6-46 0,3 45 0,-8 417 0,3-466 0,1 1 0,1 0 0,1-1 0,0 0 0,15 33 0,-3-5 0,5 31 0,13 87 0,-22-95 0,10 34 0,-1 42 0,4 12 0,-12-87 0,-6-37 0,3 0 0,1 0 0,16 34 0,-14-38 0,49 93 0,-34-73 0,-22-41 0,0 0 0,0 1 0,-1 0 0,-1 1 0,4 13 0,7 26 0,28 61 0,6 15 0,-48-124 0,-1 0 0,2 1 0,-1-1 0,0 0 0,1-1 0,3 5 0,-3-4 0,0 0 0,0-1 0,-1 1 0,1 0 0,-1 1 0,2 5 0,12 29 0,1-1 0,1-1 0,3 0 0,42 57 0,-49-73 0,115 155 0,-113-155 0,1-1 0,1-1 0,1-1 0,0-1 0,2 0 0,0-2 0,0 0 0,1-2 0,1 0 0,1-1 0,37 13 0,-17-5 0,-38-16 0,1-1 0,0 1 0,0-1 0,0-1 0,1 1 0,9 1 0,33 5 0,-23-4 0,0 0 0,37 0 0,-47-5 0,-7 0 0,0 1 0,1-2 0,-1 0 0,15-3 0,-23 4 0,0-1 0,1 1 0,-1-1 0,0 0 0,0 0 0,0 0 0,0-1 0,1 1 0,-1 0 0,-1-1 0,1 1 0,0-1 0,0 0 0,-1 1 0,1-1 0,-1 0 0,1 0 0,-1 0 0,0 0 0,0 0 0,0-1 0,0 1 0,0 0 0,1-3 0,3-16 0,2-9 0,15-39 0,-18 60 0,1-1 0,0 0 0,0 1 0,1 0 0,0 0 0,1 0 0,11-12 0,24-15 0,-27 24 0,-1 0 0,16-18 0,-27 25-97,0 0-1,0 0 1,-1 0-1,1-1 1,-1 1-1,-1 0 1,1-1-1,-1 1 1,1-1-1,-2 0 1,1 1-1,-1-1 0,0-6 1,1-6-6729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3:28.474"/>
    </inkml:context>
    <inkml:brush xml:id="br0">
      <inkml:brushProperty name="width" value="0.05" units="cm"/>
      <inkml:brushProperty name="height" value="0.05" units="cm"/>
      <inkml:brushProperty name="color" value="#E71224"/>
    </inkml:brush>
  </inkml:definitions>
  <inkml:trace contextRef="#ctx0" brushRef="#br0">1 1 24575,'7'0'0,"0"1"0,-1 0 0,1 1 0,0-1 0,0 1 0,-1 1 0,1-1 0,10 7 0,-9-5 0,-1-1 0,2 0 0,-1 0 0,0 0 0,10 1 0,-6-2 0,0 1 0,1 0 0,-1 1 0,0 0 0,-1 1 0,1 0 0,-1 1 0,16 10 0,-20-12 0,1 0 0,0-1 0,0 0 0,0-1 0,0 0 0,11 2 0,-10-3 0,-1 1 0,1 0 0,-1 1 0,1 0 0,10 5 0,-17-6 0,0 0 0,0 0 0,0 0 0,0 0 0,0 0 0,0 0 0,-1 1 0,1-1 0,-1 0 0,1 1 0,-1 0 0,0-1 0,0 1 0,0 0 0,0-1 0,-1 1 0,1 0 0,-1 0 0,1 4 0,0 9 0,-1 0 0,-2 21 0,0-14 0,3 108 0,-4 56 0,-9-136-1365,8-37-5461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6:08.404"/>
    </inkml:context>
    <inkml:brush xml:id="br0">
      <inkml:brushProperty name="width" value="0.05" units="cm"/>
      <inkml:brushProperty name="height" value="0.05" units="cm"/>
      <inkml:brushProperty name="color" value="#E71224"/>
    </inkml:brush>
  </inkml:definitions>
  <inkml:trace contextRef="#ctx0" brushRef="#br0">533 68 24575,'-104'-2'0,"-110"4"0,206 0 0,1-1 0,-1 1 0,1 1 0,0-1 0,0 1 0,0 0 0,0 1 0,0 0 0,1 0 0,-10 7 0,-6 7 0,-27 30 0,42-42 0,2 0 0,1 0 0,-1 0 0,1 1 0,0-1 0,1 1 0,0 0 0,0 0 0,0 0 0,1 0 0,0 0 0,0 1 0,0 8 0,-1 13 0,1 51 0,2-79 0,-1 51 0,0-20 0,5 47 0,-3-70 0,0 1 0,1-1 0,0 0 0,1 0 0,0-1 0,1 1 0,-1-1 0,2 1 0,7 12 0,126 150 0,-129-162 0,0 0 0,0-1 0,1 0 0,0 0 0,0-1 0,1-1 0,22 11 0,-16-9 0,33 23 0,-39-24 0,0-1 0,0 0 0,0 0 0,19 5 0,10 5 0,-14-6 0,1-1 0,1-1 0,29 5 0,-9-2 0,101 9 0,-44 1 0,-79-16 0,-1-2 0,32 1 0,-28-3 0,39 7 0,101 14 0,-128-15 0,-17-4 0,-1 2 0,0 0 0,27 11 0,-38-13 0,0 0 0,0 0 0,1-1 0,-1 0 0,1-1 0,17-1 0,-14 0 0,-1 1 0,0 0 0,25 5 0,-4 1 0,1-2 0,-1-1 0,1-2 0,59-5 0,-12 1 0,382 2 0,-457 0 0,0-1 0,1 1 0,-1-2 0,0 1 0,0-1 0,0-1 0,9-3 0,-13 4 0,-1 0 0,1-1 0,-1 1 0,0-1 0,0 0 0,0 0 0,0 0 0,0 0 0,-1-1 0,0 0 0,1 0 0,-1 0 0,-1 0 0,5-7 0,-2 0 0,1 0 0,1 0 0,0 1 0,0 0 0,1 0 0,1 1 0,-1-1 0,1 2 0,1-1 0,0 2 0,13-10 0,10-2 0,-1 0 0,57-21 0,-85 39 0,-1-1 0,1 0 0,-1 0 0,0 0 0,0-1 0,0 1 0,0-1 0,0 1 0,0-1 0,-1 0 0,1 0 0,-1 0 0,0-1 0,0 1 0,0-1 0,-1 1 0,1-1 0,-1 1 0,2-8 0,1-6 0,-1-1 0,-1 1 0,0-24 0,4-19 0,0 27 0,-1 1 0,0-40 0,-4 62 0,-1 0 0,-1-1 0,0 1 0,0 0 0,-1 0 0,0 0 0,-1 0 0,0 0 0,0 1 0,-1-1 0,-7-10 0,2 8 0,-1 1 0,-1 0 0,0 1 0,0 0 0,-1 0 0,0 2 0,-1-1 0,-23-10 0,-15-12 0,-38-19 0,48 28 0,31 18 0,0 0 0,0 0 0,0 1 0,0 0 0,-1 1 0,-12-1 0,13 2 0,1 0 0,0-1 0,0 0 0,0 0 0,0-1 0,0-1 0,1 1 0,-1-1 0,-8-6 0,8 5 0,-1 0 0,0 0 0,0 1 0,-1 0 0,1 0 0,-22-3 0,-34-12 0,31 5 0,-1 2 0,-74-16 0,-20 12 0,106 11 0,-36-1 0,36 5 0,-38-8 0,-64-13 0,88 17 0,1 1 0,-1 1 0,-73 6 0,25-1 0,61-1 0,-46 9 0,47-6 0,-46 3 0,43-6 0,-41 8 0,41-4 0,-42 1 0,-39-8 0,-80 3 0,40 21 0,42-1 0,61-13 0,23-3 0,0-1 0,-37 1 0,20-4 0,-52 10 0,72-8 0,17-3 0,-1 1 0,1 0 0,-1-1 0,0 1 0,0-1 0,1 0 0,-1 0 0,0 0 0,1 0 0,-1-1 0,0 1 0,1-1 0,-1 1 0,0-1 0,-3-2 0,6 3 0,0-1 0,0 1 0,-1 0 0,1 0 0,0-1 0,1 1 0,-1 0 0,0 0 0,0-1 0,0 1 0,0 0 0,0 0 0,0-1 0,0 1 0,0 0 0,0 0 0,0-1 0,1 1 0,-1 0 0,0 0 0,0 0 0,0-1 0,1 1 0,-1 0 0,0 0 0,0 0 0,0 0 0,1-1 0,-1 1 0,0 0 0,0 0 0,1 0 0,-1 0 0,0 0 0,0 0 0,1 0 0,-1 0 0,0 0 0,0 0 0,1 0 0,-1 0 0,0 0 0,0 0 0,1 0 0,-1 0 0,15-3 0,25 0-1365,-21 2-5461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6:13.929"/>
    </inkml:context>
    <inkml:brush xml:id="br0">
      <inkml:brushProperty name="width" value="0.05" units="cm"/>
      <inkml:brushProperty name="height" value="0.05" units="cm"/>
      <inkml:brushProperty name="color" value="#E71224"/>
    </inkml:brush>
  </inkml:definitions>
  <inkml:trace contextRef="#ctx0" brushRef="#br0">447 1629 24575,'0'-41'0,"1"9"0,-1 1 0,-2-1 0,-10-54 0,8 64 0,1-1 0,-1-28 0,3 28 0,-1 0 0,-5-25 0,-3 8 0,4 18 0,1-1 0,1 1 0,-2-32 0,4 24 0,-7-32 0,5 33 0,-2-41 0,6 49 0,-1 0 0,-1 0 0,-7-30 0,-4-2 0,2 11 0,2 0 0,1 0 0,-2-67 0,8 89 0,0 0 0,-1 0 0,-2 0 0,0 1 0,0 0 0,-2 0 0,-13-28 0,15 35 0,2 0 0,-1 0 0,2-1 0,-1 0 0,0-24 0,-5-26 0,2 24 0,5 27 0,-1 1 0,0 0 0,-1 0 0,-7-20 0,9 31 0,1 0 0,0 0 0,0 0 0,0-1 0,0 1 0,-1 0 0,1 0 0,0 0 0,0 0 0,0 0 0,-1 0 0,1-1 0,0 1 0,0 0 0,-1 0 0,1 0 0,0 0 0,0 0 0,-1 0 0,1 0 0,0 0 0,0 0 0,-1 0 0,1 0 0,0 0 0,0 0 0,0 1 0,-1-1 0,1 0 0,0 0 0,0 0 0,-1 0 0,1 0 0,0 0 0,0 0 0,0 1 0,-1-1 0,1 0 0,0 0 0,0 0 0,0 0 0,0 1 0,0-1 0,-1 0 0,1 0 0,0 1 0,0-1 0,0 0 0,0 0 0,0 0 0,0 1 0,0-1 0,0 0 0,0 0 0,0 1 0,-8 15 0,7-16 0,-63 154 0,56-138 0,-1 1 0,0-1 0,-22 27 0,14-19 0,15-20 0,0 0 0,0 0 0,1 0 0,0 0 0,-1 0 0,1 1 0,0-1 0,0 9 0,1-9 0,0-1 0,-1 0 0,1 1 0,-1-1 0,0 0 0,1 1 0,-2-1 0,1 0 0,0 0 0,-1 0 0,-3 6 0,5-9-1,0 0 0,0 0 0,0 0-1,0 0 1,-1 0 0,1 0 0,0 0 0,0 0-1,0 1 1,0-1 0,0 0 0,0 0 0,-1 0-1,1 0 1,0 0 0,0 0 0,0 0 0,0 0-1,0 0 1,0 0 0,-1 0 0,1-1 0,0 1-1,0 0 1,0 0 0,0 0 0,0 0 0,0 0-1,0 0 1,-1 0 0,1 0 0,0 0-1,0 0 1,0 0 0,0 0 0,0-1 0,0 1-1,0 0 1,0 0 0,0 0 0,0 0 0,0 0-1,0 0 1,-1 0 0,1-1 0,0 1 0,0 0-1,0 0 1,0 0 0,0 0 0,0 0 0,-3-13 156,0-11-1613,2 6-5368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6:15.231"/>
    </inkml:context>
    <inkml:brush xml:id="br0">
      <inkml:brushProperty name="width" value="0.05" units="cm"/>
      <inkml:brushProperty name="height" value="0.05" units="cm"/>
      <inkml:brushProperty name="color" value="#E71224"/>
    </inkml:brush>
  </inkml:definitions>
  <inkml:trace contextRef="#ctx0" brushRef="#br0">1 1 24575,'0'4'0,"1"0"0,0 1 0,1-1 0,-1 0 0,1 0 0,0 0 0,0 0 0,0 0 0,0 0 0,1-1 0,0 1 0,-1-1 0,1 0 0,0 1 0,1-1 0,-1-1 0,1 1 0,-1 0 0,1-1 0,0 0 0,0 0 0,0 0 0,0 0 0,0 0 0,0-1 0,0 0 0,5 1 0,44 0 0,-46-3 0,0 1 0,0 0 0,-1 0 0,1 0 0,0 1 0,-1 0 0,1 0 0,-1 1 0,1 0 0,-1 0 0,0 1 0,11 5 0,-4-1 27,0 0 0,0 0 0,21 6 0,-21-9-321,-1 1-1,1 0 0,-1 1 1,17 12-1,-14-6-6531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1:39.314"/>
    </inkml:context>
    <inkml:brush xml:id="br0">
      <inkml:brushProperty name="width" value="0.05" units="cm"/>
      <inkml:brushProperty name="height" value="0.05" units="cm"/>
      <inkml:brushProperty name="color" value="#FF0066"/>
    </inkml:brush>
  </inkml:definitions>
  <inkml:trace contextRef="#ctx0" brushRef="#br0">4895 13984 24575,'0'-1'0,"0"0"0,0 0 0,1 0 0,-1 1 0,0-1 0,1 0 0,-1 0 0,1 1 0,-1-1 0,1 0 0,-1 0 0,1 1 0,-1-1 0,1 1 0,0-1 0,-1 0 0,1 1 0,1-1 0,1-4 0,-18 2 0,7 4 0,0 0 0,1 0 0,-1 0 0,1 1 0,-1 0 0,1 1 0,0 0 0,-13 6 0,-27 10 0,-12-3 0,-92 12 0,91-18 0,35-6 0,-39 3 0,50-5 0,0 0 0,1 0 0,0 1 0,-1 1 0,-12 5 0,13-5 0,0 1 0,0-2 0,0 0 0,-1 0 0,-16 0 0,-461-3 0,219-1 0,255-1 0,1 0 0,-1-1 0,1-1 0,0-1 0,0 0 0,0-1 0,-15-8 0,-37-12 0,43 18 0,-5-3 0,-61-11 0,66 17 0,1-1 0,-34-14 0,21 7 0,-37-7 0,47 14 0,-37-14 0,41 12 0,-1 0 0,1 2 0,-1 0 0,-38-3 0,46 6 0,1 0 0,0-1 0,0-1 0,0 0 0,-14-8 0,-36-12 0,51 19 0,-1 0 0,1 0 0,-23-16 0,24 15 0,1 0 0,-1 0 0,0 1 0,-25-8 0,7 6 0,-1-2 0,2-1 0,0-1 0,0-2 0,-46-28 0,-31-11 0,91 44 0,0 0 0,-32-11 0,38 16 0,-1 0 0,1 0 0,0-1 0,0 0 0,0-1 0,1 0 0,0-1 0,0 0 0,0 0 0,-10-11 0,6 4 0,-1 0 0,-1 1 0,-1 1 0,1 1 0,-24-13 0,-14-10 0,33 19 0,-18-13 0,0 2 0,-60-30 0,85 49 0,1 0 0,0-1 0,0-1 0,-14-13 0,-25-18 0,29 26 0,-1 0 0,1 0 0,1-1 0,0-2 0,1 0 0,-22-25 0,29 29 0,0 0 0,-19-15 0,21 19 0,-1 0 0,2-1 0,-1-1 0,-13-17 0,7 3 0,-109-170 0,113 170 0,-19-52 0,3 3 0,-4 0 0,-39-73 0,1 19 0,11 10 0,41 78 0,9 13 0,0 0 0,-8-40 0,-8-23 0,-68-235 0,66 237 0,19 64 0,1-1 0,1-1 0,2 1 0,-5-41 0,8 44 0,-2-1 0,0 0 0,-9-25 0,-6-26 0,-23-138 0,33 172 0,5 27 0,1-1 0,-2-26 0,-8-42 0,4 38 0,-12-62 0,17 83 0,-13-38 0,9 38 0,-6-40 0,11 47 0,-5-37 0,-2-89 0,9 107 0,-9-48 0,5 48 0,0-45 0,6 11 0,-2-73 0,-9 85 0,6 41 0,1 0 0,-1-22 0,4-6 0,0 19 0,-1 0 0,-1 0 0,-7-35 0,3 24 0,2 0 0,1-1 0,2 1 0,4-43 0,0-6 0,-3-423 0,1 487 0,1 1 0,5-26 0,-2 24 0,1-37 0,-7-29 0,2-36 0,9 67 0,-6 41 0,-1 0 0,1-22 0,-3 24 0,-1-12 0,1 1 0,9-46 0,12-34 0,-1-35 0,1 48 0,-14 63 0,-1 0 0,-1-1 0,3-44 0,-8 45 0,8-35 0,-5 36 0,2-42 0,-7-45 0,2-88 0,5 164 0,1-1 0,15-46 0,5-24 0,-6 24 0,3-18 0,-1 3 0,-6 31 0,1-4 0,8-41 0,-21 89 0,1-1 0,15-40 0,-11 41 0,-2-1 0,6-33 0,-8 29 0,20-55 0,-16 56 0,11-55 0,-11 36 0,25-73 0,1-4 0,-22 65 0,3 1 0,26-64 0,-35 102 0,8-37 0,3-9 0,-4 24 0,-3 10 0,26-56 0,-30 76 0,0-2 0,-1 1 0,-1-1 0,0 0 0,-1-1 0,0 1 0,-2-1 0,3-34 0,-4 36 0,1 1 0,0-1 0,1 1 0,1 0 0,0 0 0,1 1 0,0-1 0,1 1 0,1 1 0,11-16 0,-10 11 0,0-1 0,-2 1 0,10-32 0,7-16 0,11-10 0,23-57 0,-52 120 0,-1 0 0,2 1 0,7-12 0,-6 12 0,-2 0 0,0 0 0,8-20 0,12-53 0,-19 55 0,2 1 0,0-1 0,28-52 0,9-14 0,-35 69 0,0 1 0,2 0 0,30-41 0,-33 50 0,0 1 0,-1-2 0,-1 1 0,9-23 0,11-23 0,25-61 0,5 13 0,-10 31 0,-22 24 0,-22 45 0,0 0 0,0 1 0,1-1 0,0 1 0,1 0 0,13-16 0,-11 14 0,0 1 0,-1-1 0,-1 0 0,0-1 0,0 0 0,-1 0 0,-1 0 0,6-21 0,-5 14 0,2 0 0,12-26 0,-3 10 0,-1 0 0,14-49 0,5-15 0,-24 74 0,0 0 0,2 0 0,1 1 0,28-40 0,-23 41 0,-2-1 0,-1 0 0,-1-1 0,22-53 0,-4 13 0,-23 50 0,-1 0 0,0-1 0,9-31 0,-7 20 0,0 1 0,2 0 0,1 1 0,1 0 0,1 1 0,37-44 0,-35 43 0,0-1 0,-2 0 0,22-56 0,79-170 0,-105 229 0,33-39 0,-25 21 0,44-82 0,-51 103 0,0 2 0,1-1 0,1 2 0,19-19 0,-23 24 0,0-1 0,0 0 0,-2 0 0,1-1 0,-2 0 0,1 0 0,-2-1 0,0 0 0,4-19 0,8-16 0,-13 40 0,0 0 0,1 1 0,0 0 0,1 0 0,0 0 0,13-13 0,21-28 0,94-174 0,-131 219 0,0 1 0,0-1 0,0 1 0,0 0 0,10-7 0,-10 9 0,0-1 0,-1 0 0,1 0 0,0 0 0,-1-1 0,0 1 0,0-1 0,0 0 0,0 0 0,2-5 0,1-5 0,-1 1 0,1 1 0,0-1 0,1 1 0,0 0 0,0 1 0,10-11 0,27-38-1365,-34 51-5461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1:41.674"/>
    </inkml:context>
    <inkml:brush xml:id="br0">
      <inkml:brushProperty name="width" value="0.05" units="cm"/>
      <inkml:brushProperty name="height" value="0.05" units="cm"/>
      <inkml:brushProperty name="color" value="#FF0066"/>
    </inkml:brush>
  </inkml:definitions>
  <inkml:trace contextRef="#ctx0" brushRef="#br0">1 89 24575,'0'-1'0,"0"0"0,1 0 0,-1 0 0,1 0 0,-1 0 0,1 0 0,0 0 0,-1 0 0,1 0 0,0 1 0,0-1 0,-1 0 0,1 1 0,0-1 0,0 0 0,0 1 0,0-1 0,0 1 0,0-1 0,1 1 0,27-12 0,-22 10 0,15-6 0,0 2 0,0 0 0,1 2 0,34-3 0,92 3 0,-114 5 0,-21-3 0,1 1 0,-1-1 0,0-1 0,0-1 0,18-7 0,-31 11 0,0 0 0,-1 0 0,1-1 0,0 1 0,-1 0 0,1 0 0,0 0 0,-1 0 0,1 0 0,0 0 0,-1 0 0,1 0 0,0 0 0,-1 0 0,1 0 0,0 0 0,0 0 0,-1 0 0,1 1 0,-1-1 0,1 0 0,0 1 0,-1-1 0,1 0 0,-1 1 0,1-1 0,0 1 0,-1-1 0,1 0 0,-1 1 0,0 0 0,1-1 0,0 2 0,0 0 0,0 0 0,-1 1 0,1-1 0,0 1 0,-1-1 0,0 1 0,1-1 0,-1 1 0,0 4 0,-1 5 0,-1 0 0,0 0 0,-4 12 0,-16 42 0,-13 50 0,-21 82 0,34-132 98,15-45-830,-10 36 1,15-42-6095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1:50.898"/>
    </inkml:context>
    <inkml:brush xml:id="br0">
      <inkml:brushProperty name="width" value="0.05" units="cm"/>
      <inkml:brushProperty name="height" value="0.05" units="cm"/>
      <inkml:brushProperty name="color" value="#FF0066"/>
    </inkml:brush>
  </inkml:definitions>
  <inkml:trace contextRef="#ctx0" brushRef="#br0">638 574 24575,'-1'-1'0,"1"0"0,0 0 0,-1 0 0,1 0 0,-1 0 0,1 0 0,-1 1 0,1-1 0,-1 0 0,0 0 0,0 0 0,1 1 0,-1-1 0,0 1 0,0-1 0,0 0 0,1 1 0,-1-1 0,0 1 0,0 0 0,0-1 0,0 1 0,0 0 0,0-1 0,0 1 0,0 0 0,0 0 0,0 0 0,-2 0 0,-30 0 0,4 7 0,-38 14 0,48-14 0,-1-1 0,1-1 0,-1 0 0,0-1 0,-25 1 0,34-5 0,4-1 0,0 1 0,1 0 0,-1 0 0,0 1 0,0 0 0,1 0 0,-1 1 0,0-1 0,1 1 0,-1 1 0,1-1 0,0 1 0,0 0 0,-11 8 0,-1 2 0,0 1 0,1 0 0,0 2 0,1 0 0,1 0 0,-25 38 0,24-30 0,3 1 0,-15 35 0,23-47 0,1 1 0,0 0 0,1-1 0,1 1 0,0 1 0,0 22 0,2 22 0,2 73 0,0-123 0,0-1 0,0 0 0,1 0 0,0 0 0,0 0 0,8 13 0,7 17 0,-14-26 0,1-1 0,0-1 0,0 1 0,1-1 0,1 0 0,0 0 0,9 10 0,-11-15 0,0 0 0,0-1 0,0 1 0,1-1 0,0-1 0,0 1 0,0-1 0,0 0 0,1 0 0,-1 0 0,1-1 0,-1 0 0,12 2 0,35 6 0,-33-6 0,1 0 0,30 1 0,-32-3 0,-1 0 0,20 5 0,-19-3 0,36 2 0,-43-5 0,0-1 0,0-1 0,1 0 0,-1-1 0,0 0 0,0-1 0,-1 0 0,1-1 0,12-6 0,89-33 0,-93 34 0,-17 8 0,0 1 0,0-1 0,0-1 0,0 1 0,-1 0 0,1-1 0,0 1 0,-1-1 0,1 0 0,-1 0 0,0 0 0,1 0 0,-1 0 0,0-1 0,0 1 0,0-1 0,-1 1 0,1-1 0,-1 1 0,1-1 0,-1 0 0,2-6 0,28-67 0,-19 49 0,15-21 0,-20 38 0,-1 0 0,0-1 0,6-17 0,4-16 0,-10 30 0,0 0 0,-2-1 0,1 0 0,-2 0 0,0 0 0,1-23 0,-2 19 0,0 0 0,2 0 0,0 0 0,1 0 0,12-27 0,-7 18 0,8-35 0,-17 59 0,6-28 0,-1 0 0,-2-1 0,1-37 0,-5 7 0,-2-64 0,1 118 0,-1 0 0,0 1 0,0 0 0,-1-1 0,0 1 0,0 0 0,-1 0 0,0 0 0,-6-9 0,-8-6 0,-28-33 0,-9-9 0,42 48 0,0 1 0,0 1 0,-2 0 0,0 0 0,-1 2 0,0 0 0,-22-13 0,28 22 0,0 0 0,1 0 0,-1 1 0,0 0 0,-1 1 0,-12-1 0,-12-3 0,15 3-455,0 0 0,-37 1 0,38 2-6371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1:52.976"/>
    </inkml:context>
    <inkml:brush xml:id="br0">
      <inkml:brushProperty name="width" value="0.05" units="cm"/>
      <inkml:brushProperty name="height" value="0.05" units="cm"/>
      <inkml:brushProperty name="color" value="#FF0066"/>
    </inkml:brush>
  </inkml:definitions>
  <inkml:trace contextRef="#ctx0" brushRef="#br0">1 5573 24575,'0'-2'0,"1"0"0,0 0 0,0 1 0,0-1 0,0 0 0,0 1 0,0-1 0,0 1 0,1-1 0,-1 1 0,0-1 0,1 1 0,0 0 0,-1 0 0,3-1 0,26-18 0,-29 20 0,7-5 0,-1-1 0,0 1 0,0-1 0,0 0 0,-1-1 0,1 1 0,-2-1 0,1-1 0,-1 1 0,7-14 0,-5 10 0,1 2 0,1 0 0,0 0 0,0 1 0,0 1 0,1-1 0,0 2 0,1-1 0,16-6 0,-3-1 0,56-37 0,-54 33 0,0 2 0,1 0 0,1 2 0,52-20 0,-53 24 0,-1-1 0,0-2 0,-1 0 0,0-2 0,-1-1 0,0-1 0,37-34 0,-15 16 0,-31 24 0,1-1 0,14-14 0,-10 5 0,1 1 0,41-30 0,-50 41 0,0 0 0,-1-2 0,14-15 0,-16 16 0,0 0 0,1 1 0,0 0 0,0 1 0,14-9 0,45-29 0,-49 31 0,0 1 0,34-16 0,8-6 0,-47 27 0,-1 0 0,1 0 0,25-9 0,6 3-151,0-3 0,-2-2 0,46-27 0,41-24 151,-53 31 0,-17 9 0,37-22 0,-84 46 66,-1 0 1,1 1 0,0 0 0,0 1-1,22-4 1,33-12 137,-51 13-204,1 1 0,-1-1 0,0 0 0,20-14 0,9-6 0,2 3 0,87-34 0,-104 46 0,-15 5 0,-1 0 0,0-2 0,25-19 0,-24 16 0,0 2 0,28-15 0,-29 19 0,0-1 0,-1 0 0,0-1 0,-1-1 0,0-1 0,17-15 0,46-37 0,-13 11 0,-37 27 0,2 1 0,0 1 0,1 2 0,35-19 0,-56 34 0,0 0 0,0-1 0,0-1 0,-1 1 0,0-1 0,-1-1 0,13-16 0,19-21 0,47-44 0,53-50 0,-129 129 0,0-1 0,0 1 0,-1-1 0,15-26 0,-15 22 0,0 1 0,23-26 0,4 0 0,-23 25 0,1 0 0,1 1 0,29-23 0,-28 26 0,-1 1 0,0-2 0,-1 0 0,0-1 0,-1-1 0,-1 0 0,12-18 0,-13 19 0,0 0 0,1 0 0,24-20 0,16-18 0,-42 42 0,0 0 0,1 0 0,1 1 0,-1 1 0,24-13 0,-23 14 0,1-1 0,-2 1 0,1-2 0,-1 0 0,0 0 0,10-13 0,1-5 0,5-8 0,2 1 0,2 1 0,45-37 0,-51 47 0,0-1 0,-1-1 0,37-52 0,-32 39 0,38-38 0,72-43-569,-119 103 546,-5 3 114,-1-1 0,20-23 0,-23 22-11,1 2 0,1 0 0,21-18-1,175-122-678,-194 142 593,0-2 0,24-26 0,-2 2 124,128-120 381,-111 114-499,-40 33 0,-1 0 0,0-1 0,15-17 0,38-36 0,-50 50 0,5-7 0,-2-1 0,25-35 0,-22 28 0,26-28 0,-34 42 0,-2-1 0,0-1 0,16-28 0,-15 23 0,28-37 0,6 2 0,71-79 0,-87 101 0,-2-1 0,31-51 0,-39 54 0,-4 6 0,22-26 0,28-48 0,20-30 0,-22 31 0,-46 76 0,-13 16 0,1 0 0,-1-1 0,0 0 0,-1 1 0,0-2 0,4-10 0,-10 20 0,1-1 0,-1 1 0,0 0 0,0 0 0,0 0 0,0 0 0,0 0 0,0 0 0,0 1 0,0-1 0,0 0 0,1 0 0,-1 1 0,0-1 0,0 0 0,0 1 0,0-1 0,1 1 0,-1-1 0,0 1 0,1-1 0,-2 2 0,-26 14 0,8-4 0,0-1 0,-27 9 0,30-13 0,1 0 0,0 0 0,1 2 0,0 0 0,-17 13 0,25-17 0,-1-1 0,1 0 0,-1 0 0,0-1 0,0 0 0,0 0 0,-1-1 0,1 0 0,-1 0 0,1-1 0,-11 0 0,-26 6 0,24-4 43,-10 2-1451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1:53.723"/>
    </inkml:context>
    <inkml:brush xml:id="br0">
      <inkml:brushProperty name="width" value="0.05" units="cm"/>
      <inkml:brushProperty name="height" value="0.05" units="cm"/>
      <inkml:brushProperty name="color" value="#FF0066"/>
    </inkml:brush>
  </inkml:definitions>
  <inkml:trace contextRef="#ctx0" brushRef="#br0">1 1 24575,'3'2'0,"0"0"0,0 0 0,-1 1 0,1 0 0,0-1 0,-1 1 0,0 0 0,1 0 0,-1 0 0,-1 1 0,1-1 0,2 5 0,0-1 0,27 43 0,-10-19 0,-2 1 0,-1 1 0,-2 0 0,20 58 0,-10-24 0,-18-47 0,0 0 0,5 23 0,-9-30 0,0 1 0,2-1 0,0 0 0,0 0 0,12 16 0,-9-14 0,-1 0 0,13 31 0,6 32-1365,-21-66-5461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2:07.410"/>
    </inkml:context>
    <inkml:brush xml:id="br0">
      <inkml:brushProperty name="width" value="0.05" units="cm"/>
      <inkml:brushProperty name="height" value="0.05" units="cm"/>
      <inkml:brushProperty name="color" value="#66CC00"/>
    </inkml:brush>
  </inkml:definitions>
  <inkml:trace contextRef="#ctx0" brushRef="#br0">767 1 24575,'-23'1'0,"0"1"0,0 1 0,0 1 0,1 1 0,-25 9 0,30-8 0,-49 8 0,48-11 0,1 1 0,0 0 0,0 2 0,-31 13 0,-70 32 0,101-40 0,1 0 0,-20 17 0,19-14 0,-32 20 0,34-24 0,0 2 0,1 0 0,1 0 0,0 1 0,0 1 0,2 0 0,-1 0 0,-14 27 0,23-35 0,0 1 0,0-1 0,1 0 0,-1 1 0,2-1 0,-1 1 0,1-1 0,0 1 0,0 10 0,0 3 0,5 38 0,-3-54 0,0 1 0,0-1 0,1 0 0,-1 1 0,1-1 0,0 0 0,0 0 0,0 0 0,1 0 0,0-1 0,-1 1 0,7 5 0,47 38 0,-23-20 0,-7-4 0,1-1 0,55 34 0,-32-20 0,-37-26 0,0 0 0,24 12 0,-6-6 0,-17-8 0,0 0 0,1-1 0,0-1 0,1 0 0,-1-1 0,1 0 0,0-2 0,1 0 0,18 1 0,454-5 0,-484 1 0,1 0 0,-1-1 0,1 0 0,-1 1 0,0-2 0,1 1 0,-1-1 0,0 1 0,0-2 0,1 1 0,-2 0 0,1-1 0,0 0 0,-1 0 0,1-1 0,-1 1 0,0-1 0,0 0 0,0 0 0,0 0 0,-1 0 0,0-1 0,0 0 0,0 1 0,0-1 0,-1 0 0,3-7 0,15-27 0,-16 33 0,0-1 0,0 1 0,-1-1 0,5-12 0,21-53 0,-23 60 0,-1 0 0,0 0 0,0 0 0,-1-1 0,-1 0 0,0 1 0,1-19 0,7-41 0,-7 54 0,-1-1 0,1-21 0,-3 18 0,0-4 0,-4-50 0,2 68 0,-1 0 0,1 1 0,-1-1 0,0 1 0,-1-1 0,0 1 0,0 0 0,-1 0 0,0 0 0,-8-12 0,-12-18 0,21 32 0,1 0 0,-1 0 0,0 0 0,0 0 0,0 1 0,-1-1 0,0 1 0,0 0 0,0 0 0,0 0 0,-8-5 0,-19-4-195,0 2 0,-1 0 0,0 3 0,-1 0 0,0 2 0,-46-3 0,60 8-6631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2:10.405"/>
    </inkml:context>
    <inkml:brush xml:id="br0">
      <inkml:brushProperty name="width" value="0.05" units="cm"/>
      <inkml:brushProperty name="height" value="0.05" units="cm"/>
      <inkml:brushProperty name="color" value="#66CC00"/>
    </inkml:brush>
  </inkml:definitions>
  <inkml:trace contextRef="#ctx0" brushRef="#br0">2923 5025 24575,'0'3'0,"-1"1"0,1-1 0,0 0 0,-1 1 0,0-1 0,0 0 0,0 1 0,0-1 0,0 0 0,-1 0 0,1 0 0,-1 0 0,0 0 0,0 0 0,0-1 0,-4 5 0,1-3 0,1 0 0,-2 0 0,1 0 0,0-1 0,-1 0 0,1 0 0,-1-1 0,-9 4 0,-3-1 0,0-1 0,-1-1 0,0 0 0,0-2 0,-19 0 0,18-1 0,0 1 0,-1 0 0,-34 8 0,19-3 0,-1-1 0,-1-3 0,1-1 0,-39-4 0,-9 1 0,-3 3 0,-98-3 0,171 0 0,0-1 0,0-1 0,-24-9 0,-25-6 0,-10 1 0,47 11 0,0 0 0,0 2 0,-51-2 0,46 4 0,-1-2 0,1 0 0,1-3 0,-1 0 0,-40-18 0,42 14 0,2-1 0,0-1 0,-27-19 0,-34-14 0,60 31 0,10 6 0,-36-26 0,16 4 0,24 18 0,-1 1 0,-27-17 0,27 19 0,0 0 0,-18-18 0,-27-18 0,48 37 0,0 0 0,0-1 0,1-1 0,1 0 0,0-1 0,1 0 0,-11-17 0,10 14 0,-1 0 0,-1 0 0,0 1 0,-21-18 0,-5 0 0,-59-64 0,72 66 0,2 0 0,1-2 0,2 0 0,-27-57 0,-22-32 0,11 17 0,5-9 0,49 104 0,-1-1 0,0 1 0,-8-10 0,-15-28 0,17 20 0,2 0 0,2 0 0,0-1 0,2-1 0,-4-39 0,-10-79 0,0 45 0,13 74 0,1 0 0,2-1 0,-1-33 0,6-445 0,0 492 0,0 0 0,7-28 0,-4 27 0,-1-1 0,1-19 0,-2 17 0,1 1 0,0-1 0,10-30 0,-7 30 0,-1-1 0,-1 1 0,2-22 0,-3 19 0,1 0 0,1 1 0,1 0 0,15-35 0,-9 23 0,12-21 0,-17 39 0,0 0 0,-1 0 0,5-18 0,20-71 0,1-2 0,-26 87 0,0 1 0,1 0 0,14-27 0,-11 26 0,0-1 0,8-31 0,-12 33 0,0 1 0,15-26 0,-13 28 0,-1 0 0,0 0 0,5-21 0,-7 13 0,-2 9 0,0 1 0,1-1 0,1 1 0,0 0 0,11-22 0,37-65 0,10-17 0,-12 27 0,35-53 0,-62 109 0,-17 22 0,1 1 0,18-21 0,-14 19 0,0-2 0,17-27 0,-20 26 0,2 1 0,21-25 0,-25 33 0,-1-1 0,-1 1 0,0-1 0,0 0 0,4-11 0,7-13 0,-9 23 0,-1 1 0,2 0 0,-1 0 0,1 1 0,0 0 0,11-7 0,-9 6 0,0 0 0,-1 0 0,0 0 0,13-18 0,-15 16 0,2 1 0,17-18 0,2-2 0,-20 23 0,0 0 0,1 0 0,0 0 0,0 1 0,0 1 0,0-1 0,1 2 0,0-1 0,0 1 0,18-4 0,-15 4 0,-1 0 0,0 0 0,-1-1 0,1-1 0,-1 0 0,21-15 0,-17 8-1365,-1 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2:11.959"/>
    </inkml:context>
    <inkml:brush xml:id="br0">
      <inkml:brushProperty name="width" value="0.05" units="cm"/>
      <inkml:brushProperty name="height" value="0.05" units="cm"/>
      <inkml:brushProperty name="color" value="#66CC00"/>
    </inkml:brush>
  </inkml:definitions>
  <inkml:trace contextRef="#ctx0" brushRef="#br0">1 1 24575,'0'1'0,"0"-1"0,0 1 0,1 0 0,-1 0 0,1 0 0,-1-1 0,0 1 0,1 0 0,-1 0 0,1-1 0,0 1 0,-1-1 0,1 1 0,-1 0 0,1-1 0,0 1 0,0-1 0,-1 1 0,1-1 0,0 0 0,0 1 0,0-1 0,-1 0 0,1 1 0,0-1 0,0 0 0,1 0 0,31 5 0,-24-4 0,185 40 0,-67-19 0,-113-19 0,-1 1 0,0 0 0,19 8 0,23 7 0,-52-18 0,-1 0 0,1 0 0,-1 0 0,1 0 0,-1 1 0,1-1 0,-1 1 0,0-1 0,0 1 0,0 0 0,0 0 0,0 0 0,0 0 0,0 1 0,0-1 0,-1 0 0,0 1 0,1-1 0,-1 1 0,0 0 0,0-1 0,0 1 0,0 0 0,-1-1 0,1 1 0,-1 5 0,2 10 0,-2-1 0,0 1 0,-3 24 0,0-6 0,0 3 0,-2 0 0,-16 63 0,9-47 0,-9 18 0,13-45 0,-7 38 0,6-32-1365,5-21-5461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01:42:52.135"/>
    </inkml:context>
    <inkml:brush xml:id="br0">
      <inkml:brushProperty name="width" value="0.05" units="cm"/>
      <inkml:brushProperty name="height" value="0.05" units="cm"/>
      <inkml:brushProperty name="color" value="#66CC00"/>
    </inkml:brush>
  </inkml:definitions>
  <inkml:trace contextRef="#ctx0" brushRef="#br0">1 1 24575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20:23:58.099"/>
    </inkml:context>
    <inkml:brush xml:id="br0">
      <inkml:brushProperty name="width" value="0.05" units="cm"/>
      <inkml:brushProperty name="height" value="0.05" units="cm"/>
      <inkml:brushProperty name="color" value="#E71224"/>
    </inkml:brush>
  </inkml:definitions>
  <inkml:trace contextRef="#ctx0" brushRef="#br0">3621 1 24575,'-4'0'0,"0"0"0,-1 1 0,1 0 0,0 0 0,0 1 0,0-1 0,0 1 0,0 0 0,0 0 0,0 0 0,-3 3 0,-42 34 0,30-23 0,-5 4 0,5-6 0,1 2 0,-31 33 0,2 3 0,31-37 0,2 1 0,-1 1 0,2 0 0,-17 31 0,-93 165 0,109-191 0,-2 0 0,0-1 0,-36 36 0,35-40 0,0 0 0,2 1 0,0 1 0,1 1 0,-15 28 0,23-38 0,0 0 0,0 0 0,-1-1 0,-14 16 0,-15 18 0,33-39 0,0 0 0,-1 0 0,1-1 0,-1 1 0,0-1 0,0 0 0,-9 5 0,-19 16 0,-22 38 0,-51 78 0,96-127 0,-1-1 0,0 0 0,-1 0 0,0-1 0,-1 0 0,-20 14 0,-7 6 0,-7 6 0,33-28 0,0 0 0,1 1 0,0 1 0,0 0 0,-19 25 0,10-8 0,-29 49 0,44-67 0,0-2 0,-2 1 0,1-1 0,-15 13 0,-17 19 0,-131 185 0,122-153 0,18-25 0,22-34 0,0 0 0,0-1 0,-12 13 0,11-16 0,-15 17 0,-37 49 0,52-60 0,4-6 0,-1-1 0,0 1 0,-1-1 0,0 0 0,0 0 0,-12 9 0,12-10 0,0 0 0,0 0 0,1 1 0,0 0 0,0 0 0,1 0 0,0 1 0,0 0 0,1 0 0,-5 15 0,4-10 0,-1-1 0,-1 1 0,-15 22 0,0-5 0,7-10 0,-1 0 0,-1-1 0,-27 25 0,34-34 0,0 1 0,0 0 0,1 0 0,1 1 0,-12 24 0,5-11 0,-64 115 0,61-99 0,15-35 0,1 0 0,-1 0 0,0 0 0,-1 0 0,0-1 0,-8 11 0,3-5 0,1 1 0,0 0 0,1 0 0,0 1 0,-5 16 0,-18 33 0,12-31 0,11-18 0,-1 0 0,0-1 0,-1-1 0,-13 17 0,16-22 0,0 1 0,0 0 0,1 1 0,1-1 0,-6 14 0,-5 9 0,1-3 0,2 1 0,-16 54 0,19-53 0,0-6 0,-2 0 0,-20 35 0,16-31 0,-13 31 0,-31 82 0,55-134 0,-15 31 0,2 2 0,-16 52 0,25-67 0,-1 0 0,-15 29 0,14-36 0,2 1 0,0 0 0,1 1 0,-7 33 0,6-20 0,-1 0 0,-1-1 0,-20 43 0,-15 48 0,-18 67 0,54-162 0,-15 32 0,9-24 0,-6 9 0,14-31 0,0 1 0,1 0 0,-7 26 0,-10 33 0,17-59 0,1-1 0,1 1 0,0-1 0,1 1 0,-3 29 0,4-15 0,-2 1 0,-15 55 0,4-18 0,9-43 0,0-1 0,-14 30 0,10-30 0,-11 47 0,-22 76 0,23-78 0,15-52 0,0-1 0,1 2 0,0-1 0,-1 22 0,5-32 0,-2 20 0,0 0 0,-7 31 0,-34 146 0,17-23 0,22-149 0,-5 26 0,5-35 0,0-1 0,0 27 0,4-31 0,1 9 0,-2 0 0,-1-1 0,-7 39 0,5-44 0,1 1 0,1-1 0,2 23 0,0-21 0,-1 0 0,-6 33 0,-23 119 0,13-10 0,10-112 0,3 0 0,2 0 0,4 53 0,0-5 0,-2 513 0,-1-597 0,0 0 0,-7 28 0,4-27 0,1 1 0,-1 19 0,3 212 0,2-116 0,1-109 0,0 0 0,7 28 0,0-4 0,10 48 0,-11-63 0,-2 1 0,4 57 0,-8-62 0,7 34 0,-5-35 0,2 42 0,-6-39 0,0-5 0,0 0 0,2 1 0,8 41 0,9 1 0,9 44 0,-20-62 0,3 0 0,25 72 0,-24-85 0,8 45 0,-5-19 0,26 70 0,10 41 0,-44-149 0,17 43 0,-18-54 0,0 2 0,0-1 0,-2 1 0,0-1 0,-1 1 0,2 23 0,-3-24 0,0-1 0,1 0 0,0 0 0,2 0 0,0 0 0,0-1 0,15 26 0,-9-17 0,13 42 0,4 10 0,-18-51 0,12 47 0,-16-50 0,1-1 0,1 0 0,19 36 0,11 24 0,-25-48 0,17 30 0,13 27 0,-36-73 0,1-1 0,1 0 0,0 0 0,19 22 0,13 21 0,-27-34 0,1-1 0,2 0 0,0-1 0,1-1 0,1-1 0,1 0 0,35 26 0,-46-38 0,0 0 0,-1 0 0,0 1 0,13 18 0,-15-18 0,1-1 0,0 1 0,0-1 0,1 0 0,0-1 0,11 8 0,7 4 0,43 42 0,-61-54 0,-5-4 0,11 11 0,1-1 0,0 0 0,1-1 0,29 17 0,-37-24 0,-1 0 0,0 0 0,0 1 0,0 0 0,8 11 0,12 9 0,11 9 0,-14-13 0,44 32 0,73 52 0,-132-100 0,1 0 0,0 0 0,1-1 0,-1 0 0,1-1 0,0 0 0,20 4 0,33 13 0,126 63 0,-149-67 0,58 15 0,-98-32 0,55 16 0,84 26 0,-46-16 0,-67-20 0,0 2 0,38 15 0,-47-16 0,0-1 0,1 0 0,-1-1 0,1-1 0,0-1 0,1 0 0,-1-2 0,28 0 0,-22 0 0,0 2 0,1 0 0,37 11 0,-38-8 0,1-1 0,0 0 0,33 0 0,-39-6 0,0 2 0,0 0 0,0 1 0,0 1 0,0 0 0,-1 2 0,26 9 0,-29-9 0,1 0 0,0-1 0,0-1 0,19 1 0,16 2 0,181 43 0,-195-41 0,-16-3 0,0-1 0,44 2 0,337-7 0,-398 1 0,0 0 0,-1-1 0,1 1 0,0-1 0,0 0 0,0 0 0,0-1 0,-1 1 0,1-1 0,0 0 0,-1 0 0,0-1 0,1 1 0,-1-1 0,0 0 0,7-7 0,-2-1 0,0-1 0,0 0 0,-1 0 0,9-19 0,-15 28 0,17-28 0,-13 22 0,0 0 0,-1 0 0,6-13 0,-6 13 0,1-1 0,0 1 0,1 0 0,0 1 0,0-1 0,1 1 0,0 1 0,1-1 0,12-8 0,21-19 0,-42 34 0,6-5 0,-1 1 0,1-1 0,0 1 0,0 0 0,0 0 0,1 1 0,-1 0 0,1 0 0,0 0 0,1 1 0,11-4 0,-19 7-34,1 0 0,0 0 0,0-1 0,0 1 0,-1 0-1,1 0 1,0-1 0,0 1 0,-1-1 0,1 1 0,0-1 0,0 1 0,-1-1-1,1 1 1,-1-1 0,1 0 0,0 1 0,-1-1 0,1 0 0,-1 1-1,0-1 1,1 0 0,-1 0 0,0 1 0,1-1 0,-1 0 0,0 0 0,0 0-1,0 1 1,1-1 0,-1 0 0,0 0 0,0 0 0,0 0 0,0 0 0,-1 1-1,1-1 1,0 0 0,-1-1 0,-2-11-6792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20:24:00.172"/>
    </inkml:context>
    <inkml:brush xml:id="br0">
      <inkml:brushProperty name="width" value="0.05" units="cm"/>
      <inkml:brushProperty name="height" value="0.05" units="cm"/>
      <inkml:brushProperty name="color" value="#E71224"/>
    </inkml:brush>
  </inkml:definitions>
  <inkml:trace contextRef="#ctx0" brushRef="#br0">0 1 24575,'5'1'0,"0"0"0,0 0 0,-1 0 0,1 1 0,-1 0 0,1 0 0,-1 0 0,0 1 0,0-1 0,0 1 0,0 0 0,0 0 0,-1 0 0,1 1 0,5 7 0,-3-5 0,0 0 0,1 0 0,0-1 0,8 6 0,50 34 0,-49-33 0,0 0 0,25 13 0,-38-24 0,0 0 0,-1 1 0,1-1 0,0 1 0,-1 0 0,0 0 0,1 0 0,-1 0 0,0 0 0,0 0 0,0 1 0,0-1 0,-1 1 0,1-1 0,-1 1 0,1-1 0,1 6 0,-3-5 0,1 0 0,-1-1 0,0 1 0,0 0 0,0-1 0,-1 1 0,1 0 0,-1-1 0,1 1 0,-1 0 0,0-1 0,0 1 0,0-1 0,0 0 0,0 1 0,-1-1 0,1 0 0,-1 1 0,0-1 0,-2 2 0,-31 35 0,-22 26 0,46-51 0,0-1 0,-1-1 0,-25 20 0,26-23 0,1-1 0,0 2 0,0 0 0,1 0 0,0 0 0,1 1 0,-8 13 0,8-11-1365,1-2-5461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20:24:01.809"/>
    </inkml:context>
    <inkml:brush xml:id="br0">
      <inkml:brushProperty name="width" value="0.05" units="cm"/>
      <inkml:brushProperty name="height" value="0.05" units="cm"/>
      <inkml:brushProperty name="color" value="#E71224"/>
    </inkml:brush>
  </inkml:definitions>
  <inkml:trace contextRef="#ctx0" brushRef="#br0">33 1 24575,'17'45'0,"-13"-8"0,-1 0 0,-4 70 0,-1-35 0,2-64-97,-1 1-1,0-1 1,0 1-1,-1-1 1,0 0-1,-1 0 1,1 0-1,-2 0 1,1 0-1,-1-1 1,0 0-1,-1 1 0,-9 10 1,6-7-6729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20:23:42.691"/>
    </inkml:context>
    <inkml:brush xml:id="br0">
      <inkml:brushProperty name="width" value="0.05" units="cm"/>
      <inkml:brushProperty name="height" value="0.05" units="cm"/>
      <inkml:brushProperty name="color" value="#E71224"/>
    </inkml:brush>
  </inkml:definitions>
  <inkml:trace contextRef="#ctx0" brushRef="#br0">2627 1 24575,'-9'0'0,"0"2"0,0-1 0,0 1 0,0 1 0,0 0 0,1 0 0,-1 0 0,-15 10 0,10-6 0,1-1 0,-21 7 0,17-7 0,0 0 0,0 1 0,0 1 0,1 1 0,-29 20 0,-29 20 0,59-37 0,0 0 0,-1-2 0,0 0 0,-26 12 0,-74 31 0,109-49 0,1 0 0,-1 0 0,1 0 0,0 1 0,-8 8 0,-25 17 0,30-24 0,0 1 0,0 0 0,1 0 0,0 1 0,1 0 0,-1 0 0,-11 19 0,11-15 0,-1 0 0,0-1 0,-21 18 0,6-11 0,-29 16 0,-23 16 0,68-44 0,1 0 0,0 1 0,0 0 0,0 1 0,1-1 0,0 1 0,-5 11 0,-8 14 0,-2-1 0,0-1 0,-51 54 0,50-65 0,18-16 0,-1-1 0,1 1 0,0 0 0,1 0 0,-1 0 0,1 0 0,-1 1 0,1 0 0,-3 6 0,2-4 0,0 0 0,0-1 0,0 0 0,-1 0 0,0 0 0,-7 6 0,-16 20 0,7-4 0,13-18 0,1 0 0,0 0 0,0 1 0,1 0 0,0 0 0,1 0 0,-6 20 0,8-23 0,-1 0 0,1 0 0,-1-1 0,-1 1 0,1-1 0,-1 0 0,0 0 0,-1-1 0,-12 12 0,10-10 0,0 1 0,0 0 0,1 0 0,-11 20 0,-45 98 0,19-64 0,-30 83 0,52-76 0,0-2 0,18-59 0,-5 12 0,-1 0 0,-18 29 0,14-26 0,1 0 0,1 1 0,-11 34 0,15-36 0,-2 1 0,0-2 0,-1 1 0,-22 31 0,22-37 0,0 1 0,1 0 0,1 0 0,-11 34 0,4-11 0,9-25 0,1 1 0,1-1 0,-6 32 0,9-38 0,-1 0 0,0-1 0,-1 1 0,0-1 0,0 0 0,-8 12 0,-15 33 0,7-9 0,14-34 0,1-1 0,0 2 0,-3 13 0,6-17 0,-8 31 0,-1-1 0,-17 39 0,19-54 0,-11 45 0,15-45 0,-2 0 0,-12 28 0,-27 79 0,40-113 0,0 0 0,-5 26 0,-8 25 0,15-55 0,1 0 0,0 1 0,1-1 0,1 1 0,0-1 0,1 22 0,1-19 0,-2 0 0,0 0 0,0 0 0,-5 18 0,-22 105 0,4-16 0,15-90 0,-8 40 0,11-32 0,-3-2 0,-1 1 0,-2-1 0,-17 40 0,23-63 0,0 1 0,2 0 0,-3 21 0,-1 4 0,-13 63 0,0 44 0,0-10 0,12-57 0,7-55 0,-8 43 0,5-33 0,0 1 0,3 0 0,4 72 0,0-24 0,0 10 0,-4 104 0,-8-129 0,5-45 0,-2 47 0,7-53 0,1 17 0,-3 1 0,-9 57 0,4-45 0,3-1 0,2 1 0,4 62 0,0-13 0,-2 769 0,-1-852 0,0 0 0,-7 28 0,4-27 0,1 0 0,-1 20 0,3 425 0,2-224 0,1-214 0,7 47 0,-4-45 0,1 43 0,-6-10 0,-2-30 0,2 1 0,2 0 0,0-1 0,9 35 0,11 62 0,24 98 0,-4-54 0,-10-70 0,-21-71 0,13 56 0,11 63 0,-28-127 0,1 0 0,1-1 0,1 0 0,22 34 0,-27-46 0,-1 0 0,0 0 0,-1 0 0,1 0 0,3 18 0,-6-18 0,1-1 0,1 1 0,-1-1 0,1 0 0,0 0 0,1 0 0,0 0 0,0-1 0,6 8 0,7 8 0,-1 1 0,0 0 0,-2 1 0,21 47 0,-19-36 0,32 49 0,-2-27 0,-35-45 0,-1-1 0,-1 1 0,0 1 0,0 0 0,11 25 0,-11-19 0,1 1 0,24 33 0,-6-9 0,-20-33 0,1-1 0,0 0 0,0 0 0,1-1 0,21 16 0,13 13 0,5 21 0,-3-2 0,-36-45 0,-1-1 0,0 1 0,12 24 0,-13-22 0,1 0 0,20 25 0,-10-18 0,2 1 0,27 37 0,-30-36 0,0 0 0,2-2 0,37 32 0,-52-47 0,0-1 0,0 1 0,-1 0 0,0 0 0,0 1 0,5 11 0,-7-13 0,0 0 0,1-1 0,-1 1 0,1-1 0,0 0 0,0 0 0,0 0 0,0 0 0,1 0 0,-1-1 0,1 1 0,0-1 0,0 0 0,0 0 0,6 3 0,67 18 0,-54-18 0,38 16 0,-37-12 0,-17-8 0,-1 0 0,1 1 0,-1 0 0,0 0 0,0 1 0,0 0 0,0 0 0,-1 0 0,0 0 0,1 1 0,-1 0 0,-1 0 0,1 0 0,4 8 0,-7-9 0,24 40 0,3-2 0,56 66 0,-37-51 0,-4 4 0,-34-46 0,1 1 0,23 25 0,-29-35 0,0 0 0,0 1 0,-1-1 0,0 1 0,0 0 0,2 8 0,-2-7 0,0 0 0,0 0 0,0-1 0,11 14 0,44 37 0,-41-41 0,0 0 0,-1 1 0,25 36 0,-25-27 0,2 0 0,0-1 0,26 26 0,19 33 0,-26-36 0,8 8 0,-25-36 0,-1 2 0,17 25 0,9 5 0,-38-45 0,0 1 0,0 0 0,-1 0 0,0 0 0,0 1 0,-1 0 0,-1 0 0,8 18 0,-10-20 0,1 1 0,0-1 0,1 1 0,0-2 0,0 1 0,0 0 0,1-1 0,0 0 0,1 0 0,0-1 0,0 0 0,0 0 0,0 0 0,9 4 0,2 3 0,-3-1 0,-1 1 0,15 18 0,-17-18 0,0 0 0,25 19 0,48 11 0,111 79 0,-144-91 0,-37-21 0,1 0 0,1-1 0,-1 0 0,2-2 0,-1 0 0,29 8 0,-44-15-72,-1 0 1,0 0-1,0 0 0,0 0 0,1 0 0,-1 0 0,0 0 0,0 0 1,0 0-1,1 0 0,-1-1 0,0 1 0,0-1 0,0 1 0,0-1 1,0 1-1,0-1 0,2-1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20:23:45.448"/>
    </inkml:context>
    <inkml:brush xml:id="br0">
      <inkml:brushProperty name="width" value="0.05" units="cm"/>
      <inkml:brushProperty name="height" value="0.05" units="cm"/>
      <inkml:brushProperty name="color" value="#E71224"/>
    </inkml:brush>
  </inkml:definitions>
  <inkml:trace contextRef="#ctx0" brushRef="#br0">294 1 24575,'7'0'0,"0"1"0,0 0 0,0 1 0,0-1 0,-1 1 0,1 1 0,0-1 0,-1 1 0,0 0 0,0 1 0,0-1 0,0 1 0,0 0 0,-1 1 0,0-1 0,0 1 0,6 7 0,-2-2 0,-1 1 0,0 1 0,0-1 0,-1 1 0,-1 0 0,0 1 0,8 24 0,-9-21 0,14 56 0,-17-65 0,-1 0 0,0 0 0,0 1 0,-1-1 0,0 1 0,0-1 0,-3 11 0,1-12 0,1 0 0,-2-1 0,1 0 0,-1 0 0,0 0 0,0 0 0,0 0 0,-1 0 0,1-1 0,-7 6 0,-48 39 0,29-27 0,24-18 0,0-1 0,-1 1 0,1-2 0,-1 1 0,0 0 0,-11 2 0,10-3 0,1 0 0,-1 1 0,1-1 0,0 1 0,0 1 0,-7 4 0,-12 12 0,19-13 0,-1-1 0,-1 0 0,1-1 0,-1 0 0,0 0 0,-14 6 0,11-7 0,0 0 0,1 1 0,0 0 0,0 0 0,0 1 0,0 1 0,1 0 0,0 0 0,1 0 0,0 1 0,0 1 0,0-1 0,-9 16 0,15-21-97,0-1-1,1 1 1,-1-1-1,0 0 1,0 0-1,0 0 1,0 0-1,0 0 1,-1 0-1,1-1 1,-1 1-1,1-1 0,-5 2 1,-7 2-6729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3:08.234"/>
    </inkml:context>
    <inkml:brush xml:id="br0">
      <inkml:brushProperty name="width" value="0.05" units="cm"/>
      <inkml:brushProperty name="height" value="0.05" units="cm"/>
      <inkml:brushProperty name="color" value="#E71224"/>
    </inkml:brush>
  </inkml:definitions>
  <inkml:trace contextRef="#ctx0" brushRef="#br0">0 3 24575,'48'-1'0,"-26"0"0,1 0 0,0 2 0,-1 0 0,1 2 0,-1 0 0,1 1 0,27 10 0,3 6 0,-23-9 0,0 1 0,46 26 0,48 32 0,-97-55 0,-1 1 0,-1 1 0,42 38 0,61 72 0,-104-103 0,-16-14 0,0-1 0,11 22 0,13 14 0,42 53 0,-54-69 0,1 0 0,33 34 0,-49-58 0,-1 0 0,0 1 0,0-1 0,0 1 0,0 0 0,-1 0 0,0 1 0,0-1 0,-1 0 0,0 1 0,0 0 0,0-1 0,-1 1 0,1 8 0,3 13 0,4 0 0,1 0 0,1-1 0,1 0 0,29 46 0,-30-53 0,6 6 0,11 26 0,-14-21 0,1 1 0,34 50 0,-42-69 0,-1-1 0,0 1 0,-1 1 0,-1-1 0,5 21 0,-6-19 0,1 0 0,0 0 0,2-1 0,10 22 0,-3-13 0,-2 1 0,0 0 0,-1 1 0,-2-1 0,0 2 0,-2-1 0,-1 1 0,-1 0 0,-1 0 0,0 28 0,-3-43 0,1 0 0,1 0 0,0 0 0,1 0 0,0 0 0,0-1 0,7 13 0,3 14 0,14 66 0,-20-70 0,1 0 0,14 34 0,8 1 0,-7-15 0,17 56 0,-29-72 0,7 46 0,-16-71 0,2 0 0,-1 0 0,1-1 0,1 1 0,0-1 0,1 0 0,0-1 0,10 13 0,-13-17 0,1 2 0,0-1 0,-1 0 0,0 1 0,0 0 0,1 8 0,-2-8 0,0 0 0,1 0 0,0 0 0,7 14 0,-1-5 0,0 0 0,-2 0 0,0 1 0,-1-1 0,-1 1 0,-1 1 0,4 28 0,-4-27 0,1 0 0,2-1 0,0 0 0,12 24 0,4 11 0,2 14 0,-5-13 0,36 73 0,-43-99 0,-1 0 0,-1 0 0,-2 1 0,7 39 0,-8-32 0,1 0 0,19 45 0,-23-72 0,0-1 0,1 0 0,0 0 0,8 8 0,-7-9 0,-1 0 0,0 1 0,-1-1 0,7 14 0,-5-4 0,-1 1 0,-1 0 0,0-1 0,2 27 0,-4-32 0,0-1 0,1 1 0,1-1 0,0 0 0,10 18 0,8 19 0,68 138 0,-26-58 0,-3 10 0,-52-119 0,20 33 0,-22-42 0,-1 0 0,-1 1 0,1 0 0,-2 0 0,0 0 0,0 1 0,-1-1 0,4 23 0,-7-21 0,0 0 0,1 0 0,1 0 0,1 0 0,0 0 0,0-1 0,2 0 0,-1 0 0,2 0 0,0-1 0,9 14 0,13 10 0,42 72 0,-15-20 0,-29-42 0,-21-34 0,1 0 0,1 0 0,14 17 0,-11-16 0,-1 1 0,0 0 0,-1 1 0,0 0 0,-1 0 0,-1 0 0,-1 1 0,0 1 0,7 29 0,-7-25 0,2-1 0,0 1 0,2-2 0,0 1 0,17 23 0,25 40 0,82 137 0,-122-202 0,0 0 0,24 25 0,-4-5 0,-23-25 0,-1-1 0,-1 1 0,11 25 0,-13-26 0,0 0 0,1 0 0,0-1 0,1 0 0,16 20 0,-10-16 0,0 2 0,-2 0 0,15 28 0,-2-3 0,40 49 0,-25-38 0,77 132 0,-98-154 0,22 29 0,-33-50 0,1 0 0,0-1 0,1 0 0,0 0 0,0-1 0,17 11 0,-13-11 0,0 1 0,-1 0 0,0 1 0,0 0 0,-1 1 0,0 0 0,10 15 0,-13-17 0,0 1 0,0-1 0,1-1 0,18 15 0,-17-16 0,-1 0 0,0 1 0,-1 1 0,1 0 0,7 10 0,-12-13 0,1 0 0,0 0 0,1-1 0,-1 0 0,1 0 0,0 0 0,0-1 0,13 7 0,61 25 0,-42-20 0,-26-12 0,0 0 0,1-1 0,-1 0 0,1-1 0,16 2 0,-20-4 0,1 1 0,-1 0 0,0 0 0,0 1 0,0 0 0,0 1 0,0 0 0,0 1 0,-1 0 0,1 0 0,-1 0 0,7 7 0,-1-1 0,1 0 0,0-1 0,0-1 0,0 0 0,19 6 0,85 23 0,-47-25 0,-56-10 0,1 0 0,0 1 0,-1 1 0,17 6 0,3 3 0,0-2 0,67 12 0,40-3 0,-48-11 0,-76-8 0,0 0 0,-1 1 0,1 0 0,-1 2 0,0 0 0,0 1 0,22 10 0,-36-16 0,-6-7 0,-13-22 0,-8-18 0,15 26-1365,0 2-5461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3:17.220"/>
    </inkml:context>
    <inkml:brush xml:id="br0">
      <inkml:brushProperty name="width" value="0.05" units="cm"/>
      <inkml:brushProperty name="height" value="0.05" units="cm"/>
      <inkml:brushProperty name="color" value="#E71224"/>
    </inkml:brush>
  </inkml:definitions>
  <inkml:trace contextRef="#ctx0" brushRef="#br0">1 1 24575,'1'4'0,"0"0"0,1-1 0,0 1 0,-1 0 0,2-1 0,-1 0 0,0 1 0,1-1 0,4 5 0,7 10 0,2 5 0,1 0 0,1 0 0,2-2 0,21 19 0,-10-10 0,-8-9 0,-18-17 0,0 0 0,0 1 0,-1-1 0,1 1 0,-1 0 0,5 8 0,-8-11 0,0 1 0,0 0 0,0-1 0,0 1 0,-1-1 0,1 1 0,-1 0 0,1-1 0,-1 1 0,0 0 0,0 0 0,-1-1 0,1 1 0,0 0 0,-1-1 0,0 1 0,1 0 0,-1-1 0,-3 5 0,0 1-80,0-1 0,-1 0-1,0 0 1,-1 0 0,1 0-1,-1-1 1,-1 0 0,1 0-1,-1-1 1,0 0 0,0 0 0,0-1-1,-1 0 1,0 0 0,0 0-1,-8 2 1,-4 1-6746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3:57.965"/>
    </inkml:context>
    <inkml:brush xml:id="br0">
      <inkml:brushProperty name="width" value="0.05" units="cm"/>
      <inkml:brushProperty name="height" value="0.05" units="cm"/>
      <inkml:brushProperty name="color" value="#E71224"/>
    </inkml:brush>
  </inkml:definitions>
  <inkml:trace contextRef="#ctx0" brushRef="#br0">1 0 24575,'0'3'0,"1"-1"0,-1 1 0,1-1 0,-1 1 0,1-1 0,0 1 0,0-1 0,0 1 0,0-1 0,1 0 0,-1 0 0,1 1 0,-1-1 0,4 3 0,32 28 0,-15-15 0,-3 2 0,-1 0 0,28 40 0,100 139 0,-47-69 0,-86-113 0,0 1 0,-2 1 0,0 0 0,14 34 0,-8-17 0,3-1 0,1-1 0,37 47 0,-47-68 0,8 11 0,30 50 0,-19-21 0,81 157 0,-101-188 0,-1 1 0,10 47 0,-19-70 0,20 54 0,-15-43 0,-1 1 0,0 0 0,0 0 0,2 15 0,-3-9 0,0 0 0,1 0 0,1-1 0,0 1 0,2-1 0,0-1 0,16 29 0,-11-23 0,-2 1 0,0 0 0,-2 1 0,-1 0 0,0 0 0,-2 1 0,4 41 0,-6-20 0,-1-16 0,9 51 0,2-32 0,-7-26 0,0 0 0,4 46 0,6 51 0,-6-65 0,1 0 0,-6-35 0,-2 1 0,3 32 0,-6 17 0,-1-37 0,2 1 0,0-1 0,12 56 0,-2-14 0,-9-58 0,0 0 0,1 1 0,1-1 0,8 24 0,-6-23 0,0 0 0,-1 0 0,-2 1 0,4 30 0,-7-43 0,11 56 0,-6-41 0,-2 0 0,2 25 0,-5-23 0,0-3 0,0-1 0,1 1 0,1-1 0,1 0 0,1 0 0,0 0 0,9 21 0,-4-13 0,0-1 0,7 42 0,7 27 0,-12-56 0,9 62 0,-12-58 0,-5-34 0,0-1 0,0 0 0,1 1 0,0-1 0,0 0 0,10 12 0,4 10 0,-9-12 0,-2 1 0,0 0 0,-1 1 0,4 23 0,9 27 0,-7-27 0,-8-28 0,0 0 0,1-1 0,1 0 0,8 15 0,4 2 0,-8-13 0,1 0 0,-2 1 0,9 23 0,-9-14 0,-2 0 0,7 43 0,-12-56 0,1 1 0,1-1 0,0 0 0,1 0 0,1 0 0,0-1 0,1 0 0,0 0 0,1-1 0,1 0 0,16 19 0,34 52 0,-37-50 0,-10-14 0,-1 1 0,9 22 0,-12-24 0,0 0 0,2-1 0,15 22 0,-3-8 0,18 36 0,-10-15 0,20 46 0,-32-67 0,2-1 0,1-1 0,1 0 0,34 33 0,-47-53 0,-1 0 0,0 1 0,-1 0 0,0 0 0,-1 1 0,8 19 0,-8-16 0,2 1 0,0-1 0,12 16 0,1 0 0,21 39 0,-23-37 0,24 32 0,-5-18 0,-22-30 0,-2 1 0,18 28 0,1 15 0,22 35 0,-47-86 0,0-1 0,1 0 0,0-1 0,12 9 0,-12-9 0,-9-8 0,16 13 0,28 29 0,-39-36 0,0 1 0,0 0 0,-1 0 0,0 0 0,0 1 0,0 0 0,3 12 0,-4-13 0,1 0 0,0 0 0,0 0 0,1-1 0,0 1 0,0-1 0,0-1 0,1 1 0,0-1 0,0 0 0,8 6 0,28 27 0,-9-4 0,72 57 0,8 7 0,-99-86 0,0 0 0,0-2 0,28 16 0,20 15 0,-38-24 0,45 24 0,-22-15 0,-27-13 0,1-2 0,0 0 0,1-1 0,0-1 0,27 7 0,-29-10 0,0 1 0,0 1 0,-1 1 0,-1 1 0,23 15 0,36 18 0,-53-30 0,-2 0 0,27 21 0,-28-18 0,0-2 0,41 21 0,-6-11 0,-11-5 0,82 46 0,-113-57 0,1-1 0,1 0 0,-1-1 0,1-1 0,0-1 0,28 5 0,-25-6 0,-1 1 0,1 1 0,-1 1 0,27 12 0,-30-12 0,1 0 0,0-1 0,0 0 0,0-2 0,33 4 0,26 6 0,145 46 0,-127-31 0,-65-18 0,0-2 0,1 0 0,0-2 0,0-1 0,34 2 0,-37-7 0,96-2 0,-119 1-105,0 1 0,-1 0 0,1-1 0,0 0 0,-1 1 0,1-1 0,-1 0 0,1-1 0,-1 1 0,0 0 0,1-1 0,2-1 0,5-8-6721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4:00.964"/>
    </inkml:context>
    <inkml:brush xml:id="br0">
      <inkml:brushProperty name="width" value="0.05" units="cm"/>
      <inkml:brushProperty name="height" value="0.05" units="cm"/>
      <inkml:brushProperty name="color" value="#E71224"/>
    </inkml:brush>
  </inkml:definitions>
  <inkml:trace contextRef="#ctx0" brushRef="#br0">32 1 24575,'0'5'0,"0"0"0,0 0 0,0 1 0,1-1 0,0 0 0,0 0 0,0 0 0,0 0 0,1 0 0,0 0 0,0 0 0,0 0 0,1-1 0,0 1 0,0-1 0,0 0 0,0 0 0,1 0 0,-1 0 0,1-1 0,0 1 0,0-1 0,0 0 0,1 0 0,-1 0 0,1-1 0,8 4 0,-6-3 0,8 2 0,1 0 0,-1 2 0,0 0 0,0 1 0,-1 0 0,0 1 0,-1 0 0,23 21 0,-28-22 0,0-1 0,0 0 0,1-1 0,0 1 0,0-2 0,1 1 0,10 3 0,34 23 0,-54-32 0,1 0 0,-1 1 0,1-1 0,-1 0 0,0 1 0,1-1 0,-1 0 0,0 1 0,1-1 0,-1 1 0,0-1 0,0 1 0,1-1 0,-1 0 0,0 1 0,0-1 0,0 1 0,0-1 0,0 1 0,1-1 0,-1 1 0,0-1 0,0 1 0,0-1 0,0 1 0,0-1 0,-1 1 0,1-1 0,0 1 0,0-1 0,0 1 0,0-1 0,0 1 0,-1-1 0,1 1 0,0-1 0,0 0 0,-1 1 0,1-1 0,0 1 0,-1-1 0,1 0 0,-1 1 0,1-1 0,0 0 0,-1 1 0,1-1 0,-1 0 0,0 1 0,-31 16 0,18-10 0,5-2 0,-1 0 0,1-1 0,-1 0 0,0-1 0,0 0 0,-16 2 0,18-4 0,-1 1 0,1 0 0,0 0 0,0 1 0,0 0 0,0 0 0,0 1 0,1 0 0,-1 0 0,-12 10 0,-10 15 0,19-17 0,-1-1 0,-27 20 0,-30 24-1365,57-46-5461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4:41.636"/>
    </inkml:context>
    <inkml:brush xml:id="br0">
      <inkml:brushProperty name="width" value="0.05" units="cm"/>
      <inkml:brushProperty name="height" value="0.05" units="cm"/>
      <inkml:brushProperty name="color" value="#66CC00"/>
    </inkml:brush>
  </inkml:definitions>
  <inkml:trace contextRef="#ctx0" brushRef="#br0">0 2 24575,'98'-1'0,"105"3"0,-190 0 0,0 0 0,0 1 0,0 0 0,0 1 0,0 0 0,-1 1 0,0 1 0,0 0 0,19 12 0,33 14 0,-52-27 0,0 0 0,0 1 0,-1 0 0,0 0 0,0 2 0,16 13 0,-12-9 0,0-1 0,1-1 0,0 0 0,1-2 0,0 1 0,34 10 0,14 8 0,-48-19 0,0 0 0,-1 1 0,0 1 0,0 1 0,-1 0 0,-1 1 0,21 22 0,113 117 0,-57-62 0,-80-78 0,1-2 0,21 15 0,-24-18 0,0-1 0,-1 1 0,0 1 0,0 0 0,0 0 0,-1 1 0,0 0 0,7 9 0,83 124 0,-51-76 0,-38-54 0,1-1 0,1 0 0,-1-1 0,18 14 0,-1-2 0,-4 1 0,-1 0 0,-1 1 0,0 1 0,-2 1 0,-1 0 0,-1 2 0,17 37 0,-17-35 0,35 49 0,12 3 0,-46-56 0,-1 1 0,-1 1 0,-1 0 0,12 35 0,-20-48 0,0 0 0,13 19 0,9 21 0,-25-47 0,1-1 0,0 1 0,0-1 0,0 0 0,10 10 0,-9-10 0,0-1 0,0 1 0,-1-1 0,0 1 0,0 0 0,-1 1 0,4 9 0,11 40 0,-4-9 0,2 1 0,2-2 0,25 46 0,3 16 0,-32-76 0,18 58 0,-23-61 0,1 0 0,1-1 0,16 29 0,53 82 0,-68-114 0,-1 0 0,-2 1 0,13 53 0,-1-4 0,-17-64 0,1 0 0,0-1 0,12 18 0,-12-20 0,0 0 0,0 1 0,0-1 0,-1 1 0,-1 0 0,4 13 0,-4-9 0,1 0 0,0 0 0,0-1 0,2 0 0,8 15 0,36 73 0,-14-45 0,-23-36 0,-1 0 0,-1 1 0,0 0 0,9 25 0,19 57 0,9 26 0,-17-33 0,15 56 0,-35-111 0,18 46 0,3 10 0,-27-83 0,0 1 0,10 19 0,-9-22 0,0 1 0,-1 0 0,6 21 0,1 16 0,3 0 0,2-2 0,23 48 0,-32-75 0,0 1 0,6 35 0,7 18 0,3 17 0,-17-64 0,-7-25 0,3 13 0,1 1 0,1-1 0,0 1 0,1-2 0,10 19 0,-4-8 0,0 0 0,11 40 0,-14-38 0,1-1 0,18 35 0,39 72 0,-63-126 0,1 0 0,-1 0 0,1-1 0,12 12 0,-12-13 0,0 0 0,-1 1 0,1-1 0,-1 1 0,0 0 0,0 0 0,4 10 0,60 132 0,-13-32 0,-26-53 0,2-1 0,44 63 0,-63-104 0,-6-12 0,-1 0 0,1 0 0,1 0 0,8 8 0,-7-8 0,-1 0 0,0 1 0,-1-1 0,0 1 0,7 15 0,16 27 0,-3-7 0,-21-34 0,1-1 0,0 1 0,1-1 0,9 10 0,-12-14 0,0-1 0,-1 1 0,1 0 0,-1 0 0,0 0 0,0 1 0,-1-1 0,3 13 0,-3-10 0,1-1 0,0 1 0,0-1 0,8 13 0,45 80 0,-42-72 0,2 0 0,1 0 0,1-2 0,24 28 0,-32-42 0,0 1 0,-1 0 0,0 1 0,-2-1 0,10 25 0,-8-19 0,0 0 0,18 27 0,-16-30 0,-2 0 0,9 21 0,7 13 0,-21-43 0,0 0 0,-1 0 0,0 1 0,1 10 0,-2-11 0,0 0 0,1 0 0,0 0 0,0 0 0,6 9 0,-3-7 0,0 0 0,1-1 0,0 0 0,1 0 0,0 0 0,0-1 0,11 8 0,-6-4 0,0 0 0,14 19 0,-19-22 0,15 17 0,96 105 0,-107-117 0,-1 1 0,-1 1 0,0 0 0,-1 0 0,0 1 0,5 18 0,0-5 0,-5-5 0,-7-20 0,-1 0 0,1 0 0,0 0 0,1-1 0,-1 1 0,1-1 0,4 7 0,-4-9 0,3 6 0,0 0 0,0 0 0,1-1 0,0 0 0,1-1 0,0 1 0,0-2 0,0 1 0,0-1 0,1 0 0,0-1 0,11 4 0,-7-2 0,1 0 0,-1 1 0,21 13 0,13 7 0,-4-4 0,-35-17 0,1-1 0,-1-1 0,1 1 0,0-1 0,0-1 0,0 0 0,0 0 0,1-1 0,17 3 0,11-4 0,-11 0 0,0 1 0,40 7 0,-23 4 0,66 26 0,-50-15 0,-37-14 0,-19-8 0,0 0 0,0 0 0,1 0 0,-1 0 0,1-1 0,-1 0 0,1 0 0,-1 0 0,9 0 0,-12-1 2,-1 0 0,1 0 0,-1 0-1,1 0 1,-1 0 0,1-1 0,-1 1 0,1 0 0,-1 0-1,1-1 1,-1 1 0,1 0 0,-1-1 0,1 1-1,-1 0 1,0-1 0,1 1 0,-1-1 0,0 1-1,1-1 1,-1 1 0,0-1 0,0 1 0,1-1-1,-1 1 1,0-1 0,0 1 0,0-1 0,0 1 0,0-1-1,0 1 1,1-1 0,-1 1 0,-1-1 0,-1-22-535,1 17-363,-2-11-5930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4:43.396"/>
    </inkml:context>
    <inkml:brush xml:id="br0">
      <inkml:brushProperty name="width" value="0.05" units="cm"/>
      <inkml:brushProperty name="height" value="0.05" units="cm"/>
      <inkml:brushProperty name="color" value="#66CC00"/>
    </inkml:brush>
  </inkml:definitions>
  <inkml:trace contextRef="#ctx0" brushRef="#br0">111 1 24575,'-1'0'0,"1"0"0,-1 0 0,1 0 0,-1 0 0,0 0 0,1 0 0,-1 0 0,1 0 0,-1 1 0,1-1 0,-1 0 0,0 0 0,1 0 0,-1 1 0,1-1 0,-1 0 0,1 1 0,-1-1 0,1 0 0,0 1 0,-1-1 0,1 1 0,-1-1 0,1 1 0,0-1 0,-1 1 0,1-1 0,0 1 0,-1 0 0,3 20 0,-1-16 0,1 1 0,1-1 0,-1 0 0,1 0 0,4 6 0,41 41 0,-30-33 0,28 35 0,-42-48 0,0-1 0,0 1 0,-1 0 0,0 0 0,0 0 0,-1 1 0,0-1 0,0 1 0,0-1 0,-1 1 0,1 9 0,-2-13 0,0-1 0,0 1 0,-1-1 0,1 1 0,-1-1 0,0 1 0,0-1 0,0 0 0,0 1 0,0-1 0,0 0 0,-1 0 0,1 0 0,-1 0 0,1 0 0,-1 0 0,0 0 0,0 0 0,1-1 0,-1 1 0,-1-1 0,1 1 0,0-1 0,0 0 0,-3 1 0,-9 4 0,1-1 0,-1 0 0,-19 4 0,5-2 0,-6 5-682,-39 17-1,60-21-6143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4:53.554"/>
    </inkml:context>
    <inkml:brush xml:id="br0">
      <inkml:brushProperty name="width" value="0.05" units="cm"/>
      <inkml:brushProperty name="height" value="0.05" units="cm"/>
      <inkml:brushProperty name="color" value="#66CC00"/>
    </inkml:brush>
  </inkml:definitions>
  <inkml:trace contextRef="#ctx0" brushRef="#br0">0 2 24575,'80'-2'0,"90"4"0,-103 10 0,-48-7 0,-1-2 0,28 2 0,19-5 0,-45-1 0,1 0 0,-1 2 0,1 0 0,-1 2 0,0 0 0,1 1 0,25 9 0,82 30 0,-110-40 0,0 0 0,-1-1 0,1-1 0,34-2 0,-37 0 0,0 0 0,-1 1 0,1 1 0,0 0 0,-1 1 0,1 1 0,24 7 0,17 13 0,4 3 0,73 20 0,-125-44 0,0 0 0,0 1 0,0 0 0,0 0 0,0 1 0,-1 0 0,0 0 0,0 1 0,0 0 0,0 0 0,-1 0 0,0 1 0,0 0 0,0 0 0,-1 1 0,9 12 0,14 22 0,54 60 0,-48-62 0,-22-24 0,10 11 0,1-1 0,27 24 0,-36-38 0,-1 0 0,-1 2 0,0-1 0,0 1 0,-1 1 0,-1 0 0,-1 0 0,11 21 0,-8-14 0,1 0 0,29 36 0,-17-24 0,55 60 0,-44-53 0,3 21 0,-23-45 0,-1 1 0,0 1 0,-2 1 0,0 0 0,-1 0 0,-1 1 0,-1 1 0,10 27 0,-10-11 0,-2-10 0,16 42 0,-6-26 0,-3 1 0,18 77 0,-26-92 0,2 0 0,16 33 0,6 20 0,-16-36 0,-3-8 0,15 73 0,-19-68 0,24 70 0,-8-35 0,-8-7 0,-10-41 0,16 50 0,-15-59 0,-2 0 0,-1 0 0,3 36 0,1 6 0,2 44 0,-9-76 0,2-1 0,7 37 0,16 82 0,-23-129 0,0 0 0,-1 38 0,-2-39 0,1 0 0,0 0 0,8 30 0,5 0 0,-3-13 0,5 38 0,11 45 0,-6-37 0,39 131 0,-44-175 0,-11-28 0,-1 0 0,0 0 0,-1 1 0,0-1 0,1 13 0,9 46 0,-8-45 0,-1 1 0,1 29 0,-6-45 0,1 1 0,1 0 0,-1 0 0,1 0 0,1 0 0,0 0 0,0-1 0,1 1 0,0-1 0,1 1 0,0-1 0,0 0 0,7 8 0,-2-5 0,-1 0 0,0 1 0,-1 0 0,-1 0 0,1 0 0,-2 1 0,0 0 0,3 15 0,3 11 0,3 0 0,35 74 0,-40-93 0,38 81 0,73 103 0,-106-182 0,24 30 0,13 19 0,-20-26 0,2-1 0,2-1 0,43 41 0,108 101 0,-161-157 0,8 8 0,-1-12 0,69 41 0,-95-61 0,1-1 0,-1 1 0,0 0 0,-1 1 0,1-1 0,-1 1 0,7 10 0,30 53 0,-17-27 0,-7-15 0,-1 1 0,-2 0 0,0 2 0,10 32 0,-16-40 0,0-1 0,1 0 0,19 27 0,9 19 0,-31-52 0,1-1 0,13 20 0,-17-29 0,0 1 0,1-2 0,-1 1 0,1 0 0,1-1 0,-1 0 0,0 0 0,11 5 0,-10-6 0,-1 0 0,0 1 0,0-1 0,0 1 0,0 1 0,-1-1 0,1 1 0,-1-1 0,-1 1 0,5 7 0,3 6 0,14 34 0,-19-36 0,2 0 0,18 28 0,-6-12 0,0 1 0,16 40 0,-34-69 0,3 5 0,1 0 0,-1-1 0,2 0 0,8 10 0,-7-10 0,-1 1 0,0 0 0,7 12 0,-2 0 0,-4-3 0,2 0 0,0-1 0,0 0 0,2-1 0,0 0 0,1-1 0,24 22 0,-20-21 0,28 30 0,-29-28 0,31 26 0,-38-35 0,0 0 0,-1 0 0,0 1 0,10 15 0,-11-14 0,1 0 0,1 0 0,18 16 0,123 85 0,-32-26 0,-93-59 0,-22-23 0,-1-1 0,1 0 0,0 0 0,-1 0 0,1 0 0,1 0 0,-1 0 0,0-1 0,1 0 0,-1 1 0,8 2 0,18 6 0,38 22 0,-29-14 0,-24-13 0,1-1 0,0-1 0,0 0 0,24 2 0,4 2 0,-12-3-99,-1-2 0,1-1-1,38-3 1,-40 1-869,-7 0-5858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4:56.101"/>
    </inkml:context>
    <inkml:brush xml:id="br0">
      <inkml:brushProperty name="width" value="0.05" units="cm"/>
      <inkml:brushProperty name="height" value="0.05" units="cm"/>
      <inkml:brushProperty name="color" value="#66CC00"/>
    </inkml:brush>
  </inkml:definitions>
  <inkml:trace contextRef="#ctx0" brushRef="#br0">0 0 24575,'1'5'0,"0"0"0,-1 0 0,2 0 0,-1 0 0,0 0 0,1 0 0,0 0 0,0-1 0,1 1 0,-1-1 0,1 1 0,0-1 0,0 0 0,0 0 0,1-1 0,0 1 0,-1-1 0,1 1 0,0-1 0,7 4 0,10 6 0,1-1 0,44 18 0,-42-20 0,-4-3 0,-16-6 0,1 0 0,-1 0 0,0 1 0,0 0 0,0 0 0,7 4 0,-11-6 0,1 0 0,-1 1 0,1-1 0,-1 0 0,0 1 0,1-1 0,-1 1 0,0-1 0,1 1 0,-1-1 0,0 1 0,0-1 0,1 1 0,-1-1 0,0 1 0,0-1 0,0 1 0,0 0 0,0-1 0,0 1 0,0-1 0,0 2 0,0-1 0,-1 1 0,0-1 0,1 0 0,-1 1 0,0-1 0,1 0 0,-1 1 0,0-1 0,0 0 0,0 0 0,0 0 0,-2 2 0,-34 28 0,-1-1 0,-64 37 0,71-40-183,24-18-999,-4 1-5644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5:14.758"/>
    </inkml:context>
    <inkml:brush xml:id="br0">
      <inkml:brushProperty name="width" value="0.05" units="cm"/>
      <inkml:brushProperty name="height" value="0.05" units="cm"/>
      <inkml:brushProperty name="color" value="#AB008B"/>
    </inkml:brush>
  </inkml:definitions>
  <inkml:trace contextRef="#ctx0" brushRef="#br0">1 0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6:00.382"/>
    </inkml:context>
    <inkml:brush xml:id="br0">
      <inkml:brushProperty name="width" value="0.05" units="cm"/>
      <inkml:brushProperty name="height" value="0.05" units="cm"/>
      <inkml:brushProperty name="color" value="#AB008B"/>
    </inkml:brush>
  </inkml:definitions>
  <inkml:trace contextRef="#ctx0" brushRef="#br0">973 128 24575,'-1'-3'0,"0"-1"0,-1 0 0,0 0 0,0 1 0,0-1 0,0 1 0,0-1 0,-1 1 0,1 0 0,-4-3 0,-7-11 0,10 12 0,0 0 0,-1 0 0,1 0 0,-1 1 0,0-1 0,0 1 0,-1 0 0,1 0 0,-1 0 0,0 1 0,-7-4 0,5 4 0,-1 0 0,1 1 0,-1 0 0,1 0 0,-1 1 0,0 0 0,0 1 0,-10 0 0,-5 0 0,0 2 0,0 0 0,-45 12 0,-55 12 0,89-19 0,-138 40 0,153-41 0,1 2 0,-1 0 0,2 1 0,-1 0 0,2 2 0,-30 23 0,36-23 0,0 0 0,1 1 0,0 1 0,1-1 0,-7 16 0,-4 5 0,5-10 0,1 1 0,0 0 0,2 0 0,1 2 0,1-1 0,1 1 0,1 1 0,2-1 0,0 1 0,-1 43 0,6-58 0,4 35 0,-4-44 0,1-1 0,0 1 0,0-1 0,0 1 0,0-1 0,1 0 0,-1 1 0,0-1 0,1 0 0,0 0 0,-1 0 0,1 0 0,0-1 0,0 1 0,0 0 0,3 1 0,20 13 0,1-2 0,0 0 0,1-2 0,0-1 0,1-1 0,0-2 0,55 10 0,-26-7 0,-37-6 0,0-1 0,33 2 0,-9-3 0,45 9 0,-23-2 0,-6 1 0,-39-7 0,-1 0 0,29 1 0,1-4 0,0-2 0,99-15 0,-133 14 0,-1-2 0,1 0 0,-1-1 0,0 0 0,0-1 0,-1-1 0,16-9 0,-7 2 0,42-33 0,-58 38 0,0 1 0,-1-1 0,0 0 0,0-1 0,6-16 0,0 4 0,21-33 0,-25 45 0,-1-1 0,0 0 0,-1 0 0,0 0 0,-1-1 0,0 0 0,-1 0 0,0 0 0,-1 0 0,3-24 0,-5 19 0,0-13 0,0 1 0,-6-48 0,4 68 0,-1 1 0,0 0 0,0 0 0,0 0 0,-1 0 0,-1 1 0,1-1 0,-1 1 0,0 0 0,-1 0 0,1 0 0,-2 0 0,1 1 0,-8-7 0,-13-10 0,-1 0 0,-1 2 0,-31-17 0,19 9 47,34 24-223,0 0-1,0 0 1,0 0-1,-1 1 1,1 0-1,-1 1 0,-12-5 1,1 4-6650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6:07.790"/>
    </inkml:context>
    <inkml:brush xml:id="br0">
      <inkml:brushProperty name="width" value="0.05" units="cm"/>
      <inkml:brushProperty name="height" value="0.05" units="cm"/>
      <inkml:brushProperty name="color" value="#AB008B"/>
    </inkml:brush>
  </inkml:definitions>
  <inkml:trace contextRef="#ctx0" brushRef="#br0">0 0 24575,'425'0'0,"-407"1"0,0 1 0,0 1 0,18 4 0,-17-2 0,0-1 0,27 1 0,-13-3 0,0 1 0,0 1 0,-1 2 0,37 12 0,-44-13 0,-1 0 0,1-2 0,-1-1 0,1-1 0,26-2 0,48 3 0,-31 9 0,-49-6 0,-1-2 0,27 2 0,-28-5 0,12 1 0,1 0 0,54 11 0,85 19 0,-93-9 0,44 10 0,101 17 0,-173-39 0,-28-5 0,1-1 0,40 3 0,-33-7 0,-1 2 0,1 0 0,-1 2 0,0 1 0,51 16 0,-58-15 0,1 0 0,25 2 0,-26-4 0,0 0 0,34 11 0,-5 7 0,-29-13 0,1 0 0,0-1 0,0-1 0,0-1 0,29 4 0,-24-6 0,-1 1 0,0 1 0,44 18 0,18 5 0,-66-23 0,-2 2 0,37 18 0,-37-16 0,1-1 0,33 11 0,-7-4 0,-1 2 0,78 43 0,-78-38 0,-17-6 0,-1 1 0,42 35 0,-47-35 0,-14-10 0,1 0 0,13 19 0,15 13 0,-24-27 0,0 0 0,-1 1 0,15 21 0,-17-20 0,0-2 0,1 1 0,1-1 0,14 12 0,2-1 0,-1 2 0,-1 0 0,27 38 0,-6-10 0,-30-36 0,-1 1 0,-1 0 0,0 1 0,17 33 0,-18-26 0,2 0 0,1-2 0,1 0 0,2 0 0,0-2 0,25 22 0,-36-35 0,0 1 0,-1 0 0,-1 0 0,0 0 0,7 15 0,20 32 0,39 41 0,-22 1 0,-46-91 0,-1 1 0,-1-1 0,0 1 0,4 17 0,-5-15 0,1 0 0,1-1 0,5 13 0,78 148 0,-38-48 0,-6-17 0,-24-55 0,-1 0 0,18 96 0,8 20 0,-42-159 0,7 20 0,-4-15 0,-1 1 0,0 0 0,-1 0 0,1 17 0,8 51 0,-7-60 0,3 45 0,-5-35 0,1 0 0,2-1 0,1 0 0,16 46 0,0-2 0,-20-60 0,0 0 0,-1 1 0,0 24 0,-2-24 0,1 0 0,0 0 0,6 22 0,6 7 0,-6-24 0,-1-1 0,-1 1 0,-1-1 0,1 30 0,-5-36 0,0 14 0,2-1 0,0 1 0,8 31 0,-7-45 0,1 0 0,1 0 0,0-1 0,1 1 0,12 20 0,-12-20 0,1-1 0,-2 1 0,1 0 0,4 30 0,-6-28 0,0 0 0,1 0 0,12 27 0,-5-17 0,-2 0 0,0 0 0,9 54 0,-13-53 0,1-1 0,0 0 0,3 0 0,14 31 0,-18-45 0,-1 1 0,-1 0 0,0 0 0,0 0 0,-1 0 0,1 23 0,-2-19 0,0-1 0,2 1 0,9 31 0,-7-31 0,-1 1 0,0-1 0,-2 1 0,2 30 0,-3-31 0,0 0 0,0 1 0,2-1 0,1 0 0,6 17 0,6 4 0,-2 2 0,-1-1 0,13 65 0,-14-43 0,26 72 0,-20-75 0,-11-31 0,-3-14 0,0 0 0,-2 0 0,0 0 0,2 22 0,-2-7 0,9 39 0,-2-16 0,-5-29 0,14 41 0,-13-47 0,-1 1 0,0-1 0,-1 1 0,1 24 0,-3 13 0,-3-36 0,1 0 0,2-1 0,-1 1 0,2-1 0,0 0 0,2 0 0,7 21 0,-7-23 0,0 0 0,-2 0 0,1 0 0,-2 1 0,0-1 0,-1 1 0,-1 24 0,2 29 0,2-41 0,2 0 0,18 56 0,-13-49 0,-10-34 0,9 33 0,9 48 0,-11-45 0,1-1 0,2 1 0,26 57 0,-29-76 0,26 60 0,62 108 0,-92-180 0,0 1 0,-1 0 0,0 0 0,3 14 0,-4-14 0,0 1 0,1-2 0,0 1 0,0 0 0,5 8 0,1 0 0,-1 1 0,-1-1 0,-1 2 0,0-1 0,-2 1 0,6 30 0,9 81 0,-16-114 0,1-1 0,0 0 0,0-1 0,2 1 0,7 14 0,-10-22 0,1-1 0,0 0 0,0 0 0,0-1 0,0 1 0,1-1 0,0 1 0,0-2 0,0 1 0,0 0 0,0-1 0,1 0 0,0 0 0,8 2 0,1 1-119,-10-3 161,1-1 0,0 0-1,-1 0 1,1 0 0,8 1 0,-12-3-94,-1 0 1,1 0-1,-1 0 0,0 0 1,1-1-1,-1 1 1,0 0-1,1 0 0,-1-1 1,0 1-1,1-1 0,-1 1 1,0-1-1,0 0 1,0 0-1,0 1 0,1-1 1,-1 0-1,0 0 1,0 0-1,0 0 0,-1 0 1,1 0-1,0 0 0,0 0 1,-1-1-1,1 1 1,1-2-1,3-12-6774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46:19.594"/>
    </inkml:context>
    <inkml:brush xml:id="br0">
      <inkml:brushProperty name="width" value="0.05" units="cm"/>
      <inkml:brushProperty name="height" value="0.05" units="cm"/>
      <inkml:brushProperty name="color" value="#AB008B"/>
    </inkml:brush>
  </inkml:definitions>
  <inkml:trace contextRef="#ctx0" brushRef="#br0">380 0 24575,'-1'34'0,"2"1"0,2-1 0,9 48 0,24 107 0,-28-156 0,2 10 0,-10-41 0,1 0 0,-1-1 0,0 1 0,0 0 0,0 0 0,-1 0 0,1-1 0,0 1 0,-1 0 0,1 0 0,-1-1 0,1 1 0,-1 0 0,0-1 0,0 1 0,0 0 0,0-1 0,-2 3 0,2-3 0,0 0 0,-1-1 0,1 1 0,0 0 0,-1-1 0,1 1 0,-1-1 0,1 1 0,-1-1 0,0 0 0,1 0 0,-1 1 0,1-1 0,-1 0 0,0-1 0,1 1 0,-2 0 0,-34-7 0,19 2 0,-11 0 0,0-2 0,-29-11 0,-29-7 0,-50-11-1365,121 31-5461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5:06:16.782"/>
    </inkml:context>
    <inkml:brush xml:id="br0">
      <inkml:brushProperty name="width" value="0.05" units="cm"/>
      <inkml:brushProperty name="height" value="0.05" units="cm"/>
      <inkml:brushProperty name="color" value="#E71224"/>
    </inkml:brush>
  </inkml:definitions>
  <inkml:trace contextRef="#ctx0" brushRef="#br0">1951 1 24575,'-4'1'0,"0"0"0,0 0 0,0 1 0,-1 0 0,2 0 0,-1 0 0,0 0 0,0 1 0,1-1 0,-1 1 0,1 0 0,0 0 0,-4 5 0,-10 8 0,1-4 0,-8 5 0,1 2 0,0 1 0,-38 44 0,7-12 0,42-41 0,0-1 0,-1-1 0,-20 13 0,18-13 0,1 1 0,-21 18 0,5-6 0,24-19 0,1 1 0,0-1 0,0 1 0,0 0 0,1 1 0,-6 6 0,0 0 0,1-1 0,-1 1 0,-16 11 0,18-16 0,0 1 0,0 1 0,0-1 0,1 1 0,0 0 0,1 1 0,-10 15 0,10-15 0,0 0 0,0 0 0,-1-1 0,-1 0 0,1-1 0,-1 0 0,0 0 0,-1 0 0,-15 8 0,14-9 0,0 1 0,0 1 0,0 0 0,1 0 0,0 0 0,1 1 0,-12 15 0,-37 54 0,28-34 0,19-30 0,0 1 0,-11 25 0,13-25 0,0-1 0,-1 0 0,-21 24 0,6-7 0,4-4 0,3-6 0,1 1 0,1 1 0,1 0 0,-16 36 0,18-31 0,-1-1 0,-32 47 0,33-52 0,0 1 0,-16 43 0,-5 13 0,23-62 0,0-1 0,-15 18 0,15-21 0,1-1 0,0 1 0,1 1 0,-11 22 0,8-5 0,-3-1 0,-30 52 0,40-74 0,0 0 0,1 0 0,-1 0 0,-2 10 0,5-12 0,-1 1 0,0-1 0,0-1 0,-1 1 0,0 0 0,0 0 0,0-1 0,-1 0 0,-5 8 0,0-3 0,1 1 0,0 0 0,1 0 0,0 1 0,1 0 0,1 0 0,-1 1 0,2-1 0,0 1 0,0 0 0,2 0 0,-3 23 0,2-25 0,1-1 0,-2 0 0,1 0 0,-1 0 0,-10 16 0,8-14 0,0 1 0,-7 20 0,-79 256 0,80-249 0,2 0 0,2 1 0,2 0 0,-2 48 0,8-85 0,-3 15 0,-1 1 0,-1-1 0,-1 1 0,-9 21 0,6-17 0,-10 45 0,-4 77 0,19-120 0,-13 42 0,11-48 0,1 0 0,1 0 0,-3 38 0,8 388 0,-2-425 0,-1 0 0,-5 24 0,2-22 0,-1 36 0,-5 32 0,7-63 0,-2 43 0,6-7 0,1-19 0,-2 1 0,-11 75 0,-10 14 0,16-100 0,3 0 0,0 0 0,5 69 0,0-25 0,-2 1360 0,2-1414 0,7 44 0,-4-42 0,1 34 0,10 97 0,-13-124 0,-1 47 0,-2-54 0,1 0 0,0 0 0,9 38 0,-6-41 0,-1 1 0,-1-1 0,-1 1 0,-2 24 0,0-23 0,1-1 0,1 1 0,7 38 0,0-10 0,-3-1 0,-1 1 0,-7 83 0,1-33 0,3-72 0,0-1 0,11 55 0,-7-54 0,1 46 0,-5-52 0,1 1 0,1-1 0,9 30 0,-5-23 0,-1 0 0,3 47 0,-8-69 0,18 95 0,-8-13 0,-6-56 0,1 45 0,-6-71 0,0-1 0,1 1 0,0 0 0,1 0 0,0-1 0,1 1 0,0-1 0,0 1 0,6 11 0,-3-9 0,-2 1 0,0 0 0,0-1 0,2 29 0,2 5 0,3 7 0,13 53 0,4 1 0,9 30 0,-20-82 0,12 74 0,-27-118 0,8 65 0,-9-58 0,1 0 0,1 0 0,1-1 0,11 35 0,-13-48 0,19 48 0,18 66 0,-15-33 0,46 110 0,8-20 0,-66-148 0,-1 0 0,-1 0 0,9 47 0,-15-53 0,0 0 0,2 0 0,1-1 0,0 0 0,2 0 0,21 37 0,-15-31 0,-10-17 0,1 1 0,0-1 0,1-1 0,10 12 0,-11-13 0,-1-1 0,0 1 0,0 0 0,-1 0 0,0 1 0,0-1 0,3 11 0,13 28 0,55 87 0,-32-47 0,-38-78 0,-2 0 0,1 0 0,-1 0 0,1 10 0,-3-12 0,1-1 0,-1 1 0,1-1 0,1 0 0,-1 1 0,1-1 0,0 0 0,0-1 0,1 1 0,6 8 0,0-3 0,0 2 0,-1 0 0,0 0 0,9 19 0,-10-16 0,1-2 0,1 1 0,17 21 0,-18-26 0,-1 0 0,-1 1 0,11 21 0,-12-20 0,1-1 0,0 0 0,16 19 0,41 55 0,-60-80 0,-1 0 0,1 1 0,-1-1 0,0 1 0,0 0 0,0 0 0,2 8 0,-2-6 0,0 0 0,0 0 0,9 14 0,22 37 0,-25-41 0,1-1 0,16 21 0,-11-18 0,-12-14 0,1-1 0,0 0 0,0 0 0,1 0 0,-1 0 0,1-1 0,0 0 0,1 0 0,7 5 0,18 10 0,34 26 0,-42-29 0,41 47 0,-53-56 0,120 81 0,-50-46 0,56 33 0,-2 1 0,-13-7 0,-114-65 0,2 0 0,-1 0 0,0-1 0,1-1 0,-1 1 0,20 1 0,-16-2 0,0 0 0,0 1 0,14 5 0,-12-2-1365,-2 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5:06:18.398"/>
    </inkml:context>
    <inkml:brush xml:id="br0">
      <inkml:brushProperty name="width" value="0.05" units="cm"/>
      <inkml:brushProperty name="height" value="0.05" units="cm"/>
      <inkml:brushProperty name="color" value="#E71224"/>
    </inkml:brush>
  </inkml:definitions>
  <inkml:trace contextRef="#ctx0" brushRef="#br0">196 1 24575,'0'0'0,"-1"0"0,0 0 0,0 1 0,1-1 0,-1 0 0,0 1 0,0-1 0,1 1 0,-1-1 0,1 1 0,-1-1 0,0 1 0,1-1 0,-1 1 0,1-1 0,-1 1 0,1 0 0,-1-1 0,1 1 0,0 0 0,-1 0 0,1-1 0,0 1 0,0 0 0,-1 0 0,1-1 0,0 1 0,0 0 0,0 0 0,0-1 0,0 1 0,0 0 0,0 0 0,0 0 0,0-1 0,0 1 0,1 0 0,-1 0 0,0-1 0,1 2 0,10 34 0,36 48 0,-27-47 0,-14-28 0,-1 1 0,1 1 0,-2-1 0,1 1 0,4 19 0,-9-27 0,1 1 0,-1-1 0,0 1 0,0-1 0,0 1 0,0-1 0,-1 1 0,0-1 0,0 1 0,1-1 0,-2 1 0,1-1 0,0 0 0,-1 0 0,0 1 0,1-1 0,-1 0 0,0-1 0,-1 1 0,1 0 0,0-1 0,-1 1 0,-3 2 0,-2 1 0,1 0 0,-1-1 0,0-1 0,0 1 0,0-1 0,-1 0 0,1-1 0,-1 0 0,-10 2 0,-9 0 0,-46 4 0,51-7 0,-11 5-1365,20-3-5461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1F6E3-57F9-402E-BDBA-5B2DE11C8530}"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F98C7-164A-4723-84F0-B1E4B080DDEC}" type="slidenum">
              <a:rPr lang="en-US" smtClean="0"/>
              <a:t>‹#›</a:t>
            </a:fld>
            <a:endParaRPr lang="en-US"/>
          </a:p>
        </p:txBody>
      </p:sp>
    </p:spTree>
    <p:extLst>
      <p:ext uri="{BB962C8B-B14F-4D97-AF65-F5344CB8AC3E}">
        <p14:creationId xmlns:p14="http://schemas.microsoft.com/office/powerpoint/2010/main" val="342452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https://www.youtube.com/watch?v=6G3qm60dfA8&amp;ab_channel=PrashantThombre</a:t>
            </a:r>
          </a:p>
        </p:txBody>
      </p:sp>
      <p:sp>
        <p:nvSpPr>
          <p:cNvPr id="4" name="Slide Number Placeholder 3"/>
          <p:cNvSpPr>
            <a:spLocks noGrp="1"/>
          </p:cNvSpPr>
          <p:nvPr>
            <p:ph type="sldNum" sz="quarter" idx="10"/>
          </p:nvPr>
        </p:nvSpPr>
        <p:spPr/>
        <p:txBody>
          <a:bodyPr/>
          <a:lstStyle/>
          <a:p>
            <a:fld id="{DDBF98C7-164A-4723-84F0-B1E4B080DDEC}" type="slidenum">
              <a:rPr lang="en-US" smtClean="0"/>
              <a:t>1</a:t>
            </a:fld>
            <a:endParaRPr lang="en-US"/>
          </a:p>
        </p:txBody>
      </p:sp>
    </p:spTree>
    <p:extLst>
      <p:ext uri="{BB962C8B-B14F-4D97-AF65-F5344CB8AC3E}">
        <p14:creationId xmlns:p14="http://schemas.microsoft.com/office/powerpoint/2010/main" val="4119599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sudo</a:t>
            </a:r>
            <a:r>
              <a:rPr lang="en-GB" dirty="0"/>
              <a:t> apt install python3-</a:t>
            </a:r>
            <a:r>
              <a:rPr lang="en-US" dirty="0" err="1"/>
              <a:t>scapy</a:t>
            </a:r>
            <a:endParaRPr lang="en-GB" dirty="0"/>
          </a:p>
          <a:p>
            <a:r>
              <a:rPr lang="en-GB" dirty="0" err="1"/>
              <a:t>sudo</a:t>
            </a:r>
            <a:r>
              <a:rPr lang="en-GB" dirty="0"/>
              <a:t> apt install python3-pywin32</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8</a:t>
            </a:fld>
            <a:endParaRPr lang="en-US"/>
          </a:p>
        </p:txBody>
      </p:sp>
    </p:spTree>
    <p:extLst>
      <p:ext uri="{BB962C8B-B14F-4D97-AF65-F5344CB8AC3E}">
        <p14:creationId xmlns:p14="http://schemas.microsoft.com/office/powerpoint/2010/main" val="1037330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12</a:t>
            </a:fld>
            <a:endParaRPr lang="en-US"/>
          </a:p>
        </p:txBody>
      </p:sp>
    </p:spTree>
    <p:extLst>
      <p:ext uri="{BB962C8B-B14F-4D97-AF65-F5344CB8AC3E}">
        <p14:creationId xmlns:p14="http://schemas.microsoft.com/office/powerpoint/2010/main" val="3695569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https://www.thepythoncode.com/article/building-arp-spoofer-using-scapy</a:t>
            </a:r>
          </a:p>
          <a:p>
            <a:r>
              <a:rPr lang="en-US" dirty="0"/>
              <a:t>https://www.thepythoncode.com/article/make-dns-spoof-python</a:t>
            </a:r>
          </a:p>
          <a:p>
            <a:r>
              <a:rPr lang="en-US" dirty="0"/>
              <a:t>https://www.geeksforgeeks.org/python-how-to-create-an-arp-spoofer-using-scapy/</a:t>
            </a:r>
          </a:p>
        </p:txBody>
      </p:sp>
      <p:sp>
        <p:nvSpPr>
          <p:cNvPr id="4" name="Slide Number Placeholder 3"/>
          <p:cNvSpPr>
            <a:spLocks noGrp="1"/>
          </p:cNvSpPr>
          <p:nvPr>
            <p:ph type="sldNum" sz="quarter" idx="5"/>
          </p:nvPr>
        </p:nvSpPr>
        <p:spPr/>
        <p:txBody>
          <a:bodyPr/>
          <a:lstStyle/>
          <a:p>
            <a:fld id="{DDBF98C7-164A-4723-84F0-B1E4B080DDEC}" type="slidenum">
              <a:rPr lang="en-US" smtClean="0"/>
              <a:t>13</a:t>
            </a:fld>
            <a:endParaRPr lang="en-US"/>
          </a:p>
        </p:txBody>
      </p:sp>
    </p:spTree>
    <p:extLst>
      <p:ext uri="{BB962C8B-B14F-4D97-AF65-F5344CB8AC3E}">
        <p14:creationId xmlns:p14="http://schemas.microsoft.com/office/powerpoint/2010/main" val="1173844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sudo python3 -c "import </a:t>
            </a:r>
            <a:r>
              <a:rPr lang="en-US" dirty="0" err="1"/>
              <a:t>scapy.all</a:t>
            </a:r>
            <a:r>
              <a:rPr lang="en-US" dirty="0"/>
              <a:t> as </a:t>
            </a:r>
            <a:r>
              <a:rPr lang="en-US" dirty="0" err="1"/>
              <a:t>scapy</a:t>
            </a:r>
            <a:r>
              <a:rPr lang="en-US" dirty="0"/>
              <a:t>; print(scapy.ls(</a:t>
            </a:r>
            <a:r>
              <a:rPr lang="en-US" dirty="0" err="1"/>
              <a:t>scapy.ARP</a:t>
            </a:r>
            <a:r>
              <a:rPr lang="en-US" dirty="0"/>
              <a:t>))"</a:t>
            </a:r>
          </a:p>
        </p:txBody>
      </p:sp>
      <p:sp>
        <p:nvSpPr>
          <p:cNvPr id="4" name="Slide Number Placeholder 3"/>
          <p:cNvSpPr>
            <a:spLocks noGrp="1"/>
          </p:cNvSpPr>
          <p:nvPr>
            <p:ph type="sldNum" sz="quarter" idx="5"/>
          </p:nvPr>
        </p:nvSpPr>
        <p:spPr/>
        <p:txBody>
          <a:bodyPr/>
          <a:lstStyle/>
          <a:p>
            <a:fld id="{DDBF98C7-164A-4723-84F0-B1E4B080DDEC}" type="slidenum">
              <a:rPr lang="en-US" smtClean="0"/>
              <a:t>19</a:t>
            </a:fld>
            <a:endParaRPr lang="en-US"/>
          </a:p>
        </p:txBody>
      </p:sp>
    </p:spTree>
    <p:extLst>
      <p:ext uri="{BB962C8B-B14F-4D97-AF65-F5344CB8AC3E}">
        <p14:creationId xmlns:p14="http://schemas.microsoft.com/office/powerpoint/2010/main" val="2511374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https://www.thepythoncode.com/article/building-arp-spoofer-using-scapy</a:t>
            </a:r>
          </a:p>
        </p:txBody>
      </p:sp>
      <p:sp>
        <p:nvSpPr>
          <p:cNvPr id="4" name="Slide Number Placeholder 3"/>
          <p:cNvSpPr>
            <a:spLocks noGrp="1"/>
          </p:cNvSpPr>
          <p:nvPr>
            <p:ph type="sldNum" sz="quarter" idx="5"/>
          </p:nvPr>
        </p:nvSpPr>
        <p:spPr/>
        <p:txBody>
          <a:bodyPr/>
          <a:lstStyle/>
          <a:p>
            <a:fld id="{DDBF98C7-164A-4723-84F0-B1E4B080DDEC}" type="slidenum">
              <a:rPr lang="en-US" smtClean="0"/>
              <a:t>21</a:t>
            </a:fld>
            <a:endParaRPr lang="en-US"/>
          </a:p>
        </p:txBody>
      </p:sp>
    </p:spTree>
    <p:extLst>
      <p:ext uri="{BB962C8B-B14F-4D97-AF65-F5344CB8AC3E}">
        <p14:creationId xmlns:p14="http://schemas.microsoft.com/office/powerpoint/2010/main" val="3787149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https://raw.githubusercontent.com/frankwxu/digital-forensics-lab/main/Networking_Forensics/lab_files/ARP_spoofing/arp.py</a:t>
            </a:r>
          </a:p>
          <a:p>
            <a:r>
              <a:rPr lang="en-US" dirty="0" err="1"/>
              <a:t>sudo</a:t>
            </a:r>
            <a:r>
              <a:rPr lang="en-US" dirty="0"/>
              <a:t> python3 -c "import </a:t>
            </a:r>
            <a:r>
              <a:rPr lang="en-US" dirty="0" err="1"/>
              <a:t>arp</a:t>
            </a:r>
            <a:r>
              <a:rPr lang="en-US" dirty="0"/>
              <a:t>; print(</a:t>
            </a:r>
            <a:r>
              <a:rPr lang="en-US" dirty="0" err="1"/>
              <a:t>arp.get_mac</a:t>
            </a:r>
            <a:r>
              <a:rPr lang="en-US" dirty="0"/>
              <a:t>('136.160.215.194'))"</a:t>
            </a:r>
          </a:p>
        </p:txBody>
      </p:sp>
      <p:sp>
        <p:nvSpPr>
          <p:cNvPr id="4" name="Slide Number Placeholder 3"/>
          <p:cNvSpPr>
            <a:spLocks noGrp="1"/>
          </p:cNvSpPr>
          <p:nvPr>
            <p:ph type="sldNum" sz="quarter" idx="5"/>
          </p:nvPr>
        </p:nvSpPr>
        <p:spPr/>
        <p:txBody>
          <a:bodyPr/>
          <a:lstStyle/>
          <a:p>
            <a:fld id="{DDBF98C7-164A-4723-84F0-B1E4B080DDEC}" type="slidenum">
              <a:rPr lang="en-US" smtClean="0"/>
              <a:t>25</a:t>
            </a:fld>
            <a:endParaRPr lang="en-US"/>
          </a:p>
        </p:txBody>
      </p:sp>
    </p:spTree>
    <p:extLst>
      <p:ext uri="{BB962C8B-B14F-4D97-AF65-F5344CB8AC3E}">
        <p14:creationId xmlns:p14="http://schemas.microsoft.com/office/powerpoint/2010/main" val="3651234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7/22/2026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8" name="Picture 7">
            <a:extLst>
              <a:ext uri="{FF2B5EF4-FFF2-40B4-BE49-F238E27FC236}">
                <a16:creationId xmlns:a16="http://schemas.microsoft.com/office/drawing/2014/main" id="{03FA6829-1F85-5A0F-B1ED-8F6ADDB849DA}"/>
              </a:ext>
            </a:extLst>
          </p:cNvPr>
          <p:cNvPicPr>
            <a:picLocks noChangeAspect="1"/>
          </p:cNvPicPr>
          <p:nvPr userDrawn="1"/>
        </p:nvPicPr>
        <p:blipFill>
          <a:blip r:embed="rId13"/>
          <a:stretch>
            <a:fillRect/>
          </a:stretch>
        </p:blipFill>
        <p:spPr>
          <a:xfrm>
            <a:off x="0" y="6193308"/>
            <a:ext cx="12192000" cy="664692"/>
          </a:xfrm>
          <a:prstGeom prst="rect">
            <a:avLst/>
          </a:prstGeom>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1drv.ms/f/c/a674908a5e2e2f2a/IgAWHUT_em2XRLPoOB4iPtWOAec0HAmNhHzdXy5NLkmGRa0?e=F5pgv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customXml" Target="../ink/ink4.xml"/><Relationship Id="rId7" Type="http://schemas.openxmlformats.org/officeDocument/2006/relationships/customXml" Target="../ink/ink6.xml"/><Relationship Id="rId12"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120.png"/><Relationship Id="rId11" Type="http://schemas.openxmlformats.org/officeDocument/2006/relationships/customXml" Target="../ink/ink8.xml"/><Relationship Id="rId5" Type="http://schemas.openxmlformats.org/officeDocument/2006/relationships/customXml" Target="../ink/ink5.xml"/><Relationship Id="rId10" Type="http://schemas.openxmlformats.org/officeDocument/2006/relationships/image" Target="../media/image140.png"/><Relationship Id="rId4" Type="http://schemas.openxmlformats.org/officeDocument/2006/relationships/image" Target="../media/image110.png"/><Relationship Id="rId9" Type="http://schemas.openxmlformats.org/officeDocument/2006/relationships/customXml" Target="../ink/ink7.xml"/></Relationships>
</file>

<file path=ppt/slides/_rels/slide12.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23.png"/><Relationship Id="rId18" Type="http://schemas.openxmlformats.org/officeDocument/2006/relationships/customXml" Target="../ink/ink14.xml"/><Relationship Id="rId3" Type="http://schemas.openxmlformats.org/officeDocument/2006/relationships/image" Target="../media/image12.jpeg"/><Relationship Id="rId21" Type="http://schemas.openxmlformats.org/officeDocument/2006/relationships/image" Target="../media/image27.png"/><Relationship Id="rId7" Type="http://schemas.openxmlformats.org/officeDocument/2006/relationships/image" Target="../media/image16.png"/><Relationship Id="rId12" Type="http://schemas.openxmlformats.org/officeDocument/2006/relationships/customXml" Target="../ink/ink11.xml"/><Relationship Id="rId17" Type="http://schemas.openxmlformats.org/officeDocument/2006/relationships/image" Target="../media/image25.png"/><Relationship Id="rId25"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customXml" Target="../ink/ink13.xml"/><Relationship Id="rId20" Type="http://schemas.openxmlformats.org/officeDocument/2006/relationships/customXml" Target="../ink/ink15.xml"/><Relationship Id="rId1" Type="http://schemas.openxmlformats.org/officeDocument/2006/relationships/slideLayout" Target="../slideLayouts/slideLayout7.xml"/><Relationship Id="rId6" Type="http://schemas.openxmlformats.org/officeDocument/2006/relationships/image" Target="../media/image15.jpeg"/><Relationship Id="rId11" Type="http://schemas.openxmlformats.org/officeDocument/2006/relationships/image" Target="../media/image22.png"/><Relationship Id="rId24" Type="http://schemas.openxmlformats.org/officeDocument/2006/relationships/customXml" Target="../ink/ink17.xml"/><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28.png"/><Relationship Id="rId10" Type="http://schemas.openxmlformats.org/officeDocument/2006/relationships/customXml" Target="../ink/ink10.xml"/><Relationship Id="rId19" Type="http://schemas.openxmlformats.org/officeDocument/2006/relationships/image" Target="../media/image26.png"/><Relationship Id="rId4" Type="http://schemas.openxmlformats.org/officeDocument/2006/relationships/image" Target="../media/image13.png"/><Relationship Id="rId9" Type="http://schemas.openxmlformats.org/officeDocument/2006/relationships/image" Target="../media/image21.png"/><Relationship Id="rId14" Type="http://schemas.openxmlformats.org/officeDocument/2006/relationships/customXml" Target="../ink/ink12.xml"/><Relationship Id="rId22" Type="http://schemas.openxmlformats.org/officeDocument/2006/relationships/customXml" Target="../ink/ink1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customXml" Target="../ink/ink20.xml"/><Relationship Id="rId3" Type="http://schemas.openxmlformats.org/officeDocument/2006/relationships/image" Target="../media/image30.png"/><Relationship Id="rId7" Type="http://schemas.openxmlformats.org/officeDocument/2006/relationships/image" Target="../media/image3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customXml" Target="../ink/ink19.xml"/><Relationship Id="rId5" Type="http://schemas.openxmlformats.org/officeDocument/2006/relationships/image" Target="../media/image34.png"/><Relationship Id="rId4" Type="http://schemas.openxmlformats.org/officeDocument/2006/relationships/customXml" Target="../ink/ink18.xml"/><Relationship Id="rId9"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customXml" Target="../ink/ink22.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8" Type="http://schemas.openxmlformats.org/officeDocument/2006/relationships/image" Target="../media/image370.png"/><Relationship Id="rId13" Type="http://schemas.openxmlformats.org/officeDocument/2006/relationships/customXml" Target="../ink/ink27.xml"/><Relationship Id="rId18" Type="http://schemas.openxmlformats.org/officeDocument/2006/relationships/image" Target="../media/image42.png"/><Relationship Id="rId26" Type="http://schemas.openxmlformats.org/officeDocument/2006/relationships/image" Target="../media/image46.png"/><Relationship Id="rId3" Type="http://schemas.openxmlformats.org/officeDocument/2006/relationships/image" Target="../media/image31.png"/><Relationship Id="rId21" Type="http://schemas.openxmlformats.org/officeDocument/2006/relationships/customXml" Target="../ink/ink31.xml"/><Relationship Id="rId7" Type="http://schemas.openxmlformats.org/officeDocument/2006/relationships/customXml" Target="../ink/ink24.xml"/><Relationship Id="rId12" Type="http://schemas.openxmlformats.org/officeDocument/2006/relationships/image" Target="../media/image390.png"/><Relationship Id="rId17" Type="http://schemas.openxmlformats.org/officeDocument/2006/relationships/customXml" Target="../ink/ink29.xml"/><Relationship Id="rId25" Type="http://schemas.openxmlformats.org/officeDocument/2006/relationships/customXml" Target="../ink/ink33.xml"/><Relationship Id="rId2" Type="http://schemas.openxmlformats.org/officeDocument/2006/relationships/notesSlide" Target="../notesSlides/notesSlide5.xml"/><Relationship Id="rId16" Type="http://schemas.openxmlformats.org/officeDocument/2006/relationships/image" Target="../media/image41.png"/><Relationship Id="rId20"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360.png"/><Relationship Id="rId11" Type="http://schemas.openxmlformats.org/officeDocument/2006/relationships/customXml" Target="../ink/ink26.xml"/><Relationship Id="rId24" Type="http://schemas.openxmlformats.org/officeDocument/2006/relationships/image" Target="../media/image45.png"/><Relationship Id="rId5" Type="http://schemas.openxmlformats.org/officeDocument/2006/relationships/customXml" Target="../ink/ink23.xml"/><Relationship Id="rId15" Type="http://schemas.openxmlformats.org/officeDocument/2006/relationships/customXml" Target="../ink/ink28.xml"/><Relationship Id="rId23" Type="http://schemas.openxmlformats.org/officeDocument/2006/relationships/customXml" Target="../ink/ink32.xml"/><Relationship Id="rId28" Type="http://schemas.openxmlformats.org/officeDocument/2006/relationships/image" Target="../media/image47.png"/><Relationship Id="rId10" Type="http://schemas.openxmlformats.org/officeDocument/2006/relationships/image" Target="../media/image380.png"/><Relationship Id="rId19" Type="http://schemas.openxmlformats.org/officeDocument/2006/relationships/customXml" Target="../ink/ink30.xml"/><Relationship Id="rId4" Type="http://schemas.openxmlformats.org/officeDocument/2006/relationships/image" Target="../media/image32.png"/><Relationship Id="rId9" Type="http://schemas.openxmlformats.org/officeDocument/2006/relationships/customXml" Target="../ink/ink25.xml"/><Relationship Id="rId14" Type="http://schemas.openxmlformats.org/officeDocument/2006/relationships/image" Target="../media/image400.png"/><Relationship Id="rId22" Type="http://schemas.openxmlformats.org/officeDocument/2006/relationships/image" Target="../media/image44.png"/><Relationship Id="rId27" Type="http://schemas.openxmlformats.org/officeDocument/2006/relationships/customXml" Target="../ink/ink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customXml" Target="../ink/ink35.xml"/><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580.png"/><Relationship Id="rId5" Type="http://schemas.openxmlformats.org/officeDocument/2006/relationships/customXml" Target="../ink/ink36.xml"/><Relationship Id="rId4" Type="http://schemas.openxmlformats.org/officeDocument/2006/relationships/image" Target="../media/image570.png"/></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Address Resolution Protocol Forensics</a:t>
            </a:r>
          </a:p>
        </p:txBody>
      </p:sp>
      <p:sp>
        <p:nvSpPr>
          <p:cNvPr id="4" name="Subtitle 3"/>
          <p:cNvSpPr>
            <a:spLocks noGrp="1"/>
          </p:cNvSpPr>
          <p:nvPr>
            <p:ph type="subTitle" idx="1"/>
          </p:nvPr>
        </p:nvSpPr>
        <p:spPr/>
        <p:txBody>
          <a:bodyPr>
            <a:normAutofit/>
          </a:bodyPr>
          <a:lstStyle/>
          <a:p>
            <a:endParaRPr lang="en-US" dirty="0"/>
          </a:p>
          <a:p>
            <a:r>
              <a:rPr lang="en-US" sz="1600" dirty="0"/>
              <a:t>Traffic files: </a:t>
            </a:r>
            <a:r>
              <a:rPr lang="en-US" sz="1600" dirty="0" err="1">
                <a:hlinkClick r:id="rId3"/>
              </a:rPr>
              <a:t>ARP_spoofing</a:t>
            </a:r>
            <a:endParaRPr lang="en-US" sz="1600" dirty="0"/>
          </a:p>
        </p:txBody>
      </p:sp>
    </p:spTree>
    <p:extLst>
      <p:ext uri="{BB962C8B-B14F-4D97-AF65-F5344CB8AC3E}">
        <p14:creationId xmlns:p14="http://schemas.microsoft.com/office/powerpoint/2010/main" val="16202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9450-A78E-D9A8-0146-13121BE1C96A}"/>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9D328224-C26B-DD0B-FF91-7DAC407D3D23}"/>
              </a:ext>
            </a:extLst>
          </p:cNvPr>
          <p:cNvSpPr>
            <a:spLocks noGrp="1"/>
          </p:cNvSpPr>
          <p:nvPr>
            <p:ph idx="1"/>
          </p:nvPr>
        </p:nvSpPr>
        <p:spPr/>
        <p:txBody>
          <a:bodyPr/>
          <a:lstStyle/>
          <a:p>
            <a:r>
              <a:rPr lang="en-US" dirty="0"/>
              <a:t>ARP introduction</a:t>
            </a:r>
          </a:p>
          <a:p>
            <a:pPr lvl="1"/>
            <a:r>
              <a:rPr lang="en-US" dirty="0"/>
              <a:t>APR protocol</a:t>
            </a:r>
          </a:p>
          <a:p>
            <a:pPr lvl="1"/>
            <a:r>
              <a:rPr lang="en-US" dirty="0"/>
              <a:t>ARP tables</a:t>
            </a:r>
          </a:p>
          <a:p>
            <a:r>
              <a:rPr lang="en-US" dirty="0"/>
              <a:t>ARP table demo</a:t>
            </a:r>
          </a:p>
          <a:p>
            <a:r>
              <a:rPr lang="en-US" dirty="0"/>
              <a:t>Capture ARP traffic demo</a:t>
            </a:r>
          </a:p>
          <a:p>
            <a:r>
              <a:rPr lang="en-US" dirty="0"/>
              <a:t>ARP poisoning</a:t>
            </a:r>
          </a:p>
          <a:p>
            <a:pPr lvl="1"/>
            <a:r>
              <a:rPr lang="en-US" dirty="0"/>
              <a:t>Capture ARP poisoning evidence</a:t>
            </a:r>
          </a:p>
          <a:p>
            <a:pPr lvl="1"/>
            <a:r>
              <a:rPr lang="en-US" dirty="0"/>
              <a:t>Analysis evidence</a:t>
            </a:r>
          </a:p>
          <a:p>
            <a:endParaRPr lang="en-US" dirty="0"/>
          </a:p>
        </p:txBody>
      </p:sp>
    </p:spTree>
    <p:extLst>
      <p:ext uri="{BB962C8B-B14F-4D97-AF65-F5344CB8AC3E}">
        <p14:creationId xmlns:p14="http://schemas.microsoft.com/office/powerpoint/2010/main" val="2060846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4E4B9-3F2B-0F5F-CF94-29F353605846}"/>
              </a:ext>
            </a:extLst>
          </p:cNvPr>
          <p:cNvSpPr>
            <a:spLocks noGrp="1"/>
          </p:cNvSpPr>
          <p:nvPr>
            <p:ph type="title"/>
          </p:nvPr>
        </p:nvSpPr>
        <p:spPr/>
        <p:txBody>
          <a:bodyPr/>
          <a:lstStyle/>
          <a:p>
            <a:r>
              <a:rPr lang="en-GB" dirty="0"/>
              <a:t>Address Resolution Protocol (ARP)</a:t>
            </a:r>
            <a:endParaRPr lang="en-US" dirty="0"/>
          </a:p>
        </p:txBody>
      </p:sp>
      <p:sp>
        <p:nvSpPr>
          <p:cNvPr id="3" name="Content Placeholder 2">
            <a:extLst>
              <a:ext uri="{FF2B5EF4-FFF2-40B4-BE49-F238E27FC236}">
                <a16:creationId xmlns:a16="http://schemas.microsoft.com/office/drawing/2014/main" id="{98154C39-0911-3E0B-7103-CDEC2E4156C2}"/>
              </a:ext>
            </a:extLst>
          </p:cNvPr>
          <p:cNvSpPr>
            <a:spLocks noGrp="1"/>
          </p:cNvSpPr>
          <p:nvPr>
            <p:ph idx="1"/>
          </p:nvPr>
        </p:nvSpPr>
        <p:spPr>
          <a:xfrm>
            <a:off x="838200" y="1825625"/>
            <a:ext cx="6629400" cy="4351338"/>
          </a:xfrm>
        </p:spPr>
        <p:txBody>
          <a:bodyPr>
            <a:normAutofit/>
          </a:bodyPr>
          <a:lstStyle/>
          <a:p>
            <a:r>
              <a:rPr lang="en-GB" b="0" i="0" dirty="0">
                <a:solidFill>
                  <a:srgbClr val="FF0000"/>
                </a:solidFill>
                <a:effectLst/>
                <a:latin typeface="Söhne"/>
              </a:rPr>
              <a:t>Motivation</a:t>
            </a:r>
            <a:r>
              <a:rPr lang="en-GB" b="0" i="0" dirty="0">
                <a:solidFill>
                  <a:srgbClr val="374151"/>
                </a:solidFill>
                <a:effectLst/>
                <a:latin typeface="Söhne"/>
              </a:rPr>
              <a:t>: When a device on a network wants to send data to another device, it needs to know the Media Access Control (MAC) address of the recipient. However, devices only know the IP address of other devices. </a:t>
            </a:r>
          </a:p>
          <a:p>
            <a:r>
              <a:rPr lang="en-GB" b="0" i="0" dirty="0">
                <a:solidFill>
                  <a:srgbClr val="FF0000"/>
                </a:solidFill>
                <a:effectLst/>
                <a:latin typeface="Söhne"/>
              </a:rPr>
              <a:t>Approach</a:t>
            </a:r>
            <a:r>
              <a:rPr lang="en-GB" b="0" i="0" dirty="0">
                <a:solidFill>
                  <a:srgbClr val="374151"/>
                </a:solidFill>
                <a:effectLst/>
                <a:latin typeface="Söhne"/>
              </a:rPr>
              <a:t>: ARP protocol is used to map a network address (such as an IP address) to a physical address (such as a MAC address) on a local network.</a:t>
            </a:r>
            <a:endParaRPr lang="en-US" dirty="0"/>
          </a:p>
        </p:txBody>
      </p:sp>
      <p:pic>
        <p:nvPicPr>
          <p:cNvPr id="1026" name="Picture 2" descr="How Address Resolution Protocol (ARP) works? - GeeksforGeeks">
            <a:extLst>
              <a:ext uri="{FF2B5EF4-FFF2-40B4-BE49-F238E27FC236}">
                <a16:creationId xmlns:a16="http://schemas.microsoft.com/office/drawing/2014/main" id="{B7460A49-5E52-764A-92C8-4E3369DA00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0855" y="1825625"/>
            <a:ext cx="2577465" cy="3590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318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5B782A-35C9-4811-540B-805A1D41FF10}"/>
              </a:ext>
            </a:extLst>
          </p:cNvPr>
          <p:cNvPicPr>
            <a:picLocks noChangeAspect="1"/>
          </p:cNvPicPr>
          <p:nvPr/>
        </p:nvPicPr>
        <p:blipFill>
          <a:blip r:embed="rId2"/>
          <a:stretch>
            <a:fillRect/>
          </a:stretch>
        </p:blipFill>
        <p:spPr>
          <a:xfrm>
            <a:off x="640668" y="718014"/>
            <a:ext cx="10910663" cy="5211446"/>
          </a:xfrm>
          <a:prstGeom prst="rect">
            <a:avLst/>
          </a:prstGeom>
        </p:spPr>
      </p:pic>
      <p:sp>
        <p:nvSpPr>
          <p:cNvPr id="5" name="Rectangle 4">
            <a:extLst>
              <a:ext uri="{FF2B5EF4-FFF2-40B4-BE49-F238E27FC236}">
                <a16:creationId xmlns:a16="http://schemas.microsoft.com/office/drawing/2014/main" id="{9DCCD985-8C72-E1B6-2FA4-D67754DEE484}"/>
              </a:ext>
            </a:extLst>
          </p:cNvPr>
          <p:cNvSpPr/>
          <p:nvPr/>
        </p:nvSpPr>
        <p:spPr>
          <a:xfrm>
            <a:off x="5679440" y="4084320"/>
            <a:ext cx="548640" cy="4267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B72D4D2F-2F21-710A-1807-4D2C2F5162EC}"/>
              </a:ext>
            </a:extLst>
          </p:cNvPr>
          <p:cNvCxnSpPr>
            <a:cxnSpLocks/>
          </p:cNvCxnSpPr>
          <p:nvPr/>
        </p:nvCxnSpPr>
        <p:spPr>
          <a:xfrm flipH="1" flipV="1">
            <a:off x="7191829" y="4426857"/>
            <a:ext cx="558800" cy="176348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5B6052F9-0682-DB62-8DA0-B32E2A96C1DE}"/>
              </a:ext>
            </a:extLst>
          </p:cNvPr>
          <p:cNvSpPr txBox="1"/>
          <p:nvPr/>
        </p:nvSpPr>
        <p:spPr>
          <a:xfrm flipH="1">
            <a:off x="7119256" y="6190343"/>
            <a:ext cx="3817257" cy="369332"/>
          </a:xfrm>
          <a:prstGeom prst="rect">
            <a:avLst/>
          </a:prstGeom>
          <a:noFill/>
        </p:spPr>
        <p:txBody>
          <a:bodyPr wrap="square" rtlCol="0">
            <a:spAutoFit/>
          </a:bodyPr>
          <a:lstStyle/>
          <a:p>
            <a:r>
              <a:rPr lang="en-US" dirty="0">
                <a:solidFill>
                  <a:srgbClr val="FF0000"/>
                </a:solidFill>
                <a:latin typeface="OCRB" panose="020B0609020202020204" pitchFamily="49" charset="0"/>
              </a:rPr>
              <a:t>Ping </a:t>
            </a:r>
            <a:r>
              <a:rPr lang="en-US" dirty="0"/>
              <a:t>uses both protocols</a:t>
            </a:r>
          </a:p>
        </p:txBody>
      </p:sp>
      <p:cxnSp>
        <p:nvCxnSpPr>
          <p:cNvPr id="9" name="Straight Arrow Connector 8">
            <a:extLst>
              <a:ext uri="{FF2B5EF4-FFF2-40B4-BE49-F238E27FC236}">
                <a16:creationId xmlns:a16="http://schemas.microsoft.com/office/drawing/2014/main" id="{4099FB38-844A-E423-5E50-65F31E0795AB}"/>
              </a:ext>
            </a:extLst>
          </p:cNvPr>
          <p:cNvCxnSpPr>
            <a:cxnSpLocks/>
            <a:endCxn id="5" idx="2"/>
          </p:cNvCxnSpPr>
          <p:nvPr/>
        </p:nvCxnSpPr>
        <p:spPr>
          <a:xfrm flipH="1" flipV="1">
            <a:off x="5953760" y="4511040"/>
            <a:ext cx="1738811" cy="167930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7" name="Group 6">
            <a:extLst>
              <a:ext uri="{FF2B5EF4-FFF2-40B4-BE49-F238E27FC236}">
                <a16:creationId xmlns:a16="http://schemas.microsoft.com/office/drawing/2014/main" id="{4D8EE01A-A14C-A226-F512-D93B41F79CB8}"/>
              </a:ext>
            </a:extLst>
          </p:cNvPr>
          <p:cNvGrpSpPr/>
          <p:nvPr/>
        </p:nvGrpSpPr>
        <p:grpSpPr>
          <a:xfrm>
            <a:off x="5240023" y="4426514"/>
            <a:ext cx="434880" cy="517320"/>
            <a:chOff x="5240023" y="4426514"/>
            <a:chExt cx="434880" cy="51732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F916188-8395-B875-5D49-F8E1B09DCFB4}"/>
                    </a:ext>
                  </a:extLst>
                </p14:cNvPr>
                <p14:cNvContentPartPr/>
                <p14:nvPr/>
              </p14:nvContentPartPr>
              <p14:xfrm>
                <a:off x="5331463" y="4426514"/>
                <a:ext cx="343440" cy="448200"/>
              </p14:xfrm>
            </p:contentPart>
          </mc:Choice>
          <mc:Fallback xmlns="">
            <p:pic>
              <p:nvPicPr>
                <p:cNvPr id="2" name="Ink 1">
                  <a:extLst>
                    <a:ext uri="{FF2B5EF4-FFF2-40B4-BE49-F238E27FC236}">
                      <a16:creationId xmlns:a16="http://schemas.microsoft.com/office/drawing/2014/main" id="{FF916188-8395-B875-5D49-F8E1B09DCFB4}"/>
                    </a:ext>
                  </a:extLst>
                </p:cNvPr>
                <p:cNvPicPr/>
                <p:nvPr/>
              </p:nvPicPr>
              <p:blipFill>
                <a:blip r:embed="rId4"/>
                <a:stretch>
                  <a:fillRect/>
                </a:stretch>
              </p:blipFill>
              <p:spPr>
                <a:xfrm>
                  <a:off x="5322823" y="4417874"/>
                  <a:ext cx="36108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25A9BE37-46A0-F27A-1D10-B417FE061B73}"/>
                    </a:ext>
                  </a:extLst>
                </p14:cNvPr>
                <p14:cNvContentPartPr/>
                <p14:nvPr/>
              </p14:nvContentPartPr>
              <p14:xfrm>
                <a:off x="5240023" y="4767794"/>
                <a:ext cx="297000" cy="176040"/>
              </p14:xfrm>
            </p:contentPart>
          </mc:Choice>
          <mc:Fallback xmlns="">
            <p:pic>
              <p:nvPicPr>
                <p:cNvPr id="6" name="Ink 5">
                  <a:extLst>
                    <a:ext uri="{FF2B5EF4-FFF2-40B4-BE49-F238E27FC236}">
                      <a16:creationId xmlns:a16="http://schemas.microsoft.com/office/drawing/2014/main" id="{25A9BE37-46A0-F27A-1D10-B417FE061B73}"/>
                    </a:ext>
                  </a:extLst>
                </p:cNvPr>
                <p:cNvPicPr/>
                <p:nvPr/>
              </p:nvPicPr>
              <p:blipFill>
                <a:blip r:embed="rId6"/>
                <a:stretch>
                  <a:fillRect/>
                </a:stretch>
              </p:blipFill>
              <p:spPr>
                <a:xfrm>
                  <a:off x="5231383" y="4759154"/>
                  <a:ext cx="314640" cy="193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CA50382C-45E0-B6E9-493D-6D901E47058C}"/>
                  </a:ext>
                </a:extLst>
              </p14:cNvPr>
              <p14:cNvContentPartPr/>
              <p14:nvPr/>
            </p14:nvContentPartPr>
            <p14:xfrm>
              <a:off x="4963543" y="6299234"/>
              <a:ext cx="1440" cy="360"/>
            </p14:xfrm>
          </p:contentPart>
        </mc:Choice>
        <mc:Fallback xmlns="">
          <p:pic>
            <p:nvPicPr>
              <p:cNvPr id="10" name="Ink 9">
                <a:extLst>
                  <a:ext uri="{FF2B5EF4-FFF2-40B4-BE49-F238E27FC236}">
                    <a16:creationId xmlns:a16="http://schemas.microsoft.com/office/drawing/2014/main" id="{CA50382C-45E0-B6E9-493D-6D901E47058C}"/>
                  </a:ext>
                </a:extLst>
              </p:cNvPr>
              <p:cNvPicPr/>
              <p:nvPr/>
            </p:nvPicPr>
            <p:blipFill>
              <a:blip r:embed="rId8"/>
              <a:stretch>
                <a:fillRect/>
              </a:stretch>
            </p:blipFill>
            <p:spPr>
              <a:xfrm>
                <a:off x="4954903" y="6290234"/>
                <a:ext cx="19080" cy="18000"/>
              </a:xfrm>
              <a:prstGeom prst="rect">
                <a:avLst/>
              </a:prstGeom>
            </p:spPr>
          </p:pic>
        </mc:Fallback>
      </mc:AlternateContent>
    </p:spTree>
    <p:extLst>
      <p:ext uri="{BB962C8B-B14F-4D97-AF65-F5344CB8AC3E}">
        <p14:creationId xmlns:p14="http://schemas.microsoft.com/office/powerpoint/2010/main" val="2231910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F5945-AF6B-B389-CDBA-4364DA3D7362}"/>
              </a:ext>
            </a:extLst>
          </p:cNvPr>
          <p:cNvSpPr>
            <a:spLocks noGrp="1"/>
          </p:cNvSpPr>
          <p:nvPr>
            <p:ph type="title"/>
          </p:nvPr>
        </p:nvSpPr>
        <p:spPr/>
        <p:txBody>
          <a:bodyPr/>
          <a:lstStyle/>
          <a:p>
            <a:r>
              <a:rPr lang="en-US" dirty="0"/>
              <a:t>How ARP Works</a:t>
            </a:r>
          </a:p>
        </p:txBody>
      </p:sp>
      <p:sp>
        <p:nvSpPr>
          <p:cNvPr id="3" name="Content Placeholder 2">
            <a:extLst>
              <a:ext uri="{FF2B5EF4-FFF2-40B4-BE49-F238E27FC236}">
                <a16:creationId xmlns:a16="http://schemas.microsoft.com/office/drawing/2014/main" id="{72894CF2-2489-B8E8-7332-3F62891CEB44}"/>
              </a:ext>
            </a:extLst>
          </p:cNvPr>
          <p:cNvSpPr>
            <a:spLocks noGrp="1"/>
          </p:cNvSpPr>
          <p:nvPr>
            <p:ph idx="1"/>
          </p:nvPr>
        </p:nvSpPr>
        <p:spPr>
          <a:xfrm>
            <a:off x="838200" y="1825625"/>
            <a:ext cx="4780280" cy="4046855"/>
          </a:xfrm>
        </p:spPr>
        <p:txBody>
          <a:bodyPr>
            <a:normAutofit fontScale="92500" lnSpcReduction="20000"/>
          </a:bodyPr>
          <a:lstStyle/>
          <a:p>
            <a:r>
              <a:rPr lang="en-GB" dirty="0"/>
              <a:t>Device A (with IP1, MAC 1) wants to send data to Device B (with IP3, MAC 3) on the same network.</a:t>
            </a:r>
          </a:p>
          <a:p>
            <a:r>
              <a:rPr lang="en-GB" dirty="0"/>
              <a:t>Device A sends an ARP </a:t>
            </a:r>
            <a:r>
              <a:rPr lang="en-GB" dirty="0">
                <a:solidFill>
                  <a:srgbClr val="FF0000"/>
                </a:solidFill>
              </a:rPr>
              <a:t>broadcast</a:t>
            </a:r>
            <a:r>
              <a:rPr lang="en-GB" dirty="0"/>
              <a:t> request message to discover the physical address of Device B.</a:t>
            </a:r>
          </a:p>
          <a:p>
            <a:r>
              <a:rPr lang="en-GB" dirty="0"/>
              <a:t>Device B responds with its physical address, and Device A can use this information to send the data to Device B</a:t>
            </a:r>
          </a:p>
        </p:txBody>
      </p:sp>
      <p:pic>
        <p:nvPicPr>
          <p:cNvPr id="2050" name="Picture 2" descr="ARP request and ARP reply sample">
            <a:extLst>
              <a:ext uri="{FF2B5EF4-FFF2-40B4-BE49-F238E27FC236}">
                <a16:creationId xmlns:a16="http://schemas.microsoft.com/office/drawing/2014/main" id="{A05EEBA6-F9C5-77DE-5464-36EEEF6EB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3967" y="863283"/>
            <a:ext cx="6278033" cy="4694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5820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82168-3B72-E924-3FE2-E831DAC54364}"/>
              </a:ext>
            </a:extLst>
          </p:cNvPr>
          <p:cNvSpPr>
            <a:spLocks noGrp="1"/>
          </p:cNvSpPr>
          <p:nvPr>
            <p:ph type="title"/>
          </p:nvPr>
        </p:nvSpPr>
        <p:spPr/>
        <p:txBody>
          <a:bodyPr/>
          <a:lstStyle/>
          <a:p>
            <a:r>
              <a:rPr lang="en-US" dirty="0"/>
              <a:t>What is ARP table (ARP cache)</a:t>
            </a:r>
          </a:p>
        </p:txBody>
      </p:sp>
      <p:sp>
        <p:nvSpPr>
          <p:cNvPr id="3" name="Content Placeholder 2">
            <a:extLst>
              <a:ext uri="{FF2B5EF4-FFF2-40B4-BE49-F238E27FC236}">
                <a16:creationId xmlns:a16="http://schemas.microsoft.com/office/drawing/2014/main" id="{37530DF7-6FC4-8933-A9BD-89034C9D69EB}"/>
              </a:ext>
            </a:extLst>
          </p:cNvPr>
          <p:cNvSpPr>
            <a:spLocks noGrp="1"/>
          </p:cNvSpPr>
          <p:nvPr>
            <p:ph idx="1"/>
          </p:nvPr>
        </p:nvSpPr>
        <p:spPr>
          <a:xfrm>
            <a:off x="838200" y="1825625"/>
            <a:ext cx="10515600" cy="3218815"/>
          </a:xfrm>
        </p:spPr>
        <p:txBody>
          <a:bodyPr>
            <a:normAutofit lnSpcReduction="10000"/>
          </a:bodyPr>
          <a:lstStyle/>
          <a:p>
            <a:r>
              <a:rPr lang="en-GB" dirty="0"/>
              <a:t>A table used by a computer or network device to store mappings between IP addresses and MAC addresses on a local network.</a:t>
            </a:r>
          </a:p>
          <a:p>
            <a:pPr lvl="1"/>
            <a:r>
              <a:rPr lang="en-GB" dirty="0"/>
              <a:t>One table for each device</a:t>
            </a:r>
          </a:p>
          <a:p>
            <a:r>
              <a:rPr lang="en-GB" dirty="0"/>
              <a:t>ARP table allows devices to communicate with each other efficiently on a local network</a:t>
            </a:r>
          </a:p>
          <a:p>
            <a:pPr lvl="1"/>
            <a:r>
              <a:rPr lang="en-GB" dirty="0"/>
              <a:t>without the need for manual configuration of MAC addresses.</a:t>
            </a:r>
          </a:p>
          <a:p>
            <a:r>
              <a:rPr lang="en-GB" dirty="0"/>
              <a:t> ARP tables are also dynamic</a:t>
            </a:r>
          </a:p>
          <a:p>
            <a:pPr lvl="1"/>
            <a:r>
              <a:rPr lang="en-GB" dirty="0"/>
              <a:t>they can change over time as devices join or leave the network.</a:t>
            </a:r>
            <a:endParaRPr lang="en-US" dirty="0"/>
          </a:p>
        </p:txBody>
      </p:sp>
      <p:graphicFrame>
        <p:nvGraphicFramePr>
          <p:cNvPr id="4" name="Table 4">
            <a:extLst>
              <a:ext uri="{FF2B5EF4-FFF2-40B4-BE49-F238E27FC236}">
                <a16:creationId xmlns:a16="http://schemas.microsoft.com/office/drawing/2014/main" id="{9727A215-BCE2-101B-AFF3-C6DE2E15798B}"/>
              </a:ext>
            </a:extLst>
          </p:cNvPr>
          <p:cNvGraphicFramePr>
            <a:graphicFrameLocks noGrp="1"/>
          </p:cNvGraphicFramePr>
          <p:nvPr>
            <p:extLst>
              <p:ext uri="{D42A27DB-BD31-4B8C-83A1-F6EECF244321}">
                <p14:modId xmlns:p14="http://schemas.microsoft.com/office/powerpoint/2010/main" val="2191954549"/>
              </p:ext>
            </p:extLst>
          </p:nvPr>
        </p:nvGraphicFramePr>
        <p:xfrm>
          <a:off x="838200" y="5199380"/>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087631748"/>
                    </a:ext>
                  </a:extLst>
                </a:gridCol>
                <a:gridCol w="2709333">
                  <a:extLst>
                    <a:ext uri="{9D8B030D-6E8A-4147-A177-3AD203B41FA5}">
                      <a16:colId xmlns:a16="http://schemas.microsoft.com/office/drawing/2014/main" val="1198840802"/>
                    </a:ext>
                  </a:extLst>
                </a:gridCol>
                <a:gridCol w="2709333">
                  <a:extLst>
                    <a:ext uri="{9D8B030D-6E8A-4147-A177-3AD203B41FA5}">
                      <a16:colId xmlns:a16="http://schemas.microsoft.com/office/drawing/2014/main" val="3845997280"/>
                    </a:ext>
                  </a:extLst>
                </a:gridCol>
              </a:tblGrid>
              <a:tr h="370840">
                <a:tc>
                  <a:txBody>
                    <a:bodyPr/>
                    <a:lstStyle/>
                    <a:p>
                      <a:r>
                        <a:rPr lang="en-US" dirty="0"/>
                        <a:t>Neighbor IP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Neighbor MAC</a:t>
                      </a:r>
                    </a:p>
                  </a:txBody>
                  <a:tcPr/>
                </a:tc>
                <a:tc>
                  <a:txBody>
                    <a:bodyPr/>
                    <a:lstStyle/>
                    <a:p>
                      <a:r>
                        <a:rPr lang="en-US" dirty="0"/>
                        <a:t>Expire</a:t>
                      </a:r>
                    </a:p>
                  </a:txBody>
                  <a:tcPr/>
                </a:tc>
                <a:extLst>
                  <a:ext uri="{0D108BD9-81ED-4DB2-BD59-A6C34878D82A}">
                    <a16:rowId xmlns:a16="http://schemas.microsoft.com/office/drawing/2014/main" val="3179779089"/>
                  </a:ext>
                </a:extLst>
              </a:tr>
              <a:tr h="370840">
                <a:tc>
                  <a:txBody>
                    <a:bodyPr/>
                    <a:lstStyle/>
                    <a:p>
                      <a:r>
                        <a:rPr lang="en-US" dirty="0"/>
                        <a:t>192.168.1.1</a:t>
                      </a:r>
                    </a:p>
                  </a:txBody>
                  <a:tcPr/>
                </a:tc>
                <a:tc>
                  <a:txBody>
                    <a:bodyPr/>
                    <a:lstStyle/>
                    <a:p>
                      <a:r>
                        <a:rPr lang="en-US" dirty="0"/>
                        <a:t>00:1A:4F:62:7E:8D</a:t>
                      </a:r>
                    </a:p>
                  </a:txBody>
                  <a:tcPr/>
                </a:tc>
                <a:tc>
                  <a:txBody>
                    <a:bodyPr/>
                    <a:lstStyle/>
                    <a:p>
                      <a:r>
                        <a:rPr lang="en-US" dirty="0"/>
                        <a:t>2m20s</a:t>
                      </a:r>
                    </a:p>
                  </a:txBody>
                  <a:tcPr/>
                </a:tc>
                <a:extLst>
                  <a:ext uri="{0D108BD9-81ED-4DB2-BD59-A6C34878D82A}">
                    <a16:rowId xmlns:a16="http://schemas.microsoft.com/office/drawing/2014/main" val="4061690911"/>
                  </a:ext>
                </a:extLst>
              </a:tr>
              <a:tr h="370840">
                <a:tc>
                  <a:txBody>
                    <a:bodyPr/>
                    <a:lstStyle/>
                    <a:p>
                      <a:r>
                        <a:rPr lang="en-US" dirty="0"/>
                        <a:t>192.168.1.25</a:t>
                      </a:r>
                    </a:p>
                  </a:txBody>
                  <a:tcPr/>
                </a:tc>
                <a:tc>
                  <a:txBody>
                    <a:bodyPr/>
                    <a:lstStyle/>
                    <a:p>
                      <a:r>
                        <a:rPr lang="en-US" dirty="0"/>
                        <a:t>08:21:58:BE:A4:F2</a:t>
                      </a:r>
                    </a:p>
                  </a:txBody>
                  <a:tcPr/>
                </a:tc>
                <a:tc>
                  <a:txBody>
                    <a:bodyPr/>
                    <a:lstStyle/>
                    <a:p>
                      <a:r>
                        <a:rPr lang="en-US" dirty="0"/>
                        <a:t>3m23s</a:t>
                      </a:r>
                    </a:p>
                  </a:txBody>
                  <a:tcPr/>
                </a:tc>
                <a:extLst>
                  <a:ext uri="{0D108BD9-81ED-4DB2-BD59-A6C34878D82A}">
                    <a16:rowId xmlns:a16="http://schemas.microsoft.com/office/drawing/2014/main" val="1125099218"/>
                  </a:ext>
                </a:extLst>
              </a:tr>
            </a:tbl>
          </a:graphicData>
        </a:graphic>
      </p:graphicFrame>
      <p:sp>
        <p:nvSpPr>
          <p:cNvPr id="5" name="TextBox 4">
            <a:extLst>
              <a:ext uri="{FF2B5EF4-FFF2-40B4-BE49-F238E27FC236}">
                <a16:creationId xmlns:a16="http://schemas.microsoft.com/office/drawing/2014/main" id="{5903D9E6-DE43-1699-5BA5-D5F15FED5113}"/>
              </a:ext>
            </a:extLst>
          </p:cNvPr>
          <p:cNvSpPr txBox="1"/>
          <p:nvPr/>
        </p:nvSpPr>
        <p:spPr>
          <a:xfrm>
            <a:off x="3410857" y="6442801"/>
            <a:ext cx="3806620" cy="369332"/>
          </a:xfrm>
          <a:prstGeom prst="rect">
            <a:avLst/>
          </a:prstGeom>
          <a:noFill/>
        </p:spPr>
        <p:txBody>
          <a:bodyPr wrap="none" rtlCol="0">
            <a:spAutoFit/>
          </a:bodyPr>
          <a:lstStyle/>
          <a:p>
            <a:r>
              <a:rPr lang="en-US" dirty="0">
                <a:solidFill>
                  <a:srgbClr val="FF0000"/>
                </a:solidFill>
              </a:rPr>
              <a:t>A sample ARP table of a device in LAN</a:t>
            </a:r>
          </a:p>
        </p:txBody>
      </p:sp>
    </p:spTree>
    <p:extLst>
      <p:ext uri="{BB962C8B-B14F-4D97-AF65-F5344CB8AC3E}">
        <p14:creationId xmlns:p14="http://schemas.microsoft.com/office/powerpoint/2010/main" val="4090916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31907-6521-0C7B-65B1-952632A5068F}"/>
              </a:ext>
            </a:extLst>
          </p:cNvPr>
          <p:cNvSpPr>
            <a:spLocks noGrp="1"/>
          </p:cNvSpPr>
          <p:nvPr>
            <p:ph type="title"/>
          </p:nvPr>
        </p:nvSpPr>
        <p:spPr/>
        <p:txBody>
          <a:bodyPr/>
          <a:lstStyle/>
          <a:p>
            <a:r>
              <a:rPr lang="en-US" dirty="0"/>
              <a:t>Importance of ARP Protocol/ARP table</a:t>
            </a:r>
          </a:p>
        </p:txBody>
      </p:sp>
      <p:sp>
        <p:nvSpPr>
          <p:cNvPr id="3" name="Content Placeholder 2">
            <a:extLst>
              <a:ext uri="{FF2B5EF4-FFF2-40B4-BE49-F238E27FC236}">
                <a16:creationId xmlns:a16="http://schemas.microsoft.com/office/drawing/2014/main" id="{79D3610A-936B-8AFE-F0DC-2CCC212D8C2C}"/>
              </a:ext>
            </a:extLst>
          </p:cNvPr>
          <p:cNvSpPr>
            <a:spLocks noGrp="1"/>
          </p:cNvSpPr>
          <p:nvPr>
            <p:ph idx="1"/>
          </p:nvPr>
        </p:nvSpPr>
        <p:spPr/>
        <p:txBody>
          <a:bodyPr/>
          <a:lstStyle/>
          <a:p>
            <a:r>
              <a:rPr lang="en-GB" dirty="0"/>
              <a:t>ARP is a critical protocol for the proper functioning of local area networks (LANs).</a:t>
            </a:r>
          </a:p>
          <a:p>
            <a:r>
              <a:rPr lang="en-GB" dirty="0"/>
              <a:t>Without ARP, devices on a network would not be able to communicate with each other properly.</a:t>
            </a:r>
          </a:p>
          <a:p>
            <a:r>
              <a:rPr lang="en-GB" dirty="0"/>
              <a:t>Understanding ARP is important for network administrators and anyone who works with computer networks.</a:t>
            </a:r>
            <a:endParaRPr lang="en-US" dirty="0"/>
          </a:p>
        </p:txBody>
      </p:sp>
    </p:spTree>
    <p:extLst>
      <p:ext uri="{BB962C8B-B14F-4D97-AF65-F5344CB8AC3E}">
        <p14:creationId xmlns:p14="http://schemas.microsoft.com/office/powerpoint/2010/main" val="1845554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E6CDFC-8D58-B4AB-C06B-C8AF46729780}"/>
              </a:ext>
            </a:extLst>
          </p:cNvPr>
          <p:cNvSpPr>
            <a:spLocks noGrp="1"/>
          </p:cNvSpPr>
          <p:nvPr>
            <p:ph type="title"/>
          </p:nvPr>
        </p:nvSpPr>
        <p:spPr/>
        <p:txBody>
          <a:bodyPr/>
          <a:lstStyle/>
          <a:p>
            <a:r>
              <a:rPr lang="en-GB" dirty="0"/>
              <a:t>ARP tables demo</a:t>
            </a:r>
            <a:endParaRPr lang="en-US" dirty="0"/>
          </a:p>
        </p:txBody>
      </p:sp>
      <p:sp>
        <p:nvSpPr>
          <p:cNvPr id="8" name="Text Placeholder 7">
            <a:extLst>
              <a:ext uri="{FF2B5EF4-FFF2-40B4-BE49-F238E27FC236}">
                <a16:creationId xmlns:a16="http://schemas.microsoft.com/office/drawing/2014/main" id="{6C55B037-E9DC-70FA-44FF-9DC482A5F009}"/>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6C4013D1-CA69-3320-2E6D-879FBA1C8437}"/>
              </a:ext>
            </a:extLst>
          </p:cNvPr>
          <p:cNvPicPr>
            <a:picLocks noChangeAspect="1"/>
          </p:cNvPicPr>
          <p:nvPr/>
        </p:nvPicPr>
        <p:blipFill>
          <a:blip r:embed="rId3"/>
          <a:stretch>
            <a:fillRect/>
          </a:stretch>
        </p:blipFill>
        <p:spPr>
          <a:xfrm>
            <a:off x="7657707" y="5463419"/>
            <a:ext cx="4534293" cy="1394581"/>
          </a:xfrm>
          <a:prstGeom prst="rect">
            <a:avLst/>
          </a:prstGeom>
        </p:spPr>
      </p:pic>
      <p:sp>
        <p:nvSpPr>
          <p:cNvPr id="3" name="TextBox 2">
            <a:extLst>
              <a:ext uri="{FF2B5EF4-FFF2-40B4-BE49-F238E27FC236}">
                <a16:creationId xmlns:a16="http://schemas.microsoft.com/office/drawing/2014/main" id="{C4F857EC-2D55-D313-9F43-59F978D72B27}"/>
              </a:ext>
            </a:extLst>
          </p:cNvPr>
          <p:cNvSpPr txBox="1"/>
          <p:nvPr/>
        </p:nvSpPr>
        <p:spPr>
          <a:xfrm>
            <a:off x="7657707" y="5094087"/>
            <a:ext cx="3424209" cy="369332"/>
          </a:xfrm>
          <a:prstGeom prst="rect">
            <a:avLst/>
          </a:prstGeom>
          <a:solidFill>
            <a:schemeClr val="accent4"/>
          </a:solidFill>
        </p:spPr>
        <p:txBody>
          <a:bodyPr wrap="square">
            <a:spAutoFit/>
          </a:bodyPr>
          <a:lstStyle/>
          <a:p>
            <a:r>
              <a:rPr lang="en-US" dirty="0"/>
              <a:t>Create a working directory</a:t>
            </a:r>
          </a:p>
        </p:txBody>
      </p:sp>
    </p:spTree>
    <p:extLst>
      <p:ext uri="{BB962C8B-B14F-4D97-AF65-F5344CB8AC3E}">
        <p14:creationId xmlns:p14="http://schemas.microsoft.com/office/powerpoint/2010/main" val="499784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77A66D0-3ADE-DBF7-01C0-6B6E79FB9E78}"/>
              </a:ext>
            </a:extLst>
          </p:cNvPr>
          <p:cNvPicPr>
            <a:picLocks noChangeAspect="1"/>
          </p:cNvPicPr>
          <p:nvPr/>
        </p:nvPicPr>
        <p:blipFill>
          <a:blip r:embed="rId2"/>
          <a:stretch>
            <a:fillRect/>
          </a:stretch>
        </p:blipFill>
        <p:spPr>
          <a:xfrm>
            <a:off x="1134950" y="826172"/>
            <a:ext cx="9922100" cy="5639289"/>
          </a:xfrm>
          <a:prstGeom prst="rect">
            <a:avLst/>
          </a:prstGeom>
        </p:spPr>
      </p:pic>
      <p:sp>
        <p:nvSpPr>
          <p:cNvPr id="8" name="TextBox 7">
            <a:extLst>
              <a:ext uri="{FF2B5EF4-FFF2-40B4-BE49-F238E27FC236}">
                <a16:creationId xmlns:a16="http://schemas.microsoft.com/office/drawing/2014/main" id="{78F262EC-F7A9-FBE5-60B7-1395618FACC0}"/>
              </a:ext>
            </a:extLst>
          </p:cNvPr>
          <p:cNvSpPr txBox="1"/>
          <p:nvPr/>
        </p:nvSpPr>
        <p:spPr>
          <a:xfrm>
            <a:off x="3177540" y="264914"/>
            <a:ext cx="2682240" cy="369332"/>
          </a:xfrm>
          <a:prstGeom prst="rect">
            <a:avLst/>
          </a:prstGeom>
          <a:solidFill>
            <a:schemeClr val="accent4">
              <a:lumMod val="20000"/>
              <a:lumOff val="80000"/>
            </a:schemeClr>
          </a:solidFill>
        </p:spPr>
        <p:txBody>
          <a:bodyPr wrap="square">
            <a:spAutoFit/>
          </a:bodyPr>
          <a:lstStyle/>
          <a:p>
            <a:r>
              <a:rPr lang="en-US" b="0" i="0" dirty="0">
                <a:solidFill>
                  <a:srgbClr val="374151"/>
                </a:solidFill>
                <a:effectLst/>
                <a:latin typeface="Söhne"/>
              </a:rPr>
              <a:t>type of hardware address </a:t>
            </a:r>
            <a:endParaRPr lang="en-US" dirty="0"/>
          </a:p>
        </p:txBody>
      </p:sp>
      <p:cxnSp>
        <p:nvCxnSpPr>
          <p:cNvPr id="10" name="Straight Arrow Connector 9">
            <a:extLst>
              <a:ext uri="{FF2B5EF4-FFF2-40B4-BE49-F238E27FC236}">
                <a16:creationId xmlns:a16="http://schemas.microsoft.com/office/drawing/2014/main" id="{6E2A1DEA-99F5-871D-5985-050C4CF6DED6}"/>
              </a:ext>
            </a:extLst>
          </p:cNvPr>
          <p:cNvCxnSpPr>
            <a:stCxn id="8" idx="2"/>
          </p:cNvCxnSpPr>
          <p:nvPr/>
        </p:nvCxnSpPr>
        <p:spPr>
          <a:xfrm flipH="1">
            <a:off x="4411980" y="634246"/>
            <a:ext cx="106680" cy="102691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12" name="TextBox 11">
            <a:extLst>
              <a:ext uri="{FF2B5EF4-FFF2-40B4-BE49-F238E27FC236}">
                <a16:creationId xmlns:a16="http://schemas.microsoft.com/office/drawing/2014/main" id="{A7120CDC-AB8E-EEE9-DAC7-3A0E6319ADF3}"/>
              </a:ext>
            </a:extLst>
          </p:cNvPr>
          <p:cNvSpPr txBox="1"/>
          <p:nvPr/>
        </p:nvSpPr>
        <p:spPr>
          <a:xfrm>
            <a:off x="6736080" y="126414"/>
            <a:ext cx="3291840" cy="646331"/>
          </a:xfrm>
          <a:prstGeom prst="rect">
            <a:avLst/>
          </a:prstGeom>
          <a:solidFill>
            <a:schemeClr val="accent4">
              <a:lumMod val="20000"/>
              <a:lumOff val="80000"/>
            </a:schemeClr>
          </a:solidFill>
        </p:spPr>
        <p:txBody>
          <a:bodyPr wrap="square">
            <a:spAutoFit/>
          </a:bodyPr>
          <a:lstStyle/>
          <a:p>
            <a:r>
              <a:rPr lang="en-GB" dirty="0"/>
              <a:t>address was dynamically learned and is considered complete.</a:t>
            </a:r>
            <a:endParaRPr lang="en-US" dirty="0"/>
          </a:p>
        </p:txBody>
      </p:sp>
      <p:cxnSp>
        <p:nvCxnSpPr>
          <p:cNvPr id="14" name="Straight Arrow Connector 13">
            <a:extLst>
              <a:ext uri="{FF2B5EF4-FFF2-40B4-BE49-F238E27FC236}">
                <a16:creationId xmlns:a16="http://schemas.microsoft.com/office/drawing/2014/main" id="{8EEA460B-7BCF-59F0-C528-E4582EE5CA7F}"/>
              </a:ext>
            </a:extLst>
          </p:cNvPr>
          <p:cNvCxnSpPr>
            <a:cxnSpLocks/>
            <a:stCxn id="12" idx="2"/>
          </p:cNvCxnSpPr>
          <p:nvPr/>
        </p:nvCxnSpPr>
        <p:spPr>
          <a:xfrm flipH="1">
            <a:off x="7947660" y="772745"/>
            <a:ext cx="434340" cy="66743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17" name="Rectangle 16">
            <a:extLst>
              <a:ext uri="{FF2B5EF4-FFF2-40B4-BE49-F238E27FC236}">
                <a16:creationId xmlns:a16="http://schemas.microsoft.com/office/drawing/2014/main" id="{81A98ECB-9C4B-A4B6-7F6E-CEEC1C61C97D}"/>
              </a:ext>
            </a:extLst>
          </p:cNvPr>
          <p:cNvSpPr/>
          <p:nvPr/>
        </p:nvSpPr>
        <p:spPr>
          <a:xfrm>
            <a:off x="2072640" y="3040380"/>
            <a:ext cx="2727960" cy="25908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CCEE5A1-2053-6AA6-F926-A7ED52F7D02C}"/>
              </a:ext>
            </a:extLst>
          </p:cNvPr>
          <p:cNvSpPr txBox="1"/>
          <p:nvPr/>
        </p:nvSpPr>
        <p:spPr>
          <a:xfrm>
            <a:off x="129540" y="3497580"/>
            <a:ext cx="1729739" cy="1200329"/>
          </a:xfrm>
          <a:prstGeom prst="rect">
            <a:avLst/>
          </a:prstGeom>
          <a:solidFill>
            <a:schemeClr val="accent4">
              <a:lumMod val="20000"/>
              <a:lumOff val="80000"/>
            </a:schemeClr>
          </a:solidFill>
        </p:spPr>
        <p:txBody>
          <a:bodyPr wrap="square" rtlCol="0">
            <a:spAutoFit/>
          </a:bodyPr>
          <a:lstStyle/>
          <a:p>
            <a:r>
              <a:rPr lang="en-US" dirty="0"/>
              <a:t>Remember the Mac address (:</a:t>
            </a:r>
            <a:r>
              <a:rPr lang="en-US" b="1" dirty="0">
                <a:solidFill>
                  <a:srgbClr val="FF0000"/>
                </a:solidFill>
              </a:rPr>
              <a:t>fc</a:t>
            </a:r>
            <a:r>
              <a:rPr lang="en-US" dirty="0"/>
              <a:t>), we use it later</a:t>
            </a:r>
          </a:p>
        </p:txBody>
      </p:sp>
      <p:cxnSp>
        <p:nvCxnSpPr>
          <p:cNvPr id="20" name="Straight Arrow Connector 19">
            <a:extLst>
              <a:ext uri="{FF2B5EF4-FFF2-40B4-BE49-F238E27FC236}">
                <a16:creationId xmlns:a16="http://schemas.microsoft.com/office/drawing/2014/main" id="{AB248BDE-F07D-D02F-A4C5-B46A406E41F3}"/>
              </a:ext>
            </a:extLst>
          </p:cNvPr>
          <p:cNvCxnSpPr>
            <a:stCxn id="18" idx="0"/>
          </p:cNvCxnSpPr>
          <p:nvPr/>
        </p:nvCxnSpPr>
        <p:spPr>
          <a:xfrm flipV="1">
            <a:off x="994410" y="3139440"/>
            <a:ext cx="1078230" cy="35814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626726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70882F-7AE1-3555-F37F-0C99167709B0}"/>
              </a:ext>
            </a:extLst>
          </p:cNvPr>
          <p:cNvPicPr>
            <a:picLocks noChangeAspect="1"/>
          </p:cNvPicPr>
          <p:nvPr/>
        </p:nvPicPr>
        <p:blipFill>
          <a:blip r:embed="rId2"/>
          <a:stretch>
            <a:fillRect/>
          </a:stretch>
        </p:blipFill>
        <p:spPr>
          <a:xfrm>
            <a:off x="917801" y="2346861"/>
            <a:ext cx="9049159" cy="3196833"/>
          </a:xfrm>
          <a:prstGeom prst="rect">
            <a:avLst/>
          </a:prstGeom>
        </p:spPr>
      </p:pic>
      <p:sp>
        <p:nvSpPr>
          <p:cNvPr id="2" name="TextBox 1">
            <a:extLst>
              <a:ext uri="{FF2B5EF4-FFF2-40B4-BE49-F238E27FC236}">
                <a16:creationId xmlns:a16="http://schemas.microsoft.com/office/drawing/2014/main" id="{FEEE7484-24E6-5739-8295-E3D654F74849}"/>
              </a:ext>
            </a:extLst>
          </p:cNvPr>
          <p:cNvSpPr txBox="1"/>
          <p:nvPr/>
        </p:nvSpPr>
        <p:spPr>
          <a:xfrm>
            <a:off x="975360" y="1958340"/>
            <a:ext cx="4127990" cy="369332"/>
          </a:xfrm>
          <a:prstGeom prst="rect">
            <a:avLst/>
          </a:prstGeom>
          <a:solidFill>
            <a:schemeClr val="accent4"/>
          </a:solidFill>
        </p:spPr>
        <p:txBody>
          <a:bodyPr wrap="none" rtlCol="0">
            <a:spAutoFit/>
          </a:bodyPr>
          <a:lstStyle/>
          <a:p>
            <a:r>
              <a:rPr lang="en-US" dirty="0"/>
              <a:t>Show ARP table of another device in LAN  </a:t>
            </a:r>
          </a:p>
        </p:txBody>
      </p:sp>
      <p:sp>
        <p:nvSpPr>
          <p:cNvPr id="4" name="Title 3">
            <a:extLst>
              <a:ext uri="{FF2B5EF4-FFF2-40B4-BE49-F238E27FC236}">
                <a16:creationId xmlns:a16="http://schemas.microsoft.com/office/drawing/2014/main" id="{A5E478CB-EC22-DEBD-E9CC-09D7B74914F4}"/>
              </a:ext>
            </a:extLst>
          </p:cNvPr>
          <p:cNvSpPr>
            <a:spLocks noGrp="1"/>
          </p:cNvSpPr>
          <p:nvPr>
            <p:ph type="title"/>
          </p:nvPr>
        </p:nvSpPr>
        <p:spPr/>
        <p:txBody>
          <a:bodyPr/>
          <a:lstStyle/>
          <a:p>
            <a:r>
              <a:rPr lang="en-US" dirty="0"/>
              <a:t>Every device has an ARP table  </a:t>
            </a:r>
          </a:p>
        </p:txBody>
      </p:sp>
    </p:spTree>
    <p:extLst>
      <p:ext uri="{BB962C8B-B14F-4D97-AF65-F5344CB8AC3E}">
        <p14:creationId xmlns:p14="http://schemas.microsoft.com/office/powerpoint/2010/main" val="2992421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A66740-79B2-8BD8-4BA3-3580ED67BAA3}"/>
              </a:ext>
            </a:extLst>
          </p:cNvPr>
          <p:cNvPicPr>
            <a:picLocks noChangeAspect="1"/>
          </p:cNvPicPr>
          <p:nvPr/>
        </p:nvPicPr>
        <p:blipFill>
          <a:blip r:embed="rId2"/>
          <a:stretch>
            <a:fillRect/>
          </a:stretch>
        </p:blipFill>
        <p:spPr>
          <a:xfrm>
            <a:off x="1165432" y="1946752"/>
            <a:ext cx="9861135" cy="3650296"/>
          </a:xfrm>
          <a:prstGeom prst="rect">
            <a:avLst/>
          </a:prstGeom>
        </p:spPr>
      </p:pic>
      <p:sp>
        <p:nvSpPr>
          <p:cNvPr id="4" name="TextBox 3">
            <a:extLst>
              <a:ext uri="{FF2B5EF4-FFF2-40B4-BE49-F238E27FC236}">
                <a16:creationId xmlns:a16="http://schemas.microsoft.com/office/drawing/2014/main" id="{DF65D4D8-388C-3539-89DA-CC60A523183D}"/>
              </a:ext>
            </a:extLst>
          </p:cNvPr>
          <p:cNvSpPr txBox="1"/>
          <p:nvPr/>
        </p:nvSpPr>
        <p:spPr>
          <a:xfrm>
            <a:off x="8610599" y="2037515"/>
            <a:ext cx="3025568" cy="923330"/>
          </a:xfrm>
          <a:prstGeom prst="rect">
            <a:avLst/>
          </a:prstGeom>
          <a:solidFill>
            <a:schemeClr val="accent4">
              <a:lumMod val="20000"/>
              <a:lumOff val="80000"/>
            </a:schemeClr>
          </a:solidFill>
        </p:spPr>
        <p:txBody>
          <a:bodyPr wrap="square" rtlCol="0">
            <a:spAutoFit/>
          </a:bodyPr>
          <a:lstStyle/>
          <a:p>
            <a:r>
              <a:rPr lang="en-GB" dirty="0"/>
              <a:t>Assume we have another running machine in our network (LAN)</a:t>
            </a:r>
            <a:endParaRPr lang="en-US" dirty="0"/>
          </a:p>
        </p:txBody>
      </p:sp>
      <p:grpSp>
        <p:nvGrpSpPr>
          <p:cNvPr id="7" name="Group 6">
            <a:extLst>
              <a:ext uri="{FF2B5EF4-FFF2-40B4-BE49-F238E27FC236}">
                <a16:creationId xmlns:a16="http://schemas.microsoft.com/office/drawing/2014/main" id="{4C23218C-E64D-2D14-0082-E826F31B1469}"/>
              </a:ext>
            </a:extLst>
          </p:cNvPr>
          <p:cNvGrpSpPr/>
          <p:nvPr/>
        </p:nvGrpSpPr>
        <p:grpSpPr>
          <a:xfrm>
            <a:off x="501720" y="2499180"/>
            <a:ext cx="953640" cy="3003480"/>
            <a:chOff x="501720" y="2156280"/>
            <a:chExt cx="953640" cy="300348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864630B-6B91-7F99-2715-28D49C67C661}"/>
                    </a:ext>
                  </a:extLst>
                </p14:cNvPr>
                <p14:cNvContentPartPr/>
                <p14:nvPr/>
              </p14:nvContentPartPr>
              <p14:xfrm>
                <a:off x="501720" y="2156280"/>
                <a:ext cx="953640" cy="2972880"/>
              </p14:xfrm>
            </p:contentPart>
          </mc:Choice>
          <mc:Fallback xmlns="">
            <p:pic>
              <p:nvPicPr>
                <p:cNvPr id="5" name="Ink 4">
                  <a:extLst>
                    <a:ext uri="{FF2B5EF4-FFF2-40B4-BE49-F238E27FC236}">
                      <a16:creationId xmlns:a16="http://schemas.microsoft.com/office/drawing/2014/main" id="{9864630B-6B91-7F99-2715-28D49C67C661}"/>
                    </a:ext>
                  </a:extLst>
                </p:cNvPr>
                <p:cNvPicPr/>
                <p:nvPr/>
              </p:nvPicPr>
              <p:blipFill>
                <a:blip r:embed="rId4"/>
                <a:stretch>
                  <a:fillRect/>
                </a:stretch>
              </p:blipFill>
              <p:spPr>
                <a:xfrm>
                  <a:off x="493080" y="2147640"/>
                  <a:ext cx="971280" cy="2990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EFCE3108-2614-E9B4-4282-9861FB6A04A8}"/>
                    </a:ext>
                  </a:extLst>
                </p14:cNvPr>
                <p14:cNvContentPartPr/>
                <p14:nvPr/>
              </p14:nvContentPartPr>
              <p14:xfrm>
                <a:off x="1005360" y="4922160"/>
                <a:ext cx="146880" cy="237600"/>
              </p14:xfrm>
            </p:contentPart>
          </mc:Choice>
          <mc:Fallback xmlns="">
            <p:pic>
              <p:nvPicPr>
                <p:cNvPr id="6" name="Ink 5">
                  <a:extLst>
                    <a:ext uri="{FF2B5EF4-FFF2-40B4-BE49-F238E27FC236}">
                      <a16:creationId xmlns:a16="http://schemas.microsoft.com/office/drawing/2014/main" id="{EFCE3108-2614-E9B4-4282-9861FB6A04A8}"/>
                    </a:ext>
                  </a:extLst>
                </p:cNvPr>
                <p:cNvPicPr/>
                <p:nvPr/>
              </p:nvPicPr>
              <p:blipFill>
                <a:blip r:embed="rId6"/>
                <a:stretch>
                  <a:fillRect/>
                </a:stretch>
              </p:blipFill>
              <p:spPr>
                <a:xfrm>
                  <a:off x="996720" y="4913520"/>
                  <a:ext cx="164520" cy="255240"/>
                </a:xfrm>
                <a:prstGeom prst="rect">
                  <a:avLst/>
                </a:prstGeom>
              </p:spPr>
            </p:pic>
          </mc:Fallback>
        </mc:AlternateContent>
      </p:grpSp>
      <p:sp>
        <p:nvSpPr>
          <p:cNvPr id="8" name="TextBox 7">
            <a:extLst>
              <a:ext uri="{FF2B5EF4-FFF2-40B4-BE49-F238E27FC236}">
                <a16:creationId xmlns:a16="http://schemas.microsoft.com/office/drawing/2014/main" id="{9BB057B5-AC93-CF21-BCA6-6C5DDBF7AA10}"/>
              </a:ext>
            </a:extLst>
          </p:cNvPr>
          <p:cNvSpPr txBox="1"/>
          <p:nvPr/>
        </p:nvSpPr>
        <p:spPr>
          <a:xfrm>
            <a:off x="1165432" y="5826310"/>
            <a:ext cx="6491392" cy="646331"/>
          </a:xfrm>
          <a:prstGeom prst="rect">
            <a:avLst/>
          </a:prstGeom>
          <a:noFill/>
        </p:spPr>
        <p:txBody>
          <a:bodyPr wrap="none" rtlCol="0">
            <a:spAutoFit/>
          </a:bodyPr>
          <a:lstStyle/>
          <a:p>
            <a:pPr marL="285750" indent="-285750">
              <a:buFont typeface="Arial" panose="020B0604020202020204" pitchFamily="34" charset="0"/>
              <a:buChar char="•"/>
            </a:pPr>
            <a:r>
              <a:rPr lang="en-GB" dirty="0"/>
              <a:t>ping uses ARP protocol to find the target’s machine mac address</a:t>
            </a:r>
          </a:p>
          <a:p>
            <a:pPr marL="285750" indent="-285750">
              <a:buFont typeface="Arial" panose="020B0604020202020204" pitchFamily="34" charset="0"/>
              <a:buChar char="•"/>
            </a:pPr>
            <a:r>
              <a:rPr lang="en-GB" dirty="0"/>
              <a:t>the new entry will be added to the ARP table</a:t>
            </a:r>
            <a:endParaRPr lang="en-US" dirty="0"/>
          </a:p>
        </p:txBody>
      </p:sp>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A5749391-CE68-9ECB-7DBC-37C2CCEDC046}"/>
                  </a:ext>
                </a:extLst>
              </p14:cNvPr>
              <p14:cNvContentPartPr/>
              <p14:nvPr/>
            </p14:nvContentPartPr>
            <p14:xfrm>
              <a:off x="4745760" y="6117180"/>
              <a:ext cx="1047240" cy="430200"/>
            </p14:xfrm>
          </p:contentPart>
        </mc:Choice>
        <mc:Fallback xmlns="">
          <p:pic>
            <p:nvPicPr>
              <p:cNvPr id="9" name="Ink 8">
                <a:extLst>
                  <a:ext uri="{FF2B5EF4-FFF2-40B4-BE49-F238E27FC236}">
                    <a16:creationId xmlns:a16="http://schemas.microsoft.com/office/drawing/2014/main" id="{A5749391-CE68-9ECB-7DBC-37C2CCEDC046}"/>
                  </a:ext>
                </a:extLst>
              </p:cNvPr>
              <p:cNvPicPr/>
              <p:nvPr/>
            </p:nvPicPr>
            <p:blipFill>
              <a:blip r:embed="rId8"/>
              <a:stretch>
                <a:fillRect/>
              </a:stretch>
            </p:blipFill>
            <p:spPr>
              <a:xfrm>
                <a:off x="4736760" y="6108188"/>
                <a:ext cx="1064880" cy="447825"/>
              </a:xfrm>
              <a:prstGeom prst="rect">
                <a:avLst/>
              </a:prstGeom>
            </p:spPr>
          </p:pic>
        </mc:Fallback>
      </mc:AlternateContent>
      <p:grpSp>
        <p:nvGrpSpPr>
          <p:cNvPr id="14" name="Group 13">
            <a:extLst>
              <a:ext uri="{FF2B5EF4-FFF2-40B4-BE49-F238E27FC236}">
                <a16:creationId xmlns:a16="http://schemas.microsoft.com/office/drawing/2014/main" id="{521BD2DD-F489-13A4-0C02-760680CF3647}"/>
              </a:ext>
            </a:extLst>
          </p:cNvPr>
          <p:cNvGrpSpPr/>
          <p:nvPr/>
        </p:nvGrpSpPr>
        <p:grpSpPr>
          <a:xfrm>
            <a:off x="5310240" y="5478540"/>
            <a:ext cx="244440" cy="625680"/>
            <a:chOff x="5310240" y="5135640"/>
            <a:chExt cx="244440" cy="625680"/>
          </a:xfrm>
        </p:grpSpPr>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45717CDC-95A1-C8B2-321A-5DEA3140A22F}"/>
                    </a:ext>
                  </a:extLst>
                </p14:cNvPr>
                <p14:cNvContentPartPr/>
                <p14:nvPr/>
              </p14:nvContentPartPr>
              <p14:xfrm>
                <a:off x="5310240" y="5174520"/>
                <a:ext cx="161280" cy="586800"/>
              </p14:xfrm>
            </p:contentPart>
          </mc:Choice>
          <mc:Fallback xmlns="">
            <p:pic>
              <p:nvPicPr>
                <p:cNvPr id="12" name="Ink 11">
                  <a:extLst>
                    <a:ext uri="{FF2B5EF4-FFF2-40B4-BE49-F238E27FC236}">
                      <a16:creationId xmlns:a16="http://schemas.microsoft.com/office/drawing/2014/main" id="{45717CDC-95A1-C8B2-321A-5DEA3140A22F}"/>
                    </a:ext>
                  </a:extLst>
                </p:cNvPr>
                <p:cNvPicPr/>
                <p:nvPr/>
              </p:nvPicPr>
              <p:blipFill>
                <a:blip r:embed="rId10"/>
                <a:stretch>
                  <a:fillRect/>
                </a:stretch>
              </p:blipFill>
              <p:spPr>
                <a:xfrm>
                  <a:off x="5301600" y="5165520"/>
                  <a:ext cx="178920" cy="604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B82CE6AA-FDAF-2422-60FC-C2103F4E894B}"/>
                    </a:ext>
                  </a:extLst>
                </p14:cNvPr>
                <p14:cNvContentPartPr/>
                <p14:nvPr/>
              </p14:nvContentPartPr>
              <p14:xfrm>
                <a:off x="5409960" y="5135640"/>
                <a:ext cx="144720" cy="68760"/>
              </p14:xfrm>
            </p:contentPart>
          </mc:Choice>
          <mc:Fallback xmlns="">
            <p:pic>
              <p:nvPicPr>
                <p:cNvPr id="13" name="Ink 12">
                  <a:extLst>
                    <a:ext uri="{FF2B5EF4-FFF2-40B4-BE49-F238E27FC236}">
                      <a16:creationId xmlns:a16="http://schemas.microsoft.com/office/drawing/2014/main" id="{B82CE6AA-FDAF-2422-60FC-C2103F4E894B}"/>
                    </a:ext>
                  </a:extLst>
                </p:cNvPr>
                <p:cNvPicPr/>
                <p:nvPr/>
              </p:nvPicPr>
              <p:blipFill>
                <a:blip r:embed="rId12"/>
                <a:stretch>
                  <a:fillRect/>
                </a:stretch>
              </p:blipFill>
              <p:spPr>
                <a:xfrm>
                  <a:off x="5401320" y="5127000"/>
                  <a:ext cx="162360" cy="86400"/>
                </a:xfrm>
                <a:prstGeom prst="rect">
                  <a:avLst/>
                </a:prstGeom>
              </p:spPr>
            </p:pic>
          </mc:Fallback>
        </mc:AlternateContent>
      </p:grpSp>
      <p:sp>
        <p:nvSpPr>
          <p:cNvPr id="10" name="Title 9">
            <a:extLst>
              <a:ext uri="{FF2B5EF4-FFF2-40B4-BE49-F238E27FC236}">
                <a16:creationId xmlns:a16="http://schemas.microsoft.com/office/drawing/2014/main" id="{3C1AE561-9C74-89FA-E33C-40C2811C7D88}"/>
              </a:ext>
            </a:extLst>
          </p:cNvPr>
          <p:cNvSpPr>
            <a:spLocks noGrp="1"/>
          </p:cNvSpPr>
          <p:nvPr>
            <p:ph type="title"/>
          </p:nvPr>
        </p:nvSpPr>
        <p:spPr/>
        <p:txBody>
          <a:bodyPr/>
          <a:lstStyle/>
          <a:p>
            <a:r>
              <a:rPr lang="en-US" dirty="0"/>
              <a:t>Manipulate ARP table entry </a:t>
            </a:r>
            <a:endParaRPr lang="en-US" dirty="0">
              <a:latin typeface="OCRB" panose="020B0609020202020204" pitchFamily="49" charset="0"/>
            </a:endParaRPr>
          </a:p>
        </p:txBody>
      </p:sp>
      <p:sp>
        <p:nvSpPr>
          <p:cNvPr id="15" name="TextBox 14">
            <a:extLst>
              <a:ext uri="{FF2B5EF4-FFF2-40B4-BE49-F238E27FC236}">
                <a16:creationId xmlns:a16="http://schemas.microsoft.com/office/drawing/2014/main" id="{CBED0D52-A239-8A78-AD40-963FBA62C6E0}"/>
              </a:ext>
            </a:extLst>
          </p:cNvPr>
          <p:cNvSpPr txBox="1"/>
          <p:nvPr/>
        </p:nvSpPr>
        <p:spPr>
          <a:xfrm>
            <a:off x="1165432" y="1544902"/>
            <a:ext cx="4144808" cy="369332"/>
          </a:xfrm>
          <a:prstGeom prst="rect">
            <a:avLst/>
          </a:prstGeom>
          <a:solidFill>
            <a:schemeClr val="accent4"/>
          </a:solidFill>
        </p:spPr>
        <p:txBody>
          <a:bodyPr wrap="square">
            <a:spAutoFit/>
          </a:bodyPr>
          <a:lstStyle/>
          <a:p>
            <a:r>
              <a:rPr lang="en-GB" dirty="0"/>
              <a:t>Add an entry to an ARP table using </a:t>
            </a:r>
            <a:r>
              <a:rPr lang="en-GB" dirty="0">
                <a:latin typeface="OCRB" panose="020B0609020202020204" pitchFamily="49" charset="0"/>
              </a:rPr>
              <a:t>Ping</a:t>
            </a:r>
            <a:endParaRPr lang="en-US" dirty="0">
              <a:latin typeface="OCRB" panose="020B0609020202020204" pitchFamily="49" charset="0"/>
            </a:endParaRPr>
          </a:p>
        </p:txBody>
      </p:sp>
    </p:spTree>
    <p:extLst>
      <p:ext uri="{BB962C8B-B14F-4D97-AF65-F5344CB8AC3E}">
        <p14:creationId xmlns:p14="http://schemas.microsoft.com/office/powerpoint/2010/main" val="3285194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able 23">
            <a:extLst>
              <a:ext uri="{FF2B5EF4-FFF2-40B4-BE49-F238E27FC236}">
                <a16:creationId xmlns:a16="http://schemas.microsoft.com/office/drawing/2014/main" id="{0412A060-A66B-66CB-2765-FF34E0709E56}"/>
              </a:ext>
            </a:extLst>
          </p:cNvPr>
          <p:cNvGraphicFramePr>
            <a:graphicFrameLocks noGrp="1"/>
          </p:cNvGraphicFramePr>
          <p:nvPr>
            <p:extLst>
              <p:ext uri="{D42A27DB-BD31-4B8C-83A1-F6EECF244321}">
                <p14:modId xmlns:p14="http://schemas.microsoft.com/office/powerpoint/2010/main" val="4197842263"/>
              </p:ext>
            </p:extLst>
          </p:nvPr>
        </p:nvGraphicFramePr>
        <p:xfrm>
          <a:off x="1723951" y="4053411"/>
          <a:ext cx="3257550" cy="370840"/>
        </p:xfrm>
        <a:graphic>
          <a:graphicData uri="http://schemas.openxmlformats.org/drawingml/2006/table">
            <a:tbl>
              <a:tblPr firstRow="1" bandRow="1">
                <a:tableStyleId>{16D9F66E-5EB9-4882-86FB-DCBF35E3C3E4}</a:tableStyleId>
              </a:tblPr>
              <a:tblGrid>
                <a:gridCol w="1628775">
                  <a:extLst>
                    <a:ext uri="{9D8B030D-6E8A-4147-A177-3AD203B41FA5}">
                      <a16:colId xmlns:a16="http://schemas.microsoft.com/office/drawing/2014/main" val="726453353"/>
                    </a:ext>
                  </a:extLst>
                </a:gridCol>
                <a:gridCol w="1628775">
                  <a:extLst>
                    <a:ext uri="{9D8B030D-6E8A-4147-A177-3AD203B41FA5}">
                      <a16:colId xmlns:a16="http://schemas.microsoft.com/office/drawing/2014/main" val="3801172636"/>
                    </a:ext>
                  </a:extLst>
                </a:gridCol>
              </a:tblGrid>
              <a:tr h="370840">
                <a:tc>
                  <a:txBody>
                    <a:bodyPr/>
                    <a:lstStyle/>
                    <a:p>
                      <a:r>
                        <a:rPr lang="en-GB" dirty="0"/>
                        <a:t>Gateway IP</a:t>
                      </a:r>
                      <a:endParaRPr lang="en-US" dirty="0"/>
                    </a:p>
                  </a:txBody>
                  <a:tcPr/>
                </a:tc>
                <a:tc>
                  <a:txBody>
                    <a:bodyPr/>
                    <a:lstStyle/>
                    <a:p>
                      <a:r>
                        <a:rPr lang="en-GB" dirty="0"/>
                        <a:t>Gateway Mac</a:t>
                      </a:r>
                      <a:endParaRPr lang="en-US" dirty="0"/>
                    </a:p>
                  </a:txBody>
                  <a:tcPr>
                    <a:solidFill>
                      <a:schemeClr val="accent6">
                        <a:lumMod val="20000"/>
                        <a:lumOff val="80000"/>
                      </a:schemeClr>
                    </a:solidFill>
                  </a:tcPr>
                </a:tc>
                <a:extLst>
                  <a:ext uri="{0D108BD9-81ED-4DB2-BD59-A6C34878D82A}">
                    <a16:rowId xmlns:a16="http://schemas.microsoft.com/office/drawing/2014/main" val="1899380949"/>
                  </a:ext>
                </a:extLst>
              </a:tr>
            </a:tbl>
          </a:graphicData>
        </a:graphic>
      </p:graphicFrame>
      <p:graphicFrame>
        <p:nvGraphicFramePr>
          <p:cNvPr id="23" name="Table 3">
            <a:extLst>
              <a:ext uri="{FF2B5EF4-FFF2-40B4-BE49-F238E27FC236}">
                <a16:creationId xmlns:a16="http://schemas.microsoft.com/office/drawing/2014/main" id="{E00CF23A-769F-EFE3-18C7-8768942EF36E}"/>
              </a:ext>
            </a:extLst>
          </p:cNvPr>
          <p:cNvGraphicFramePr>
            <a:graphicFrameLocks noGrp="1"/>
          </p:cNvGraphicFramePr>
          <p:nvPr>
            <p:extLst>
              <p:ext uri="{D42A27DB-BD31-4B8C-83A1-F6EECF244321}">
                <p14:modId xmlns:p14="http://schemas.microsoft.com/office/powerpoint/2010/main" val="650895863"/>
              </p:ext>
            </p:extLst>
          </p:nvPr>
        </p:nvGraphicFramePr>
        <p:xfrm>
          <a:off x="4815822" y="3215967"/>
          <a:ext cx="2898140" cy="370840"/>
        </p:xfrm>
        <a:graphic>
          <a:graphicData uri="http://schemas.openxmlformats.org/drawingml/2006/table">
            <a:tbl>
              <a:tblPr firstRow="1" bandRow="1">
                <a:tableStyleId>{16D9F66E-5EB9-4882-86FB-DCBF35E3C3E4}</a:tableStyleId>
              </a:tblPr>
              <a:tblGrid>
                <a:gridCol w="1449070">
                  <a:extLst>
                    <a:ext uri="{9D8B030D-6E8A-4147-A177-3AD203B41FA5}">
                      <a16:colId xmlns:a16="http://schemas.microsoft.com/office/drawing/2014/main" val="726453353"/>
                    </a:ext>
                  </a:extLst>
                </a:gridCol>
                <a:gridCol w="1449070">
                  <a:extLst>
                    <a:ext uri="{9D8B030D-6E8A-4147-A177-3AD203B41FA5}">
                      <a16:colId xmlns:a16="http://schemas.microsoft.com/office/drawing/2014/main" val="3801172636"/>
                    </a:ext>
                  </a:extLst>
                </a:gridCol>
              </a:tblGrid>
              <a:tr h="370840">
                <a:tc>
                  <a:txBody>
                    <a:bodyPr/>
                    <a:lstStyle/>
                    <a:p>
                      <a:r>
                        <a:rPr lang="en-GB" dirty="0"/>
                        <a:t>Victim IP</a:t>
                      </a:r>
                      <a:endParaRPr lang="en-US" dirty="0"/>
                    </a:p>
                  </a:txBody>
                  <a:tcPr/>
                </a:tc>
                <a:tc>
                  <a:txBody>
                    <a:bodyPr/>
                    <a:lstStyle/>
                    <a:p>
                      <a:r>
                        <a:rPr lang="en-GB" dirty="0"/>
                        <a:t>Victim Mac</a:t>
                      </a:r>
                      <a:endParaRPr lang="en-US" dirty="0"/>
                    </a:p>
                  </a:txBody>
                  <a:tcPr>
                    <a:solidFill>
                      <a:schemeClr val="accent6">
                        <a:lumMod val="20000"/>
                        <a:lumOff val="80000"/>
                      </a:schemeClr>
                    </a:solidFill>
                  </a:tcPr>
                </a:tc>
                <a:extLst>
                  <a:ext uri="{0D108BD9-81ED-4DB2-BD59-A6C34878D82A}">
                    <a16:rowId xmlns:a16="http://schemas.microsoft.com/office/drawing/2014/main" val="1899380949"/>
                  </a:ext>
                </a:extLst>
              </a:tr>
            </a:tbl>
          </a:graphicData>
        </a:graphic>
      </p:graphicFrame>
      <p:pic>
        <p:nvPicPr>
          <p:cNvPr id="1026" name="Picture 2" descr="Desktop Icon Vector Art, Icons, and Graphics for Free Download">
            <a:extLst>
              <a:ext uri="{FF2B5EF4-FFF2-40B4-BE49-F238E27FC236}">
                <a16:creationId xmlns:a16="http://schemas.microsoft.com/office/drawing/2014/main" id="{5B5D4BE4-4938-5746-B4F0-9402081D76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4267" y="658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ree icon &quot;Router icon&quot;">
            <a:extLst>
              <a:ext uri="{FF2B5EF4-FFF2-40B4-BE49-F238E27FC236}">
                <a16:creationId xmlns:a16="http://schemas.microsoft.com/office/drawing/2014/main" id="{3B7C7525-78EF-98E7-F182-F3E54CB0846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111" b="15175"/>
          <a:stretch/>
        </p:blipFill>
        <p:spPr bwMode="auto">
          <a:xfrm>
            <a:off x="4765122" y="1293169"/>
            <a:ext cx="2143125" cy="157978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arth, internet, network icon - Free download on Iconfinder">
            <a:extLst>
              <a:ext uri="{FF2B5EF4-FFF2-40B4-BE49-F238E27FC236}">
                <a16:creationId xmlns:a16="http://schemas.microsoft.com/office/drawing/2014/main" id="{BC1B9DF4-044C-CFDD-FEA9-7B1047112FA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07612" y="1293169"/>
            <a:ext cx="1905001" cy="190500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able This PC Icon on Desktop for All Windows 10 Users - Technipages">
            <a:extLst>
              <a:ext uri="{FF2B5EF4-FFF2-40B4-BE49-F238E27FC236}">
                <a16:creationId xmlns:a16="http://schemas.microsoft.com/office/drawing/2014/main" id="{0EFCCA93-CD7B-EF9F-552D-35F29DDA9ED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99503" y="2872950"/>
            <a:ext cx="1247776" cy="1112100"/>
          </a:xfrm>
          <a:prstGeom prst="rect">
            <a:avLst/>
          </a:prstGeom>
          <a:noFill/>
          <a:extLst>
            <a:ext uri="{909E8E84-426E-40DD-AFC4-6F175D3DCCD1}">
              <a14:hiddenFill xmlns:a14="http://schemas.microsoft.com/office/drawing/2010/main">
                <a:solidFill>
                  <a:srgbClr val="FFFFFF"/>
                </a:solidFill>
              </a14:hiddenFill>
            </a:ext>
          </a:extLst>
        </p:spPr>
      </p:pic>
      <p:sp>
        <p:nvSpPr>
          <p:cNvPr id="2" name="Arrow: Left-Right 1">
            <a:extLst>
              <a:ext uri="{FF2B5EF4-FFF2-40B4-BE49-F238E27FC236}">
                <a16:creationId xmlns:a16="http://schemas.microsoft.com/office/drawing/2014/main" id="{56E24540-3936-ADAE-F51A-6A19C04D4345}"/>
              </a:ext>
            </a:extLst>
          </p:cNvPr>
          <p:cNvSpPr/>
          <p:nvPr/>
        </p:nvSpPr>
        <p:spPr>
          <a:xfrm>
            <a:off x="7366969" y="2232660"/>
            <a:ext cx="801278" cy="2164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Left-Right 2">
            <a:extLst>
              <a:ext uri="{FF2B5EF4-FFF2-40B4-BE49-F238E27FC236}">
                <a16:creationId xmlns:a16="http://schemas.microsoft.com/office/drawing/2014/main" id="{CEAF74EF-2F71-C1E8-106F-1B2CC8D5C2A2}"/>
              </a:ext>
            </a:extLst>
          </p:cNvPr>
          <p:cNvSpPr/>
          <p:nvPr/>
        </p:nvSpPr>
        <p:spPr>
          <a:xfrm rot="2430117">
            <a:off x="3938863" y="1184957"/>
            <a:ext cx="801278" cy="2164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Left-Right 3">
            <a:extLst>
              <a:ext uri="{FF2B5EF4-FFF2-40B4-BE49-F238E27FC236}">
                <a16:creationId xmlns:a16="http://schemas.microsoft.com/office/drawing/2014/main" id="{1FD5805C-EDBB-EF78-6CCC-82BF5792F700}"/>
              </a:ext>
            </a:extLst>
          </p:cNvPr>
          <p:cNvSpPr/>
          <p:nvPr/>
        </p:nvSpPr>
        <p:spPr>
          <a:xfrm rot="19337081">
            <a:off x="3981356" y="3052142"/>
            <a:ext cx="801278" cy="2164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CD6A687-C494-23BA-ABB2-02B70210191C}"/>
              </a:ext>
            </a:extLst>
          </p:cNvPr>
          <p:cNvPicPr>
            <a:picLocks noChangeAspect="1"/>
          </p:cNvPicPr>
          <p:nvPr/>
        </p:nvPicPr>
        <p:blipFill>
          <a:blip r:embed="rId7"/>
          <a:stretch>
            <a:fillRect/>
          </a:stretch>
        </p:blipFill>
        <p:spPr>
          <a:xfrm>
            <a:off x="1706476" y="4480354"/>
            <a:ext cx="9327688" cy="2377646"/>
          </a:xfrm>
          <a:prstGeom prst="rect">
            <a:avLst/>
          </a:prstGeom>
        </p:spPr>
      </p:pic>
      <p:sp>
        <p:nvSpPr>
          <p:cNvPr id="10" name="TextBox 9">
            <a:extLst>
              <a:ext uri="{FF2B5EF4-FFF2-40B4-BE49-F238E27FC236}">
                <a16:creationId xmlns:a16="http://schemas.microsoft.com/office/drawing/2014/main" id="{7F6F7375-DCE6-D11D-A9E5-03DAF8F902B5}"/>
              </a:ext>
            </a:extLst>
          </p:cNvPr>
          <p:cNvSpPr txBox="1"/>
          <p:nvPr/>
        </p:nvSpPr>
        <p:spPr>
          <a:xfrm>
            <a:off x="2647795" y="1209691"/>
            <a:ext cx="517449" cy="369332"/>
          </a:xfrm>
          <a:prstGeom prst="rect">
            <a:avLst/>
          </a:prstGeom>
          <a:noFill/>
        </p:spPr>
        <p:txBody>
          <a:bodyPr wrap="none" rtlCol="0">
            <a:spAutoFit/>
          </a:bodyPr>
          <a:lstStyle/>
          <a:p>
            <a:r>
              <a:rPr lang="en-GB" dirty="0"/>
              <a:t>Kali</a:t>
            </a:r>
            <a:endParaRPr lang="en-US" dirty="0"/>
          </a:p>
        </p:txBody>
      </p:sp>
      <p:grpSp>
        <p:nvGrpSpPr>
          <p:cNvPr id="13" name="Group 12">
            <a:extLst>
              <a:ext uri="{FF2B5EF4-FFF2-40B4-BE49-F238E27FC236}">
                <a16:creationId xmlns:a16="http://schemas.microsoft.com/office/drawing/2014/main" id="{75ED152D-67AC-1660-82A5-FE3B5134F643}"/>
              </a:ext>
            </a:extLst>
          </p:cNvPr>
          <p:cNvGrpSpPr/>
          <p:nvPr/>
        </p:nvGrpSpPr>
        <p:grpSpPr>
          <a:xfrm>
            <a:off x="927600" y="1385520"/>
            <a:ext cx="1767240" cy="5122800"/>
            <a:chOff x="927600" y="1385520"/>
            <a:chExt cx="1767240" cy="5122800"/>
          </a:xfrm>
        </p:grpSpPr>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1EDED5C2-EFA7-ACA9-A4B8-35DD15419DF4}"/>
                    </a:ext>
                  </a:extLst>
                </p14:cNvPr>
                <p14:cNvContentPartPr/>
                <p14:nvPr/>
              </p14:nvContentPartPr>
              <p14:xfrm>
                <a:off x="927600" y="1427640"/>
                <a:ext cx="1767240" cy="5080680"/>
              </p14:xfrm>
            </p:contentPart>
          </mc:Choice>
          <mc:Fallback xmlns="">
            <p:pic>
              <p:nvPicPr>
                <p:cNvPr id="11" name="Ink 10">
                  <a:extLst>
                    <a:ext uri="{FF2B5EF4-FFF2-40B4-BE49-F238E27FC236}">
                      <a16:creationId xmlns:a16="http://schemas.microsoft.com/office/drawing/2014/main" id="{1EDED5C2-EFA7-ACA9-A4B8-35DD15419DF4}"/>
                    </a:ext>
                  </a:extLst>
                </p:cNvPr>
                <p:cNvPicPr/>
                <p:nvPr/>
              </p:nvPicPr>
              <p:blipFill>
                <a:blip r:embed="rId9"/>
                <a:stretch>
                  <a:fillRect/>
                </a:stretch>
              </p:blipFill>
              <p:spPr>
                <a:xfrm>
                  <a:off x="918600" y="1419000"/>
                  <a:ext cx="1784880" cy="5098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C8C97308-D478-A3B3-31BE-79B44A2328BB}"/>
                    </a:ext>
                  </a:extLst>
                </p14:cNvPr>
                <p14:cNvContentPartPr/>
                <p14:nvPr/>
              </p14:nvContentPartPr>
              <p14:xfrm>
                <a:off x="1950360" y="1385520"/>
                <a:ext cx="184680" cy="229680"/>
              </p14:xfrm>
            </p:contentPart>
          </mc:Choice>
          <mc:Fallback xmlns="">
            <p:pic>
              <p:nvPicPr>
                <p:cNvPr id="12" name="Ink 11">
                  <a:extLst>
                    <a:ext uri="{FF2B5EF4-FFF2-40B4-BE49-F238E27FC236}">
                      <a16:creationId xmlns:a16="http://schemas.microsoft.com/office/drawing/2014/main" id="{C8C97308-D478-A3B3-31BE-79B44A2328BB}"/>
                    </a:ext>
                  </a:extLst>
                </p:cNvPr>
                <p:cNvPicPr/>
                <p:nvPr/>
              </p:nvPicPr>
              <p:blipFill>
                <a:blip r:embed="rId11"/>
                <a:stretch>
                  <a:fillRect/>
                </a:stretch>
              </p:blipFill>
              <p:spPr>
                <a:xfrm>
                  <a:off x="1941720" y="1376880"/>
                  <a:ext cx="202320" cy="247320"/>
                </a:xfrm>
                <a:prstGeom prst="rect">
                  <a:avLst/>
                </a:prstGeom>
              </p:spPr>
            </p:pic>
          </mc:Fallback>
        </mc:AlternateContent>
      </p:grpSp>
      <p:grpSp>
        <p:nvGrpSpPr>
          <p:cNvPr id="17" name="Group 16">
            <a:extLst>
              <a:ext uri="{FF2B5EF4-FFF2-40B4-BE49-F238E27FC236}">
                <a16:creationId xmlns:a16="http://schemas.microsoft.com/office/drawing/2014/main" id="{69C5A073-2041-4B19-003F-ED5C27C1A665}"/>
              </a:ext>
            </a:extLst>
          </p:cNvPr>
          <p:cNvGrpSpPr/>
          <p:nvPr/>
        </p:nvGrpSpPr>
        <p:grpSpPr>
          <a:xfrm>
            <a:off x="2986080" y="2725800"/>
            <a:ext cx="2846520" cy="2425680"/>
            <a:chOff x="2986080" y="2725800"/>
            <a:chExt cx="2846520" cy="2425680"/>
          </a:xfrm>
        </p:grpSpPr>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93B82E08-6DC0-8F28-E4D9-26480DF1C8ED}"/>
                    </a:ext>
                  </a:extLst>
                </p14:cNvPr>
                <p14:cNvContentPartPr/>
                <p14:nvPr/>
              </p14:nvContentPartPr>
              <p14:xfrm>
                <a:off x="2986080" y="4609320"/>
                <a:ext cx="374760" cy="542160"/>
              </p14:xfrm>
            </p:contentPart>
          </mc:Choice>
          <mc:Fallback xmlns="">
            <p:pic>
              <p:nvPicPr>
                <p:cNvPr id="14" name="Ink 13">
                  <a:extLst>
                    <a:ext uri="{FF2B5EF4-FFF2-40B4-BE49-F238E27FC236}">
                      <a16:creationId xmlns:a16="http://schemas.microsoft.com/office/drawing/2014/main" id="{93B82E08-6DC0-8F28-E4D9-26480DF1C8ED}"/>
                    </a:ext>
                  </a:extLst>
                </p:cNvPr>
                <p:cNvPicPr/>
                <p:nvPr/>
              </p:nvPicPr>
              <p:blipFill>
                <a:blip r:embed="rId13"/>
                <a:stretch>
                  <a:fillRect/>
                </a:stretch>
              </p:blipFill>
              <p:spPr>
                <a:xfrm>
                  <a:off x="2977440" y="4600680"/>
                  <a:ext cx="392400" cy="559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B6D6B39E-01BD-6885-6228-01758C78739C}"/>
                    </a:ext>
                  </a:extLst>
                </p14:cNvPr>
                <p14:cNvContentPartPr/>
                <p14:nvPr/>
              </p14:nvContentPartPr>
              <p14:xfrm>
                <a:off x="3367680" y="2725800"/>
                <a:ext cx="2335320" cy="2006640"/>
              </p14:xfrm>
            </p:contentPart>
          </mc:Choice>
          <mc:Fallback xmlns="">
            <p:pic>
              <p:nvPicPr>
                <p:cNvPr id="15" name="Ink 14">
                  <a:extLst>
                    <a:ext uri="{FF2B5EF4-FFF2-40B4-BE49-F238E27FC236}">
                      <a16:creationId xmlns:a16="http://schemas.microsoft.com/office/drawing/2014/main" id="{B6D6B39E-01BD-6885-6228-01758C78739C}"/>
                    </a:ext>
                  </a:extLst>
                </p:cNvPr>
                <p:cNvPicPr/>
                <p:nvPr/>
              </p:nvPicPr>
              <p:blipFill>
                <a:blip r:embed="rId15"/>
                <a:stretch>
                  <a:fillRect/>
                </a:stretch>
              </p:blipFill>
              <p:spPr>
                <a:xfrm>
                  <a:off x="3359040" y="2716800"/>
                  <a:ext cx="2352960" cy="2024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9D52000C-35E9-C7EB-F176-FED61CD77011}"/>
                    </a:ext>
                  </a:extLst>
                </p14:cNvPr>
                <p14:cNvContentPartPr/>
                <p14:nvPr/>
              </p14:nvContentPartPr>
              <p14:xfrm>
                <a:off x="5706960" y="2727600"/>
                <a:ext cx="125640" cy="263160"/>
              </p14:xfrm>
            </p:contentPart>
          </mc:Choice>
          <mc:Fallback xmlns="">
            <p:pic>
              <p:nvPicPr>
                <p:cNvPr id="16" name="Ink 15">
                  <a:extLst>
                    <a:ext uri="{FF2B5EF4-FFF2-40B4-BE49-F238E27FC236}">
                      <a16:creationId xmlns:a16="http://schemas.microsoft.com/office/drawing/2014/main" id="{9D52000C-35E9-C7EB-F176-FED61CD77011}"/>
                    </a:ext>
                  </a:extLst>
                </p:cNvPr>
                <p:cNvPicPr/>
                <p:nvPr/>
              </p:nvPicPr>
              <p:blipFill>
                <a:blip r:embed="rId17"/>
                <a:stretch>
                  <a:fillRect/>
                </a:stretch>
              </p:blipFill>
              <p:spPr>
                <a:xfrm>
                  <a:off x="5698320" y="2718960"/>
                  <a:ext cx="143280" cy="280800"/>
                </a:xfrm>
                <a:prstGeom prst="rect">
                  <a:avLst/>
                </a:prstGeom>
              </p:spPr>
            </p:pic>
          </mc:Fallback>
        </mc:AlternateContent>
      </p:grpSp>
      <p:grpSp>
        <p:nvGrpSpPr>
          <p:cNvPr id="21" name="Group 20">
            <a:extLst>
              <a:ext uri="{FF2B5EF4-FFF2-40B4-BE49-F238E27FC236}">
                <a16:creationId xmlns:a16="http://schemas.microsoft.com/office/drawing/2014/main" id="{C512461B-3875-66DE-1230-0E2ECF429ACC}"/>
              </a:ext>
            </a:extLst>
          </p:cNvPr>
          <p:cNvGrpSpPr/>
          <p:nvPr/>
        </p:nvGrpSpPr>
        <p:grpSpPr>
          <a:xfrm>
            <a:off x="1995720" y="3383160"/>
            <a:ext cx="1541160" cy="2096280"/>
            <a:chOff x="1995720" y="3383160"/>
            <a:chExt cx="1541160" cy="2096280"/>
          </a:xfrm>
        </p:grpSpPr>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0C86289F-3A88-40DA-C694-0A56D9ABEA11}"/>
                    </a:ext>
                  </a:extLst>
                </p14:cNvPr>
                <p14:cNvContentPartPr/>
                <p14:nvPr/>
              </p14:nvContentPartPr>
              <p14:xfrm>
                <a:off x="3061320" y="5150760"/>
                <a:ext cx="475560" cy="328680"/>
              </p14:xfrm>
            </p:contentPart>
          </mc:Choice>
          <mc:Fallback xmlns="">
            <p:pic>
              <p:nvPicPr>
                <p:cNvPr id="18" name="Ink 17">
                  <a:extLst>
                    <a:ext uri="{FF2B5EF4-FFF2-40B4-BE49-F238E27FC236}">
                      <a16:creationId xmlns:a16="http://schemas.microsoft.com/office/drawing/2014/main" id="{0C86289F-3A88-40DA-C694-0A56D9ABEA11}"/>
                    </a:ext>
                  </a:extLst>
                </p:cNvPr>
                <p:cNvPicPr/>
                <p:nvPr/>
              </p:nvPicPr>
              <p:blipFill>
                <a:blip r:embed="rId19"/>
                <a:stretch>
                  <a:fillRect/>
                </a:stretch>
              </p:blipFill>
              <p:spPr>
                <a:xfrm>
                  <a:off x="3052320" y="5142120"/>
                  <a:ext cx="49320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4EE7C435-8E6F-519D-CB85-DB117BB03739}"/>
                    </a:ext>
                  </a:extLst>
                </p14:cNvPr>
                <p14:cNvContentPartPr/>
                <p14:nvPr/>
              </p14:nvContentPartPr>
              <p14:xfrm>
                <a:off x="1995720" y="3456600"/>
                <a:ext cx="1052280" cy="1856880"/>
              </p14:xfrm>
            </p:contentPart>
          </mc:Choice>
          <mc:Fallback xmlns="">
            <p:pic>
              <p:nvPicPr>
                <p:cNvPr id="19" name="Ink 18">
                  <a:extLst>
                    <a:ext uri="{FF2B5EF4-FFF2-40B4-BE49-F238E27FC236}">
                      <a16:creationId xmlns:a16="http://schemas.microsoft.com/office/drawing/2014/main" id="{4EE7C435-8E6F-519D-CB85-DB117BB03739}"/>
                    </a:ext>
                  </a:extLst>
                </p:cNvPr>
                <p:cNvPicPr/>
                <p:nvPr/>
              </p:nvPicPr>
              <p:blipFill>
                <a:blip r:embed="rId21"/>
                <a:stretch>
                  <a:fillRect/>
                </a:stretch>
              </p:blipFill>
              <p:spPr>
                <a:xfrm>
                  <a:off x="1987080" y="3447600"/>
                  <a:ext cx="1069920" cy="1874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A1D76102-0EC9-9C1C-43BC-252ECA54A402}"/>
                    </a:ext>
                  </a:extLst>
                </p14:cNvPr>
                <p14:cNvContentPartPr/>
                <p14:nvPr/>
              </p14:nvContentPartPr>
              <p14:xfrm>
                <a:off x="2323680" y="3383160"/>
                <a:ext cx="200880" cy="276480"/>
              </p14:xfrm>
            </p:contentPart>
          </mc:Choice>
          <mc:Fallback xmlns="">
            <p:pic>
              <p:nvPicPr>
                <p:cNvPr id="20" name="Ink 19">
                  <a:extLst>
                    <a:ext uri="{FF2B5EF4-FFF2-40B4-BE49-F238E27FC236}">
                      <a16:creationId xmlns:a16="http://schemas.microsoft.com/office/drawing/2014/main" id="{A1D76102-0EC9-9C1C-43BC-252ECA54A402}"/>
                    </a:ext>
                  </a:extLst>
                </p:cNvPr>
                <p:cNvPicPr/>
                <p:nvPr/>
              </p:nvPicPr>
              <p:blipFill>
                <a:blip r:embed="rId23"/>
                <a:stretch>
                  <a:fillRect/>
                </a:stretch>
              </p:blipFill>
              <p:spPr>
                <a:xfrm>
                  <a:off x="2315040" y="3374520"/>
                  <a:ext cx="218520" cy="294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D04AB7D1-0B06-A699-A79D-130908CE748B}"/>
                  </a:ext>
                </a:extLst>
              </p14:cNvPr>
              <p14:cNvContentPartPr/>
              <p14:nvPr/>
            </p14:nvContentPartPr>
            <p14:xfrm>
              <a:off x="10865760" y="2491440"/>
              <a:ext cx="360" cy="360"/>
            </p14:xfrm>
          </p:contentPart>
        </mc:Choice>
        <mc:Fallback xmlns="">
          <p:pic>
            <p:nvPicPr>
              <p:cNvPr id="22" name="Ink 21">
                <a:extLst>
                  <a:ext uri="{FF2B5EF4-FFF2-40B4-BE49-F238E27FC236}">
                    <a16:creationId xmlns:a16="http://schemas.microsoft.com/office/drawing/2014/main" id="{D04AB7D1-0B06-A699-A79D-130908CE748B}"/>
                  </a:ext>
                </a:extLst>
              </p:cNvPr>
              <p:cNvPicPr/>
              <p:nvPr/>
            </p:nvPicPr>
            <p:blipFill>
              <a:blip r:embed="rId25"/>
              <a:stretch>
                <a:fillRect/>
              </a:stretch>
            </p:blipFill>
            <p:spPr>
              <a:xfrm>
                <a:off x="10857120" y="2482800"/>
                <a:ext cx="18000" cy="18000"/>
              </a:xfrm>
              <a:prstGeom prst="rect">
                <a:avLst/>
              </a:prstGeom>
            </p:spPr>
          </p:pic>
        </mc:Fallback>
      </mc:AlternateContent>
      <p:graphicFrame>
        <p:nvGraphicFramePr>
          <p:cNvPr id="25" name="Table 24">
            <a:extLst>
              <a:ext uri="{FF2B5EF4-FFF2-40B4-BE49-F238E27FC236}">
                <a16:creationId xmlns:a16="http://schemas.microsoft.com/office/drawing/2014/main" id="{C5DB668F-8FFA-3FCD-59B5-9FBFADB8D03D}"/>
              </a:ext>
            </a:extLst>
          </p:cNvPr>
          <p:cNvGraphicFramePr>
            <a:graphicFrameLocks noGrp="1"/>
          </p:cNvGraphicFramePr>
          <p:nvPr>
            <p:extLst>
              <p:ext uri="{D42A27DB-BD31-4B8C-83A1-F6EECF244321}">
                <p14:modId xmlns:p14="http://schemas.microsoft.com/office/powerpoint/2010/main" val="2015764474"/>
              </p:ext>
            </p:extLst>
          </p:nvPr>
        </p:nvGraphicFramePr>
        <p:xfrm>
          <a:off x="1558272" y="136226"/>
          <a:ext cx="3257550" cy="741680"/>
        </p:xfrm>
        <a:graphic>
          <a:graphicData uri="http://schemas.openxmlformats.org/drawingml/2006/table">
            <a:tbl>
              <a:tblPr firstRow="1" bandRow="1">
                <a:tableStyleId>{16D9F66E-5EB9-4882-86FB-DCBF35E3C3E4}</a:tableStyleId>
              </a:tblPr>
              <a:tblGrid>
                <a:gridCol w="1628775">
                  <a:extLst>
                    <a:ext uri="{9D8B030D-6E8A-4147-A177-3AD203B41FA5}">
                      <a16:colId xmlns:a16="http://schemas.microsoft.com/office/drawing/2014/main" val="726453353"/>
                    </a:ext>
                  </a:extLst>
                </a:gridCol>
                <a:gridCol w="1628775">
                  <a:extLst>
                    <a:ext uri="{9D8B030D-6E8A-4147-A177-3AD203B41FA5}">
                      <a16:colId xmlns:a16="http://schemas.microsoft.com/office/drawing/2014/main" val="3801172636"/>
                    </a:ext>
                  </a:extLst>
                </a:gridCol>
              </a:tblGrid>
              <a:tr h="370840">
                <a:tc>
                  <a:txBody>
                    <a:bodyPr/>
                    <a:lstStyle/>
                    <a:p>
                      <a:r>
                        <a:rPr lang="en-GB" dirty="0"/>
                        <a:t>Gateway IP</a:t>
                      </a:r>
                      <a:endParaRPr lang="en-US" dirty="0"/>
                    </a:p>
                  </a:txBody>
                  <a:tcPr/>
                </a:tc>
                <a:tc>
                  <a:txBody>
                    <a:bodyPr/>
                    <a:lstStyle/>
                    <a:p>
                      <a:r>
                        <a:rPr lang="en-GB" dirty="0"/>
                        <a:t>Gateway Mac</a:t>
                      </a:r>
                      <a:endParaRPr lang="en-US" dirty="0"/>
                    </a:p>
                  </a:txBody>
                  <a:tcPr>
                    <a:solidFill>
                      <a:schemeClr val="accent6">
                        <a:lumMod val="20000"/>
                        <a:lumOff val="80000"/>
                      </a:schemeClr>
                    </a:solidFill>
                  </a:tcPr>
                </a:tc>
                <a:extLst>
                  <a:ext uri="{0D108BD9-81ED-4DB2-BD59-A6C34878D82A}">
                    <a16:rowId xmlns:a16="http://schemas.microsoft.com/office/drawing/2014/main" val="1899380949"/>
                  </a:ext>
                </a:extLst>
              </a:tr>
              <a:tr h="370840">
                <a:tc>
                  <a:txBody>
                    <a:bodyPr/>
                    <a:lstStyle/>
                    <a:p>
                      <a:r>
                        <a:rPr lang="en-GB" b="1" dirty="0"/>
                        <a:t>Victim IP</a:t>
                      </a:r>
                      <a:endParaRPr lang="en-US" b="1" dirty="0"/>
                    </a:p>
                  </a:txBody>
                  <a:tcPr/>
                </a:tc>
                <a:tc>
                  <a:txBody>
                    <a:bodyPr/>
                    <a:lstStyle/>
                    <a:p>
                      <a:r>
                        <a:rPr lang="en-GB" b="1" dirty="0"/>
                        <a:t>Victim Mac</a:t>
                      </a:r>
                      <a:endParaRPr lang="en-US" b="1" dirty="0"/>
                    </a:p>
                  </a:txBody>
                  <a:tcPr>
                    <a:solidFill>
                      <a:schemeClr val="accent6">
                        <a:lumMod val="20000"/>
                        <a:lumOff val="80000"/>
                      </a:schemeClr>
                    </a:solidFill>
                  </a:tcPr>
                </a:tc>
                <a:extLst>
                  <a:ext uri="{0D108BD9-81ED-4DB2-BD59-A6C34878D82A}">
                    <a16:rowId xmlns:a16="http://schemas.microsoft.com/office/drawing/2014/main" val="2216125845"/>
                  </a:ext>
                </a:extLst>
              </a:tr>
            </a:tbl>
          </a:graphicData>
        </a:graphic>
      </p:graphicFrame>
      <p:sp>
        <p:nvSpPr>
          <p:cNvPr id="26" name="Arrow: Left-Right 25">
            <a:extLst>
              <a:ext uri="{FF2B5EF4-FFF2-40B4-BE49-F238E27FC236}">
                <a16:creationId xmlns:a16="http://schemas.microsoft.com/office/drawing/2014/main" id="{C0E5EA6A-E429-FE4B-B876-C3EF26EAF17F}"/>
              </a:ext>
            </a:extLst>
          </p:cNvPr>
          <p:cNvSpPr/>
          <p:nvPr/>
        </p:nvSpPr>
        <p:spPr>
          <a:xfrm rot="5400000">
            <a:off x="2583914" y="2469861"/>
            <a:ext cx="801278" cy="2164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A0AA3CF-0523-7224-69F8-8A543E4E8A17}"/>
              </a:ext>
            </a:extLst>
          </p:cNvPr>
          <p:cNvSpPr txBox="1"/>
          <p:nvPr/>
        </p:nvSpPr>
        <p:spPr>
          <a:xfrm>
            <a:off x="6096000" y="626568"/>
            <a:ext cx="1922706" cy="369332"/>
          </a:xfrm>
          <a:prstGeom prst="rect">
            <a:avLst/>
          </a:prstGeom>
          <a:noFill/>
        </p:spPr>
        <p:txBody>
          <a:bodyPr wrap="none" rtlCol="0">
            <a:spAutoFit/>
          </a:bodyPr>
          <a:lstStyle/>
          <a:p>
            <a:r>
              <a:rPr lang="en-GB" dirty="0"/>
              <a:t>Sample ARP tables</a:t>
            </a:r>
            <a:endParaRPr lang="en-US" dirty="0"/>
          </a:p>
        </p:txBody>
      </p:sp>
    </p:spTree>
    <p:extLst>
      <p:ext uri="{BB962C8B-B14F-4D97-AF65-F5344CB8AC3E}">
        <p14:creationId xmlns:p14="http://schemas.microsoft.com/office/powerpoint/2010/main" val="2144361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8DFE17-0084-182B-DFE9-0C9843B0530C}"/>
              </a:ext>
            </a:extLst>
          </p:cNvPr>
          <p:cNvPicPr>
            <a:picLocks noChangeAspect="1"/>
          </p:cNvPicPr>
          <p:nvPr/>
        </p:nvPicPr>
        <p:blipFill>
          <a:blip r:embed="rId3"/>
          <a:stretch>
            <a:fillRect/>
          </a:stretch>
        </p:blipFill>
        <p:spPr>
          <a:xfrm>
            <a:off x="681521" y="1603852"/>
            <a:ext cx="10828958" cy="3650296"/>
          </a:xfrm>
          <a:prstGeom prst="rect">
            <a:avLst/>
          </a:prstGeom>
        </p:spPr>
      </p:pic>
      <p:sp>
        <p:nvSpPr>
          <p:cNvPr id="4" name="TextBox 3">
            <a:extLst>
              <a:ext uri="{FF2B5EF4-FFF2-40B4-BE49-F238E27FC236}">
                <a16:creationId xmlns:a16="http://schemas.microsoft.com/office/drawing/2014/main" id="{44B20AC9-3C4A-0FC5-6FC3-72FA9A12C843}"/>
              </a:ext>
            </a:extLst>
          </p:cNvPr>
          <p:cNvSpPr txBox="1"/>
          <p:nvPr/>
        </p:nvSpPr>
        <p:spPr>
          <a:xfrm>
            <a:off x="681521" y="1234520"/>
            <a:ext cx="3635804" cy="369332"/>
          </a:xfrm>
          <a:prstGeom prst="rect">
            <a:avLst/>
          </a:prstGeom>
          <a:solidFill>
            <a:schemeClr val="accent4"/>
          </a:solidFill>
        </p:spPr>
        <p:txBody>
          <a:bodyPr wrap="none" rtlCol="0">
            <a:spAutoFit/>
          </a:bodyPr>
          <a:lstStyle/>
          <a:p>
            <a:r>
              <a:rPr lang="en-GB" dirty="0"/>
              <a:t>Delete an ARP entry in Kali ARP table</a:t>
            </a:r>
            <a:endParaRPr lang="en-US" dirty="0"/>
          </a:p>
        </p:txBody>
      </p:sp>
    </p:spTree>
    <p:extLst>
      <p:ext uri="{BB962C8B-B14F-4D97-AF65-F5344CB8AC3E}">
        <p14:creationId xmlns:p14="http://schemas.microsoft.com/office/powerpoint/2010/main" val="319187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C7A67-0133-28DA-1CFE-96DD939849A3}"/>
              </a:ext>
            </a:extLst>
          </p:cNvPr>
          <p:cNvSpPr>
            <a:spLocks noGrp="1"/>
          </p:cNvSpPr>
          <p:nvPr>
            <p:ph type="title"/>
          </p:nvPr>
        </p:nvSpPr>
        <p:spPr/>
        <p:txBody>
          <a:bodyPr/>
          <a:lstStyle/>
          <a:p>
            <a:r>
              <a:rPr lang="en-US" dirty="0"/>
              <a:t>Capture ARP traffic</a:t>
            </a:r>
          </a:p>
        </p:txBody>
      </p:sp>
      <p:sp>
        <p:nvSpPr>
          <p:cNvPr id="3" name="Text Placeholder 2">
            <a:extLst>
              <a:ext uri="{FF2B5EF4-FFF2-40B4-BE49-F238E27FC236}">
                <a16:creationId xmlns:a16="http://schemas.microsoft.com/office/drawing/2014/main" id="{2FF92B21-D627-C5D7-EFD3-3F0FF994C34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20562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568BD5-AB1C-9CBC-6A8A-7F9AC3CCD361}"/>
              </a:ext>
            </a:extLst>
          </p:cNvPr>
          <p:cNvPicPr>
            <a:picLocks noChangeAspect="1"/>
          </p:cNvPicPr>
          <p:nvPr/>
        </p:nvPicPr>
        <p:blipFill>
          <a:blip r:embed="rId2"/>
          <a:stretch>
            <a:fillRect/>
          </a:stretch>
        </p:blipFill>
        <p:spPr>
          <a:xfrm>
            <a:off x="1733237" y="1847667"/>
            <a:ext cx="7216765" cy="4214225"/>
          </a:xfrm>
          <a:prstGeom prst="rect">
            <a:avLst/>
          </a:prstGeom>
        </p:spPr>
      </p:pic>
      <p:sp>
        <p:nvSpPr>
          <p:cNvPr id="2" name="TextBox 1">
            <a:extLst>
              <a:ext uri="{FF2B5EF4-FFF2-40B4-BE49-F238E27FC236}">
                <a16:creationId xmlns:a16="http://schemas.microsoft.com/office/drawing/2014/main" id="{A7487844-EB60-52B3-6A67-84D2ECEB686B}"/>
              </a:ext>
            </a:extLst>
          </p:cNvPr>
          <p:cNvSpPr txBox="1"/>
          <p:nvPr/>
        </p:nvSpPr>
        <p:spPr>
          <a:xfrm>
            <a:off x="1733237" y="1478335"/>
            <a:ext cx="3652347" cy="369332"/>
          </a:xfrm>
          <a:prstGeom prst="rect">
            <a:avLst/>
          </a:prstGeom>
          <a:solidFill>
            <a:schemeClr val="accent4"/>
          </a:solidFill>
        </p:spPr>
        <p:txBody>
          <a:bodyPr wrap="none" rtlCol="0">
            <a:spAutoFit/>
          </a:bodyPr>
          <a:lstStyle/>
          <a:p>
            <a:r>
              <a:rPr lang="en-GB" dirty="0"/>
              <a:t>Check network interface using </a:t>
            </a:r>
            <a:r>
              <a:rPr lang="en-GB" dirty="0" err="1"/>
              <a:t>tshark</a:t>
            </a:r>
            <a:endParaRPr lang="en-US" dirty="0"/>
          </a:p>
        </p:txBody>
      </p:sp>
      <p:sp>
        <p:nvSpPr>
          <p:cNvPr id="4" name="TextBox 3">
            <a:extLst>
              <a:ext uri="{FF2B5EF4-FFF2-40B4-BE49-F238E27FC236}">
                <a16:creationId xmlns:a16="http://schemas.microsoft.com/office/drawing/2014/main" id="{0AEEDEB7-E520-3D47-1BED-2D11C8B7A6C1}"/>
              </a:ext>
            </a:extLst>
          </p:cNvPr>
          <p:cNvSpPr txBox="1"/>
          <p:nvPr/>
        </p:nvSpPr>
        <p:spPr>
          <a:xfrm>
            <a:off x="4587240" y="2613660"/>
            <a:ext cx="1736309" cy="369332"/>
          </a:xfrm>
          <a:prstGeom prst="rect">
            <a:avLst/>
          </a:prstGeom>
          <a:solidFill>
            <a:schemeClr val="accent4">
              <a:lumMod val="20000"/>
              <a:lumOff val="80000"/>
            </a:schemeClr>
          </a:solidFill>
        </p:spPr>
        <p:txBody>
          <a:bodyPr wrap="none" rtlCol="0">
            <a:spAutoFit/>
          </a:bodyPr>
          <a:lstStyle/>
          <a:p>
            <a:r>
              <a:rPr lang="en-US" dirty="0"/>
              <a:t>We will use </a:t>
            </a:r>
            <a:r>
              <a:rPr lang="en-US" b="1" dirty="0"/>
              <a:t>eth0</a:t>
            </a:r>
          </a:p>
        </p:txBody>
      </p:sp>
      <p:cxnSp>
        <p:nvCxnSpPr>
          <p:cNvPr id="6" name="Straight Arrow Connector 5">
            <a:extLst>
              <a:ext uri="{FF2B5EF4-FFF2-40B4-BE49-F238E27FC236}">
                <a16:creationId xmlns:a16="http://schemas.microsoft.com/office/drawing/2014/main" id="{0147AB37-90A4-7339-C185-10FCE24F4E84}"/>
              </a:ext>
            </a:extLst>
          </p:cNvPr>
          <p:cNvCxnSpPr/>
          <p:nvPr/>
        </p:nvCxnSpPr>
        <p:spPr>
          <a:xfrm flipH="1" flipV="1">
            <a:off x="2598420" y="2529840"/>
            <a:ext cx="1927860" cy="266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096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86BB31D-DF7B-7176-F4CA-CCA71222B390}"/>
              </a:ext>
            </a:extLst>
          </p:cNvPr>
          <p:cNvPicPr>
            <a:picLocks noChangeAspect="1"/>
          </p:cNvPicPr>
          <p:nvPr/>
        </p:nvPicPr>
        <p:blipFill>
          <a:blip r:embed="rId2"/>
          <a:stretch>
            <a:fillRect/>
          </a:stretch>
        </p:blipFill>
        <p:spPr>
          <a:xfrm>
            <a:off x="1618862" y="788441"/>
            <a:ext cx="8954276" cy="5281118"/>
          </a:xfrm>
          <a:prstGeom prst="rect">
            <a:avLst/>
          </a:prstGeom>
        </p:spPr>
      </p:pic>
    </p:spTree>
    <p:extLst>
      <p:ext uri="{BB962C8B-B14F-4D97-AF65-F5344CB8AC3E}">
        <p14:creationId xmlns:p14="http://schemas.microsoft.com/office/powerpoint/2010/main" val="2168629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9341E0-72A5-9EE3-661A-80FA4F8364F4}"/>
              </a:ext>
            </a:extLst>
          </p:cNvPr>
          <p:cNvPicPr>
            <a:picLocks noChangeAspect="1"/>
          </p:cNvPicPr>
          <p:nvPr/>
        </p:nvPicPr>
        <p:blipFill>
          <a:blip r:embed="rId2"/>
          <a:stretch>
            <a:fillRect/>
          </a:stretch>
        </p:blipFill>
        <p:spPr>
          <a:xfrm>
            <a:off x="1588379" y="940854"/>
            <a:ext cx="9015241" cy="4976291"/>
          </a:xfrm>
          <a:prstGeom prst="rect">
            <a:avLst/>
          </a:prstGeom>
        </p:spPr>
      </p:pic>
      <p:sp>
        <p:nvSpPr>
          <p:cNvPr id="6" name="TextBox 5">
            <a:extLst>
              <a:ext uri="{FF2B5EF4-FFF2-40B4-BE49-F238E27FC236}">
                <a16:creationId xmlns:a16="http://schemas.microsoft.com/office/drawing/2014/main" id="{E978B2AD-1C3B-8611-9114-BE583DE9D677}"/>
              </a:ext>
            </a:extLst>
          </p:cNvPr>
          <p:cNvSpPr txBox="1"/>
          <p:nvPr/>
        </p:nvSpPr>
        <p:spPr>
          <a:xfrm>
            <a:off x="1588379" y="571522"/>
            <a:ext cx="2195345" cy="369332"/>
          </a:xfrm>
          <a:prstGeom prst="rect">
            <a:avLst/>
          </a:prstGeom>
          <a:solidFill>
            <a:schemeClr val="accent4"/>
          </a:solidFill>
        </p:spPr>
        <p:txBody>
          <a:bodyPr wrap="none" rtlCol="0">
            <a:spAutoFit/>
          </a:bodyPr>
          <a:lstStyle/>
          <a:p>
            <a:r>
              <a:rPr lang="en-GB" dirty="0"/>
              <a:t>ARP request message</a:t>
            </a:r>
            <a:endParaRPr lang="en-US" sz="1400" b="1" dirty="0">
              <a:latin typeface="OCRB" panose="020B0609020202020204" pitchFamily="49" charset="0"/>
            </a:endParaRPr>
          </a:p>
        </p:txBody>
      </p:sp>
      <p:sp>
        <p:nvSpPr>
          <p:cNvPr id="2" name="TextBox 1">
            <a:extLst>
              <a:ext uri="{FF2B5EF4-FFF2-40B4-BE49-F238E27FC236}">
                <a16:creationId xmlns:a16="http://schemas.microsoft.com/office/drawing/2014/main" id="{1E9371C3-9735-806D-14BE-06737D37ED1C}"/>
              </a:ext>
            </a:extLst>
          </p:cNvPr>
          <p:cNvSpPr txBox="1"/>
          <p:nvPr/>
        </p:nvSpPr>
        <p:spPr>
          <a:xfrm>
            <a:off x="3070860" y="6161455"/>
            <a:ext cx="7502278" cy="523220"/>
          </a:xfrm>
          <a:prstGeom prst="rect">
            <a:avLst/>
          </a:prstGeom>
          <a:noFill/>
        </p:spPr>
        <p:txBody>
          <a:bodyPr wrap="square">
            <a:spAutoFit/>
          </a:bodyPr>
          <a:lstStyle/>
          <a:p>
            <a:r>
              <a:rPr lang="en-US" sz="1400" dirty="0" err="1">
                <a:latin typeface="OCRB" panose="020B0609020202020204" pitchFamily="49" charset="0"/>
              </a:rPr>
              <a:t>wget</a:t>
            </a:r>
            <a:r>
              <a:rPr lang="en-US" sz="1400" dirty="0">
                <a:latin typeface="OCRB" panose="020B0609020202020204" pitchFamily="49" charset="0"/>
              </a:rPr>
              <a:t> https:/raw.githubusercontent.com/frankwxu/digital-forensics-lab/main/</a:t>
            </a:r>
            <a:r>
              <a:rPr lang="en-US" sz="1400" dirty="0" err="1">
                <a:latin typeface="OCRB" panose="020B0609020202020204" pitchFamily="49" charset="0"/>
              </a:rPr>
              <a:t>Networking_Forensics</a:t>
            </a:r>
            <a:r>
              <a:rPr lang="en-US" sz="1400" dirty="0">
                <a:latin typeface="OCRB" panose="020B0609020202020204" pitchFamily="49" charset="0"/>
              </a:rPr>
              <a:t>/</a:t>
            </a:r>
            <a:r>
              <a:rPr lang="en-US" sz="1400" dirty="0" err="1">
                <a:latin typeface="OCRB" panose="020B0609020202020204" pitchFamily="49" charset="0"/>
              </a:rPr>
              <a:t>lab_files</a:t>
            </a:r>
            <a:r>
              <a:rPr lang="en-US" sz="1400" dirty="0">
                <a:latin typeface="OCRB" panose="020B0609020202020204" pitchFamily="49" charset="0"/>
              </a:rPr>
              <a:t>/</a:t>
            </a:r>
            <a:r>
              <a:rPr lang="en-US" sz="1400" dirty="0" err="1">
                <a:latin typeface="OCRB" panose="020B0609020202020204" pitchFamily="49" charset="0"/>
              </a:rPr>
              <a:t>ARP_spoofing</a:t>
            </a:r>
            <a:r>
              <a:rPr lang="en-US" sz="1400" dirty="0">
                <a:latin typeface="OCRB" panose="020B0609020202020204" pitchFamily="49" charset="0"/>
              </a:rPr>
              <a:t>/</a:t>
            </a:r>
            <a:r>
              <a:rPr lang="en-US" sz="1400" dirty="0" err="1">
                <a:latin typeface="OCRB" panose="020B0609020202020204" pitchFamily="49" charset="0"/>
              </a:rPr>
              <a:t>arp.pcap</a:t>
            </a:r>
            <a:endParaRPr lang="en-US" sz="1400" dirty="0">
              <a:latin typeface="OCRB" panose="020B0609020202020204" pitchFamily="49" charset="0"/>
            </a:endParaRPr>
          </a:p>
        </p:txBody>
      </p:sp>
      <p:pic>
        <p:nvPicPr>
          <p:cNvPr id="3" name="Picture 2" descr="Image result for download icon">
            <a:extLst>
              <a:ext uri="{FF2B5EF4-FFF2-40B4-BE49-F238E27FC236}">
                <a16:creationId xmlns:a16="http://schemas.microsoft.com/office/drawing/2014/main" id="{005865C8-A970-8EF1-59AB-F8B7780986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6020" y="6167468"/>
            <a:ext cx="517207" cy="5172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E4F2DB5-8783-D131-6F22-6650E8CC9B97}"/>
              </a:ext>
            </a:extLst>
          </p:cNvPr>
          <p:cNvSpPr txBox="1"/>
          <p:nvPr/>
        </p:nvSpPr>
        <p:spPr>
          <a:xfrm>
            <a:off x="8256658" y="602299"/>
            <a:ext cx="2316480" cy="307777"/>
          </a:xfrm>
          <a:prstGeom prst="rect">
            <a:avLst/>
          </a:prstGeom>
          <a:solidFill>
            <a:schemeClr val="accent4">
              <a:lumMod val="20000"/>
              <a:lumOff val="80000"/>
            </a:schemeClr>
          </a:solidFill>
        </p:spPr>
        <p:txBody>
          <a:bodyPr wrap="square">
            <a:spAutoFit/>
          </a:bodyPr>
          <a:lstStyle/>
          <a:p>
            <a:r>
              <a:rPr lang="en-US" sz="1400" dirty="0" err="1">
                <a:latin typeface="OCRB" panose="020B0609020202020204" pitchFamily="49" charset="0"/>
              </a:rPr>
              <a:t>wireshark</a:t>
            </a:r>
            <a:r>
              <a:rPr lang="en-US" sz="1400" dirty="0">
                <a:latin typeface="OCRB" panose="020B0609020202020204" pitchFamily="49" charset="0"/>
              </a:rPr>
              <a:t> </a:t>
            </a:r>
            <a:r>
              <a:rPr lang="en-US" sz="1400" dirty="0" err="1">
                <a:latin typeface="OCRB" panose="020B0609020202020204" pitchFamily="49" charset="0"/>
              </a:rPr>
              <a:t>arp.pcap</a:t>
            </a:r>
            <a:endParaRPr lang="en-US" sz="1400" dirty="0">
              <a:latin typeface="OCRB" panose="020B0609020202020204" pitchFamily="49" charset="0"/>
            </a:endParaRPr>
          </a:p>
        </p:txBody>
      </p:sp>
      <p:grpSp>
        <p:nvGrpSpPr>
          <p:cNvPr id="11" name="Group 10">
            <a:extLst>
              <a:ext uri="{FF2B5EF4-FFF2-40B4-BE49-F238E27FC236}">
                <a16:creationId xmlns:a16="http://schemas.microsoft.com/office/drawing/2014/main" id="{17048F99-CCBF-7081-3040-EE8478647D52}"/>
              </a:ext>
            </a:extLst>
          </p:cNvPr>
          <p:cNvGrpSpPr/>
          <p:nvPr/>
        </p:nvGrpSpPr>
        <p:grpSpPr>
          <a:xfrm>
            <a:off x="273600" y="746520"/>
            <a:ext cx="1660680" cy="4633560"/>
            <a:chOff x="273600" y="746520"/>
            <a:chExt cx="1660680" cy="4633560"/>
          </a:xfrm>
        </p:grpSpPr>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0C9E1DBC-B5B1-35D3-09AD-E2AA39AA174F}"/>
                    </a:ext>
                  </a:extLst>
                </p14:cNvPr>
                <p14:cNvContentPartPr/>
                <p14:nvPr/>
              </p14:nvContentPartPr>
              <p14:xfrm>
                <a:off x="273600" y="746520"/>
                <a:ext cx="1652760" cy="4633560"/>
              </p14:xfrm>
            </p:contentPart>
          </mc:Choice>
          <mc:Fallback xmlns="">
            <p:pic>
              <p:nvPicPr>
                <p:cNvPr id="8" name="Ink 7">
                  <a:extLst>
                    <a:ext uri="{FF2B5EF4-FFF2-40B4-BE49-F238E27FC236}">
                      <a16:creationId xmlns:a16="http://schemas.microsoft.com/office/drawing/2014/main" id="{0C9E1DBC-B5B1-35D3-09AD-E2AA39AA174F}"/>
                    </a:ext>
                  </a:extLst>
                </p:cNvPr>
                <p:cNvPicPr/>
                <p:nvPr/>
              </p:nvPicPr>
              <p:blipFill>
                <a:blip r:embed="rId5"/>
                <a:stretch>
                  <a:fillRect/>
                </a:stretch>
              </p:blipFill>
              <p:spPr>
                <a:xfrm>
                  <a:off x="264600" y="737880"/>
                  <a:ext cx="1670400" cy="4651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1D6E587D-FCB7-06E3-DF83-DBC0E21F4AEE}"/>
                    </a:ext>
                  </a:extLst>
                </p14:cNvPr>
                <p14:cNvContentPartPr/>
                <p14:nvPr/>
              </p14:nvContentPartPr>
              <p14:xfrm>
                <a:off x="1828440" y="5143200"/>
                <a:ext cx="105840" cy="202320"/>
              </p14:xfrm>
            </p:contentPart>
          </mc:Choice>
          <mc:Fallback xmlns="">
            <p:pic>
              <p:nvPicPr>
                <p:cNvPr id="9" name="Ink 8">
                  <a:extLst>
                    <a:ext uri="{FF2B5EF4-FFF2-40B4-BE49-F238E27FC236}">
                      <a16:creationId xmlns:a16="http://schemas.microsoft.com/office/drawing/2014/main" id="{1D6E587D-FCB7-06E3-DF83-DBC0E21F4AEE}"/>
                    </a:ext>
                  </a:extLst>
                </p:cNvPr>
                <p:cNvPicPr/>
                <p:nvPr/>
              </p:nvPicPr>
              <p:blipFill>
                <a:blip r:embed="rId7"/>
                <a:stretch>
                  <a:fillRect/>
                </a:stretch>
              </p:blipFill>
              <p:spPr>
                <a:xfrm>
                  <a:off x="1819440" y="5134560"/>
                  <a:ext cx="12348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73854D4A-CFAE-99D8-5105-D8AA819FEFC5}"/>
                    </a:ext>
                  </a:extLst>
                </p14:cNvPr>
                <p14:cNvContentPartPr/>
                <p14:nvPr/>
              </p14:nvContentPartPr>
              <p14:xfrm>
                <a:off x="1908000" y="5204040"/>
                <a:ext cx="20520" cy="155520"/>
              </p14:xfrm>
            </p:contentPart>
          </mc:Choice>
          <mc:Fallback xmlns="">
            <p:pic>
              <p:nvPicPr>
                <p:cNvPr id="10" name="Ink 9">
                  <a:extLst>
                    <a:ext uri="{FF2B5EF4-FFF2-40B4-BE49-F238E27FC236}">
                      <a16:creationId xmlns:a16="http://schemas.microsoft.com/office/drawing/2014/main" id="{73854D4A-CFAE-99D8-5105-D8AA819FEFC5}"/>
                    </a:ext>
                  </a:extLst>
                </p:cNvPr>
                <p:cNvPicPr/>
                <p:nvPr/>
              </p:nvPicPr>
              <p:blipFill>
                <a:blip r:embed="rId9"/>
                <a:stretch>
                  <a:fillRect/>
                </a:stretch>
              </p:blipFill>
              <p:spPr>
                <a:xfrm>
                  <a:off x="1899000" y="5195400"/>
                  <a:ext cx="38160" cy="173160"/>
                </a:xfrm>
                <a:prstGeom prst="rect">
                  <a:avLst/>
                </a:prstGeom>
              </p:spPr>
            </p:pic>
          </mc:Fallback>
        </mc:AlternateContent>
      </p:grpSp>
    </p:spTree>
    <p:extLst>
      <p:ext uri="{BB962C8B-B14F-4D97-AF65-F5344CB8AC3E}">
        <p14:creationId xmlns:p14="http://schemas.microsoft.com/office/powerpoint/2010/main" val="1857092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C66045-C9F3-84FD-1770-0893D989D703}"/>
              </a:ext>
            </a:extLst>
          </p:cNvPr>
          <p:cNvPicPr>
            <a:picLocks noChangeAspect="1"/>
          </p:cNvPicPr>
          <p:nvPr/>
        </p:nvPicPr>
        <p:blipFill>
          <a:blip r:embed="rId2"/>
          <a:stretch>
            <a:fillRect/>
          </a:stretch>
        </p:blipFill>
        <p:spPr>
          <a:xfrm>
            <a:off x="1565517" y="818924"/>
            <a:ext cx="9060965" cy="5220152"/>
          </a:xfrm>
          <a:prstGeom prst="rect">
            <a:avLst/>
          </a:prstGeom>
        </p:spPr>
      </p:pic>
      <p:sp>
        <p:nvSpPr>
          <p:cNvPr id="4" name="TextBox 3">
            <a:extLst>
              <a:ext uri="{FF2B5EF4-FFF2-40B4-BE49-F238E27FC236}">
                <a16:creationId xmlns:a16="http://schemas.microsoft.com/office/drawing/2014/main" id="{77667F20-FC34-5210-42F7-EF10878ACF7A}"/>
              </a:ext>
            </a:extLst>
          </p:cNvPr>
          <p:cNvSpPr txBox="1"/>
          <p:nvPr/>
        </p:nvSpPr>
        <p:spPr>
          <a:xfrm>
            <a:off x="1565517" y="449592"/>
            <a:ext cx="1951047" cy="369332"/>
          </a:xfrm>
          <a:prstGeom prst="rect">
            <a:avLst/>
          </a:prstGeom>
          <a:solidFill>
            <a:schemeClr val="accent4"/>
          </a:solidFill>
        </p:spPr>
        <p:txBody>
          <a:bodyPr wrap="none" rtlCol="0">
            <a:spAutoFit/>
          </a:bodyPr>
          <a:lstStyle/>
          <a:p>
            <a:r>
              <a:rPr lang="en-GB" dirty="0"/>
              <a:t>ARP reply message</a:t>
            </a:r>
            <a:endParaRPr lang="en-US" dirty="0"/>
          </a:p>
        </p:txBody>
      </p:sp>
      <p:grpSp>
        <p:nvGrpSpPr>
          <p:cNvPr id="6" name="Group 5">
            <a:extLst>
              <a:ext uri="{FF2B5EF4-FFF2-40B4-BE49-F238E27FC236}">
                <a16:creationId xmlns:a16="http://schemas.microsoft.com/office/drawing/2014/main" id="{6B19B4D0-7858-5B8C-087B-6ADF4BAB4D6D}"/>
              </a:ext>
            </a:extLst>
          </p:cNvPr>
          <p:cNvGrpSpPr/>
          <p:nvPr/>
        </p:nvGrpSpPr>
        <p:grpSpPr>
          <a:xfrm>
            <a:off x="639000" y="662640"/>
            <a:ext cx="1251000" cy="4625640"/>
            <a:chOff x="639000" y="662640"/>
            <a:chExt cx="1251000" cy="462564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71BC488-EF6C-B8CA-96A2-7F29972AAF99}"/>
                    </a:ext>
                  </a:extLst>
                </p14:cNvPr>
                <p14:cNvContentPartPr/>
                <p14:nvPr/>
              </p14:nvContentPartPr>
              <p14:xfrm>
                <a:off x="639000" y="662640"/>
                <a:ext cx="1185840" cy="4516920"/>
              </p14:xfrm>
            </p:contentPart>
          </mc:Choice>
          <mc:Fallback xmlns="">
            <p:pic>
              <p:nvPicPr>
                <p:cNvPr id="2" name="Ink 1">
                  <a:extLst>
                    <a:ext uri="{FF2B5EF4-FFF2-40B4-BE49-F238E27FC236}">
                      <a16:creationId xmlns:a16="http://schemas.microsoft.com/office/drawing/2014/main" id="{671BC488-EF6C-B8CA-96A2-7F29972AAF99}"/>
                    </a:ext>
                  </a:extLst>
                </p:cNvPr>
                <p:cNvPicPr/>
                <p:nvPr/>
              </p:nvPicPr>
              <p:blipFill>
                <a:blip r:embed="rId4"/>
                <a:stretch>
                  <a:fillRect/>
                </a:stretch>
              </p:blipFill>
              <p:spPr>
                <a:xfrm>
                  <a:off x="630360" y="654000"/>
                  <a:ext cx="1203480" cy="4534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C9B4C0F9-E0EB-5CCD-C370-E24C489382D1}"/>
                    </a:ext>
                  </a:extLst>
                </p14:cNvPr>
                <p14:cNvContentPartPr/>
                <p14:nvPr/>
              </p14:nvContentPartPr>
              <p14:xfrm>
                <a:off x="1707480" y="5029080"/>
                <a:ext cx="182520" cy="259200"/>
              </p14:xfrm>
            </p:contentPart>
          </mc:Choice>
          <mc:Fallback xmlns="">
            <p:pic>
              <p:nvPicPr>
                <p:cNvPr id="5" name="Ink 4">
                  <a:extLst>
                    <a:ext uri="{FF2B5EF4-FFF2-40B4-BE49-F238E27FC236}">
                      <a16:creationId xmlns:a16="http://schemas.microsoft.com/office/drawing/2014/main" id="{C9B4C0F9-E0EB-5CCD-C370-E24C489382D1}"/>
                    </a:ext>
                  </a:extLst>
                </p:cNvPr>
                <p:cNvPicPr/>
                <p:nvPr/>
              </p:nvPicPr>
              <p:blipFill>
                <a:blip r:embed="rId6"/>
                <a:stretch>
                  <a:fillRect/>
                </a:stretch>
              </p:blipFill>
              <p:spPr>
                <a:xfrm>
                  <a:off x="1698480" y="5020440"/>
                  <a:ext cx="200160" cy="276840"/>
                </a:xfrm>
                <a:prstGeom prst="rect">
                  <a:avLst/>
                </a:prstGeom>
              </p:spPr>
            </p:pic>
          </mc:Fallback>
        </mc:AlternateContent>
      </p:grpSp>
    </p:spTree>
    <p:extLst>
      <p:ext uri="{BB962C8B-B14F-4D97-AF65-F5344CB8AC3E}">
        <p14:creationId xmlns:p14="http://schemas.microsoft.com/office/powerpoint/2010/main" val="3896540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D37FCD-D892-0578-BE6D-8C85250A363C}"/>
              </a:ext>
            </a:extLst>
          </p:cNvPr>
          <p:cNvPicPr>
            <a:picLocks noChangeAspect="1"/>
          </p:cNvPicPr>
          <p:nvPr/>
        </p:nvPicPr>
        <p:blipFill rotWithShape="1">
          <a:blip r:embed="rId3"/>
          <a:srcRect t="67087" r="43470"/>
          <a:stretch/>
        </p:blipFill>
        <p:spPr>
          <a:xfrm>
            <a:off x="3223986" y="3944470"/>
            <a:ext cx="6521283" cy="2187388"/>
          </a:xfrm>
          <a:prstGeom prst="rect">
            <a:avLst/>
          </a:prstGeom>
        </p:spPr>
      </p:pic>
      <p:pic>
        <p:nvPicPr>
          <p:cNvPr id="4" name="Picture 3">
            <a:extLst>
              <a:ext uri="{FF2B5EF4-FFF2-40B4-BE49-F238E27FC236}">
                <a16:creationId xmlns:a16="http://schemas.microsoft.com/office/drawing/2014/main" id="{3B03D0AF-EA8E-7E31-4C35-704D45DF700C}"/>
              </a:ext>
            </a:extLst>
          </p:cNvPr>
          <p:cNvPicPr>
            <a:picLocks noChangeAspect="1"/>
          </p:cNvPicPr>
          <p:nvPr/>
        </p:nvPicPr>
        <p:blipFill>
          <a:blip r:embed="rId4"/>
          <a:stretch>
            <a:fillRect/>
          </a:stretch>
        </p:blipFill>
        <p:spPr>
          <a:xfrm>
            <a:off x="978491" y="824754"/>
            <a:ext cx="10653683" cy="2789162"/>
          </a:xfrm>
          <a:prstGeom prst="rect">
            <a:avLst/>
          </a:prstGeom>
        </p:spPr>
      </p:pic>
      <p:sp>
        <p:nvSpPr>
          <p:cNvPr id="5" name="TextBox 4">
            <a:extLst>
              <a:ext uri="{FF2B5EF4-FFF2-40B4-BE49-F238E27FC236}">
                <a16:creationId xmlns:a16="http://schemas.microsoft.com/office/drawing/2014/main" id="{5E3F776E-D575-1B20-0B37-76CBC622F475}"/>
              </a:ext>
            </a:extLst>
          </p:cNvPr>
          <p:cNvSpPr txBox="1"/>
          <p:nvPr/>
        </p:nvSpPr>
        <p:spPr>
          <a:xfrm>
            <a:off x="978491" y="455422"/>
            <a:ext cx="4833183" cy="369332"/>
          </a:xfrm>
          <a:prstGeom prst="rect">
            <a:avLst/>
          </a:prstGeom>
          <a:solidFill>
            <a:schemeClr val="accent4"/>
          </a:solidFill>
        </p:spPr>
        <p:txBody>
          <a:bodyPr wrap="none" rtlCol="0">
            <a:spAutoFit/>
          </a:bodyPr>
          <a:lstStyle/>
          <a:p>
            <a:r>
              <a:rPr lang="en-GB" dirty="0"/>
              <a:t>ARP fields in Python </a:t>
            </a:r>
            <a:r>
              <a:rPr lang="en-GB" dirty="0" err="1"/>
              <a:t>scapy</a:t>
            </a:r>
            <a:r>
              <a:rPr lang="en-GB" dirty="0"/>
              <a:t> library vs. in Wireshark</a:t>
            </a:r>
            <a:endParaRPr lang="en-US" dirty="0"/>
          </a:p>
        </p:txBody>
      </p:sp>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FEB20DBF-8B94-BF69-8BD3-4A2E46A80C46}"/>
                  </a:ext>
                </a:extLst>
              </p14:cNvPr>
              <p14:cNvContentPartPr/>
              <p14:nvPr/>
            </p14:nvContentPartPr>
            <p14:xfrm>
              <a:off x="1631400" y="3002266"/>
              <a:ext cx="1979640" cy="2658240"/>
            </p14:xfrm>
          </p:contentPart>
        </mc:Choice>
        <mc:Fallback xmlns="">
          <p:pic>
            <p:nvPicPr>
              <p:cNvPr id="16" name="Ink 15">
                <a:extLst>
                  <a:ext uri="{FF2B5EF4-FFF2-40B4-BE49-F238E27FC236}">
                    <a16:creationId xmlns:a16="http://schemas.microsoft.com/office/drawing/2014/main" id="{FEB20DBF-8B94-BF69-8BD3-4A2E46A80C46}"/>
                  </a:ext>
                </a:extLst>
              </p:cNvPr>
              <p:cNvPicPr/>
              <p:nvPr/>
            </p:nvPicPr>
            <p:blipFill>
              <a:blip r:embed="rId6"/>
              <a:stretch>
                <a:fillRect/>
              </a:stretch>
            </p:blipFill>
            <p:spPr>
              <a:xfrm>
                <a:off x="1622400" y="2993266"/>
                <a:ext cx="1997280" cy="2675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FD53668F-8E18-CA10-54A1-9EA76F91E9E9}"/>
                  </a:ext>
                </a:extLst>
              </p14:cNvPr>
              <p14:cNvContentPartPr/>
              <p14:nvPr/>
            </p14:nvContentPartPr>
            <p14:xfrm>
              <a:off x="3513840" y="5539906"/>
              <a:ext cx="89640" cy="159120"/>
            </p14:xfrm>
          </p:contentPart>
        </mc:Choice>
        <mc:Fallback xmlns="">
          <p:pic>
            <p:nvPicPr>
              <p:cNvPr id="19" name="Ink 18">
                <a:extLst>
                  <a:ext uri="{FF2B5EF4-FFF2-40B4-BE49-F238E27FC236}">
                    <a16:creationId xmlns:a16="http://schemas.microsoft.com/office/drawing/2014/main" id="{FD53668F-8E18-CA10-54A1-9EA76F91E9E9}"/>
                  </a:ext>
                </a:extLst>
              </p:cNvPr>
              <p:cNvPicPr/>
              <p:nvPr/>
            </p:nvPicPr>
            <p:blipFill>
              <a:blip r:embed="rId8"/>
              <a:stretch>
                <a:fillRect/>
              </a:stretch>
            </p:blipFill>
            <p:spPr>
              <a:xfrm>
                <a:off x="3505200" y="5531266"/>
                <a:ext cx="107280" cy="176760"/>
              </a:xfrm>
              <a:prstGeom prst="rect">
                <a:avLst/>
              </a:prstGeom>
            </p:spPr>
          </p:pic>
        </mc:Fallback>
      </mc:AlternateContent>
      <p:grpSp>
        <p:nvGrpSpPr>
          <p:cNvPr id="22" name="Group 21">
            <a:extLst>
              <a:ext uri="{FF2B5EF4-FFF2-40B4-BE49-F238E27FC236}">
                <a16:creationId xmlns:a16="http://schemas.microsoft.com/office/drawing/2014/main" id="{CFCAD5A5-A4E7-CD9A-20D1-3BD3F2A8F410}"/>
              </a:ext>
            </a:extLst>
          </p:cNvPr>
          <p:cNvGrpSpPr/>
          <p:nvPr/>
        </p:nvGrpSpPr>
        <p:grpSpPr>
          <a:xfrm>
            <a:off x="1604040" y="3227266"/>
            <a:ext cx="1965600" cy="2757600"/>
            <a:chOff x="1604040" y="3227266"/>
            <a:chExt cx="1965600" cy="2757600"/>
          </a:xfrm>
        </p:grpSpPr>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20088718-EBA4-88E7-B691-04274D0B025E}"/>
                    </a:ext>
                  </a:extLst>
                </p14:cNvPr>
                <p14:cNvContentPartPr/>
                <p14:nvPr/>
              </p14:nvContentPartPr>
              <p14:xfrm>
                <a:off x="1604040" y="3227266"/>
                <a:ext cx="1917720" cy="2681640"/>
              </p14:xfrm>
            </p:contentPart>
          </mc:Choice>
          <mc:Fallback xmlns="">
            <p:pic>
              <p:nvPicPr>
                <p:cNvPr id="20" name="Ink 19">
                  <a:extLst>
                    <a:ext uri="{FF2B5EF4-FFF2-40B4-BE49-F238E27FC236}">
                      <a16:creationId xmlns:a16="http://schemas.microsoft.com/office/drawing/2014/main" id="{20088718-EBA4-88E7-B691-04274D0B025E}"/>
                    </a:ext>
                  </a:extLst>
                </p:cNvPr>
                <p:cNvPicPr/>
                <p:nvPr/>
              </p:nvPicPr>
              <p:blipFill>
                <a:blip r:embed="rId10"/>
                <a:stretch>
                  <a:fillRect/>
                </a:stretch>
              </p:blipFill>
              <p:spPr>
                <a:xfrm>
                  <a:off x="1595400" y="3218266"/>
                  <a:ext cx="1935360" cy="2699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43C0CAF7-870E-F9C6-2DDD-4372EB0FD8DB}"/>
                    </a:ext>
                  </a:extLst>
                </p14:cNvPr>
                <p14:cNvContentPartPr/>
                <p14:nvPr/>
              </p14:nvContentPartPr>
              <p14:xfrm>
                <a:off x="3421680" y="5781826"/>
                <a:ext cx="147960" cy="203040"/>
              </p14:xfrm>
            </p:contentPart>
          </mc:Choice>
          <mc:Fallback xmlns="">
            <p:pic>
              <p:nvPicPr>
                <p:cNvPr id="21" name="Ink 20">
                  <a:extLst>
                    <a:ext uri="{FF2B5EF4-FFF2-40B4-BE49-F238E27FC236}">
                      <a16:creationId xmlns:a16="http://schemas.microsoft.com/office/drawing/2014/main" id="{43C0CAF7-870E-F9C6-2DDD-4372EB0FD8DB}"/>
                    </a:ext>
                  </a:extLst>
                </p:cNvPr>
                <p:cNvPicPr/>
                <p:nvPr/>
              </p:nvPicPr>
              <p:blipFill>
                <a:blip r:embed="rId12"/>
                <a:stretch>
                  <a:fillRect/>
                </a:stretch>
              </p:blipFill>
              <p:spPr>
                <a:xfrm>
                  <a:off x="3412680" y="5773186"/>
                  <a:ext cx="165600" cy="220680"/>
                </a:xfrm>
                <a:prstGeom prst="rect">
                  <a:avLst/>
                </a:prstGeom>
              </p:spPr>
            </p:pic>
          </mc:Fallback>
        </mc:AlternateContent>
      </p:grpSp>
      <p:grpSp>
        <p:nvGrpSpPr>
          <p:cNvPr id="29" name="Group 28">
            <a:extLst>
              <a:ext uri="{FF2B5EF4-FFF2-40B4-BE49-F238E27FC236}">
                <a16:creationId xmlns:a16="http://schemas.microsoft.com/office/drawing/2014/main" id="{4D0B5037-64EF-1B7E-2C5B-C27275249B9D}"/>
              </a:ext>
            </a:extLst>
          </p:cNvPr>
          <p:cNvGrpSpPr/>
          <p:nvPr/>
        </p:nvGrpSpPr>
        <p:grpSpPr>
          <a:xfrm>
            <a:off x="1532760" y="2509426"/>
            <a:ext cx="2174040" cy="2990520"/>
            <a:chOff x="1532760" y="2509426"/>
            <a:chExt cx="2174040" cy="2990520"/>
          </a:xfrm>
        </p:grpSpPr>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911306CE-9C51-2870-5C31-8028D9D15F2F}"/>
                    </a:ext>
                  </a:extLst>
                </p14:cNvPr>
                <p14:cNvContentPartPr/>
                <p14:nvPr/>
              </p14:nvContentPartPr>
              <p14:xfrm>
                <a:off x="1694040" y="2509426"/>
                <a:ext cx="2012760" cy="2795040"/>
              </p14:xfrm>
            </p:contentPart>
          </mc:Choice>
          <mc:Fallback xmlns="">
            <p:pic>
              <p:nvPicPr>
                <p:cNvPr id="23" name="Ink 22">
                  <a:extLst>
                    <a:ext uri="{FF2B5EF4-FFF2-40B4-BE49-F238E27FC236}">
                      <a16:creationId xmlns:a16="http://schemas.microsoft.com/office/drawing/2014/main" id="{911306CE-9C51-2870-5C31-8028D9D15F2F}"/>
                    </a:ext>
                  </a:extLst>
                </p:cNvPr>
                <p:cNvPicPr/>
                <p:nvPr/>
              </p:nvPicPr>
              <p:blipFill>
                <a:blip r:embed="rId14"/>
                <a:stretch>
                  <a:fillRect/>
                </a:stretch>
              </p:blipFill>
              <p:spPr>
                <a:xfrm>
                  <a:off x="1685040" y="2500786"/>
                  <a:ext cx="2030400" cy="2812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2B98C5BA-66C4-FD6B-D309-8A3CCB1B53FF}"/>
                    </a:ext>
                  </a:extLst>
                </p14:cNvPr>
                <p14:cNvContentPartPr/>
                <p14:nvPr/>
              </p14:nvContentPartPr>
              <p14:xfrm>
                <a:off x="3563520" y="5189986"/>
                <a:ext cx="93960" cy="147960"/>
              </p14:xfrm>
            </p:contentPart>
          </mc:Choice>
          <mc:Fallback xmlns="">
            <p:pic>
              <p:nvPicPr>
                <p:cNvPr id="24" name="Ink 23">
                  <a:extLst>
                    <a:ext uri="{FF2B5EF4-FFF2-40B4-BE49-F238E27FC236}">
                      <a16:creationId xmlns:a16="http://schemas.microsoft.com/office/drawing/2014/main" id="{2B98C5BA-66C4-FD6B-D309-8A3CCB1B53FF}"/>
                    </a:ext>
                  </a:extLst>
                </p:cNvPr>
                <p:cNvPicPr/>
                <p:nvPr/>
              </p:nvPicPr>
              <p:blipFill>
                <a:blip r:embed="rId16"/>
                <a:stretch>
                  <a:fillRect/>
                </a:stretch>
              </p:blipFill>
              <p:spPr>
                <a:xfrm>
                  <a:off x="3554880" y="5181346"/>
                  <a:ext cx="1116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C36903B2-BA56-F6E9-E3FC-5EE81C1C9235}"/>
                    </a:ext>
                  </a:extLst>
                </p14:cNvPr>
                <p14:cNvContentPartPr/>
                <p14:nvPr/>
              </p14:nvContentPartPr>
              <p14:xfrm>
                <a:off x="1532760" y="2796346"/>
                <a:ext cx="2043000" cy="2663640"/>
              </p14:xfrm>
            </p:contentPart>
          </mc:Choice>
          <mc:Fallback xmlns="">
            <p:pic>
              <p:nvPicPr>
                <p:cNvPr id="26" name="Ink 25">
                  <a:extLst>
                    <a:ext uri="{FF2B5EF4-FFF2-40B4-BE49-F238E27FC236}">
                      <a16:creationId xmlns:a16="http://schemas.microsoft.com/office/drawing/2014/main" id="{C36903B2-BA56-F6E9-E3FC-5EE81C1C9235}"/>
                    </a:ext>
                  </a:extLst>
                </p:cNvPr>
                <p:cNvPicPr/>
                <p:nvPr/>
              </p:nvPicPr>
              <p:blipFill>
                <a:blip r:embed="rId18"/>
                <a:stretch>
                  <a:fillRect/>
                </a:stretch>
              </p:blipFill>
              <p:spPr>
                <a:xfrm>
                  <a:off x="1523760" y="2787346"/>
                  <a:ext cx="2060640" cy="2681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Ink 27">
                  <a:extLst>
                    <a:ext uri="{FF2B5EF4-FFF2-40B4-BE49-F238E27FC236}">
                      <a16:creationId xmlns:a16="http://schemas.microsoft.com/office/drawing/2014/main" id="{25DA96C3-556F-0AE6-3C55-1D1E08FCA57A}"/>
                    </a:ext>
                  </a:extLst>
                </p14:cNvPr>
                <p14:cNvContentPartPr/>
                <p14:nvPr/>
              </p14:nvContentPartPr>
              <p14:xfrm>
                <a:off x="3522840" y="5360986"/>
                <a:ext cx="91440" cy="138960"/>
              </p14:xfrm>
            </p:contentPart>
          </mc:Choice>
          <mc:Fallback xmlns="">
            <p:pic>
              <p:nvPicPr>
                <p:cNvPr id="28" name="Ink 27">
                  <a:extLst>
                    <a:ext uri="{FF2B5EF4-FFF2-40B4-BE49-F238E27FC236}">
                      <a16:creationId xmlns:a16="http://schemas.microsoft.com/office/drawing/2014/main" id="{25DA96C3-556F-0AE6-3C55-1D1E08FCA57A}"/>
                    </a:ext>
                  </a:extLst>
                </p:cNvPr>
                <p:cNvPicPr/>
                <p:nvPr/>
              </p:nvPicPr>
              <p:blipFill>
                <a:blip r:embed="rId20"/>
                <a:stretch>
                  <a:fillRect/>
                </a:stretch>
              </p:blipFill>
              <p:spPr>
                <a:xfrm>
                  <a:off x="3513840" y="5351986"/>
                  <a:ext cx="109080" cy="156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30" name="Ink 29">
                <a:extLst>
                  <a:ext uri="{FF2B5EF4-FFF2-40B4-BE49-F238E27FC236}">
                    <a16:creationId xmlns:a16="http://schemas.microsoft.com/office/drawing/2014/main" id="{83388111-7979-0E68-53A6-E0950BD4A153}"/>
                  </a:ext>
                </a:extLst>
              </p14:cNvPr>
              <p14:cNvContentPartPr/>
              <p14:nvPr/>
            </p14:nvContentPartPr>
            <p14:xfrm>
              <a:off x="3334200" y="-1264454"/>
              <a:ext cx="360" cy="360"/>
            </p14:xfrm>
          </p:contentPart>
        </mc:Choice>
        <mc:Fallback xmlns="">
          <p:pic>
            <p:nvPicPr>
              <p:cNvPr id="30" name="Ink 29">
                <a:extLst>
                  <a:ext uri="{FF2B5EF4-FFF2-40B4-BE49-F238E27FC236}">
                    <a16:creationId xmlns:a16="http://schemas.microsoft.com/office/drawing/2014/main" id="{83388111-7979-0E68-53A6-E0950BD4A153}"/>
                  </a:ext>
                </a:extLst>
              </p:cNvPr>
              <p:cNvPicPr/>
              <p:nvPr/>
            </p:nvPicPr>
            <p:blipFill>
              <a:blip r:embed="rId22"/>
              <a:stretch>
                <a:fillRect/>
              </a:stretch>
            </p:blipFill>
            <p:spPr>
              <a:xfrm>
                <a:off x="3325560" y="-127345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1" name="Ink 30">
                <a:extLst>
                  <a:ext uri="{FF2B5EF4-FFF2-40B4-BE49-F238E27FC236}">
                    <a16:creationId xmlns:a16="http://schemas.microsoft.com/office/drawing/2014/main" id="{689ED371-9F12-CE24-EF27-06F1C522431E}"/>
                  </a:ext>
                </a:extLst>
              </p14:cNvPr>
              <p14:cNvContentPartPr/>
              <p14:nvPr/>
            </p14:nvContentPartPr>
            <p14:xfrm>
              <a:off x="904560" y="2150146"/>
              <a:ext cx="513720" cy="324720"/>
            </p14:xfrm>
          </p:contentPart>
        </mc:Choice>
        <mc:Fallback xmlns="">
          <p:pic>
            <p:nvPicPr>
              <p:cNvPr id="31" name="Ink 30">
                <a:extLst>
                  <a:ext uri="{FF2B5EF4-FFF2-40B4-BE49-F238E27FC236}">
                    <a16:creationId xmlns:a16="http://schemas.microsoft.com/office/drawing/2014/main" id="{689ED371-9F12-CE24-EF27-06F1C522431E}"/>
                  </a:ext>
                </a:extLst>
              </p:cNvPr>
              <p:cNvPicPr/>
              <p:nvPr/>
            </p:nvPicPr>
            <p:blipFill>
              <a:blip r:embed="rId24"/>
              <a:stretch>
                <a:fillRect/>
              </a:stretch>
            </p:blipFill>
            <p:spPr>
              <a:xfrm>
                <a:off x="895560" y="2141506"/>
                <a:ext cx="53136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2" name="Ink 31">
                <a:extLst>
                  <a:ext uri="{FF2B5EF4-FFF2-40B4-BE49-F238E27FC236}">
                    <a16:creationId xmlns:a16="http://schemas.microsoft.com/office/drawing/2014/main" id="{611E782E-46EE-4BE5-82B8-E0F51EE6D452}"/>
                  </a:ext>
                </a:extLst>
              </p14:cNvPr>
              <p14:cNvContentPartPr/>
              <p14:nvPr/>
            </p14:nvContentPartPr>
            <p14:xfrm>
              <a:off x="1398120" y="2231866"/>
              <a:ext cx="2206080" cy="2812680"/>
            </p14:xfrm>
          </p:contentPart>
        </mc:Choice>
        <mc:Fallback xmlns="">
          <p:pic>
            <p:nvPicPr>
              <p:cNvPr id="32" name="Ink 31">
                <a:extLst>
                  <a:ext uri="{FF2B5EF4-FFF2-40B4-BE49-F238E27FC236}">
                    <a16:creationId xmlns:a16="http://schemas.microsoft.com/office/drawing/2014/main" id="{611E782E-46EE-4BE5-82B8-E0F51EE6D452}"/>
                  </a:ext>
                </a:extLst>
              </p:cNvPr>
              <p:cNvPicPr/>
              <p:nvPr/>
            </p:nvPicPr>
            <p:blipFill>
              <a:blip r:embed="rId26"/>
              <a:stretch>
                <a:fillRect/>
              </a:stretch>
            </p:blipFill>
            <p:spPr>
              <a:xfrm>
                <a:off x="1389120" y="2222866"/>
                <a:ext cx="2223720" cy="2830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5" name="Ink 34">
                <a:extLst>
                  <a:ext uri="{FF2B5EF4-FFF2-40B4-BE49-F238E27FC236}">
                    <a16:creationId xmlns:a16="http://schemas.microsoft.com/office/drawing/2014/main" id="{0EB12BB1-9A73-F0B0-186A-FE5B52B0014B}"/>
                  </a:ext>
                </a:extLst>
              </p14:cNvPr>
              <p14:cNvContentPartPr/>
              <p14:nvPr/>
            </p14:nvContentPartPr>
            <p14:xfrm>
              <a:off x="3440040" y="4912426"/>
              <a:ext cx="162000" cy="177120"/>
            </p14:xfrm>
          </p:contentPart>
        </mc:Choice>
        <mc:Fallback xmlns="">
          <p:pic>
            <p:nvPicPr>
              <p:cNvPr id="35" name="Ink 34">
                <a:extLst>
                  <a:ext uri="{FF2B5EF4-FFF2-40B4-BE49-F238E27FC236}">
                    <a16:creationId xmlns:a16="http://schemas.microsoft.com/office/drawing/2014/main" id="{0EB12BB1-9A73-F0B0-186A-FE5B52B0014B}"/>
                  </a:ext>
                </a:extLst>
              </p:cNvPr>
              <p:cNvPicPr/>
              <p:nvPr/>
            </p:nvPicPr>
            <p:blipFill>
              <a:blip r:embed="rId28"/>
              <a:stretch>
                <a:fillRect/>
              </a:stretch>
            </p:blipFill>
            <p:spPr>
              <a:xfrm>
                <a:off x="3431040" y="4903426"/>
                <a:ext cx="179640" cy="194760"/>
              </a:xfrm>
              <a:prstGeom prst="rect">
                <a:avLst/>
              </a:prstGeom>
            </p:spPr>
          </p:pic>
        </mc:Fallback>
      </mc:AlternateContent>
    </p:spTree>
    <p:extLst>
      <p:ext uri="{BB962C8B-B14F-4D97-AF65-F5344CB8AC3E}">
        <p14:creationId xmlns:p14="http://schemas.microsoft.com/office/powerpoint/2010/main" val="294349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D66D-8365-60ED-D405-B65B8017BF70}"/>
              </a:ext>
            </a:extLst>
          </p:cNvPr>
          <p:cNvSpPr>
            <a:spLocks noGrp="1"/>
          </p:cNvSpPr>
          <p:nvPr>
            <p:ph type="title"/>
          </p:nvPr>
        </p:nvSpPr>
        <p:spPr/>
        <p:txBody>
          <a:bodyPr/>
          <a:lstStyle/>
          <a:p>
            <a:r>
              <a:rPr lang="en-US" dirty="0"/>
              <a:t>ARP poisoning</a:t>
            </a:r>
          </a:p>
        </p:txBody>
      </p:sp>
      <p:sp>
        <p:nvSpPr>
          <p:cNvPr id="3" name="Text Placeholder 2">
            <a:extLst>
              <a:ext uri="{FF2B5EF4-FFF2-40B4-BE49-F238E27FC236}">
                <a16:creationId xmlns:a16="http://schemas.microsoft.com/office/drawing/2014/main" id="{8ADFEBA2-F4EB-E6F3-08B9-03612B8AB79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94267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52123-8325-CA65-5F4A-25E87AF392B8}"/>
              </a:ext>
            </a:extLst>
          </p:cNvPr>
          <p:cNvSpPr>
            <a:spLocks noGrp="1"/>
          </p:cNvSpPr>
          <p:nvPr>
            <p:ph type="title"/>
          </p:nvPr>
        </p:nvSpPr>
        <p:spPr/>
        <p:txBody>
          <a:bodyPr/>
          <a:lstStyle/>
          <a:p>
            <a:r>
              <a:rPr lang="en-US" dirty="0"/>
              <a:t>What is ARP Spoofing/Poisoning</a:t>
            </a:r>
          </a:p>
        </p:txBody>
      </p:sp>
      <p:sp>
        <p:nvSpPr>
          <p:cNvPr id="3" name="Content Placeholder 2">
            <a:extLst>
              <a:ext uri="{FF2B5EF4-FFF2-40B4-BE49-F238E27FC236}">
                <a16:creationId xmlns:a16="http://schemas.microsoft.com/office/drawing/2014/main" id="{AB568487-0762-7742-E03F-987BC9AC19DE}"/>
              </a:ext>
            </a:extLst>
          </p:cNvPr>
          <p:cNvSpPr>
            <a:spLocks noGrp="1"/>
          </p:cNvSpPr>
          <p:nvPr>
            <p:ph idx="1"/>
          </p:nvPr>
        </p:nvSpPr>
        <p:spPr/>
        <p:txBody>
          <a:bodyPr>
            <a:normAutofit fontScale="92500" lnSpcReduction="20000"/>
          </a:bodyPr>
          <a:lstStyle/>
          <a:p>
            <a:r>
              <a:rPr lang="en-GB" dirty="0"/>
              <a:t>A type of cyber attack where an attacker sends </a:t>
            </a:r>
            <a:r>
              <a:rPr lang="en-GB" dirty="0">
                <a:solidFill>
                  <a:srgbClr val="FF0000"/>
                </a:solidFill>
              </a:rPr>
              <a:t>false</a:t>
            </a:r>
            <a:r>
              <a:rPr lang="en-GB" dirty="0"/>
              <a:t> Address Resolution Protocol (ARP) messages over a local area network (</a:t>
            </a:r>
            <a:r>
              <a:rPr lang="en-GB" dirty="0">
                <a:solidFill>
                  <a:srgbClr val="FF0000"/>
                </a:solidFill>
              </a:rPr>
              <a:t>LAN</a:t>
            </a:r>
            <a:r>
              <a:rPr lang="en-GB" dirty="0"/>
              <a:t>).</a:t>
            </a:r>
          </a:p>
          <a:p>
            <a:pPr lvl="1"/>
            <a:r>
              <a:rPr lang="en-GB" dirty="0"/>
              <a:t>By doing this, the attacker can associate their own MAC address with the IP address of another device on the network, allowing them to intercept or modify data that is intended for that device. </a:t>
            </a:r>
          </a:p>
          <a:p>
            <a:r>
              <a:rPr lang="en-GB" dirty="0"/>
              <a:t>ARP Spoofing attacks can be used to conduct man-in-the-middle (MITM) attacks, steal sensitive information, or cause network disruption. </a:t>
            </a:r>
          </a:p>
          <a:p>
            <a:r>
              <a:rPr lang="en-GB" dirty="0"/>
              <a:t>Prevent ARP Spoofing</a:t>
            </a:r>
          </a:p>
          <a:p>
            <a:pPr lvl="1"/>
            <a:r>
              <a:rPr lang="en-GB" dirty="0"/>
              <a:t>network administrators can implement measures such as using ARP spoofing detection software, limiting the number of devices on the network, or using virtual LANs (VLANs).</a:t>
            </a:r>
          </a:p>
          <a:p>
            <a:r>
              <a:rPr lang="en-GB" dirty="0"/>
              <a:t>Spoofing vs poisoning</a:t>
            </a:r>
          </a:p>
          <a:p>
            <a:pPr lvl="1"/>
            <a:r>
              <a:rPr lang="en-GB" dirty="0"/>
              <a:t>spoofing = using other’s identity/IP</a:t>
            </a:r>
          </a:p>
          <a:p>
            <a:pPr lvl="1"/>
            <a:r>
              <a:rPr lang="en-GB" dirty="0"/>
              <a:t>Poisoning = consequence of spoofing</a:t>
            </a:r>
          </a:p>
        </p:txBody>
      </p:sp>
    </p:spTree>
    <p:extLst>
      <p:ext uri="{BB962C8B-B14F-4D97-AF65-F5344CB8AC3E}">
        <p14:creationId xmlns:p14="http://schemas.microsoft.com/office/powerpoint/2010/main" val="3141989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3CDB21-D707-4F15-FFED-A9CB78C83FB4}"/>
              </a:ext>
            </a:extLst>
          </p:cNvPr>
          <p:cNvPicPr>
            <a:picLocks noChangeAspect="1"/>
          </p:cNvPicPr>
          <p:nvPr/>
        </p:nvPicPr>
        <p:blipFill rotWithShape="1">
          <a:blip r:embed="rId2"/>
          <a:srcRect t="8148" b="9778"/>
          <a:stretch/>
        </p:blipFill>
        <p:spPr>
          <a:xfrm>
            <a:off x="757409" y="558800"/>
            <a:ext cx="10677181" cy="5628640"/>
          </a:xfrm>
          <a:prstGeom prst="rect">
            <a:avLst/>
          </a:prstGeom>
        </p:spPr>
      </p:pic>
      <p:graphicFrame>
        <p:nvGraphicFramePr>
          <p:cNvPr id="2" name="Table 3">
            <a:extLst>
              <a:ext uri="{FF2B5EF4-FFF2-40B4-BE49-F238E27FC236}">
                <a16:creationId xmlns:a16="http://schemas.microsoft.com/office/drawing/2014/main" id="{E0B725E2-0D58-2BEA-2BB3-01D3C8C8052B}"/>
              </a:ext>
            </a:extLst>
          </p:cNvPr>
          <p:cNvGraphicFramePr>
            <a:graphicFrameLocks noGrp="1"/>
          </p:cNvGraphicFramePr>
          <p:nvPr>
            <p:extLst>
              <p:ext uri="{D42A27DB-BD31-4B8C-83A1-F6EECF244321}">
                <p14:modId xmlns:p14="http://schemas.microsoft.com/office/powerpoint/2010/main" val="2416939207"/>
              </p:ext>
            </p:extLst>
          </p:nvPr>
        </p:nvGraphicFramePr>
        <p:xfrm>
          <a:off x="4872990" y="4011506"/>
          <a:ext cx="2898140" cy="370840"/>
        </p:xfrm>
        <a:graphic>
          <a:graphicData uri="http://schemas.openxmlformats.org/drawingml/2006/table">
            <a:tbl>
              <a:tblPr firstRow="1" bandRow="1">
                <a:tableStyleId>{16D9F66E-5EB9-4882-86FB-DCBF35E3C3E4}</a:tableStyleId>
              </a:tblPr>
              <a:tblGrid>
                <a:gridCol w="1449070">
                  <a:extLst>
                    <a:ext uri="{9D8B030D-6E8A-4147-A177-3AD203B41FA5}">
                      <a16:colId xmlns:a16="http://schemas.microsoft.com/office/drawing/2014/main" val="726453353"/>
                    </a:ext>
                  </a:extLst>
                </a:gridCol>
                <a:gridCol w="1449070">
                  <a:extLst>
                    <a:ext uri="{9D8B030D-6E8A-4147-A177-3AD203B41FA5}">
                      <a16:colId xmlns:a16="http://schemas.microsoft.com/office/drawing/2014/main" val="3801172636"/>
                    </a:ext>
                  </a:extLst>
                </a:gridCol>
              </a:tblGrid>
              <a:tr h="370840">
                <a:tc>
                  <a:txBody>
                    <a:bodyPr/>
                    <a:lstStyle/>
                    <a:p>
                      <a:r>
                        <a:rPr lang="en-GB" dirty="0"/>
                        <a:t>Victim IP</a:t>
                      </a:r>
                      <a:endParaRPr lang="en-US" dirty="0"/>
                    </a:p>
                  </a:txBody>
                  <a:tcPr/>
                </a:tc>
                <a:tc>
                  <a:txBody>
                    <a:bodyPr/>
                    <a:lstStyle/>
                    <a:p>
                      <a:r>
                        <a:rPr lang="en-GB" dirty="0"/>
                        <a:t>Victim Mac</a:t>
                      </a:r>
                      <a:endParaRPr lang="en-US" dirty="0"/>
                    </a:p>
                  </a:txBody>
                  <a:tcPr>
                    <a:solidFill>
                      <a:schemeClr val="accent6">
                        <a:lumMod val="20000"/>
                        <a:lumOff val="80000"/>
                      </a:schemeClr>
                    </a:solidFill>
                  </a:tcPr>
                </a:tc>
                <a:extLst>
                  <a:ext uri="{0D108BD9-81ED-4DB2-BD59-A6C34878D82A}">
                    <a16:rowId xmlns:a16="http://schemas.microsoft.com/office/drawing/2014/main" val="1899380949"/>
                  </a:ext>
                </a:extLst>
              </a:tr>
            </a:tbl>
          </a:graphicData>
        </a:graphic>
      </p:graphicFrame>
      <p:graphicFrame>
        <p:nvGraphicFramePr>
          <p:cNvPr id="3" name="Table 2">
            <a:extLst>
              <a:ext uri="{FF2B5EF4-FFF2-40B4-BE49-F238E27FC236}">
                <a16:creationId xmlns:a16="http://schemas.microsoft.com/office/drawing/2014/main" id="{E5542227-B5CF-3A9B-7266-39081DA42599}"/>
              </a:ext>
            </a:extLst>
          </p:cNvPr>
          <p:cNvGraphicFramePr>
            <a:graphicFrameLocks noGrp="1"/>
          </p:cNvGraphicFramePr>
          <p:nvPr>
            <p:extLst>
              <p:ext uri="{D42A27DB-BD31-4B8C-83A1-F6EECF244321}">
                <p14:modId xmlns:p14="http://schemas.microsoft.com/office/powerpoint/2010/main" val="3851051096"/>
              </p:ext>
            </p:extLst>
          </p:nvPr>
        </p:nvGraphicFramePr>
        <p:xfrm>
          <a:off x="1558290" y="6096000"/>
          <a:ext cx="3257550" cy="370840"/>
        </p:xfrm>
        <a:graphic>
          <a:graphicData uri="http://schemas.openxmlformats.org/drawingml/2006/table">
            <a:tbl>
              <a:tblPr firstRow="1" bandRow="1">
                <a:tableStyleId>{16D9F66E-5EB9-4882-86FB-DCBF35E3C3E4}</a:tableStyleId>
              </a:tblPr>
              <a:tblGrid>
                <a:gridCol w="1628775">
                  <a:extLst>
                    <a:ext uri="{9D8B030D-6E8A-4147-A177-3AD203B41FA5}">
                      <a16:colId xmlns:a16="http://schemas.microsoft.com/office/drawing/2014/main" val="726453353"/>
                    </a:ext>
                  </a:extLst>
                </a:gridCol>
                <a:gridCol w="1628775">
                  <a:extLst>
                    <a:ext uri="{9D8B030D-6E8A-4147-A177-3AD203B41FA5}">
                      <a16:colId xmlns:a16="http://schemas.microsoft.com/office/drawing/2014/main" val="3801172636"/>
                    </a:ext>
                  </a:extLst>
                </a:gridCol>
              </a:tblGrid>
              <a:tr h="370840">
                <a:tc>
                  <a:txBody>
                    <a:bodyPr/>
                    <a:lstStyle/>
                    <a:p>
                      <a:r>
                        <a:rPr lang="en-GB" dirty="0"/>
                        <a:t>Gateway IP</a:t>
                      </a:r>
                      <a:endParaRPr lang="en-US" dirty="0"/>
                    </a:p>
                  </a:txBody>
                  <a:tcPr/>
                </a:tc>
                <a:tc>
                  <a:txBody>
                    <a:bodyPr/>
                    <a:lstStyle/>
                    <a:p>
                      <a:r>
                        <a:rPr lang="en-GB" dirty="0"/>
                        <a:t>Gateway Mac</a:t>
                      </a:r>
                      <a:endParaRPr lang="en-US" dirty="0"/>
                    </a:p>
                  </a:txBody>
                  <a:tcPr>
                    <a:solidFill>
                      <a:schemeClr val="accent6">
                        <a:lumMod val="20000"/>
                        <a:lumOff val="80000"/>
                      </a:schemeClr>
                    </a:solidFill>
                  </a:tcPr>
                </a:tc>
                <a:extLst>
                  <a:ext uri="{0D108BD9-81ED-4DB2-BD59-A6C34878D82A}">
                    <a16:rowId xmlns:a16="http://schemas.microsoft.com/office/drawing/2014/main" val="1899380949"/>
                  </a:ext>
                </a:extLst>
              </a:tr>
            </a:tbl>
          </a:graphicData>
        </a:graphic>
      </p:graphicFrame>
      <p:graphicFrame>
        <p:nvGraphicFramePr>
          <p:cNvPr id="5" name="Table 4">
            <a:extLst>
              <a:ext uri="{FF2B5EF4-FFF2-40B4-BE49-F238E27FC236}">
                <a16:creationId xmlns:a16="http://schemas.microsoft.com/office/drawing/2014/main" id="{8F42DE8D-B857-5E44-2B60-9F4A534540E3}"/>
              </a:ext>
            </a:extLst>
          </p:cNvPr>
          <p:cNvGraphicFramePr>
            <a:graphicFrameLocks noGrp="1"/>
          </p:cNvGraphicFramePr>
          <p:nvPr>
            <p:extLst>
              <p:ext uri="{D42A27DB-BD31-4B8C-83A1-F6EECF244321}">
                <p14:modId xmlns:p14="http://schemas.microsoft.com/office/powerpoint/2010/main" val="1522711772"/>
              </p:ext>
            </p:extLst>
          </p:nvPr>
        </p:nvGraphicFramePr>
        <p:xfrm>
          <a:off x="1459230" y="350520"/>
          <a:ext cx="3257550" cy="370840"/>
        </p:xfrm>
        <a:graphic>
          <a:graphicData uri="http://schemas.openxmlformats.org/drawingml/2006/table">
            <a:tbl>
              <a:tblPr firstRow="1" bandRow="1">
                <a:tableStyleId>{16D9F66E-5EB9-4882-86FB-DCBF35E3C3E4}</a:tableStyleId>
              </a:tblPr>
              <a:tblGrid>
                <a:gridCol w="1628775">
                  <a:extLst>
                    <a:ext uri="{9D8B030D-6E8A-4147-A177-3AD203B41FA5}">
                      <a16:colId xmlns:a16="http://schemas.microsoft.com/office/drawing/2014/main" val="726453353"/>
                    </a:ext>
                  </a:extLst>
                </a:gridCol>
                <a:gridCol w="1628775">
                  <a:extLst>
                    <a:ext uri="{9D8B030D-6E8A-4147-A177-3AD203B41FA5}">
                      <a16:colId xmlns:a16="http://schemas.microsoft.com/office/drawing/2014/main" val="3801172636"/>
                    </a:ext>
                  </a:extLst>
                </a:gridCol>
              </a:tblGrid>
              <a:tr h="370840">
                <a:tc>
                  <a:txBody>
                    <a:bodyPr/>
                    <a:lstStyle/>
                    <a:p>
                      <a:r>
                        <a:rPr lang="en-GB" dirty="0"/>
                        <a:t>Gateway IP</a:t>
                      </a:r>
                      <a:endParaRPr lang="en-US" dirty="0"/>
                    </a:p>
                  </a:txBody>
                  <a:tcPr/>
                </a:tc>
                <a:tc>
                  <a:txBody>
                    <a:bodyPr/>
                    <a:lstStyle/>
                    <a:p>
                      <a:r>
                        <a:rPr lang="en-GB" dirty="0"/>
                        <a:t>Gateway Mac</a:t>
                      </a:r>
                      <a:endParaRPr lang="en-US" dirty="0"/>
                    </a:p>
                  </a:txBody>
                  <a:tcPr>
                    <a:solidFill>
                      <a:schemeClr val="accent6">
                        <a:lumMod val="20000"/>
                        <a:lumOff val="80000"/>
                      </a:schemeClr>
                    </a:solidFill>
                  </a:tcPr>
                </a:tc>
                <a:extLst>
                  <a:ext uri="{0D108BD9-81ED-4DB2-BD59-A6C34878D82A}">
                    <a16:rowId xmlns:a16="http://schemas.microsoft.com/office/drawing/2014/main" val="1899380949"/>
                  </a:ext>
                </a:extLst>
              </a:tr>
            </a:tbl>
          </a:graphicData>
        </a:graphic>
      </p:graphicFrame>
      <p:sp>
        <p:nvSpPr>
          <p:cNvPr id="7" name="TextBox 6">
            <a:extLst>
              <a:ext uri="{FF2B5EF4-FFF2-40B4-BE49-F238E27FC236}">
                <a16:creationId xmlns:a16="http://schemas.microsoft.com/office/drawing/2014/main" id="{4755BB35-9AD8-EFCB-BDA8-8A48B520CFE4}"/>
              </a:ext>
            </a:extLst>
          </p:cNvPr>
          <p:cNvSpPr txBox="1"/>
          <p:nvPr/>
        </p:nvSpPr>
        <p:spPr>
          <a:xfrm>
            <a:off x="5565470" y="136585"/>
            <a:ext cx="6464462" cy="584775"/>
          </a:xfrm>
          <a:prstGeom prst="rect">
            <a:avLst/>
          </a:prstGeom>
          <a:noFill/>
        </p:spPr>
        <p:txBody>
          <a:bodyPr wrap="none" rtlCol="0">
            <a:spAutoFit/>
          </a:bodyPr>
          <a:lstStyle/>
          <a:p>
            <a:r>
              <a:rPr lang="en-US" sz="3200" dirty="0">
                <a:solidFill>
                  <a:srgbClr val="FF0000"/>
                </a:solidFill>
              </a:rPr>
              <a:t>Before Attacking/ARP tables are clean</a:t>
            </a:r>
          </a:p>
        </p:txBody>
      </p:sp>
    </p:spTree>
    <p:extLst>
      <p:ext uri="{BB962C8B-B14F-4D97-AF65-F5344CB8AC3E}">
        <p14:creationId xmlns:p14="http://schemas.microsoft.com/office/powerpoint/2010/main" val="51594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4BB404-0E4B-8B3B-F8C8-9841DF93D446}"/>
              </a:ext>
            </a:extLst>
          </p:cNvPr>
          <p:cNvPicPr>
            <a:picLocks noChangeAspect="1"/>
          </p:cNvPicPr>
          <p:nvPr/>
        </p:nvPicPr>
        <p:blipFill rotWithShape="1">
          <a:blip r:embed="rId2"/>
          <a:srcRect t="9480" b="10667"/>
          <a:stretch/>
        </p:blipFill>
        <p:spPr>
          <a:xfrm>
            <a:off x="757409" y="538480"/>
            <a:ext cx="10677181" cy="5476240"/>
          </a:xfrm>
          <a:prstGeom prst="rect">
            <a:avLst/>
          </a:prstGeom>
        </p:spPr>
      </p:pic>
      <p:sp>
        <p:nvSpPr>
          <p:cNvPr id="6" name="TextBox 5">
            <a:extLst>
              <a:ext uri="{FF2B5EF4-FFF2-40B4-BE49-F238E27FC236}">
                <a16:creationId xmlns:a16="http://schemas.microsoft.com/office/drawing/2014/main" id="{2618DDF4-2568-6A1D-2356-49557BEA3BB9}"/>
              </a:ext>
            </a:extLst>
          </p:cNvPr>
          <p:cNvSpPr txBox="1"/>
          <p:nvPr/>
        </p:nvSpPr>
        <p:spPr>
          <a:xfrm>
            <a:off x="4173220" y="5492938"/>
            <a:ext cx="6814820" cy="1200329"/>
          </a:xfrm>
          <a:prstGeom prst="rect">
            <a:avLst/>
          </a:prstGeom>
          <a:noFill/>
        </p:spPr>
        <p:txBody>
          <a:bodyPr wrap="square">
            <a:spAutoFit/>
          </a:bodyPr>
          <a:lstStyle/>
          <a:p>
            <a:pPr marL="285750" indent="-285750">
              <a:buFont typeface="Arial" panose="020B0604020202020204" pitchFamily="34" charset="0"/>
              <a:buChar char="•"/>
            </a:pPr>
            <a:r>
              <a:rPr lang="en-GB" dirty="0"/>
              <a:t>Sending ARP response to the gateway (target) saying that "I have the victim's IP address, use my MAC to talk".</a:t>
            </a:r>
          </a:p>
          <a:p>
            <a:pPr marL="285750" indent="-285750">
              <a:buFont typeface="Arial" panose="020B0604020202020204" pitchFamily="34" charset="0"/>
              <a:buChar char="•"/>
            </a:pPr>
            <a:r>
              <a:rPr lang="en-GB" dirty="0"/>
              <a:t>Sending ARP response to the victim (target) saying that "I have the gateway's IP address, used my MAC to talk".</a:t>
            </a:r>
            <a:endParaRPr lang="en-US" dirty="0"/>
          </a:p>
        </p:txBody>
      </p:sp>
      <p:sp>
        <p:nvSpPr>
          <p:cNvPr id="2" name="TextBox 1">
            <a:extLst>
              <a:ext uri="{FF2B5EF4-FFF2-40B4-BE49-F238E27FC236}">
                <a16:creationId xmlns:a16="http://schemas.microsoft.com/office/drawing/2014/main" id="{FD2262E6-B45D-12F0-5AD6-904421686BEC}"/>
              </a:ext>
            </a:extLst>
          </p:cNvPr>
          <p:cNvSpPr txBox="1"/>
          <p:nvPr/>
        </p:nvSpPr>
        <p:spPr>
          <a:xfrm>
            <a:off x="4305458" y="4015610"/>
            <a:ext cx="6408262" cy="1477328"/>
          </a:xfrm>
          <a:prstGeom prst="rect">
            <a:avLst/>
          </a:prstGeom>
          <a:solidFill>
            <a:schemeClr val="accent4">
              <a:lumMod val="20000"/>
              <a:lumOff val="80000"/>
            </a:schemeClr>
          </a:solidFill>
        </p:spPr>
        <p:txBody>
          <a:bodyPr wrap="square" rtlCol="0">
            <a:spAutoFit/>
          </a:bodyPr>
          <a:lstStyle/>
          <a:p>
            <a:r>
              <a:rPr lang="en-GB" dirty="0">
                <a:solidFill>
                  <a:srgbClr val="FF0000"/>
                </a:solidFill>
              </a:rPr>
              <a:t>Security Problem: </a:t>
            </a:r>
            <a:r>
              <a:rPr lang="en-GB" dirty="0"/>
              <a:t>Anyone (Attacker) can send an ARP response message to anyone (Victim/Gateway) on the LAN without an ARP request to poison anyone’s (Victim/Gateway’s) ARP table</a:t>
            </a:r>
          </a:p>
          <a:p>
            <a:r>
              <a:rPr lang="en-GB" dirty="0">
                <a:solidFill>
                  <a:srgbClr val="FF0000"/>
                </a:solidFill>
              </a:rPr>
              <a:t>Security consequence: </a:t>
            </a:r>
            <a:r>
              <a:rPr lang="en-GB" dirty="0"/>
              <a:t>The Victim/Gateway will go to whatever IP the attacker injected into their ARP tables.</a:t>
            </a:r>
            <a:endParaRPr lang="en-US" dirty="0"/>
          </a:p>
        </p:txBody>
      </p:sp>
      <p:sp>
        <p:nvSpPr>
          <p:cNvPr id="3" name="TextBox 2">
            <a:extLst>
              <a:ext uri="{FF2B5EF4-FFF2-40B4-BE49-F238E27FC236}">
                <a16:creationId xmlns:a16="http://schemas.microsoft.com/office/drawing/2014/main" id="{7FDDA646-CA36-6FF7-3DDB-71264F81CCCC}"/>
              </a:ext>
            </a:extLst>
          </p:cNvPr>
          <p:cNvSpPr txBox="1"/>
          <p:nvPr/>
        </p:nvSpPr>
        <p:spPr>
          <a:xfrm>
            <a:off x="6425815" y="164733"/>
            <a:ext cx="5385770" cy="584775"/>
          </a:xfrm>
          <a:prstGeom prst="rect">
            <a:avLst/>
          </a:prstGeom>
          <a:noFill/>
        </p:spPr>
        <p:txBody>
          <a:bodyPr wrap="none" rtlCol="0">
            <a:spAutoFit/>
          </a:bodyPr>
          <a:lstStyle/>
          <a:p>
            <a:r>
              <a:rPr lang="en-US" sz="3200" dirty="0">
                <a:solidFill>
                  <a:srgbClr val="FF0000"/>
                </a:solidFill>
              </a:rPr>
              <a:t>Attacking/Poisoning ARP tables</a:t>
            </a:r>
          </a:p>
        </p:txBody>
      </p:sp>
    </p:spTree>
    <p:extLst>
      <p:ext uri="{BB962C8B-B14F-4D97-AF65-F5344CB8AC3E}">
        <p14:creationId xmlns:p14="http://schemas.microsoft.com/office/powerpoint/2010/main" val="1124959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F3CE7B-0092-1040-C8D8-0A7150660E59}"/>
              </a:ext>
            </a:extLst>
          </p:cNvPr>
          <p:cNvPicPr>
            <a:picLocks noChangeAspect="1"/>
          </p:cNvPicPr>
          <p:nvPr/>
        </p:nvPicPr>
        <p:blipFill rotWithShape="1">
          <a:blip r:embed="rId2"/>
          <a:srcRect t="7851" b="11111"/>
          <a:stretch/>
        </p:blipFill>
        <p:spPr>
          <a:xfrm>
            <a:off x="757409" y="500390"/>
            <a:ext cx="10677181" cy="5557520"/>
          </a:xfrm>
          <a:prstGeom prst="rect">
            <a:avLst/>
          </a:prstGeom>
        </p:spPr>
      </p:pic>
      <p:sp>
        <p:nvSpPr>
          <p:cNvPr id="5" name="TextBox 4">
            <a:extLst>
              <a:ext uri="{FF2B5EF4-FFF2-40B4-BE49-F238E27FC236}">
                <a16:creationId xmlns:a16="http://schemas.microsoft.com/office/drawing/2014/main" id="{9F7FC366-C6D8-580A-2CAC-79B5AC38F587}"/>
              </a:ext>
            </a:extLst>
          </p:cNvPr>
          <p:cNvSpPr txBox="1"/>
          <p:nvPr/>
        </p:nvSpPr>
        <p:spPr>
          <a:xfrm>
            <a:off x="6095999" y="6110862"/>
            <a:ext cx="4777740" cy="523220"/>
          </a:xfrm>
          <a:prstGeom prst="rect">
            <a:avLst/>
          </a:prstGeom>
          <a:noFill/>
        </p:spPr>
        <p:txBody>
          <a:bodyPr wrap="square">
            <a:spAutoFit/>
          </a:bodyPr>
          <a:lstStyle/>
          <a:p>
            <a:r>
              <a:rPr lang="en-US" sz="2800" dirty="0">
                <a:solidFill>
                  <a:srgbClr val="FF0000"/>
                </a:solidFill>
              </a:rPr>
              <a:t>man-in-the-middle attack </a:t>
            </a:r>
          </a:p>
        </p:txBody>
      </p:sp>
      <p:sp>
        <p:nvSpPr>
          <p:cNvPr id="6" name="TextBox 5">
            <a:extLst>
              <a:ext uri="{FF2B5EF4-FFF2-40B4-BE49-F238E27FC236}">
                <a16:creationId xmlns:a16="http://schemas.microsoft.com/office/drawing/2014/main" id="{9A69856F-84EF-8731-B43F-8EC736A882F5}"/>
              </a:ext>
            </a:extLst>
          </p:cNvPr>
          <p:cNvSpPr txBox="1"/>
          <p:nvPr/>
        </p:nvSpPr>
        <p:spPr>
          <a:xfrm>
            <a:off x="3299460" y="698510"/>
            <a:ext cx="2019300" cy="369332"/>
          </a:xfrm>
          <a:prstGeom prst="rect">
            <a:avLst/>
          </a:prstGeom>
          <a:noFill/>
        </p:spPr>
        <p:txBody>
          <a:bodyPr wrap="square">
            <a:spAutoFit/>
          </a:bodyPr>
          <a:lstStyle/>
          <a:p>
            <a:r>
              <a:rPr lang="en-US" dirty="0">
                <a:solidFill>
                  <a:srgbClr val="FF0000"/>
                </a:solidFill>
              </a:rPr>
              <a:t>act as a middleman </a:t>
            </a:r>
          </a:p>
        </p:txBody>
      </p:sp>
      <p:graphicFrame>
        <p:nvGraphicFramePr>
          <p:cNvPr id="2" name="Table 3">
            <a:extLst>
              <a:ext uri="{FF2B5EF4-FFF2-40B4-BE49-F238E27FC236}">
                <a16:creationId xmlns:a16="http://schemas.microsoft.com/office/drawing/2014/main" id="{F41BA273-1D9A-8483-F0EF-A1E996B48414}"/>
              </a:ext>
            </a:extLst>
          </p:cNvPr>
          <p:cNvGraphicFramePr>
            <a:graphicFrameLocks noGrp="1"/>
          </p:cNvGraphicFramePr>
          <p:nvPr>
            <p:extLst>
              <p:ext uri="{D42A27DB-BD31-4B8C-83A1-F6EECF244321}">
                <p14:modId xmlns:p14="http://schemas.microsoft.com/office/powerpoint/2010/main" val="1362140924"/>
              </p:ext>
            </p:extLst>
          </p:nvPr>
        </p:nvGraphicFramePr>
        <p:xfrm>
          <a:off x="4872990" y="4011506"/>
          <a:ext cx="2898140" cy="370840"/>
        </p:xfrm>
        <a:graphic>
          <a:graphicData uri="http://schemas.openxmlformats.org/drawingml/2006/table">
            <a:tbl>
              <a:tblPr firstRow="1" bandRow="1">
                <a:tableStyleId>{16D9F66E-5EB9-4882-86FB-DCBF35E3C3E4}</a:tableStyleId>
              </a:tblPr>
              <a:tblGrid>
                <a:gridCol w="1449070">
                  <a:extLst>
                    <a:ext uri="{9D8B030D-6E8A-4147-A177-3AD203B41FA5}">
                      <a16:colId xmlns:a16="http://schemas.microsoft.com/office/drawing/2014/main" val="726453353"/>
                    </a:ext>
                  </a:extLst>
                </a:gridCol>
                <a:gridCol w="1449070">
                  <a:extLst>
                    <a:ext uri="{9D8B030D-6E8A-4147-A177-3AD203B41FA5}">
                      <a16:colId xmlns:a16="http://schemas.microsoft.com/office/drawing/2014/main" val="3801172636"/>
                    </a:ext>
                  </a:extLst>
                </a:gridCol>
              </a:tblGrid>
              <a:tr h="370840">
                <a:tc>
                  <a:txBody>
                    <a:bodyPr/>
                    <a:lstStyle/>
                    <a:p>
                      <a:r>
                        <a:rPr lang="en-GB" dirty="0"/>
                        <a:t>Victim IP</a:t>
                      </a:r>
                      <a:endParaRPr lang="en-US" dirty="0"/>
                    </a:p>
                  </a:txBody>
                  <a:tcPr/>
                </a:tc>
                <a:tc>
                  <a:txBody>
                    <a:bodyPr/>
                    <a:lstStyle/>
                    <a:p>
                      <a:r>
                        <a:rPr lang="en-GB" dirty="0"/>
                        <a:t>Attack’s Mac</a:t>
                      </a:r>
                      <a:endParaRPr lang="en-US" dirty="0"/>
                    </a:p>
                  </a:txBody>
                  <a:tcPr>
                    <a:solidFill>
                      <a:srgbClr val="FF0000"/>
                    </a:solidFill>
                  </a:tcPr>
                </a:tc>
                <a:extLst>
                  <a:ext uri="{0D108BD9-81ED-4DB2-BD59-A6C34878D82A}">
                    <a16:rowId xmlns:a16="http://schemas.microsoft.com/office/drawing/2014/main" val="1899380949"/>
                  </a:ext>
                </a:extLst>
              </a:tr>
            </a:tbl>
          </a:graphicData>
        </a:graphic>
      </p:graphicFrame>
      <p:graphicFrame>
        <p:nvGraphicFramePr>
          <p:cNvPr id="4" name="Table 3">
            <a:extLst>
              <a:ext uri="{FF2B5EF4-FFF2-40B4-BE49-F238E27FC236}">
                <a16:creationId xmlns:a16="http://schemas.microsoft.com/office/drawing/2014/main" id="{E4A86FDC-31EE-B053-FD89-C0F013B77DD0}"/>
              </a:ext>
            </a:extLst>
          </p:cNvPr>
          <p:cNvGraphicFramePr>
            <a:graphicFrameLocks noGrp="1"/>
          </p:cNvGraphicFramePr>
          <p:nvPr>
            <p:extLst>
              <p:ext uri="{D42A27DB-BD31-4B8C-83A1-F6EECF244321}">
                <p14:modId xmlns:p14="http://schemas.microsoft.com/office/powerpoint/2010/main" val="4014963481"/>
              </p:ext>
            </p:extLst>
          </p:nvPr>
        </p:nvGraphicFramePr>
        <p:xfrm>
          <a:off x="1558290" y="6096000"/>
          <a:ext cx="2898140" cy="370840"/>
        </p:xfrm>
        <a:graphic>
          <a:graphicData uri="http://schemas.openxmlformats.org/drawingml/2006/table">
            <a:tbl>
              <a:tblPr firstRow="1" bandRow="1">
                <a:tableStyleId>{16D9F66E-5EB9-4882-86FB-DCBF35E3C3E4}</a:tableStyleId>
              </a:tblPr>
              <a:tblGrid>
                <a:gridCol w="1449070">
                  <a:extLst>
                    <a:ext uri="{9D8B030D-6E8A-4147-A177-3AD203B41FA5}">
                      <a16:colId xmlns:a16="http://schemas.microsoft.com/office/drawing/2014/main" val="726453353"/>
                    </a:ext>
                  </a:extLst>
                </a:gridCol>
                <a:gridCol w="1449070">
                  <a:extLst>
                    <a:ext uri="{9D8B030D-6E8A-4147-A177-3AD203B41FA5}">
                      <a16:colId xmlns:a16="http://schemas.microsoft.com/office/drawing/2014/main" val="3801172636"/>
                    </a:ext>
                  </a:extLst>
                </a:gridCol>
              </a:tblGrid>
              <a:tr h="370840">
                <a:tc>
                  <a:txBody>
                    <a:bodyPr/>
                    <a:lstStyle/>
                    <a:p>
                      <a:r>
                        <a:rPr lang="en-GB" dirty="0"/>
                        <a:t>Gateway IP</a:t>
                      </a:r>
                      <a:endParaRPr lang="en-US" dirty="0"/>
                    </a:p>
                  </a:txBody>
                  <a:tcPr/>
                </a:tc>
                <a:tc>
                  <a:txBody>
                    <a:bodyPr/>
                    <a:lstStyle/>
                    <a:p>
                      <a:r>
                        <a:rPr lang="en-GB" dirty="0"/>
                        <a:t>Attack’s Mac</a:t>
                      </a:r>
                      <a:endParaRPr lang="en-US" dirty="0"/>
                    </a:p>
                  </a:txBody>
                  <a:tcPr>
                    <a:solidFill>
                      <a:srgbClr val="FF0000"/>
                    </a:solidFill>
                  </a:tcPr>
                </a:tc>
                <a:extLst>
                  <a:ext uri="{0D108BD9-81ED-4DB2-BD59-A6C34878D82A}">
                    <a16:rowId xmlns:a16="http://schemas.microsoft.com/office/drawing/2014/main" val="1899380949"/>
                  </a:ext>
                </a:extLst>
              </a:tr>
            </a:tbl>
          </a:graphicData>
        </a:graphic>
      </p:graphicFrame>
      <p:sp>
        <p:nvSpPr>
          <p:cNvPr id="7" name="TextBox 6">
            <a:extLst>
              <a:ext uri="{FF2B5EF4-FFF2-40B4-BE49-F238E27FC236}">
                <a16:creationId xmlns:a16="http://schemas.microsoft.com/office/drawing/2014/main" id="{FE1F9709-4D73-17A9-BCED-86519470BBA6}"/>
              </a:ext>
            </a:extLst>
          </p:cNvPr>
          <p:cNvSpPr txBox="1"/>
          <p:nvPr/>
        </p:nvSpPr>
        <p:spPr>
          <a:xfrm>
            <a:off x="5726430" y="5112034"/>
            <a:ext cx="1481496" cy="369332"/>
          </a:xfrm>
          <a:prstGeom prst="rect">
            <a:avLst/>
          </a:prstGeom>
          <a:solidFill>
            <a:srgbClr val="FFFF00"/>
          </a:solidFill>
        </p:spPr>
        <p:txBody>
          <a:bodyPr wrap="none" rtlCol="0">
            <a:spAutoFit/>
          </a:bodyPr>
          <a:lstStyle/>
          <a:p>
            <a:r>
              <a:rPr lang="en-GB" dirty="0"/>
              <a:t>poisoned ARP</a:t>
            </a:r>
            <a:endParaRPr lang="en-US" dirty="0"/>
          </a:p>
        </p:txBody>
      </p:sp>
      <p:cxnSp>
        <p:nvCxnSpPr>
          <p:cNvPr id="9" name="Straight Arrow Connector 8">
            <a:extLst>
              <a:ext uri="{FF2B5EF4-FFF2-40B4-BE49-F238E27FC236}">
                <a16:creationId xmlns:a16="http://schemas.microsoft.com/office/drawing/2014/main" id="{1110A8B4-9429-4107-BF31-7D567BCFC098}"/>
              </a:ext>
            </a:extLst>
          </p:cNvPr>
          <p:cNvCxnSpPr/>
          <p:nvPr/>
        </p:nvCxnSpPr>
        <p:spPr>
          <a:xfrm flipV="1">
            <a:off x="6438900" y="4382346"/>
            <a:ext cx="487680" cy="65311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1" name="Straight Arrow Connector 10">
            <a:extLst>
              <a:ext uri="{FF2B5EF4-FFF2-40B4-BE49-F238E27FC236}">
                <a16:creationId xmlns:a16="http://schemas.microsoft.com/office/drawing/2014/main" id="{824AA2B6-0F1F-9DD0-349A-593A4D130E0D}"/>
              </a:ext>
            </a:extLst>
          </p:cNvPr>
          <p:cNvCxnSpPr>
            <a:cxnSpLocks/>
          </p:cNvCxnSpPr>
          <p:nvPr/>
        </p:nvCxnSpPr>
        <p:spPr>
          <a:xfrm flipH="1">
            <a:off x="4309110" y="5534318"/>
            <a:ext cx="2012950" cy="67673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4" name="Straight Arrow Connector 13">
            <a:extLst>
              <a:ext uri="{FF2B5EF4-FFF2-40B4-BE49-F238E27FC236}">
                <a16:creationId xmlns:a16="http://schemas.microsoft.com/office/drawing/2014/main" id="{2396DD87-51E3-1E69-6EDF-98C25BBEA5EF}"/>
              </a:ext>
            </a:extLst>
          </p:cNvPr>
          <p:cNvCxnSpPr/>
          <p:nvPr/>
        </p:nvCxnSpPr>
        <p:spPr>
          <a:xfrm flipV="1">
            <a:off x="3596640" y="4382346"/>
            <a:ext cx="1036320" cy="914354"/>
          </a:xfrm>
          <a:prstGeom prst="straightConnector1">
            <a:avLst/>
          </a:prstGeom>
          <a:ln w="38100">
            <a:solidFill>
              <a:schemeClr val="accent6"/>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EEC048F-5F64-C68E-EE8E-29EB8DC79252}"/>
              </a:ext>
            </a:extLst>
          </p:cNvPr>
          <p:cNvSpPr txBox="1"/>
          <p:nvPr/>
        </p:nvSpPr>
        <p:spPr>
          <a:xfrm>
            <a:off x="5377542" y="145448"/>
            <a:ext cx="6897453" cy="646331"/>
          </a:xfrm>
          <a:prstGeom prst="rect">
            <a:avLst/>
          </a:prstGeom>
          <a:noFill/>
        </p:spPr>
        <p:txBody>
          <a:bodyPr wrap="square" rtlCol="0">
            <a:spAutoFit/>
          </a:bodyPr>
          <a:lstStyle/>
          <a:p>
            <a:r>
              <a:rPr lang="en-US" sz="3200" dirty="0">
                <a:solidFill>
                  <a:srgbClr val="FF0000"/>
                </a:solidFill>
              </a:rPr>
              <a:t>After Attack/ARP </a:t>
            </a:r>
            <a:r>
              <a:rPr lang="en-US" sz="3600" dirty="0">
                <a:solidFill>
                  <a:srgbClr val="FF0000"/>
                </a:solidFill>
              </a:rPr>
              <a:t>tables</a:t>
            </a:r>
            <a:r>
              <a:rPr lang="en-US" sz="3200" dirty="0">
                <a:solidFill>
                  <a:srgbClr val="FF0000"/>
                </a:solidFill>
              </a:rPr>
              <a:t> were poisoned </a:t>
            </a:r>
          </a:p>
        </p:txBody>
      </p:sp>
    </p:spTree>
    <p:extLst>
      <p:ext uri="{BB962C8B-B14F-4D97-AF65-F5344CB8AC3E}">
        <p14:creationId xmlns:p14="http://schemas.microsoft.com/office/powerpoint/2010/main" val="3242169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9339FF-AC3B-19A0-84B4-229A795A784B}"/>
              </a:ext>
            </a:extLst>
          </p:cNvPr>
          <p:cNvPicPr>
            <a:picLocks noChangeAspect="1"/>
          </p:cNvPicPr>
          <p:nvPr/>
        </p:nvPicPr>
        <p:blipFill>
          <a:blip r:embed="rId3"/>
          <a:stretch>
            <a:fillRect/>
          </a:stretch>
        </p:blipFill>
        <p:spPr>
          <a:xfrm>
            <a:off x="929272" y="3859292"/>
            <a:ext cx="8489416" cy="1806097"/>
          </a:xfrm>
          <a:prstGeom prst="rect">
            <a:avLst/>
          </a:prstGeom>
        </p:spPr>
      </p:pic>
      <p:sp>
        <p:nvSpPr>
          <p:cNvPr id="2" name="Title 1">
            <a:extLst>
              <a:ext uri="{FF2B5EF4-FFF2-40B4-BE49-F238E27FC236}">
                <a16:creationId xmlns:a16="http://schemas.microsoft.com/office/drawing/2014/main" id="{A9FCA1D6-0E43-8A1B-4062-0E94CFD1A884}"/>
              </a:ext>
            </a:extLst>
          </p:cNvPr>
          <p:cNvSpPr>
            <a:spLocks noGrp="1"/>
          </p:cNvSpPr>
          <p:nvPr>
            <p:ph type="title"/>
          </p:nvPr>
        </p:nvSpPr>
        <p:spPr/>
        <p:txBody>
          <a:bodyPr/>
          <a:lstStyle/>
          <a:p>
            <a:r>
              <a:rPr lang="en-US" dirty="0"/>
              <a:t>Download ARP poisoning attacking code</a:t>
            </a:r>
          </a:p>
        </p:txBody>
      </p:sp>
      <p:sp>
        <p:nvSpPr>
          <p:cNvPr id="6" name="TextBox 5">
            <a:extLst>
              <a:ext uri="{FF2B5EF4-FFF2-40B4-BE49-F238E27FC236}">
                <a16:creationId xmlns:a16="http://schemas.microsoft.com/office/drawing/2014/main" id="{B3B6ABB1-352C-B717-7160-DD2C36BB5391}"/>
              </a:ext>
            </a:extLst>
          </p:cNvPr>
          <p:cNvSpPr txBox="1"/>
          <p:nvPr/>
        </p:nvSpPr>
        <p:spPr>
          <a:xfrm>
            <a:off x="929272" y="1565876"/>
            <a:ext cx="4148572" cy="369332"/>
          </a:xfrm>
          <a:prstGeom prst="rect">
            <a:avLst/>
          </a:prstGeom>
          <a:solidFill>
            <a:schemeClr val="accent4"/>
          </a:solidFill>
        </p:spPr>
        <p:txBody>
          <a:bodyPr wrap="none" rtlCol="0">
            <a:spAutoFit/>
          </a:bodyPr>
          <a:lstStyle/>
          <a:p>
            <a:r>
              <a:rPr lang="en-GB" dirty="0"/>
              <a:t>Download ARP attacking code from </a:t>
            </a:r>
            <a:r>
              <a:rPr lang="en-GB" dirty="0" err="1"/>
              <a:t>github</a:t>
            </a:r>
            <a:endParaRPr lang="en-US" dirty="0"/>
          </a:p>
        </p:txBody>
      </p:sp>
      <p:sp>
        <p:nvSpPr>
          <p:cNvPr id="7" name="TextBox 6">
            <a:extLst>
              <a:ext uri="{FF2B5EF4-FFF2-40B4-BE49-F238E27FC236}">
                <a16:creationId xmlns:a16="http://schemas.microsoft.com/office/drawing/2014/main" id="{99FF66DE-D18B-BC8E-B1B8-C77F8F3FA7D6}"/>
              </a:ext>
            </a:extLst>
          </p:cNvPr>
          <p:cNvSpPr txBox="1"/>
          <p:nvPr/>
        </p:nvSpPr>
        <p:spPr>
          <a:xfrm>
            <a:off x="929272" y="3429000"/>
            <a:ext cx="2997808" cy="369332"/>
          </a:xfrm>
          <a:prstGeom prst="rect">
            <a:avLst/>
          </a:prstGeom>
          <a:solidFill>
            <a:schemeClr val="accent4"/>
          </a:solidFill>
        </p:spPr>
        <p:txBody>
          <a:bodyPr wrap="none" rtlCol="0">
            <a:spAutoFit/>
          </a:bodyPr>
          <a:lstStyle/>
          <a:p>
            <a:r>
              <a:rPr lang="en-GB" dirty="0"/>
              <a:t>Get MAC address of a given IP</a:t>
            </a:r>
            <a:endParaRPr lang="en-US" dirty="0"/>
          </a:p>
        </p:txBody>
      </p:sp>
      <p:pic>
        <p:nvPicPr>
          <p:cNvPr id="5" name="Picture 4">
            <a:extLst>
              <a:ext uri="{FF2B5EF4-FFF2-40B4-BE49-F238E27FC236}">
                <a16:creationId xmlns:a16="http://schemas.microsoft.com/office/drawing/2014/main" id="{BE7FA802-911F-76F4-0FD4-2E841A6AEDAB}"/>
              </a:ext>
            </a:extLst>
          </p:cNvPr>
          <p:cNvPicPr>
            <a:picLocks noChangeAspect="1"/>
          </p:cNvPicPr>
          <p:nvPr/>
        </p:nvPicPr>
        <p:blipFill>
          <a:blip r:embed="rId4"/>
          <a:stretch>
            <a:fillRect/>
          </a:stretch>
        </p:blipFill>
        <p:spPr>
          <a:xfrm>
            <a:off x="929272" y="1948997"/>
            <a:ext cx="9198137" cy="1158340"/>
          </a:xfrm>
          <a:prstGeom prst="rect">
            <a:avLst/>
          </a:prstGeom>
        </p:spPr>
      </p:pic>
    </p:spTree>
    <p:extLst>
      <p:ext uri="{BB962C8B-B14F-4D97-AF65-F5344CB8AC3E}">
        <p14:creationId xmlns:p14="http://schemas.microsoft.com/office/powerpoint/2010/main" val="3209580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459E23-181A-09C8-FC13-72F5EBC4A481}"/>
              </a:ext>
            </a:extLst>
          </p:cNvPr>
          <p:cNvPicPr>
            <a:picLocks noChangeAspect="1"/>
          </p:cNvPicPr>
          <p:nvPr/>
        </p:nvPicPr>
        <p:blipFill>
          <a:blip r:embed="rId2"/>
          <a:stretch>
            <a:fillRect/>
          </a:stretch>
        </p:blipFill>
        <p:spPr>
          <a:xfrm>
            <a:off x="734994" y="1870026"/>
            <a:ext cx="8248871" cy="1615506"/>
          </a:xfrm>
          <a:prstGeom prst="rect">
            <a:avLst/>
          </a:prstGeom>
        </p:spPr>
      </p:pic>
      <p:sp>
        <p:nvSpPr>
          <p:cNvPr id="6" name="TextBox 5">
            <a:extLst>
              <a:ext uri="{FF2B5EF4-FFF2-40B4-BE49-F238E27FC236}">
                <a16:creationId xmlns:a16="http://schemas.microsoft.com/office/drawing/2014/main" id="{706D466E-ADFE-B2DD-26A3-8FEFA6B7ED7C}"/>
              </a:ext>
            </a:extLst>
          </p:cNvPr>
          <p:cNvSpPr txBox="1"/>
          <p:nvPr/>
        </p:nvSpPr>
        <p:spPr>
          <a:xfrm>
            <a:off x="734994" y="1223695"/>
            <a:ext cx="7586045" cy="646331"/>
          </a:xfrm>
          <a:prstGeom prst="rect">
            <a:avLst/>
          </a:prstGeom>
          <a:solidFill>
            <a:schemeClr val="accent4"/>
          </a:solidFill>
        </p:spPr>
        <p:txBody>
          <a:bodyPr wrap="square">
            <a:spAutoFit/>
          </a:bodyPr>
          <a:lstStyle/>
          <a:p>
            <a:r>
              <a:rPr lang="en-GB" dirty="0"/>
              <a:t>a Python function that uses the </a:t>
            </a:r>
            <a:r>
              <a:rPr lang="en-GB" dirty="0" err="1"/>
              <a:t>Scapy</a:t>
            </a:r>
            <a:r>
              <a:rPr lang="en-GB" dirty="0"/>
              <a:t> library to obtain the MAC address of a device on a local network given its IP address.</a:t>
            </a:r>
            <a:endParaRPr lang="en-US" dirty="0"/>
          </a:p>
        </p:txBody>
      </p:sp>
      <p:sp>
        <p:nvSpPr>
          <p:cNvPr id="8" name="TextBox 7">
            <a:extLst>
              <a:ext uri="{FF2B5EF4-FFF2-40B4-BE49-F238E27FC236}">
                <a16:creationId xmlns:a16="http://schemas.microsoft.com/office/drawing/2014/main" id="{1AC4D543-B55C-EB5B-B858-AA2D3C31955A}"/>
              </a:ext>
            </a:extLst>
          </p:cNvPr>
          <p:cNvSpPr txBox="1"/>
          <p:nvPr/>
        </p:nvSpPr>
        <p:spPr>
          <a:xfrm>
            <a:off x="734994" y="3680162"/>
            <a:ext cx="10153986" cy="2616101"/>
          </a:xfrm>
          <a:prstGeom prst="rect">
            <a:avLst/>
          </a:prstGeom>
          <a:noFill/>
        </p:spPr>
        <p:txBody>
          <a:bodyPr wrap="square">
            <a:spAutoFit/>
          </a:bodyPr>
          <a:lstStyle/>
          <a:p>
            <a:pPr marL="342900" indent="-342900">
              <a:buFont typeface="+mj-lt"/>
              <a:buAutoNum type="arabicPeriod"/>
            </a:pPr>
            <a:r>
              <a:rPr lang="en-GB" sz="1600" dirty="0"/>
              <a:t>The function takes an IP address as its argument.</a:t>
            </a:r>
          </a:p>
          <a:p>
            <a:pPr marL="342900" indent="-342900">
              <a:buFont typeface="+mj-lt"/>
              <a:buAutoNum type="arabicPeriod"/>
            </a:pPr>
            <a:r>
              <a:rPr lang="en-GB" sz="1600" dirty="0"/>
              <a:t>It creates an ARP (Address Resolution Protocol) request packet using </a:t>
            </a:r>
            <a:r>
              <a:rPr lang="en-GB" sz="1600" dirty="0" err="1"/>
              <a:t>Scapy's</a:t>
            </a:r>
            <a:r>
              <a:rPr lang="en-GB" sz="1600" dirty="0"/>
              <a:t> ARP function and sets the "</a:t>
            </a:r>
            <a:r>
              <a:rPr lang="en-GB" sz="1600" dirty="0" err="1">
                <a:latin typeface="OCRB" panose="020B0609020202020204" pitchFamily="49" charset="0"/>
              </a:rPr>
              <a:t>pdst</a:t>
            </a:r>
            <a:r>
              <a:rPr lang="en-GB" sz="1600" dirty="0"/>
              <a:t>" field to the IP address provided as an argument.</a:t>
            </a:r>
          </a:p>
          <a:p>
            <a:pPr marL="342900" indent="-342900">
              <a:buFont typeface="+mj-lt"/>
              <a:buAutoNum type="arabicPeriod"/>
            </a:pPr>
            <a:r>
              <a:rPr lang="en-GB" sz="1600" dirty="0"/>
              <a:t>It creates an Ethernet broadcast frame using </a:t>
            </a:r>
            <a:r>
              <a:rPr lang="en-GB" sz="1600" dirty="0" err="1"/>
              <a:t>Scapy's</a:t>
            </a:r>
            <a:r>
              <a:rPr lang="en-GB" sz="1600" dirty="0"/>
              <a:t> Ether function and sets the destination MAC address to "</a:t>
            </a:r>
            <a:r>
              <a:rPr lang="en-GB" sz="1600" dirty="0" err="1">
                <a:latin typeface="OCRB" panose="020B0609020202020204" pitchFamily="49" charset="0"/>
              </a:rPr>
              <a:t>ff:ff:ff:ff:ff:ff</a:t>
            </a:r>
            <a:r>
              <a:rPr lang="en-GB" sz="1600" dirty="0"/>
              <a:t>". This frame is used to broadcast the ARP request packet to all devices on the network.</a:t>
            </a:r>
          </a:p>
          <a:p>
            <a:pPr marL="342900" indent="-342900">
              <a:buFont typeface="+mj-lt"/>
              <a:buAutoNum type="arabicPeriod"/>
            </a:pPr>
            <a:r>
              <a:rPr lang="en-GB" sz="1600" dirty="0"/>
              <a:t>It combines the ARP request packet and the Ethernet broadcast frame into a single packet using </a:t>
            </a:r>
            <a:r>
              <a:rPr lang="en-GB" sz="1600" dirty="0" err="1"/>
              <a:t>Scapy's</a:t>
            </a:r>
            <a:r>
              <a:rPr lang="en-GB" sz="1600" dirty="0"/>
              <a:t> "/" operator.</a:t>
            </a:r>
          </a:p>
          <a:p>
            <a:pPr marL="342900" indent="-342900">
              <a:buFont typeface="+mj-lt"/>
              <a:buAutoNum type="arabicPeriod"/>
            </a:pPr>
            <a:r>
              <a:rPr lang="en-GB" sz="1600" dirty="0"/>
              <a:t>It uses </a:t>
            </a:r>
            <a:r>
              <a:rPr lang="en-GB" sz="1600" dirty="0" err="1"/>
              <a:t>Scapy's</a:t>
            </a:r>
            <a:r>
              <a:rPr lang="en-GB" sz="1600" dirty="0"/>
              <a:t> </a:t>
            </a:r>
            <a:r>
              <a:rPr lang="en-GB" sz="1600" dirty="0" err="1">
                <a:latin typeface="OCRB" panose="020B0609020202020204" pitchFamily="49" charset="0"/>
              </a:rPr>
              <a:t>srp</a:t>
            </a:r>
            <a:r>
              <a:rPr lang="en-GB" sz="1600" dirty="0"/>
              <a:t> function to send the combined packet to the network and receive a list of packets in response within a timeout period of 5 seconds. The "verbose" argument is set to False to suppress output.</a:t>
            </a:r>
          </a:p>
          <a:p>
            <a:pPr marL="342900" indent="-342900">
              <a:buFont typeface="+mj-lt"/>
              <a:buAutoNum type="arabicPeriod"/>
            </a:pPr>
            <a:r>
              <a:rPr lang="en-GB" sz="1600" dirty="0"/>
              <a:t>The function returns the MAC address of the first device that responds to the ARP request. This is obtained from the "</a:t>
            </a:r>
            <a:r>
              <a:rPr lang="en-GB" sz="1600" dirty="0" err="1">
                <a:latin typeface="OCRB" panose="020B0609020202020204" pitchFamily="49" charset="0"/>
              </a:rPr>
              <a:t>hwsrc</a:t>
            </a:r>
            <a:r>
              <a:rPr lang="en-GB" sz="1600" dirty="0"/>
              <a:t>" field of the second element of the first element in the list of responses.</a:t>
            </a:r>
            <a:endParaRPr lang="en-US" sz="1600" dirty="0"/>
          </a:p>
        </p:txBody>
      </p:sp>
    </p:spTree>
    <p:extLst>
      <p:ext uri="{BB962C8B-B14F-4D97-AF65-F5344CB8AC3E}">
        <p14:creationId xmlns:p14="http://schemas.microsoft.com/office/powerpoint/2010/main" val="1443692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611C1-29C1-3E9F-8A44-5C7A39217A6B}"/>
              </a:ext>
            </a:extLst>
          </p:cNvPr>
          <p:cNvPicPr>
            <a:picLocks noChangeAspect="1"/>
          </p:cNvPicPr>
          <p:nvPr/>
        </p:nvPicPr>
        <p:blipFill>
          <a:blip r:embed="rId2"/>
          <a:stretch>
            <a:fillRect/>
          </a:stretch>
        </p:blipFill>
        <p:spPr>
          <a:xfrm>
            <a:off x="1062651" y="825757"/>
            <a:ext cx="7826418" cy="3444538"/>
          </a:xfrm>
          <a:prstGeom prst="rect">
            <a:avLst/>
          </a:prstGeom>
        </p:spPr>
      </p:pic>
      <p:sp>
        <p:nvSpPr>
          <p:cNvPr id="4" name="TextBox 3">
            <a:extLst>
              <a:ext uri="{FF2B5EF4-FFF2-40B4-BE49-F238E27FC236}">
                <a16:creationId xmlns:a16="http://schemas.microsoft.com/office/drawing/2014/main" id="{B956AD1D-608A-D78D-9F58-DDDFA615EA5A}"/>
              </a:ext>
            </a:extLst>
          </p:cNvPr>
          <p:cNvSpPr txBox="1"/>
          <p:nvPr/>
        </p:nvSpPr>
        <p:spPr>
          <a:xfrm>
            <a:off x="1062651" y="481280"/>
            <a:ext cx="8995749" cy="369332"/>
          </a:xfrm>
          <a:prstGeom prst="rect">
            <a:avLst/>
          </a:prstGeom>
          <a:solidFill>
            <a:schemeClr val="accent4"/>
          </a:solidFill>
        </p:spPr>
        <p:txBody>
          <a:bodyPr wrap="square">
            <a:spAutoFit/>
          </a:bodyPr>
          <a:lstStyle/>
          <a:p>
            <a:r>
              <a:rPr lang="en-GB" dirty="0"/>
              <a:t>a Python function that performs an ARP spoofing attack on a target device on a local network.</a:t>
            </a:r>
            <a:endParaRPr lang="en-US" dirty="0"/>
          </a:p>
        </p:txBody>
      </p:sp>
      <p:sp>
        <p:nvSpPr>
          <p:cNvPr id="6" name="TextBox 5">
            <a:extLst>
              <a:ext uri="{FF2B5EF4-FFF2-40B4-BE49-F238E27FC236}">
                <a16:creationId xmlns:a16="http://schemas.microsoft.com/office/drawing/2014/main" id="{B1B8A262-EF45-389F-46D4-8E264CDE4109}"/>
              </a:ext>
            </a:extLst>
          </p:cNvPr>
          <p:cNvSpPr txBox="1"/>
          <p:nvPr/>
        </p:nvSpPr>
        <p:spPr>
          <a:xfrm>
            <a:off x="933110" y="4345395"/>
            <a:ext cx="10717869" cy="2031325"/>
          </a:xfrm>
          <a:prstGeom prst="rect">
            <a:avLst/>
          </a:prstGeom>
          <a:noFill/>
        </p:spPr>
        <p:txBody>
          <a:bodyPr wrap="square">
            <a:spAutoFit/>
          </a:bodyPr>
          <a:lstStyle/>
          <a:p>
            <a:pPr marL="342900" indent="-342900">
              <a:buFont typeface="+mj-lt"/>
              <a:buAutoNum type="arabicPeriod"/>
            </a:pPr>
            <a:r>
              <a:rPr lang="en-GB" sz="1400" dirty="0"/>
              <a:t>The function takes two IP addresses as arguments - </a:t>
            </a:r>
            <a:r>
              <a:rPr lang="en-GB" sz="1400" dirty="0" err="1">
                <a:latin typeface="OCRB" panose="020B0609020202020204" pitchFamily="49" charset="0"/>
              </a:rPr>
              <a:t>target_ip</a:t>
            </a:r>
            <a:r>
              <a:rPr lang="en-GB" sz="1400" dirty="0">
                <a:latin typeface="OCRB" panose="020B0609020202020204" pitchFamily="49" charset="0"/>
              </a:rPr>
              <a:t> </a:t>
            </a:r>
            <a:r>
              <a:rPr lang="en-GB" sz="1400" dirty="0"/>
              <a:t>and </a:t>
            </a:r>
            <a:r>
              <a:rPr lang="en-GB" sz="1400" dirty="0" err="1">
                <a:latin typeface="OCRB" panose="020B0609020202020204" pitchFamily="49" charset="0"/>
              </a:rPr>
              <a:t>host_ip</a:t>
            </a:r>
            <a:r>
              <a:rPr lang="en-GB" sz="1400" dirty="0"/>
              <a:t>.</a:t>
            </a:r>
          </a:p>
          <a:p>
            <a:pPr marL="800100" lvl="1" indent="-342900">
              <a:buFont typeface="Arial" panose="020B0604020202020204" pitchFamily="34" charset="0"/>
              <a:buChar char="•"/>
            </a:pPr>
            <a:r>
              <a:rPr lang="en-GB" sz="1400" dirty="0"/>
              <a:t> </a:t>
            </a:r>
            <a:r>
              <a:rPr lang="en-GB" sz="1400" dirty="0" err="1"/>
              <a:t>target_ip</a:t>
            </a:r>
            <a:r>
              <a:rPr lang="en-GB" sz="1400" dirty="0"/>
              <a:t> is the IP address of the device whose ARP table we want to spoof, while </a:t>
            </a:r>
          </a:p>
          <a:p>
            <a:pPr marL="800100" lvl="1" indent="-342900">
              <a:buFont typeface="Arial" panose="020B0604020202020204" pitchFamily="34" charset="0"/>
              <a:buChar char="•"/>
            </a:pPr>
            <a:r>
              <a:rPr lang="en-GB" sz="1400" dirty="0" err="1"/>
              <a:t>host_ip</a:t>
            </a:r>
            <a:r>
              <a:rPr lang="en-GB" sz="1400" dirty="0"/>
              <a:t> is the IP address of the device that the target device wants to communicate with.</a:t>
            </a:r>
          </a:p>
          <a:p>
            <a:pPr marL="342900" indent="-342900">
              <a:buFont typeface="+mj-lt"/>
              <a:buAutoNum type="arabicPeriod"/>
            </a:pPr>
            <a:r>
              <a:rPr lang="en-GB" sz="1400" dirty="0"/>
              <a:t>It creates an ARP packet using </a:t>
            </a:r>
            <a:r>
              <a:rPr lang="en-GB" sz="1400" dirty="0" err="1"/>
              <a:t>Scapy's</a:t>
            </a:r>
            <a:r>
              <a:rPr lang="en-GB" sz="1400" dirty="0"/>
              <a:t> ARP function and sets the op field to 2 to indicate an ARP reply packet. The </a:t>
            </a:r>
            <a:r>
              <a:rPr lang="en-GB" sz="1400" dirty="0" err="1"/>
              <a:t>pdst</a:t>
            </a:r>
            <a:r>
              <a:rPr lang="en-GB" sz="1400" dirty="0"/>
              <a:t> field is set to </a:t>
            </a:r>
            <a:r>
              <a:rPr lang="en-GB" sz="1400" dirty="0" err="1"/>
              <a:t>target_ip</a:t>
            </a:r>
            <a:r>
              <a:rPr lang="en-GB" sz="1400" dirty="0"/>
              <a:t>, the IP address of the target device, and the </a:t>
            </a:r>
            <a:r>
              <a:rPr lang="en-GB" sz="1400" dirty="0" err="1"/>
              <a:t>hwdst</a:t>
            </a:r>
            <a:r>
              <a:rPr lang="en-GB" sz="1400" dirty="0"/>
              <a:t> field is set to the MAC address of the target device, obtained using the </a:t>
            </a:r>
            <a:r>
              <a:rPr lang="en-GB" sz="1400" dirty="0" err="1"/>
              <a:t>get_mac</a:t>
            </a:r>
            <a:r>
              <a:rPr lang="en-GB" sz="1400" dirty="0"/>
              <a:t> function. The </a:t>
            </a:r>
            <a:r>
              <a:rPr lang="en-GB" sz="1400" dirty="0" err="1"/>
              <a:t>psrc</a:t>
            </a:r>
            <a:r>
              <a:rPr lang="en-GB" sz="1400" dirty="0"/>
              <a:t> field is set to </a:t>
            </a:r>
            <a:r>
              <a:rPr lang="en-GB" sz="1400" dirty="0" err="1"/>
              <a:t>host_ip</a:t>
            </a:r>
            <a:r>
              <a:rPr lang="en-GB" sz="1400" dirty="0"/>
              <a:t>, the IP address of the device that the target wants to communicate with.</a:t>
            </a:r>
          </a:p>
          <a:p>
            <a:pPr marL="342900" indent="-342900">
              <a:buFont typeface="+mj-lt"/>
              <a:buAutoNum type="arabicPeriod"/>
            </a:pPr>
            <a:r>
              <a:rPr lang="en-GB" sz="1400" dirty="0"/>
              <a:t>It sends the ARP packet using </a:t>
            </a:r>
            <a:r>
              <a:rPr lang="en-GB" sz="1400" dirty="0" err="1"/>
              <a:t>Scapy's</a:t>
            </a:r>
            <a:r>
              <a:rPr lang="en-GB" sz="1400" dirty="0"/>
              <a:t> send function, with the verbose argument set to False to suppress output.</a:t>
            </a:r>
          </a:p>
          <a:p>
            <a:pPr marL="342900" indent="-342900">
              <a:buFont typeface="+mj-lt"/>
              <a:buAutoNum type="arabicPeriod"/>
            </a:pPr>
            <a:r>
              <a:rPr lang="en-GB" sz="1400" dirty="0"/>
              <a:t>If verbose is True, the function prints a message indicating that an ARP reply packet has been sent to the target device, along with the MAC address of the attacker's own interface.</a:t>
            </a:r>
            <a:endParaRPr lang="en-US" sz="1400" dirty="0"/>
          </a:p>
        </p:txBody>
      </p:sp>
      <p:sp>
        <p:nvSpPr>
          <p:cNvPr id="7" name="TextBox 6">
            <a:extLst>
              <a:ext uri="{FF2B5EF4-FFF2-40B4-BE49-F238E27FC236}">
                <a16:creationId xmlns:a16="http://schemas.microsoft.com/office/drawing/2014/main" id="{0B2B20AB-6868-9F47-1DEA-8D9C59233689}"/>
              </a:ext>
            </a:extLst>
          </p:cNvPr>
          <p:cNvSpPr txBox="1"/>
          <p:nvPr/>
        </p:nvSpPr>
        <p:spPr>
          <a:xfrm>
            <a:off x="9174480" y="2156460"/>
            <a:ext cx="2606040" cy="923330"/>
          </a:xfrm>
          <a:prstGeom prst="rect">
            <a:avLst/>
          </a:prstGeom>
          <a:solidFill>
            <a:schemeClr val="accent4">
              <a:lumMod val="20000"/>
              <a:lumOff val="80000"/>
            </a:schemeClr>
          </a:solidFill>
        </p:spPr>
        <p:txBody>
          <a:bodyPr wrap="square" rtlCol="0">
            <a:spAutoFit/>
          </a:bodyPr>
          <a:lstStyle/>
          <a:p>
            <a:r>
              <a:rPr lang="en-US" dirty="0"/>
              <a:t>The attacker’s/Kali’s MAC is automatically attached to the ARP response</a:t>
            </a:r>
          </a:p>
        </p:txBody>
      </p:sp>
      <p:cxnSp>
        <p:nvCxnSpPr>
          <p:cNvPr id="9" name="Straight Arrow Connector 8">
            <a:extLst>
              <a:ext uri="{FF2B5EF4-FFF2-40B4-BE49-F238E27FC236}">
                <a16:creationId xmlns:a16="http://schemas.microsoft.com/office/drawing/2014/main" id="{5674D4F9-0DCF-316F-1C79-7572E990A0A5}"/>
              </a:ext>
            </a:extLst>
          </p:cNvPr>
          <p:cNvCxnSpPr>
            <a:stCxn id="7" idx="1"/>
          </p:cNvCxnSpPr>
          <p:nvPr/>
        </p:nvCxnSpPr>
        <p:spPr>
          <a:xfrm flipH="1">
            <a:off x="7772400" y="2618125"/>
            <a:ext cx="1402080" cy="315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31882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A30552-6405-73A4-AE7E-2E07682282A6}"/>
              </a:ext>
            </a:extLst>
          </p:cNvPr>
          <p:cNvPicPr>
            <a:picLocks noChangeAspect="1"/>
          </p:cNvPicPr>
          <p:nvPr/>
        </p:nvPicPr>
        <p:blipFill>
          <a:blip r:embed="rId2"/>
          <a:stretch>
            <a:fillRect/>
          </a:stretch>
        </p:blipFill>
        <p:spPr>
          <a:xfrm>
            <a:off x="2483807" y="186409"/>
            <a:ext cx="7224386" cy="6485182"/>
          </a:xfrm>
          <a:prstGeom prst="rect">
            <a:avLst/>
          </a:prstGeom>
        </p:spPr>
      </p:pic>
    </p:spTree>
    <p:extLst>
      <p:ext uri="{BB962C8B-B14F-4D97-AF65-F5344CB8AC3E}">
        <p14:creationId xmlns:p14="http://schemas.microsoft.com/office/powerpoint/2010/main" val="1038472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A66A99-3B18-CA52-FD71-B2A4A278CC37}"/>
              </a:ext>
            </a:extLst>
          </p:cNvPr>
          <p:cNvPicPr>
            <a:picLocks noChangeAspect="1"/>
          </p:cNvPicPr>
          <p:nvPr/>
        </p:nvPicPr>
        <p:blipFill>
          <a:blip r:embed="rId2"/>
          <a:stretch>
            <a:fillRect/>
          </a:stretch>
        </p:blipFill>
        <p:spPr>
          <a:xfrm>
            <a:off x="967295" y="1321887"/>
            <a:ext cx="10257409" cy="4214225"/>
          </a:xfrm>
          <a:prstGeom prst="rect">
            <a:avLst/>
          </a:prstGeom>
        </p:spPr>
      </p:pic>
      <p:sp>
        <p:nvSpPr>
          <p:cNvPr id="2" name="TextBox 1">
            <a:extLst>
              <a:ext uri="{FF2B5EF4-FFF2-40B4-BE49-F238E27FC236}">
                <a16:creationId xmlns:a16="http://schemas.microsoft.com/office/drawing/2014/main" id="{88CF963B-FA40-4D36-A98D-131980D56C6F}"/>
              </a:ext>
            </a:extLst>
          </p:cNvPr>
          <p:cNvSpPr txBox="1"/>
          <p:nvPr/>
        </p:nvSpPr>
        <p:spPr>
          <a:xfrm>
            <a:off x="967295" y="869900"/>
            <a:ext cx="8995749" cy="369332"/>
          </a:xfrm>
          <a:prstGeom prst="rect">
            <a:avLst/>
          </a:prstGeom>
          <a:solidFill>
            <a:schemeClr val="accent4"/>
          </a:solidFill>
        </p:spPr>
        <p:txBody>
          <a:bodyPr wrap="square">
            <a:spAutoFit/>
          </a:bodyPr>
          <a:lstStyle/>
          <a:p>
            <a:r>
              <a:rPr lang="en-GB" dirty="0"/>
              <a:t>Launch ARP poisoning Attacking</a:t>
            </a:r>
            <a:endParaRPr lang="en-US" dirty="0"/>
          </a:p>
        </p:txBody>
      </p:sp>
    </p:spTree>
    <p:extLst>
      <p:ext uri="{BB962C8B-B14F-4D97-AF65-F5344CB8AC3E}">
        <p14:creationId xmlns:p14="http://schemas.microsoft.com/office/powerpoint/2010/main" val="3938516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890642-B8A0-0CB6-9AD6-379237F91596}"/>
              </a:ext>
            </a:extLst>
          </p:cNvPr>
          <p:cNvPicPr>
            <a:picLocks noChangeAspect="1"/>
          </p:cNvPicPr>
          <p:nvPr/>
        </p:nvPicPr>
        <p:blipFill>
          <a:blip r:embed="rId2"/>
          <a:stretch>
            <a:fillRect/>
          </a:stretch>
        </p:blipFill>
        <p:spPr>
          <a:xfrm>
            <a:off x="1805281" y="1135380"/>
            <a:ext cx="6988604" cy="4343651"/>
          </a:xfrm>
          <a:prstGeom prst="rect">
            <a:avLst/>
          </a:prstGeom>
        </p:spPr>
      </p:pic>
    </p:spTree>
    <p:extLst>
      <p:ext uri="{BB962C8B-B14F-4D97-AF65-F5344CB8AC3E}">
        <p14:creationId xmlns:p14="http://schemas.microsoft.com/office/powerpoint/2010/main" val="2803242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6F9709-58DD-578D-AF3A-3F9E29A3C3A6}"/>
              </a:ext>
            </a:extLst>
          </p:cNvPr>
          <p:cNvSpPr>
            <a:spLocks noGrp="1"/>
          </p:cNvSpPr>
          <p:nvPr>
            <p:ph type="title"/>
          </p:nvPr>
        </p:nvSpPr>
        <p:spPr/>
        <p:txBody>
          <a:bodyPr/>
          <a:lstStyle/>
          <a:p>
            <a:r>
              <a:rPr lang="en-US" dirty="0"/>
              <a:t>Capture and Analyze ARP Spoofing Traffic</a:t>
            </a:r>
          </a:p>
        </p:txBody>
      </p:sp>
      <p:sp>
        <p:nvSpPr>
          <p:cNvPr id="5" name="Text Placeholder 4">
            <a:extLst>
              <a:ext uri="{FF2B5EF4-FFF2-40B4-BE49-F238E27FC236}">
                <a16:creationId xmlns:a16="http://schemas.microsoft.com/office/drawing/2014/main" id="{4A6B1DC2-B0ED-EB40-F21A-2D5DA9F4DB2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03352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62CB01-677E-BB08-F7C8-A2237AE96597}"/>
              </a:ext>
            </a:extLst>
          </p:cNvPr>
          <p:cNvPicPr>
            <a:picLocks noChangeAspect="1"/>
          </p:cNvPicPr>
          <p:nvPr/>
        </p:nvPicPr>
        <p:blipFill>
          <a:blip r:embed="rId2"/>
          <a:stretch>
            <a:fillRect/>
          </a:stretch>
        </p:blipFill>
        <p:spPr>
          <a:xfrm>
            <a:off x="838200" y="1470193"/>
            <a:ext cx="10745131" cy="5387807"/>
          </a:xfrm>
          <a:prstGeom prst="rect">
            <a:avLst/>
          </a:prstGeom>
        </p:spPr>
      </p:pic>
      <p:sp>
        <p:nvSpPr>
          <p:cNvPr id="6" name="Rectangle 5">
            <a:extLst>
              <a:ext uri="{FF2B5EF4-FFF2-40B4-BE49-F238E27FC236}">
                <a16:creationId xmlns:a16="http://schemas.microsoft.com/office/drawing/2014/main" id="{9FF3D3D5-C6B2-C9FF-EA0E-647515D40484}"/>
              </a:ext>
            </a:extLst>
          </p:cNvPr>
          <p:cNvSpPr/>
          <p:nvPr/>
        </p:nvSpPr>
        <p:spPr>
          <a:xfrm>
            <a:off x="1227286" y="2563897"/>
            <a:ext cx="7520940" cy="518160"/>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1CD252-32C7-3AE5-88A9-261DBDDE560B}"/>
              </a:ext>
            </a:extLst>
          </p:cNvPr>
          <p:cNvSpPr>
            <a:spLocks noGrp="1"/>
          </p:cNvSpPr>
          <p:nvPr>
            <p:ph type="title"/>
          </p:nvPr>
        </p:nvSpPr>
        <p:spPr/>
        <p:txBody>
          <a:bodyPr/>
          <a:lstStyle/>
          <a:p>
            <a:r>
              <a:rPr lang="en-US" dirty="0"/>
              <a:t>How to capture ARP spoofing traffic</a:t>
            </a:r>
          </a:p>
        </p:txBody>
      </p:sp>
    </p:spTree>
    <p:extLst>
      <p:ext uri="{BB962C8B-B14F-4D97-AF65-F5344CB8AC3E}">
        <p14:creationId xmlns:p14="http://schemas.microsoft.com/office/powerpoint/2010/main" val="2856429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12829-5ED6-5F2F-4DCB-A423ECB2C0C6}"/>
              </a:ext>
            </a:extLst>
          </p:cNvPr>
          <p:cNvSpPr txBox="1"/>
          <p:nvPr/>
        </p:nvSpPr>
        <p:spPr>
          <a:xfrm>
            <a:off x="1618576" y="3059667"/>
            <a:ext cx="9354223" cy="646331"/>
          </a:xfrm>
          <a:prstGeom prst="rect">
            <a:avLst/>
          </a:prstGeom>
          <a:noFill/>
        </p:spPr>
        <p:txBody>
          <a:bodyPr wrap="square">
            <a:spAutoFit/>
          </a:bodyPr>
          <a:lstStyle/>
          <a:p>
            <a:r>
              <a:rPr lang="en-US" dirty="0" err="1">
                <a:latin typeface="OCRB" panose="020B0609020202020204" pitchFamily="49" charset="0"/>
              </a:rPr>
              <a:t>wget</a:t>
            </a:r>
            <a:r>
              <a:rPr lang="en-US" dirty="0">
                <a:latin typeface="OCRB" panose="020B0609020202020204" pitchFamily="49" charset="0"/>
              </a:rPr>
              <a:t> https:/raw.githubusercontent.com/frankwxu/digital-forensics-lab/main/</a:t>
            </a:r>
            <a:r>
              <a:rPr lang="en-US" dirty="0" err="1">
                <a:latin typeface="OCRB" panose="020B0609020202020204" pitchFamily="49" charset="0"/>
              </a:rPr>
              <a:t>Networking_Forensics</a:t>
            </a:r>
            <a:r>
              <a:rPr lang="en-US" dirty="0">
                <a:latin typeface="OCRB" panose="020B0609020202020204" pitchFamily="49" charset="0"/>
              </a:rPr>
              <a:t>/</a:t>
            </a:r>
            <a:r>
              <a:rPr lang="en-US" dirty="0" err="1">
                <a:latin typeface="OCRB" panose="020B0609020202020204" pitchFamily="49" charset="0"/>
              </a:rPr>
              <a:t>lab_files</a:t>
            </a:r>
            <a:r>
              <a:rPr lang="en-US" dirty="0">
                <a:latin typeface="OCRB" panose="020B0609020202020204" pitchFamily="49" charset="0"/>
              </a:rPr>
              <a:t>/</a:t>
            </a:r>
            <a:r>
              <a:rPr lang="en-US" dirty="0" err="1">
                <a:latin typeface="OCRB" panose="020B0609020202020204" pitchFamily="49" charset="0"/>
              </a:rPr>
              <a:t>ARP_spoofing</a:t>
            </a:r>
            <a:r>
              <a:rPr lang="en-US" dirty="0">
                <a:latin typeface="OCRB" panose="020B0609020202020204" pitchFamily="49" charset="0"/>
              </a:rPr>
              <a:t>/</a:t>
            </a:r>
            <a:r>
              <a:rPr lang="en-US" dirty="0" err="1">
                <a:latin typeface="OCRB" panose="020B0609020202020204" pitchFamily="49" charset="0"/>
              </a:rPr>
              <a:t>arp.pcap</a:t>
            </a:r>
            <a:endParaRPr lang="en-US" dirty="0">
              <a:latin typeface="OCRB" panose="020B0609020202020204" pitchFamily="49" charset="0"/>
            </a:endParaRPr>
          </a:p>
        </p:txBody>
      </p:sp>
      <p:pic>
        <p:nvPicPr>
          <p:cNvPr id="4" name="Picture 3" descr="Image result for download icon">
            <a:extLst>
              <a:ext uri="{FF2B5EF4-FFF2-40B4-BE49-F238E27FC236}">
                <a16:creationId xmlns:a16="http://schemas.microsoft.com/office/drawing/2014/main" id="{14513250-C788-ABBA-FA43-4CE37F7A22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3737" y="3065680"/>
            <a:ext cx="517207" cy="517207"/>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1A9DD635-1B94-9E77-CD8A-6DB0F00C01B1}"/>
              </a:ext>
            </a:extLst>
          </p:cNvPr>
          <p:cNvSpPr>
            <a:spLocks noGrp="1"/>
          </p:cNvSpPr>
          <p:nvPr>
            <p:ph type="title"/>
          </p:nvPr>
        </p:nvSpPr>
        <p:spPr/>
        <p:txBody>
          <a:bodyPr/>
          <a:lstStyle/>
          <a:p>
            <a:r>
              <a:rPr lang="en-US"/>
              <a:t>Download traffic (Option)</a:t>
            </a:r>
            <a:endParaRPr lang="en-US" dirty="0"/>
          </a:p>
        </p:txBody>
      </p:sp>
    </p:spTree>
    <p:extLst>
      <p:ext uri="{BB962C8B-B14F-4D97-AF65-F5344CB8AC3E}">
        <p14:creationId xmlns:p14="http://schemas.microsoft.com/office/powerpoint/2010/main" val="3744328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21C130-D63D-FB8D-A716-6EBFA8A06B2F}"/>
              </a:ext>
            </a:extLst>
          </p:cNvPr>
          <p:cNvPicPr>
            <a:picLocks noChangeAspect="1"/>
          </p:cNvPicPr>
          <p:nvPr/>
        </p:nvPicPr>
        <p:blipFill>
          <a:blip r:embed="rId2"/>
          <a:stretch>
            <a:fillRect/>
          </a:stretch>
        </p:blipFill>
        <p:spPr>
          <a:xfrm>
            <a:off x="673900" y="281667"/>
            <a:ext cx="10844200" cy="6294665"/>
          </a:xfrm>
          <a:prstGeom prst="rect">
            <a:avLst/>
          </a:prstGeom>
        </p:spPr>
      </p:pic>
      <p:sp>
        <p:nvSpPr>
          <p:cNvPr id="6" name="TextBox 5">
            <a:extLst>
              <a:ext uri="{FF2B5EF4-FFF2-40B4-BE49-F238E27FC236}">
                <a16:creationId xmlns:a16="http://schemas.microsoft.com/office/drawing/2014/main" id="{677B7980-7F8E-80A8-2F59-C953F7A93385}"/>
              </a:ext>
            </a:extLst>
          </p:cNvPr>
          <p:cNvSpPr txBox="1"/>
          <p:nvPr/>
        </p:nvSpPr>
        <p:spPr>
          <a:xfrm>
            <a:off x="9044940" y="762000"/>
            <a:ext cx="1677575" cy="369332"/>
          </a:xfrm>
          <a:prstGeom prst="rect">
            <a:avLst/>
          </a:prstGeom>
          <a:solidFill>
            <a:schemeClr val="accent4">
              <a:lumMod val="20000"/>
              <a:lumOff val="80000"/>
            </a:schemeClr>
          </a:solidFill>
        </p:spPr>
        <p:txBody>
          <a:bodyPr wrap="none" rtlCol="0">
            <a:spAutoFit/>
          </a:bodyPr>
          <a:lstStyle/>
          <a:p>
            <a:r>
              <a:rPr lang="en-US" dirty="0"/>
              <a:t>targeting Victim</a:t>
            </a:r>
          </a:p>
        </p:txBody>
      </p:sp>
      <p:cxnSp>
        <p:nvCxnSpPr>
          <p:cNvPr id="8" name="Straight Arrow Connector 7">
            <a:extLst>
              <a:ext uri="{FF2B5EF4-FFF2-40B4-BE49-F238E27FC236}">
                <a16:creationId xmlns:a16="http://schemas.microsoft.com/office/drawing/2014/main" id="{763A9BD4-E4B3-DD8D-6424-556E0B2AE43B}"/>
              </a:ext>
            </a:extLst>
          </p:cNvPr>
          <p:cNvCxnSpPr/>
          <p:nvPr/>
        </p:nvCxnSpPr>
        <p:spPr>
          <a:xfrm flipH="1">
            <a:off x="9540240" y="1131332"/>
            <a:ext cx="220980" cy="6060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E2888EDE-F826-402D-8269-7D8BDB3FB822}"/>
              </a:ext>
            </a:extLst>
          </p:cNvPr>
          <p:cNvCxnSpPr/>
          <p:nvPr/>
        </p:nvCxnSpPr>
        <p:spPr>
          <a:xfrm flipH="1">
            <a:off x="9608820" y="1211580"/>
            <a:ext cx="213360" cy="13335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D7240044-C80D-BAFB-C6C2-D24C4CD90AB7}"/>
              </a:ext>
            </a:extLst>
          </p:cNvPr>
          <p:cNvCxnSpPr/>
          <p:nvPr/>
        </p:nvCxnSpPr>
        <p:spPr>
          <a:xfrm flipH="1">
            <a:off x="9650730" y="1242060"/>
            <a:ext cx="323567" cy="194502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16" name="Group 15">
            <a:extLst>
              <a:ext uri="{FF2B5EF4-FFF2-40B4-BE49-F238E27FC236}">
                <a16:creationId xmlns:a16="http://schemas.microsoft.com/office/drawing/2014/main" id="{66A9998E-B574-2026-B95E-A0724205BD0C}"/>
              </a:ext>
            </a:extLst>
          </p:cNvPr>
          <p:cNvGrpSpPr/>
          <p:nvPr/>
        </p:nvGrpSpPr>
        <p:grpSpPr>
          <a:xfrm>
            <a:off x="158400" y="1843800"/>
            <a:ext cx="929520" cy="4455000"/>
            <a:chOff x="158400" y="1843800"/>
            <a:chExt cx="929520" cy="4455000"/>
          </a:xfrm>
        </p:grpSpPr>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E8B1DBF5-3912-1599-76F5-6B1259A9498B}"/>
                    </a:ext>
                  </a:extLst>
                </p14:cNvPr>
                <p14:cNvContentPartPr/>
                <p14:nvPr/>
              </p14:nvContentPartPr>
              <p14:xfrm>
                <a:off x="158400" y="1843800"/>
                <a:ext cx="902880" cy="4417200"/>
              </p14:xfrm>
            </p:contentPart>
          </mc:Choice>
          <mc:Fallback xmlns="">
            <p:pic>
              <p:nvPicPr>
                <p:cNvPr id="14" name="Ink 13">
                  <a:extLst>
                    <a:ext uri="{FF2B5EF4-FFF2-40B4-BE49-F238E27FC236}">
                      <a16:creationId xmlns:a16="http://schemas.microsoft.com/office/drawing/2014/main" id="{E8B1DBF5-3912-1599-76F5-6B1259A9498B}"/>
                    </a:ext>
                  </a:extLst>
                </p:cNvPr>
                <p:cNvPicPr/>
                <p:nvPr/>
              </p:nvPicPr>
              <p:blipFill>
                <a:blip r:embed="rId4"/>
                <a:stretch>
                  <a:fillRect/>
                </a:stretch>
              </p:blipFill>
              <p:spPr>
                <a:xfrm>
                  <a:off x="149400" y="1835160"/>
                  <a:ext cx="920520" cy="4434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2FCFE21E-316D-5676-1471-066E93E0161D}"/>
                    </a:ext>
                  </a:extLst>
                </p14:cNvPr>
                <p14:cNvContentPartPr/>
                <p14:nvPr/>
              </p14:nvContentPartPr>
              <p14:xfrm>
                <a:off x="980640" y="6149040"/>
                <a:ext cx="107280" cy="149760"/>
              </p14:xfrm>
            </p:contentPart>
          </mc:Choice>
          <mc:Fallback xmlns="">
            <p:pic>
              <p:nvPicPr>
                <p:cNvPr id="15" name="Ink 14">
                  <a:extLst>
                    <a:ext uri="{FF2B5EF4-FFF2-40B4-BE49-F238E27FC236}">
                      <a16:creationId xmlns:a16="http://schemas.microsoft.com/office/drawing/2014/main" id="{2FCFE21E-316D-5676-1471-066E93E0161D}"/>
                    </a:ext>
                  </a:extLst>
                </p:cNvPr>
                <p:cNvPicPr/>
                <p:nvPr/>
              </p:nvPicPr>
              <p:blipFill>
                <a:blip r:embed="rId6"/>
                <a:stretch>
                  <a:fillRect/>
                </a:stretch>
              </p:blipFill>
              <p:spPr>
                <a:xfrm>
                  <a:off x="972000" y="6140400"/>
                  <a:ext cx="124920" cy="167400"/>
                </a:xfrm>
                <a:prstGeom prst="rect">
                  <a:avLst/>
                </a:prstGeom>
              </p:spPr>
            </p:pic>
          </mc:Fallback>
        </mc:AlternateContent>
      </p:grpSp>
    </p:spTree>
    <p:extLst>
      <p:ext uri="{BB962C8B-B14F-4D97-AF65-F5344CB8AC3E}">
        <p14:creationId xmlns:p14="http://schemas.microsoft.com/office/powerpoint/2010/main" val="10641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8D201-5C7B-6494-59EF-451BFD35171F}"/>
              </a:ext>
            </a:extLst>
          </p:cNvPr>
          <p:cNvPicPr>
            <a:picLocks noChangeAspect="1"/>
          </p:cNvPicPr>
          <p:nvPr/>
        </p:nvPicPr>
        <p:blipFill>
          <a:blip r:embed="rId2"/>
          <a:stretch>
            <a:fillRect/>
          </a:stretch>
        </p:blipFill>
        <p:spPr>
          <a:xfrm>
            <a:off x="247143" y="110202"/>
            <a:ext cx="11697714" cy="6637595"/>
          </a:xfrm>
          <a:prstGeom prst="rect">
            <a:avLst/>
          </a:prstGeom>
        </p:spPr>
      </p:pic>
    </p:spTree>
    <p:extLst>
      <p:ext uri="{BB962C8B-B14F-4D97-AF65-F5344CB8AC3E}">
        <p14:creationId xmlns:p14="http://schemas.microsoft.com/office/powerpoint/2010/main" val="3380437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21F5B-F679-112D-3970-693634C2998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BC21C68-B475-E58A-DB4E-0D639CBDBD1C}"/>
              </a:ext>
            </a:extLst>
          </p:cNvPr>
          <p:cNvSpPr>
            <a:spLocks noGrp="1"/>
          </p:cNvSpPr>
          <p:nvPr>
            <p:ph idx="1"/>
          </p:nvPr>
        </p:nvSpPr>
        <p:spPr/>
        <p:txBody>
          <a:bodyPr/>
          <a:lstStyle/>
          <a:p>
            <a:r>
              <a:rPr lang="en-GB" b="0" i="0" dirty="0">
                <a:solidFill>
                  <a:srgbClr val="374151"/>
                </a:solidFill>
                <a:effectLst/>
                <a:latin typeface="Söhne"/>
              </a:rPr>
              <a:t>ARP spoofing attacker spoofs or falsifies the IP in ARP messages.</a:t>
            </a:r>
          </a:p>
          <a:p>
            <a:r>
              <a:rPr lang="en-GB" b="0" i="0" dirty="0">
                <a:solidFill>
                  <a:srgbClr val="374151"/>
                </a:solidFill>
                <a:effectLst/>
                <a:latin typeface="Söhne"/>
              </a:rPr>
              <a:t>ARP spoofing</a:t>
            </a:r>
            <a:r>
              <a:rPr lang="en-GB" dirty="0">
                <a:solidFill>
                  <a:srgbClr val="374151"/>
                </a:solidFill>
                <a:latin typeface="Söhne"/>
              </a:rPr>
              <a:t> is similar to identifying theft</a:t>
            </a:r>
          </a:p>
          <a:p>
            <a:pPr lvl="1"/>
            <a:r>
              <a:rPr lang="en-GB" dirty="0"/>
              <a:t>Both ARP spoofing and identity theft involve a perpetrator deceiving the victim in order to gain access to sensitive information. </a:t>
            </a:r>
          </a:p>
          <a:p>
            <a:pPr lvl="1"/>
            <a:r>
              <a:rPr lang="en-GB" dirty="0"/>
              <a:t>ARP messages to trick other devices on the network into sending traffic to the attacker's device instead of the legitimate device, allowing the attacker to intercept and steal sensitive information</a:t>
            </a:r>
            <a:endParaRPr lang="en-US" dirty="0"/>
          </a:p>
        </p:txBody>
      </p:sp>
    </p:spTree>
    <p:extLst>
      <p:ext uri="{BB962C8B-B14F-4D97-AF65-F5344CB8AC3E}">
        <p14:creationId xmlns:p14="http://schemas.microsoft.com/office/powerpoint/2010/main" val="29970101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D0696-6E5D-2644-6EAC-BC9C4DB60462}"/>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31C897D7-6233-92B2-8F6A-CBE08E35D8A7}"/>
              </a:ext>
            </a:extLst>
          </p:cNvPr>
          <p:cNvSpPr>
            <a:spLocks noGrp="1"/>
          </p:cNvSpPr>
          <p:nvPr>
            <p:ph idx="1"/>
          </p:nvPr>
        </p:nvSpPr>
        <p:spPr/>
        <p:txBody>
          <a:bodyPr/>
          <a:lstStyle/>
          <a:p>
            <a:r>
              <a:rPr lang="en-US" dirty="0"/>
              <a:t>Repeat </a:t>
            </a:r>
            <a:r>
              <a:rPr lang="en-US"/>
              <a:t>all slides</a:t>
            </a:r>
          </a:p>
          <a:p>
            <a:r>
              <a:rPr lang="en-US" dirty="0"/>
              <a:t>Use Kali and another machine to </a:t>
            </a:r>
          </a:p>
          <a:p>
            <a:pPr lvl="1"/>
            <a:r>
              <a:rPr lang="en-US" dirty="0"/>
              <a:t>capture ARP protocol</a:t>
            </a:r>
          </a:p>
          <a:p>
            <a:pPr lvl="1"/>
            <a:r>
              <a:rPr lang="en-US" dirty="0"/>
              <a:t>capture ARP spoofing</a:t>
            </a:r>
          </a:p>
          <a:p>
            <a:pPr lvl="1"/>
            <a:r>
              <a:rPr lang="en-US" dirty="0"/>
              <a:t>Show poisoned ARP table</a:t>
            </a:r>
          </a:p>
          <a:p>
            <a:endParaRPr lang="en-US" dirty="0"/>
          </a:p>
        </p:txBody>
      </p:sp>
    </p:spTree>
    <p:extLst>
      <p:ext uri="{BB962C8B-B14F-4D97-AF65-F5344CB8AC3E}">
        <p14:creationId xmlns:p14="http://schemas.microsoft.com/office/powerpoint/2010/main" val="1972785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34027</TotalTime>
  <Words>1587</Words>
  <Application>Microsoft Office PowerPoint</Application>
  <PresentationFormat>Widescreen</PresentationFormat>
  <Paragraphs>154</Paragraphs>
  <Slides>37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OCRB</vt:lpstr>
      <vt:lpstr>Söhne</vt:lpstr>
      <vt:lpstr>Office Theme</vt:lpstr>
      <vt:lpstr>Address Resolution Protocol Forensics</vt:lpstr>
      <vt:lpstr>Overview</vt:lpstr>
      <vt:lpstr>Address Resolution Protocol (ARP)</vt:lpstr>
      <vt:lpstr>PowerPoint Presentation</vt:lpstr>
      <vt:lpstr>How ARP Works</vt:lpstr>
      <vt:lpstr>What is ARP table (ARP cache)</vt:lpstr>
      <vt:lpstr>Importance of ARP Protocol/ARP table</vt:lpstr>
      <vt:lpstr>ARP tables demo</vt:lpstr>
      <vt:lpstr>PowerPoint Presentation</vt:lpstr>
      <vt:lpstr>Every device has an ARP table  </vt:lpstr>
      <vt:lpstr>Manipulate ARP table entry </vt:lpstr>
      <vt:lpstr>PowerPoint Presentation</vt:lpstr>
      <vt:lpstr>PowerPoint Presentation</vt:lpstr>
      <vt:lpstr>Capture ARP traffic</vt:lpstr>
      <vt:lpstr>PowerPoint Presentation</vt:lpstr>
      <vt:lpstr>PowerPoint Presentation</vt:lpstr>
      <vt:lpstr>PowerPoint Presentation</vt:lpstr>
      <vt:lpstr>PowerPoint Presentation</vt:lpstr>
      <vt:lpstr>PowerPoint Presentation</vt:lpstr>
      <vt:lpstr>ARP poisoning</vt:lpstr>
      <vt:lpstr>What is ARP Spoofing/Poisoning</vt:lpstr>
      <vt:lpstr>PowerPoint Presentation</vt:lpstr>
      <vt:lpstr>PowerPoint Presentation</vt:lpstr>
      <vt:lpstr>PowerPoint Presentation</vt:lpstr>
      <vt:lpstr>Download ARP poisoning attacking code</vt:lpstr>
      <vt:lpstr>PowerPoint Presentation</vt:lpstr>
      <vt:lpstr>PowerPoint Presentation</vt:lpstr>
      <vt:lpstr>PowerPoint Presentation</vt:lpstr>
      <vt:lpstr>PowerPoint Presentation</vt:lpstr>
      <vt:lpstr>PowerPoint Presentation</vt:lpstr>
      <vt:lpstr>Capture and Analyze ARP Spoofing Traffic</vt:lpstr>
      <vt:lpstr>How to capture ARP spoofing traffic</vt:lpstr>
      <vt:lpstr>Download traffic (Option)</vt:lpstr>
      <vt:lpstr>PowerPoint Presentation</vt:lpstr>
      <vt:lpstr>PowerPoint Presentation</vt:lpstr>
      <vt:lpstr>Conclusion</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Xu</dc:creator>
  <cp:lastModifiedBy>Aminu Idris</cp:lastModifiedBy>
  <cp:revision>2416</cp:revision>
  <dcterms:created xsi:type="dcterms:W3CDTF">2020-09-14T14:43:27Z</dcterms:created>
  <dcterms:modified xsi:type="dcterms:W3CDTF">2026-07-22T04:58:37Z</dcterms:modified>
</cp:coreProperties>
</file>