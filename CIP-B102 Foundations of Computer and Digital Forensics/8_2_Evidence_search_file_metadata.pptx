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80" r:id="rId3"/>
    <p:sldId id="286" r:id="rId4"/>
    <p:sldId id="261" r:id="rId5"/>
    <p:sldId id="288" r:id="rId6"/>
    <p:sldId id="257" r:id="rId7"/>
    <p:sldId id="287" r:id="rId8"/>
    <p:sldId id="258" r:id="rId9"/>
    <p:sldId id="259" r:id="rId10"/>
    <p:sldId id="260" r:id="rId11"/>
    <p:sldId id="262" r:id="rId12"/>
    <p:sldId id="263" r:id="rId13"/>
    <p:sldId id="264" r:id="rId14"/>
    <p:sldId id="296" r:id="rId15"/>
    <p:sldId id="298" r:id="rId16"/>
    <p:sldId id="299" r:id="rId17"/>
    <p:sldId id="289" r:id="rId18"/>
    <p:sldId id="265" r:id="rId19"/>
    <p:sldId id="266" r:id="rId20"/>
    <p:sldId id="300" r:id="rId21"/>
    <p:sldId id="267" r:id="rId22"/>
    <p:sldId id="270" r:id="rId23"/>
    <p:sldId id="268" r:id="rId24"/>
    <p:sldId id="271" r:id="rId25"/>
    <p:sldId id="269" r:id="rId26"/>
    <p:sldId id="272" r:id="rId27"/>
    <p:sldId id="284" r:id="rId28"/>
    <p:sldId id="273" r:id="rId29"/>
    <p:sldId id="274" r:id="rId30"/>
    <p:sldId id="275" r:id="rId31"/>
    <p:sldId id="276" r:id="rId32"/>
    <p:sldId id="277" r:id="rId33"/>
    <p:sldId id="279" r:id="rId34"/>
    <p:sldId id="278" r:id="rId35"/>
    <p:sldId id="281" r:id="rId36"/>
    <p:sldId id="282" r:id="rId37"/>
    <p:sldId id="283" r:id="rId38"/>
    <p:sldId id="285" r:id="rId39"/>
    <p:sldId id="290" r:id="rId40"/>
    <p:sldId id="291" r:id="rId41"/>
    <p:sldId id="292" r:id="rId42"/>
    <p:sldId id="293" r:id="rId43"/>
    <p:sldId id="294" r:id="rId44"/>
    <p:sldId id="297" r:id="rId45"/>
    <p:sldId id="295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FDD"/>
    <a:srgbClr val="FFDB0B"/>
    <a:srgbClr val="357CF3"/>
    <a:srgbClr val="80D8FC"/>
    <a:srgbClr val="74CCF2"/>
    <a:srgbClr val="FFA572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47261D-A2FF-471A-80A9-BB4A487C8F58}" v="146" dt="2024-03-26T18:38:38.44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68" autoAdjust="0"/>
    <p:restoredTop sz="83304" autoAdjust="0"/>
  </p:normalViewPr>
  <p:slideViewPr>
    <p:cSldViewPr snapToGrid="0">
      <p:cViewPr varScale="1">
        <p:scale>
          <a:sx n="52" d="100"/>
          <a:sy n="52" d="100"/>
        </p:scale>
        <p:origin x="1536" y="6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7247261D-A2FF-471A-80A9-BB4A487C8F58}"/>
    <pc:docChg chg="undo custSel addSld delSld modSld sldOrd">
      <pc:chgData name="Weifeng Xu" userId="e7aed605-a3dd-4d5a-a692-a87037af107b" providerId="ADAL" clId="{7247261D-A2FF-471A-80A9-BB4A487C8F58}" dt="2024-03-26T18:40:04.831" v="6720" actId="20577"/>
      <pc:docMkLst>
        <pc:docMk/>
      </pc:docMkLst>
      <pc:sldChg chg="addSp delSp modSp mod">
        <pc:chgData name="Weifeng Xu" userId="e7aed605-a3dd-4d5a-a692-a87037af107b" providerId="ADAL" clId="{7247261D-A2FF-471A-80A9-BB4A487C8F58}" dt="2022-10-23T19:32:51.764" v="5571" actId="1076"/>
        <pc:sldMkLst>
          <pc:docMk/>
          <pc:sldMk cId="162022530" sldId="256"/>
        </pc:sldMkLst>
        <pc:spChg chg="mod">
          <ac:chgData name="Weifeng Xu" userId="e7aed605-a3dd-4d5a-a692-a87037af107b" providerId="ADAL" clId="{7247261D-A2FF-471A-80A9-BB4A487C8F58}" dt="2021-09-17T15:50:10.306" v="27" actId="20577"/>
          <ac:spMkLst>
            <pc:docMk/>
            <pc:sldMk cId="162022530" sldId="256"/>
            <ac:spMk id="2" creationId="{00000000-0000-0000-0000-000000000000}"/>
          </ac:spMkLst>
        </pc:spChg>
        <pc:spChg chg="mod">
          <ac:chgData name="Weifeng Xu" userId="e7aed605-a3dd-4d5a-a692-a87037af107b" providerId="ADAL" clId="{7247261D-A2FF-471A-80A9-BB4A487C8F58}" dt="2022-10-23T19:30:46.608" v="5568" actId="20577"/>
          <ac:spMkLst>
            <pc:docMk/>
            <pc:sldMk cId="162022530" sldId="256"/>
            <ac:spMk id="3" creationId="{00000000-0000-0000-0000-000000000000}"/>
          </ac:spMkLst>
        </pc:spChg>
        <pc:spChg chg="add mod">
          <ac:chgData name="Weifeng Xu" userId="e7aed605-a3dd-4d5a-a692-a87037af107b" providerId="ADAL" clId="{7247261D-A2FF-471A-80A9-BB4A487C8F58}" dt="2022-10-23T19:32:50.073" v="5570" actId="1076"/>
          <ac:spMkLst>
            <pc:docMk/>
            <pc:sldMk cId="162022530" sldId="256"/>
            <ac:spMk id="4" creationId="{22DD3693-E194-ECEB-11A6-2290D0647F04}"/>
          </ac:spMkLst>
        </pc:spChg>
        <pc:picChg chg="add mod">
          <ac:chgData name="Weifeng Xu" userId="e7aed605-a3dd-4d5a-a692-a87037af107b" providerId="ADAL" clId="{7247261D-A2FF-471A-80A9-BB4A487C8F58}" dt="2022-10-23T19:29:53.200" v="5535" actId="14100"/>
          <ac:picMkLst>
            <pc:docMk/>
            <pc:sldMk cId="162022530" sldId="256"/>
            <ac:picMk id="6" creationId="{5A9D3C31-62A3-EA03-D389-F8B2782F20A2}"/>
          </ac:picMkLst>
        </pc:picChg>
        <pc:picChg chg="add del mod">
          <ac:chgData name="Weifeng Xu" userId="e7aed605-a3dd-4d5a-a692-a87037af107b" providerId="ADAL" clId="{7247261D-A2FF-471A-80A9-BB4A487C8F58}" dt="2022-10-23T19:23:39.416" v="5495" actId="478"/>
          <ac:picMkLst>
            <pc:docMk/>
            <pc:sldMk cId="162022530" sldId="256"/>
            <ac:picMk id="1026" creationId="{266D850B-ECDE-B0BF-96C9-94CD6B5AA538}"/>
          </ac:picMkLst>
        </pc:picChg>
        <pc:picChg chg="add mod">
          <ac:chgData name="Weifeng Xu" userId="e7aed605-a3dd-4d5a-a692-a87037af107b" providerId="ADAL" clId="{7247261D-A2FF-471A-80A9-BB4A487C8F58}" dt="2022-10-23T19:32:51.764" v="5571" actId="1076"/>
          <ac:picMkLst>
            <pc:docMk/>
            <pc:sldMk cId="162022530" sldId="256"/>
            <ac:picMk id="1028" creationId="{D0E5CFB5-468A-7512-F937-0ECE3D70FB69}"/>
          </ac:picMkLst>
        </pc:picChg>
      </pc:sldChg>
      <pc:sldChg chg="addSp delSp modSp new mod modClrScheme chgLayout modNotesTx">
        <pc:chgData name="Weifeng Xu" userId="e7aed605-a3dd-4d5a-a692-a87037af107b" providerId="ADAL" clId="{7247261D-A2FF-471A-80A9-BB4A487C8F58}" dt="2021-09-19T03:23:45.343" v="4570" actId="1076"/>
        <pc:sldMkLst>
          <pc:docMk/>
          <pc:sldMk cId="556419341" sldId="257"/>
        </pc:sldMkLst>
        <pc:spChg chg="del mod ord">
          <ac:chgData name="Weifeng Xu" userId="e7aed605-a3dd-4d5a-a692-a87037af107b" providerId="ADAL" clId="{7247261D-A2FF-471A-80A9-BB4A487C8F58}" dt="2021-09-17T18:15:26.351" v="77" actId="700"/>
          <ac:spMkLst>
            <pc:docMk/>
            <pc:sldMk cId="556419341" sldId="257"/>
            <ac:spMk id="2" creationId="{767CEE1D-6D6B-4A48-96FF-F73A0D7774F7}"/>
          </ac:spMkLst>
        </pc:spChg>
        <pc:spChg chg="del">
          <ac:chgData name="Weifeng Xu" userId="e7aed605-a3dd-4d5a-a692-a87037af107b" providerId="ADAL" clId="{7247261D-A2FF-471A-80A9-BB4A487C8F58}" dt="2021-09-17T18:15:26.351" v="77" actId="700"/>
          <ac:spMkLst>
            <pc:docMk/>
            <pc:sldMk cId="556419341" sldId="257"/>
            <ac:spMk id="3" creationId="{36E7CBD9-91F3-4A95-B4D4-2FF9F73BE6D1}"/>
          </ac:spMkLst>
        </pc:spChg>
        <pc:spChg chg="add mod ord">
          <ac:chgData name="Weifeng Xu" userId="e7aed605-a3dd-4d5a-a692-a87037af107b" providerId="ADAL" clId="{7247261D-A2FF-471A-80A9-BB4A487C8F58}" dt="2021-09-18T14:25:23.242" v="2589" actId="6549"/>
          <ac:spMkLst>
            <pc:docMk/>
            <pc:sldMk cId="556419341" sldId="257"/>
            <ac:spMk id="4" creationId="{FEDFF94D-4189-4537-9D4F-B3701C3A04B1}"/>
          </ac:spMkLst>
        </pc:spChg>
        <pc:spChg chg="add mod">
          <ac:chgData name="Weifeng Xu" userId="e7aed605-a3dd-4d5a-a692-a87037af107b" providerId="ADAL" clId="{7247261D-A2FF-471A-80A9-BB4A487C8F58}" dt="2021-09-18T14:25:57.536" v="2625" actId="20577"/>
          <ac:spMkLst>
            <pc:docMk/>
            <pc:sldMk cId="556419341" sldId="257"/>
            <ac:spMk id="7" creationId="{7A0A25C0-6495-40A9-A328-C09642257C8E}"/>
          </ac:spMkLst>
        </pc:spChg>
        <pc:spChg chg="add mod">
          <ac:chgData name="Weifeng Xu" userId="e7aed605-a3dd-4d5a-a692-a87037af107b" providerId="ADAL" clId="{7247261D-A2FF-471A-80A9-BB4A487C8F58}" dt="2021-09-18T14:43:50.371" v="2647" actId="20577"/>
          <ac:spMkLst>
            <pc:docMk/>
            <pc:sldMk cId="556419341" sldId="257"/>
            <ac:spMk id="9" creationId="{532180DC-90D7-416F-8E71-B9B9B3F8EC20}"/>
          </ac:spMkLst>
        </pc:spChg>
        <pc:spChg chg="add mod">
          <ac:chgData name="Weifeng Xu" userId="e7aed605-a3dd-4d5a-a692-a87037af107b" providerId="ADAL" clId="{7247261D-A2FF-471A-80A9-BB4A487C8F58}" dt="2021-09-19T03:23:45.343" v="4570" actId="1076"/>
          <ac:spMkLst>
            <pc:docMk/>
            <pc:sldMk cId="556419341" sldId="257"/>
            <ac:spMk id="10" creationId="{AB26ED60-076D-4115-84A6-17C31AABBF85}"/>
          </ac:spMkLst>
        </pc:spChg>
        <pc:picChg chg="add mod">
          <ac:chgData name="Weifeng Xu" userId="e7aed605-a3dd-4d5a-a692-a87037af107b" providerId="ADAL" clId="{7247261D-A2FF-471A-80A9-BB4A487C8F58}" dt="2021-09-18T14:25:37.452" v="2590" actId="1076"/>
          <ac:picMkLst>
            <pc:docMk/>
            <pc:sldMk cId="556419341" sldId="257"/>
            <ac:picMk id="6" creationId="{67DE8633-9E0C-4408-AD9A-BDD61B9B4E3C}"/>
          </ac:picMkLst>
        </pc:picChg>
        <pc:picChg chg="add mod">
          <ac:chgData name="Weifeng Xu" userId="e7aed605-a3dd-4d5a-a692-a87037af107b" providerId="ADAL" clId="{7247261D-A2FF-471A-80A9-BB4A487C8F58}" dt="2021-09-18T14:25:37.452" v="2590" actId="1076"/>
          <ac:picMkLst>
            <pc:docMk/>
            <pc:sldMk cId="556419341" sldId="257"/>
            <ac:picMk id="8" creationId="{2F82F857-1892-4D7F-AE89-72ACEC4A15FF}"/>
          </ac:picMkLst>
        </pc:picChg>
        <pc:picChg chg="add del mod">
          <ac:chgData name="Weifeng Xu" userId="e7aed605-a3dd-4d5a-a692-a87037af107b" providerId="ADAL" clId="{7247261D-A2FF-471A-80A9-BB4A487C8F58}" dt="2021-09-17T18:33:04.169" v="95" actId="478"/>
          <ac:picMkLst>
            <pc:docMk/>
            <pc:sldMk cId="556419341" sldId="257"/>
            <ac:picMk id="10" creationId="{102FEF3F-AED7-45D9-83CB-5D152D322267}"/>
          </ac:picMkLst>
        </pc:picChg>
        <pc:picChg chg="add mod modCrop">
          <ac:chgData name="Weifeng Xu" userId="e7aed605-a3dd-4d5a-a692-a87037af107b" providerId="ADAL" clId="{7247261D-A2FF-471A-80A9-BB4A487C8F58}" dt="2021-09-18T14:25:37.452" v="2590" actId="1076"/>
          <ac:picMkLst>
            <pc:docMk/>
            <pc:sldMk cId="556419341" sldId="257"/>
            <ac:picMk id="12" creationId="{FB43ABBF-3DC3-4B09-BDD4-A83C7DF3FA3D}"/>
          </ac:picMkLst>
        </pc:picChg>
      </pc:sldChg>
      <pc:sldChg chg="del">
        <pc:chgData name="Weifeng Xu" userId="e7aed605-a3dd-4d5a-a692-a87037af107b" providerId="ADAL" clId="{7247261D-A2FF-471A-80A9-BB4A487C8F58}" dt="2021-09-17T15:50:28.603" v="51" actId="47"/>
        <pc:sldMkLst>
          <pc:docMk/>
          <pc:sldMk cId="2283653831" sldId="257"/>
        </pc:sldMkLst>
      </pc:sldChg>
      <pc:sldChg chg="del">
        <pc:chgData name="Weifeng Xu" userId="e7aed605-a3dd-4d5a-a692-a87037af107b" providerId="ADAL" clId="{7247261D-A2FF-471A-80A9-BB4A487C8F58}" dt="2021-09-17T15:50:28.533" v="49" actId="47"/>
        <pc:sldMkLst>
          <pc:docMk/>
          <pc:sldMk cId="542080552" sldId="258"/>
        </pc:sldMkLst>
      </pc:sldChg>
      <pc:sldChg chg="addSp modSp new mod modNotesTx">
        <pc:chgData name="Weifeng Xu" userId="e7aed605-a3dd-4d5a-a692-a87037af107b" providerId="ADAL" clId="{7247261D-A2FF-471A-80A9-BB4A487C8F58}" dt="2021-09-18T14:48:19.798" v="2699" actId="20577"/>
        <pc:sldMkLst>
          <pc:docMk/>
          <pc:sldMk cId="2044228250" sldId="258"/>
        </pc:sldMkLst>
        <pc:spChg chg="mod">
          <ac:chgData name="Weifeng Xu" userId="e7aed605-a3dd-4d5a-a692-a87037af107b" providerId="ADAL" clId="{7247261D-A2FF-471A-80A9-BB4A487C8F58}" dt="2021-09-18T14:48:19.798" v="2699" actId="20577"/>
          <ac:spMkLst>
            <pc:docMk/>
            <pc:sldMk cId="2044228250" sldId="258"/>
            <ac:spMk id="2" creationId="{62D575EB-CF2E-452E-AD2C-3EDBD5FA7260}"/>
          </ac:spMkLst>
        </pc:spChg>
        <pc:picChg chg="add mod">
          <ac:chgData name="Weifeng Xu" userId="e7aed605-a3dd-4d5a-a692-a87037af107b" providerId="ADAL" clId="{7247261D-A2FF-471A-80A9-BB4A487C8F58}" dt="2021-09-18T14:47:33.751" v="2648" actId="1076"/>
          <ac:picMkLst>
            <pc:docMk/>
            <pc:sldMk cId="2044228250" sldId="258"/>
            <ac:picMk id="4" creationId="{48098F16-0E41-458D-BBF0-5892B738FD27}"/>
          </ac:picMkLst>
        </pc:picChg>
      </pc:sldChg>
      <pc:sldChg chg="del">
        <pc:chgData name="Weifeng Xu" userId="e7aed605-a3dd-4d5a-a692-a87037af107b" providerId="ADAL" clId="{7247261D-A2FF-471A-80A9-BB4A487C8F58}" dt="2021-09-17T15:50:28.564" v="50" actId="47"/>
        <pc:sldMkLst>
          <pc:docMk/>
          <pc:sldMk cId="125485446" sldId="259"/>
        </pc:sldMkLst>
      </pc:sldChg>
      <pc:sldChg chg="addSp delSp modSp new mod">
        <pc:chgData name="Weifeng Xu" userId="e7aed605-a3dd-4d5a-a692-a87037af107b" providerId="ADAL" clId="{7247261D-A2FF-471A-80A9-BB4A487C8F58}" dt="2021-09-18T14:48:32.446" v="2718" actId="20577"/>
        <pc:sldMkLst>
          <pc:docMk/>
          <pc:sldMk cId="2805550077" sldId="259"/>
        </pc:sldMkLst>
        <pc:spChg chg="mod">
          <ac:chgData name="Weifeng Xu" userId="e7aed605-a3dd-4d5a-a692-a87037af107b" providerId="ADAL" clId="{7247261D-A2FF-471A-80A9-BB4A487C8F58}" dt="2021-09-18T14:48:32.446" v="2718" actId="20577"/>
          <ac:spMkLst>
            <pc:docMk/>
            <pc:sldMk cId="2805550077" sldId="259"/>
            <ac:spMk id="2" creationId="{7E53A501-D4A5-4134-9679-DED396235F48}"/>
          </ac:spMkLst>
        </pc:spChg>
        <pc:picChg chg="add del mod">
          <ac:chgData name="Weifeng Xu" userId="e7aed605-a3dd-4d5a-a692-a87037af107b" providerId="ADAL" clId="{7247261D-A2FF-471A-80A9-BB4A487C8F58}" dt="2021-09-17T18:37:15.877" v="102" actId="478"/>
          <ac:picMkLst>
            <pc:docMk/>
            <pc:sldMk cId="2805550077" sldId="259"/>
            <ac:picMk id="4" creationId="{1E176A97-3D40-46DA-9658-449B80346CF8}"/>
          </ac:picMkLst>
        </pc:picChg>
        <pc:picChg chg="add mod">
          <ac:chgData name="Weifeng Xu" userId="e7aed605-a3dd-4d5a-a692-a87037af107b" providerId="ADAL" clId="{7247261D-A2FF-471A-80A9-BB4A487C8F58}" dt="2021-09-17T18:37:35.745" v="104" actId="1076"/>
          <ac:picMkLst>
            <pc:docMk/>
            <pc:sldMk cId="2805550077" sldId="259"/>
            <ac:picMk id="6" creationId="{6ECBACE1-D1E0-48E7-A193-A005D6D199E1}"/>
          </ac:picMkLst>
        </pc:picChg>
      </pc:sldChg>
      <pc:sldChg chg="del">
        <pc:chgData name="Weifeng Xu" userId="e7aed605-a3dd-4d5a-a692-a87037af107b" providerId="ADAL" clId="{7247261D-A2FF-471A-80A9-BB4A487C8F58}" dt="2021-09-17T15:50:28.628" v="52" actId="47"/>
        <pc:sldMkLst>
          <pc:docMk/>
          <pc:sldMk cId="2795880567" sldId="260"/>
        </pc:sldMkLst>
      </pc:sldChg>
      <pc:sldChg chg="addSp modSp new mod">
        <pc:chgData name="Weifeng Xu" userId="e7aed605-a3dd-4d5a-a692-a87037af107b" providerId="ADAL" clId="{7247261D-A2FF-471A-80A9-BB4A487C8F58}" dt="2021-09-18T14:53:43.875" v="2723" actId="14100"/>
        <pc:sldMkLst>
          <pc:docMk/>
          <pc:sldMk cId="4160185529" sldId="260"/>
        </pc:sldMkLst>
        <pc:spChg chg="mod">
          <ac:chgData name="Weifeng Xu" userId="e7aed605-a3dd-4d5a-a692-a87037af107b" providerId="ADAL" clId="{7247261D-A2FF-471A-80A9-BB4A487C8F58}" dt="2021-09-17T22:35:55.982" v="273"/>
          <ac:spMkLst>
            <pc:docMk/>
            <pc:sldMk cId="4160185529" sldId="260"/>
            <ac:spMk id="2" creationId="{04840B7F-0772-489B-8C2C-1A715FC8949E}"/>
          </ac:spMkLst>
        </pc:spChg>
        <pc:spChg chg="add mod">
          <ac:chgData name="Weifeng Xu" userId="e7aed605-a3dd-4d5a-a692-a87037af107b" providerId="ADAL" clId="{7247261D-A2FF-471A-80A9-BB4A487C8F58}" dt="2021-09-18T14:53:43.875" v="2723" actId="14100"/>
          <ac:spMkLst>
            <pc:docMk/>
            <pc:sldMk cId="4160185529" sldId="260"/>
            <ac:spMk id="4" creationId="{6E8E8645-8F4E-4C75-BA8B-B7944FE788EC}"/>
          </ac:spMkLst>
        </pc:spChg>
        <pc:picChg chg="add mod">
          <ac:chgData name="Weifeng Xu" userId="e7aed605-a3dd-4d5a-a692-a87037af107b" providerId="ADAL" clId="{7247261D-A2FF-471A-80A9-BB4A487C8F58}" dt="2021-09-17T22:44:26.923" v="282" actId="1076"/>
          <ac:picMkLst>
            <pc:docMk/>
            <pc:sldMk cId="4160185529" sldId="260"/>
            <ac:picMk id="6" creationId="{C0C5A546-BD27-4812-B38B-230EF6B3CBEB}"/>
          </ac:picMkLst>
        </pc:picChg>
      </pc:sldChg>
      <pc:sldChg chg="addSp delSp modSp new mod">
        <pc:chgData name="Weifeng Xu" userId="e7aed605-a3dd-4d5a-a692-a87037af107b" providerId="ADAL" clId="{7247261D-A2FF-471A-80A9-BB4A487C8F58}" dt="2024-03-26T18:40:04.831" v="6720" actId="20577"/>
        <pc:sldMkLst>
          <pc:docMk/>
          <pc:sldMk cId="1399843119" sldId="261"/>
        </pc:sldMkLst>
        <pc:spChg chg="mod">
          <ac:chgData name="Weifeng Xu" userId="e7aed605-a3dd-4d5a-a692-a87037af107b" providerId="ADAL" clId="{7247261D-A2FF-471A-80A9-BB4A487C8F58}" dt="2021-09-18T14:10:17.864" v="2165"/>
          <ac:spMkLst>
            <pc:docMk/>
            <pc:sldMk cId="1399843119" sldId="261"/>
            <ac:spMk id="2" creationId="{B4AA4958-15AA-4E8C-A015-9B6682DFC83F}"/>
          </ac:spMkLst>
        </pc:spChg>
        <pc:spChg chg="mod">
          <ac:chgData name="Weifeng Xu" userId="e7aed605-a3dd-4d5a-a692-a87037af107b" providerId="ADAL" clId="{7247261D-A2FF-471A-80A9-BB4A487C8F58}" dt="2021-09-27T22:14:51.847" v="5428" actId="20577"/>
          <ac:spMkLst>
            <pc:docMk/>
            <pc:sldMk cId="1399843119" sldId="261"/>
            <ac:spMk id="3" creationId="{F822CA57-BB85-44AA-BD43-E4E8D7099BA2}"/>
          </ac:spMkLst>
        </pc:spChg>
        <pc:spChg chg="add mod">
          <ac:chgData name="Weifeng Xu" userId="e7aed605-a3dd-4d5a-a692-a87037af107b" providerId="ADAL" clId="{7247261D-A2FF-471A-80A9-BB4A487C8F58}" dt="2024-03-26T14:59:33.150" v="6566" actId="207"/>
          <ac:spMkLst>
            <pc:docMk/>
            <pc:sldMk cId="1399843119" sldId="261"/>
            <ac:spMk id="6" creationId="{94B5CC15-6354-C73F-064F-DFCBB7426234}"/>
          </ac:spMkLst>
        </pc:spChg>
        <pc:spChg chg="add del mod">
          <ac:chgData name="Weifeng Xu" userId="e7aed605-a3dd-4d5a-a692-a87037af107b" providerId="ADAL" clId="{7247261D-A2FF-471A-80A9-BB4A487C8F58}" dt="2022-10-23T19:58:15.452" v="5637" actId="478"/>
          <ac:spMkLst>
            <pc:docMk/>
            <pc:sldMk cId="1399843119" sldId="261"/>
            <ac:spMk id="7" creationId="{538CE31E-4F47-B1A4-8817-F1529E766BC4}"/>
          </ac:spMkLst>
        </pc:spChg>
        <pc:spChg chg="add mod">
          <ac:chgData name="Weifeng Xu" userId="e7aed605-a3dd-4d5a-a692-a87037af107b" providerId="ADAL" clId="{7247261D-A2FF-471A-80A9-BB4A487C8F58}" dt="2024-03-26T18:40:04.831" v="6720" actId="20577"/>
          <ac:spMkLst>
            <pc:docMk/>
            <pc:sldMk cId="1399843119" sldId="261"/>
            <ac:spMk id="8" creationId="{E5E33FFF-EBFC-D143-A41B-10BBD57F707A}"/>
          </ac:spMkLst>
        </pc:spChg>
        <pc:spChg chg="add mod">
          <ac:chgData name="Weifeng Xu" userId="e7aed605-a3dd-4d5a-a692-a87037af107b" providerId="ADAL" clId="{7247261D-A2FF-471A-80A9-BB4A487C8F58}" dt="2022-10-23T20:00:22.200" v="5699" actId="207"/>
          <ac:spMkLst>
            <pc:docMk/>
            <pc:sldMk cId="1399843119" sldId="261"/>
            <ac:spMk id="9" creationId="{52149832-790D-BA82-B83D-B8640DF150A6}"/>
          </ac:spMkLst>
        </pc:spChg>
        <pc:spChg chg="add mod">
          <ac:chgData name="Weifeng Xu" userId="e7aed605-a3dd-4d5a-a692-a87037af107b" providerId="ADAL" clId="{7247261D-A2FF-471A-80A9-BB4A487C8F58}" dt="2022-10-23T20:05:02.502" v="5814" actId="207"/>
          <ac:spMkLst>
            <pc:docMk/>
            <pc:sldMk cId="1399843119" sldId="261"/>
            <ac:spMk id="10" creationId="{574D4CD5-081A-4A55-D35C-3FCDB9993AAC}"/>
          </ac:spMkLst>
        </pc:spChg>
        <pc:spChg chg="add mod">
          <ac:chgData name="Weifeng Xu" userId="e7aed605-a3dd-4d5a-a692-a87037af107b" providerId="ADAL" clId="{7247261D-A2FF-471A-80A9-BB4A487C8F58}" dt="2022-10-23T20:00:45.588" v="5702" actId="207"/>
          <ac:spMkLst>
            <pc:docMk/>
            <pc:sldMk cId="1399843119" sldId="261"/>
            <ac:spMk id="11" creationId="{684599FA-8042-D05B-5864-1FF3F63D7C39}"/>
          </ac:spMkLst>
        </pc:spChg>
        <pc:spChg chg="add mod">
          <ac:chgData name="Weifeng Xu" userId="e7aed605-a3dd-4d5a-a692-a87037af107b" providerId="ADAL" clId="{7247261D-A2FF-471A-80A9-BB4A487C8F58}" dt="2022-10-23T20:07:34.175" v="5845" actId="207"/>
          <ac:spMkLst>
            <pc:docMk/>
            <pc:sldMk cId="1399843119" sldId="261"/>
            <ac:spMk id="12" creationId="{EAB45AF2-1768-482C-0404-3212715A805D}"/>
          </ac:spMkLst>
        </pc:spChg>
        <pc:spChg chg="add mod">
          <ac:chgData name="Weifeng Xu" userId="e7aed605-a3dd-4d5a-a692-a87037af107b" providerId="ADAL" clId="{7247261D-A2FF-471A-80A9-BB4A487C8F58}" dt="2022-10-23T20:02:06.221" v="5759" actId="207"/>
          <ac:spMkLst>
            <pc:docMk/>
            <pc:sldMk cId="1399843119" sldId="261"/>
            <ac:spMk id="13" creationId="{560774BB-A3E5-796A-0E7D-5DF112A2DB80}"/>
          </ac:spMkLst>
        </pc:spChg>
        <pc:spChg chg="add mod">
          <ac:chgData name="Weifeng Xu" userId="e7aed605-a3dd-4d5a-a692-a87037af107b" providerId="ADAL" clId="{7247261D-A2FF-471A-80A9-BB4A487C8F58}" dt="2024-03-26T15:05:22.834" v="6606" actId="20577"/>
          <ac:spMkLst>
            <pc:docMk/>
            <pc:sldMk cId="1399843119" sldId="261"/>
            <ac:spMk id="14" creationId="{2543E357-F79C-D2FB-851A-D67265636F03}"/>
          </ac:spMkLst>
        </pc:spChg>
        <pc:spChg chg="add mod">
          <ac:chgData name="Weifeng Xu" userId="e7aed605-a3dd-4d5a-a692-a87037af107b" providerId="ADAL" clId="{7247261D-A2FF-471A-80A9-BB4A487C8F58}" dt="2024-03-26T15:04:27.261" v="6592" actId="20577"/>
          <ac:spMkLst>
            <pc:docMk/>
            <pc:sldMk cId="1399843119" sldId="261"/>
            <ac:spMk id="15" creationId="{1EF16212-3CC7-440E-CEFE-36F8EECD7094}"/>
          </ac:spMkLst>
        </pc:spChg>
        <pc:spChg chg="add mod">
          <ac:chgData name="Weifeng Xu" userId="e7aed605-a3dd-4d5a-a692-a87037af107b" providerId="ADAL" clId="{7247261D-A2FF-471A-80A9-BB4A487C8F58}" dt="2024-03-26T15:03:35.930" v="6582" actId="20577"/>
          <ac:spMkLst>
            <pc:docMk/>
            <pc:sldMk cId="1399843119" sldId="261"/>
            <ac:spMk id="16" creationId="{B6BDA8EF-BB36-9533-A650-BC74F1059577}"/>
          </ac:spMkLst>
        </pc:spChg>
        <pc:picChg chg="add mod">
          <ac:chgData name="Weifeng Xu" userId="e7aed605-a3dd-4d5a-a692-a87037af107b" providerId="ADAL" clId="{7247261D-A2FF-471A-80A9-BB4A487C8F58}" dt="2022-10-23T19:57:28.690" v="5624" actId="14100"/>
          <ac:picMkLst>
            <pc:docMk/>
            <pc:sldMk cId="1399843119" sldId="261"/>
            <ac:picMk id="5" creationId="{93FF7855-29AA-CE88-0A68-5CF8CBD22E20}"/>
          </ac:picMkLst>
        </pc:picChg>
        <pc:picChg chg="add del mod">
          <ac:chgData name="Weifeng Xu" userId="e7aed605-a3dd-4d5a-a692-a87037af107b" providerId="ADAL" clId="{7247261D-A2FF-471A-80A9-BB4A487C8F58}" dt="2022-10-23T19:49:09.607" v="5621" actId="478"/>
          <ac:picMkLst>
            <pc:docMk/>
            <pc:sldMk cId="1399843119" sldId="261"/>
            <ac:picMk id="2050" creationId="{5BEDC60E-EF49-56AF-76A8-F6E4D6F96E0B}"/>
          </ac:picMkLst>
        </pc:picChg>
        <pc:cxnChg chg="add mod">
          <ac:chgData name="Weifeng Xu" userId="e7aed605-a3dd-4d5a-a692-a87037af107b" providerId="ADAL" clId="{7247261D-A2FF-471A-80A9-BB4A487C8F58}" dt="2022-10-23T20:03:35.350" v="5797" actId="208"/>
          <ac:cxnSpMkLst>
            <pc:docMk/>
            <pc:sldMk cId="1399843119" sldId="261"/>
            <ac:cxnSpMk id="18" creationId="{77606712-4304-0181-DA10-88CBB683EC8B}"/>
          </ac:cxnSpMkLst>
        </pc:cxnChg>
        <pc:cxnChg chg="add mod">
          <ac:chgData name="Weifeng Xu" userId="e7aed605-a3dd-4d5a-a692-a87037af107b" providerId="ADAL" clId="{7247261D-A2FF-471A-80A9-BB4A487C8F58}" dt="2022-10-23T20:03:49.557" v="5799" actId="13822"/>
          <ac:cxnSpMkLst>
            <pc:docMk/>
            <pc:sldMk cId="1399843119" sldId="261"/>
            <ac:cxnSpMk id="21" creationId="{FF2F4E4B-051A-36F9-B0A0-BAFD366BC283}"/>
          </ac:cxnSpMkLst>
        </pc:cxnChg>
        <pc:cxnChg chg="add mod">
          <ac:chgData name="Weifeng Xu" userId="e7aed605-a3dd-4d5a-a692-a87037af107b" providerId="ADAL" clId="{7247261D-A2FF-471A-80A9-BB4A487C8F58}" dt="2022-10-23T20:04:01.032" v="5801" actId="208"/>
          <ac:cxnSpMkLst>
            <pc:docMk/>
            <pc:sldMk cId="1399843119" sldId="261"/>
            <ac:cxnSpMk id="23" creationId="{81854AE2-018D-8684-D8AC-B44DDA784C39}"/>
          </ac:cxnSpMkLst>
        </pc:cxnChg>
        <pc:cxnChg chg="add mod">
          <ac:chgData name="Weifeng Xu" userId="e7aed605-a3dd-4d5a-a692-a87037af107b" providerId="ADAL" clId="{7247261D-A2FF-471A-80A9-BB4A487C8F58}" dt="2022-10-23T20:04:54.588" v="5813" actId="1076"/>
          <ac:cxnSpMkLst>
            <pc:docMk/>
            <pc:sldMk cId="1399843119" sldId="261"/>
            <ac:cxnSpMk id="24" creationId="{02159EBB-F358-5C41-EC20-A46C18A991C0}"/>
          </ac:cxnSpMkLst>
        </pc:cxnChg>
        <pc:cxnChg chg="add mod">
          <ac:chgData name="Weifeng Xu" userId="e7aed605-a3dd-4d5a-a692-a87037af107b" providerId="ADAL" clId="{7247261D-A2FF-471A-80A9-BB4A487C8F58}" dt="2022-10-23T20:04:40.936" v="5810" actId="14100"/>
          <ac:cxnSpMkLst>
            <pc:docMk/>
            <pc:sldMk cId="1399843119" sldId="261"/>
            <ac:cxnSpMk id="28" creationId="{4DDF3254-F7CF-0592-18CF-0DCE6DE3D286}"/>
          </ac:cxnSpMkLst>
        </pc:cxnChg>
        <pc:cxnChg chg="add mod">
          <ac:chgData name="Weifeng Xu" userId="e7aed605-a3dd-4d5a-a692-a87037af107b" providerId="ADAL" clId="{7247261D-A2FF-471A-80A9-BB4A487C8F58}" dt="2022-10-23T20:05:24.049" v="5823" actId="208"/>
          <ac:cxnSpMkLst>
            <pc:docMk/>
            <pc:sldMk cId="1399843119" sldId="261"/>
            <ac:cxnSpMk id="31" creationId="{D2DCB4EA-DF7C-F32A-E922-FD18082C2161}"/>
          </ac:cxnSpMkLst>
        </pc:cxnChg>
        <pc:cxnChg chg="add mod">
          <ac:chgData name="Weifeng Xu" userId="e7aed605-a3dd-4d5a-a692-a87037af107b" providerId="ADAL" clId="{7247261D-A2FF-471A-80A9-BB4A487C8F58}" dt="2022-10-23T20:05:42.198" v="5825" actId="208"/>
          <ac:cxnSpMkLst>
            <pc:docMk/>
            <pc:sldMk cId="1399843119" sldId="261"/>
            <ac:cxnSpMk id="33" creationId="{106556FD-A1F4-F324-AD62-09AFF3A887CF}"/>
          </ac:cxnSpMkLst>
        </pc:cxnChg>
        <pc:cxnChg chg="add mod">
          <ac:chgData name="Weifeng Xu" userId="e7aed605-a3dd-4d5a-a692-a87037af107b" providerId="ADAL" clId="{7247261D-A2FF-471A-80A9-BB4A487C8F58}" dt="2022-10-23T20:05:55.697" v="5828" actId="14100"/>
          <ac:cxnSpMkLst>
            <pc:docMk/>
            <pc:sldMk cId="1399843119" sldId="261"/>
            <ac:cxnSpMk id="34" creationId="{CA5FC27C-987F-33CF-2813-8E73D1D08921}"/>
          </ac:cxnSpMkLst>
        </pc:cxnChg>
        <pc:cxnChg chg="add mod">
          <ac:chgData name="Weifeng Xu" userId="e7aed605-a3dd-4d5a-a692-a87037af107b" providerId="ADAL" clId="{7247261D-A2FF-471A-80A9-BB4A487C8F58}" dt="2022-10-23T20:07:15.932" v="5844" actId="208"/>
          <ac:cxnSpMkLst>
            <pc:docMk/>
            <pc:sldMk cId="1399843119" sldId="261"/>
            <ac:cxnSpMk id="37" creationId="{559E9B42-F928-0461-5A23-0418185B46E5}"/>
          </ac:cxnSpMkLst>
        </pc:cxnChg>
        <pc:cxnChg chg="add del mod">
          <ac:chgData name="Weifeng Xu" userId="e7aed605-a3dd-4d5a-a692-a87037af107b" providerId="ADAL" clId="{7247261D-A2FF-471A-80A9-BB4A487C8F58}" dt="2022-10-23T20:06:28.066" v="5835" actId="478"/>
          <ac:cxnSpMkLst>
            <pc:docMk/>
            <pc:sldMk cId="1399843119" sldId="261"/>
            <ac:cxnSpMk id="40" creationId="{92CD9AC2-81E5-43AB-1ACE-CA4451D6B1D2}"/>
          </ac:cxnSpMkLst>
        </pc:cxnChg>
        <pc:cxnChg chg="add mod">
          <ac:chgData name="Weifeng Xu" userId="e7aed605-a3dd-4d5a-a692-a87037af107b" providerId="ADAL" clId="{7247261D-A2FF-471A-80A9-BB4A487C8F58}" dt="2022-10-23T20:07:09.637" v="5843" actId="208"/>
          <ac:cxnSpMkLst>
            <pc:docMk/>
            <pc:sldMk cId="1399843119" sldId="261"/>
            <ac:cxnSpMk id="42" creationId="{32267239-AA6A-DA4F-0AD7-056BE6B4C3DE}"/>
          </ac:cxnSpMkLst>
        </pc:cxnChg>
      </pc:sldChg>
      <pc:sldChg chg="addSp delSp modSp new mod">
        <pc:chgData name="Weifeng Xu" userId="e7aed605-a3dd-4d5a-a692-a87037af107b" providerId="ADAL" clId="{7247261D-A2FF-471A-80A9-BB4A487C8F58}" dt="2021-09-18T20:29:59.179" v="3533" actId="1076"/>
        <pc:sldMkLst>
          <pc:docMk/>
          <pc:sldMk cId="1208008940" sldId="262"/>
        </pc:sldMkLst>
        <pc:spChg chg="mod">
          <ac:chgData name="Weifeng Xu" userId="e7aed605-a3dd-4d5a-a692-a87037af107b" providerId="ADAL" clId="{7247261D-A2FF-471A-80A9-BB4A487C8F58}" dt="2021-09-17T22:58:02.373" v="403"/>
          <ac:spMkLst>
            <pc:docMk/>
            <pc:sldMk cId="1208008940" sldId="262"/>
            <ac:spMk id="2" creationId="{1B05546C-AFD8-42F0-92F0-E465A7FC5A03}"/>
          </ac:spMkLst>
        </pc:spChg>
        <pc:spChg chg="add del mod">
          <ac:chgData name="Weifeng Xu" userId="e7aed605-a3dd-4d5a-a692-a87037af107b" providerId="ADAL" clId="{7247261D-A2FF-471A-80A9-BB4A487C8F58}" dt="2021-09-18T20:29:07.606" v="3493" actId="767"/>
          <ac:spMkLst>
            <pc:docMk/>
            <pc:sldMk cId="1208008940" sldId="262"/>
            <ac:spMk id="5" creationId="{89E9B794-8A0E-4E3D-B96F-2A97E68911A2}"/>
          </ac:spMkLst>
        </pc:spChg>
        <pc:spChg chg="add del mod">
          <ac:chgData name="Weifeng Xu" userId="e7aed605-a3dd-4d5a-a692-a87037af107b" providerId="ADAL" clId="{7247261D-A2FF-471A-80A9-BB4A487C8F58}" dt="2021-09-17T22:55:20.853" v="332"/>
          <ac:spMkLst>
            <pc:docMk/>
            <pc:sldMk cId="1208008940" sldId="262"/>
            <ac:spMk id="7" creationId="{618CE25A-18CB-4E55-AC3A-14E4CD3DEEA2}"/>
          </ac:spMkLst>
        </pc:spChg>
        <pc:spChg chg="add mod">
          <ac:chgData name="Weifeng Xu" userId="e7aed605-a3dd-4d5a-a692-a87037af107b" providerId="ADAL" clId="{7247261D-A2FF-471A-80A9-BB4A487C8F58}" dt="2021-09-18T20:29:56.521" v="3532" actId="207"/>
          <ac:spMkLst>
            <pc:docMk/>
            <pc:sldMk cId="1208008940" sldId="262"/>
            <ac:spMk id="8" creationId="{4201757A-6848-4CAC-9200-2CF95C905526}"/>
          </ac:spMkLst>
        </pc:spChg>
        <pc:spChg chg="add mod">
          <ac:chgData name="Weifeng Xu" userId="e7aed605-a3dd-4d5a-a692-a87037af107b" providerId="ADAL" clId="{7247261D-A2FF-471A-80A9-BB4A487C8F58}" dt="2021-09-17T22:57:54.691" v="399" actId="1076"/>
          <ac:spMkLst>
            <pc:docMk/>
            <pc:sldMk cId="1208008940" sldId="262"/>
            <ac:spMk id="9" creationId="{AD36AF35-846F-450D-9E3E-F35CA3B862DE}"/>
          </ac:spMkLst>
        </pc:spChg>
        <pc:picChg chg="add del mod">
          <ac:chgData name="Weifeng Xu" userId="e7aed605-a3dd-4d5a-a692-a87037af107b" providerId="ADAL" clId="{7247261D-A2FF-471A-80A9-BB4A487C8F58}" dt="2021-09-18T20:29:59.179" v="3533" actId="1076"/>
          <ac:picMkLst>
            <pc:docMk/>
            <pc:sldMk cId="1208008940" sldId="262"/>
            <ac:picMk id="4" creationId="{81142E6B-0229-44DF-A8C3-BE4D8304039C}"/>
          </ac:picMkLst>
        </pc:picChg>
        <pc:picChg chg="add del mod">
          <ac:chgData name="Weifeng Xu" userId="e7aed605-a3dd-4d5a-a692-a87037af107b" providerId="ADAL" clId="{7247261D-A2FF-471A-80A9-BB4A487C8F58}" dt="2021-09-17T22:50:12.125" v="286" actId="478"/>
          <ac:picMkLst>
            <pc:docMk/>
            <pc:sldMk cId="1208008940" sldId="262"/>
            <ac:picMk id="4" creationId="{CC3830A4-7DF3-403A-B46B-8DF0C6919C85}"/>
          </ac:picMkLst>
        </pc:picChg>
        <pc:picChg chg="add mod">
          <ac:chgData name="Weifeng Xu" userId="e7aed605-a3dd-4d5a-a692-a87037af107b" providerId="ADAL" clId="{7247261D-A2FF-471A-80A9-BB4A487C8F58}" dt="2021-09-17T22:51:09.594" v="311" actId="1076"/>
          <ac:picMkLst>
            <pc:docMk/>
            <pc:sldMk cId="1208008940" sldId="262"/>
            <ac:picMk id="6" creationId="{6C4C6674-710F-4461-8668-FD12EAECBABF}"/>
          </ac:picMkLst>
        </pc:picChg>
      </pc:sldChg>
      <pc:sldChg chg="addSp delSp modSp new mod">
        <pc:chgData name="Weifeng Xu" userId="e7aed605-a3dd-4d5a-a692-a87037af107b" providerId="ADAL" clId="{7247261D-A2FF-471A-80A9-BB4A487C8F58}" dt="2021-09-19T00:39:49.979" v="3993" actId="6549"/>
        <pc:sldMkLst>
          <pc:docMk/>
          <pc:sldMk cId="2786049674" sldId="263"/>
        </pc:sldMkLst>
        <pc:spChg chg="mod">
          <ac:chgData name="Weifeng Xu" userId="e7aed605-a3dd-4d5a-a692-a87037af107b" providerId="ADAL" clId="{7247261D-A2FF-471A-80A9-BB4A487C8F58}" dt="2021-09-17T23:11:12.095" v="494" actId="313"/>
          <ac:spMkLst>
            <pc:docMk/>
            <pc:sldMk cId="2786049674" sldId="263"/>
            <ac:spMk id="2" creationId="{E7595845-3DC8-4EA4-A7E6-CB70B26FE886}"/>
          </ac:spMkLst>
        </pc:spChg>
        <pc:spChg chg="add mod">
          <ac:chgData name="Weifeng Xu" userId="e7aed605-a3dd-4d5a-a692-a87037af107b" providerId="ADAL" clId="{7247261D-A2FF-471A-80A9-BB4A487C8F58}" dt="2021-09-19T00:39:49.979" v="3993" actId="6549"/>
          <ac:spMkLst>
            <pc:docMk/>
            <pc:sldMk cId="2786049674" sldId="263"/>
            <ac:spMk id="3" creationId="{74BD3442-CB10-4E1D-BC91-BA33674F22BF}"/>
          </ac:spMkLst>
        </pc:spChg>
        <pc:spChg chg="add mod">
          <ac:chgData name="Weifeng Xu" userId="e7aed605-a3dd-4d5a-a692-a87037af107b" providerId="ADAL" clId="{7247261D-A2FF-471A-80A9-BB4A487C8F58}" dt="2021-09-17T23:13:26.122" v="510" actId="14100"/>
          <ac:spMkLst>
            <pc:docMk/>
            <pc:sldMk cId="2786049674" sldId="263"/>
            <ac:spMk id="7" creationId="{DA950167-C9D8-4A47-AD0C-560031031F54}"/>
          </ac:spMkLst>
        </pc:spChg>
        <pc:spChg chg="add mod">
          <ac:chgData name="Weifeng Xu" userId="e7aed605-a3dd-4d5a-a692-a87037af107b" providerId="ADAL" clId="{7247261D-A2FF-471A-80A9-BB4A487C8F58}" dt="2021-09-17T23:13:35.166" v="513" actId="14100"/>
          <ac:spMkLst>
            <pc:docMk/>
            <pc:sldMk cId="2786049674" sldId="263"/>
            <ac:spMk id="10" creationId="{D8DFBF5A-5B7C-4763-AD6A-49824332CB14}"/>
          </ac:spMkLst>
        </pc:spChg>
        <pc:spChg chg="add mod">
          <ac:chgData name="Weifeng Xu" userId="e7aed605-a3dd-4d5a-a692-a87037af107b" providerId="ADAL" clId="{7247261D-A2FF-471A-80A9-BB4A487C8F58}" dt="2021-09-17T23:17:47.390" v="573" actId="20577"/>
          <ac:spMkLst>
            <pc:docMk/>
            <pc:sldMk cId="2786049674" sldId="263"/>
            <ac:spMk id="11" creationId="{850A39E4-F1DC-4CFA-AC1D-11C7FDAD2826}"/>
          </ac:spMkLst>
        </pc:spChg>
        <pc:spChg chg="add del mod">
          <ac:chgData name="Weifeng Xu" userId="e7aed605-a3dd-4d5a-a692-a87037af107b" providerId="ADAL" clId="{7247261D-A2FF-471A-80A9-BB4A487C8F58}" dt="2021-09-17T23:25:25.293" v="712" actId="478"/>
          <ac:spMkLst>
            <pc:docMk/>
            <pc:sldMk cId="2786049674" sldId="263"/>
            <ac:spMk id="12" creationId="{4EB02D69-F976-4DFD-A3BF-416B503A0CD6}"/>
          </ac:spMkLst>
        </pc:spChg>
        <pc:picChg chg="add mod">
          <ac:chgData name="Weifeng Xu" userId="e7aed605-a3dd-4d5a-a692-a87037af107b" providerId="ADAL" clId="{7247261D-A2FF-471A-80A9-BB4A487C8F58}" dt="2021-09-17T23:13:38.503" v="514" actId="1076"/>
          <ac:picMkLst>
            <pc:docMk/>
            <pc:sldMk cId="2786049674" sldId="263"/>
            <ac:picMk id="4" creationId="{34B43849-3AC0-486D-B512-4D90D882B603}"/>
          </ac:picMkLst>
        </pc:picChg>
        <pc:picChg chg="add mod">
          <ac:chgData name="Weifeng Xu" userId="e7aed605-a3dd-4d5a-a692-a87037af107b" providerId="ADAL" clId="{7247261D-A2FF-471A-80A9-BB4A487C8F58}" dt="2021-09-17T23:13:28.926" v="511" actId="1076"/>
          <ac:picMkLst>
            <pc:docMk/>
            <pc:sldMk cId="2786049674" sldId="263"/>
            <ac:picMk id="6" creationId="{7AA97542-20B6-401A-9927-B7F3CE8FA459}"/>
          </ac:picMkLst>
        </pc:picChg>
        <pc:picChg chg="add mod">
          <ac:chgData name="Weifeng Xu" userId="e7aed605-a3dd-4d5a-a692-a87037af107b" providerId="ADAL" clId="{7247261D-A2FF-471A-80A9-BB4A487C8F58}" dt="2021-09-17T23:13:41.465" v="515" actId="1076"/>
          <ac:picMkLst>
            <pc:docMk/>
            <pc:sldMk cId="2786049674" sldId="263"/>
            <ac:picMk id="9" creationId="{46B8DE34-8DF2-42B5-92ED-C633E7F17B16}"/>
          </ac:picMkLst>
        </pc:picChg>
      </pc:sldChg>
      <pc:sldChg chg="addSp modSp new mod">
        <pc:chgData name="Weifeng Xu" userId="e7aed605-a3dd-4d5a-a692-a87037af107b" providerId="ADAL" clId="{7247261D-A2FF-471A-80A9-BB4A487C8F58}" dt="2022-10-23T20:24:50.166" v="6002" actId="1076"/>
        <pc:sldMkLst>
          <pc:docMk/>
          <pc:sldMk cId="2103918486" sldId="264"/>
        </pc:sldMkLst>
        <pc:spChg chg="mod">
          <ac:chgData name="Weifeng Xu" userId="e7aed605-a3dd-4d5a-a692-a87037af107b" providerId="ADAL" clId="{7247261D-A2FF-471A-80A9-BB4A487C8F58}" dt="2021-09-17T23:18:29.414" v="608" actId="20577"/>
          <ac:spMkLst>
            <pc:docMk/>
            <pc:sldMk cId="2103918486" sldId="264"/>
            <ac:spMk id="2" creationId="{BCCB8C3B-1E3A-43EB-8A0C-BF76B64C0295}"/>
          </ac:spMkLst>
        </pc:spChg>
        <pc:spChg chg="add mod">
          <ac:chgData name="Weifeng Xu" userId="e7aed605-a3dd-4d5a-a692-a87037af107b" providerId="ADAL" clId="{7247261D-A2FF-471A-80A9-BB4A487C8F58}" dt="2021-09-17T23:24:24.568" v="708" actId="6549"/>
          <ac:spMkLst>
            <pc:docMk/>
            <pc:sldMk cId="2103918486" sldId="264"/>
            <ac:spMk id="7" creationId="{1635F381-592C-4447-8EF4-CC33214F8980}"/>
          </ac:spMkLst>
        </pc:spChg>
        <pc:spChg chg="add mod">
          <ac:chgData name="Weifeng Xu" userId="e7aed605-a3dd-4d5a-a692-a87037af107b" providerId="ADAL" clId="{7247261D-A2FF-471A-80A9-BB4A487C8F58}" dt="2021-09-17T23:26:42.768" v="717" actId="1076"/>
          <ac:spMkLst>
            <pc:docMk/>
            <pc:sldMk cId="2103918486" sldId="264"/>
            <ac:spMk id="8" creationId="{115DC333-D188-436D-A2D4-26CD746AEFE7}"/>
          </ac:spMkLst>
        </pc:spChg>
        <pc:spChg chg="add mod">
          <ac:chgData name="Weifeng Xu" userId="e7aed605-a3dd-4d5a-a692-a87037af107b" providerId="ADAL" clId="{7247261D-A2FF-471A-80A9-BB4A487C8F58}" dt="2021-09-18T00:36:13.742" v="795" actId="20577"/>
          <ac:spMkLst>
            <pc:docMk/>
            <pc:sldMk cId="2103918486" sldId="264"/>
            <ac:spMk id="11" creationId="{A1A5B43A-2DD6-4990-AC6C-2C869291E0D3}"/>
          </ac:spMkLst>
        </pc:spChg>
        <pc:graphicFrameChg chg="add mod modGraphic">
          <ac:chgData name="Weifeng Xu" userId="e7aed605-a3dd-4d5a-a692-a87037af107b" providerId="ADAL" clId="{7247261D-A2FF-471A-80A9-BB4A487C8F58}" dt="2022-10-23T20:24:37.764" v="6001" actId="20577"/>
          <ac:graphicFrameMkLst>
            <pc:docMk/>
            <pc:sldMk cId="2103918486" sldId="264"/>
            <ac:graphicFrameMk id="3" creationId="{63008F64-5115-3037-B074-C03DF568A570}"/>
          </ac:graphicFrameMkLst>
        </pc:graphicFrameChg>
        <pc:picChg chg="add mod modCrop">
          <ac:chgData name="Weifeng Xu" userId="e7aed605-a3dd-4d5a-a692-a87037af107b" providerId="ADAL" clId="{7247261D-A2FF-471A-80A9-BB4A487C8F58}" dt="2021-09-17T23:23:29.516" v="664" actId="1076"/>
          <ac:picMkLst>
            <pc:docMk/>
            <pc:sldMk cId="2103918486" sldId="264"/>
            <ac:picMk id="4" creationId="{00902606-B1BA-4827-81C3-0236B5FC3151}"/>
          </ac:picMkLst>
        </pc:picChg>
        <pc:picChg chg="add mod">
          <ac:chgData name="Weifeng Xu" userId="e7aed605-a3dd-4d5a-a692-a87037af107b" providerId="ADAL" clId="{7247261D-A2FF-471A-80A9-BB4A487C8F58}" dt="2021-09-17T23:23:31.256" v="665" actId="1076"/>
          <ac:picMkLst>
            <pc:docMk/>
            <pc:sldMk cId="2103918486" sldId="264"/>
            <ac:picMk id="6" creationId="{19BB6695-2FDB-4386-A319-D9DA914E4F00}"/>
          </ac:picMkLst>
        </pc:picChg>
        <pc:picChg chg="add mod modCrop">
          <ac:chgData name="Weifeng Xu" userId="e7aed605-a3dd-4d5a-a692-a87037af107b" providerId="ADAL" clId="{7247261D-A2FF-471A-80A9-BB4A487C8F58}" dt="2021-09-17T23:27:28.944" v="791" actId="732"/>
          <ac:picMkLst>
            <pc:docMk/>
            <pc:sldMk cId="2103918486" sldId="264"/>
            <ac:picMk id="10" creationId="{DCBF4881-E2B6-49C8-8DAC-D549B3EAE9AB}"/>
          </ac:picMkLst>
        </pc:picChg>
        <pc:picChg chg="add mod">
          <ac:chgData name="Weifeng Xu" userId="e7aed605-a3dd-4d5a-a692-a87037af107b" providerId="ADAL" clId="{7247261D-A2FF-471A-80A9-BB4A487C8F58}" dt="2022-10-23T20:24:50.166" v="6002" actId="1076"/>
          <ac:picMkLst>
            <pc:docMk/>
            <pc:sldMk cId="2103918486" sldId="264"/>
            <ac:picMk id="3074" creationId="{D935EE1F-8F41-ACB0-9D04-4346AA6605A3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1-09-18T00:43:56.372" v="805" actId="1076"/>
        <pc:sldMkLst>
          <pc:docMk/>
          <pc:sldMk cId="3445579305" sldId="265"/>
        </pc:sldMkLst>
        <pc:spChg chg="del">
          <ac:chgData name="Weifeng Xu" userId="e7aed605-a3dd-4d5a-a692-a87037af107b" providerId="ADAL" clId="{7247261D-A2FF-471A-80A9-BB4A487C8F58}" dt="2021-09-18T00:43:23.877" v="799" actId="700"/>
          <ac:spMkLst>
            <pc:docMk/>
            <pc:sldMk cId="3445579305" sldId="265"/>
            <ac:spMk id="2" creationId="{3FEA21B2-9DA1-45D9-9603-75386E4F2EE6}"/>
          </ac:spMkLst>
        </pc:spChg>
        <pc:spChg chg="add del">
          <ac:chgData name="Weifeng Xu" userId="e7aed605-a3dd-4d5a-a692-a87037af107b" providerId="ADAL" clId="{7247261D-A2FF-471A-80A9-BB4A487C8F58}" dt="2021-09-18T00:43:44.987" v="802" actId="22"/>
          <ac:spMkLst>
            <pc:docMk/>
            <pc:sldMk cId="3445579305" sldId="265"/>
            <ac:spMk id="6" creationId="{289D86AF-BD16-4BF1-A4F9-D19B6666FE57}"/>
          </ac:spMkLst>
        </pc:spChg>
        <pc:spChg chg="add mod ord">
          <ac:chgData name="Weifeng Xu" userId="e7aed605-a3dd-4d5a-a692-a87037af107b" providerId="ADAL" clId="{7247261D-A2FF-471A-80A9-BB4A487C8F58}" dt="2021-09-18T00:43:50.355" v="804"/>
          <ac:spMkLst>
            <pc:docMk/>
            <pc:sldMk cId="3445579305" sldId="265"/>
            <ac:spMk id="7" creationId="{33C046B8-CAAA-4664-8DD1-B9CBD3BF422F}"/>
          </ac:spMkLst>
        </pc:spChg>
        <pc:picChg chg="add mod">
          <ac:chgData name="Weifeng Xu" userId="e7aed605-a3dd-4d5a-a692-a87037af107b" providerId="ADAL" clId="{7247261D-A2FF-471A-80A9-BB4A487C8F58}" dt="2021-09-18T00:43:56.372" v="805" actId="1076"/>
          <ac:picMkLst>
            <pc:docMk/>
            <pc:sldMk cId="3445579305" sldId="265"/>
            <ac:picMk id="4" creationId="{B66E3611-D2EE-46F5-9B48-CEF5609B261E}"/>
          </ac:picMkLst>
        </pc:picChg>
      </pc:sldChg>
      <pc:sldChg chg="addSp modSp new mod">
        <pc:chgData name="Weifeng Xu" userId="e7aed605-a3dd-4d5a-a692-a87037af107b" providerId="ADAL" clId="{7247261D-A2FF-471A-80A9-BB4A487C8F58}" dt="2021-09-18T01:01:24.905" v="914" actId="20577"/>
        <pc:sldMkLst>
          <pc:docMk/>
          <pc:sldMk cId="3385985023" sldId="266"/>
        </pc:sldMkLst>
        <pc:spChg chg="mod">
          <ac:chgData name="Weifeng Xu" userId="e7aed605-a3dd-4d5a-a692-a87037af107b" providerId="ADAL" clId="{7247261D-A2FF-471A-80A9-BB4A487C8F58}" dt="2021-09-18T00:48:41.394" v="807"/>
          <ac:spMkLst>
            <pc:docMk/>
            <pc:sldMk cId="3385985023" sldId="266"/>
            <ac:spMk id="2" creationId="{732B926A-48FF-4A7A-9DF6-EE9BAC5ED13C}"/>
          </ac:spMkLst>
        </pc:spChg>
        <pc:spChg chg="add mod">
          <ac:chgData name="Weifeng Xu" userId="e7aed605-a3dd-4d5a-a692-a87037af107b" providerId="ADAL" clId="{7247261D-A2FF-471A-80A9-BB4A487C8F58}" dt="2021-09-18T01:01:24.905" v="914" actId="20577"/>
          <ac:spMkLst>
            <pc:docMk/>
            <pc:sldMk cId="3385985023" sldId="266"/>
            <ac:spMk id="5" creationId="{09DF3B68-9D88-45FE-AEC1-B70C924D3863}"/>
          </ac:spMkLst>
        </pc:spChg>
        <pc:picChg chg="add mod">
          <ac:chgData name="Weifeng Xu" userId="e7aed605-a3dd-4d5a-a692-a87037af107b" providerId="ADAL" clId="{7247261D-A2FF-471A-80A9-BB4A487C8F58}" dt="2021-09-18T00:59:39.175" v="809" actId="1076"/>
          <ac:picMkLst>
            <pc:docMk/>
            <pc:sldMk cId="3385985023" sldId="266"/>
            <ac:picMk id="4" creationId="{D8C4EFCD-50A8-4879-BF91-81E6FE197D9D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3-04-10T19:21:37.828" v="6515" actId="404"/>
        <pc:sldMkLst>
          <pc:docMk/>
          <pc:sldMk cId="3541695161" sldId="267"/>
        </pc:sldMkLst>
        <pc:spChg chg="del mod">
          <ac:chgData name="Weifeng Xu" userId="e7aed605-a3dd-4d5a-a692-a87037af107b" providerId="ADAL" clId="{7247261D-A2FF-471A-80A9-BB4A487C8F58}" dt="2021-09-26T15:45:37.084" v="4905" actId="700"/>
          <ac:spMkLst>
            <pc:docMk/>
            <pc:sldMk cId="3541695161" sldId="267"/>
            <ac:spMk id="2" creationId="{59D9D1CF-8407-452F-A1A8-4B07355D1FA0}"/>
          </ac:spMkLst>
        </pc:spChg>
        <pc:spChg chg="add mod ord">
          <ac:chgData name="Weifeng Xu" userId="e7aed605-a3dd-4d5a-a692-a87037af107b" providerId="ADAL" clId="{7247261D-A2FF-471A-80A9-BB4A487C8F58}" dt="2023-04-10T19:21:37.828" v="6515" actId="404"/>
          <ac:spMkLst>
            <pc:docMk/>
            <pc:sldMk cId="3541695161" sldId="267"/>
            <ac:spMk id="2" creationId="{CF87B8F0-797C-291F-C3CB-DD2DB877E611}"/>
          </ac:spMkLst>
        </pc:spChg>
        <pc:spChg chg="add mod">
          <ac:chgData name="Weifeng Xu" userId="e7aed605-a3dd-4d5a-a692-a87037af107b" providerId="ADAL" clId="{7247261D-A2FF-471A-80A9-BB4A487C8F58}" dt="2023-04-10T19:20:26.516" v="6501" actId="1076"/>
          <ac:spMkLst>
            <pc:docMk/>
            <pc:sldMk cId="3541695161" sldId="267"/>
            <ac:spMk id="3" creationId="{35831B59-1EF2-4AC9-B3F0-800ADC43B691}"/>
          </ac:spMkLst>
        </pc:spChg>
        <pc:spChg chg="add mod">
          <ac:chgData name="Weifeng Xu" userId="e7aed605-a3dd-4d5a-a692-a87037af107b" providerId="ADAL" clId="{7247261D-A2FF-471A-80A9-BB4A487C8F58}" dt="2023-04-10T19:20:26.516" v="6501" actId="1076"/>
          <ac:spMkLst>
            <pc:docMk/>
            <pc:sldMk cId="3541695161" sldId="267"/>
            <ac:spMk id="5" creationId="{5FB44283-C500-4A3F-ABDA-A6DB5D0453F2}"/>
          </ac:spMkLst>
        </pc:spChg>
        <pc:spChg chg="add mod">
          <ac:chgData name="Weifeng Xu" userId="e7aed605-a3dd-4d5a-a692-a87037af107b" providerId="ADAL" clId="{7247261D-A2FF-471A-80A9-BB4A487C8F58}" dt="2023-04-10T19:20:26.516" v="6501" actId="1076"/>
          <ac:spMkLst>
            <pc:docMk/>
            <pc:sldMk cId="3541695161" sldId="267"/>
            <ac:spMk id="6" creationId="{543E99D8-99A5-4416-9D12-60103BB58E12}"/>
          </ac:spMkLst>
        </pc:spChg>
        <pc:spChg chg="add mod">
          <ac:chgData name="Weifeng Xu" userId="e7aed605-a3dd-4d5a-a692-a87037af107b" providerId="ADAL" clId="{7247261D-A2FF-471A-80A9-BB4A487C8F58}" dt="2023-04-10T19:20:26.516" v="6501" actId="1076"/>
          <ac:spMkLst>
            <pc:docMk/>
            <pc:sldMk cId="3541695161" sldId="267"/>
            <ac:spMk id="7" creationId="{DD827C71-4D80-424A-BC90-64390B1D4174}"/>
          </ac:spMkLst>
        </pc:spChg>
        <pc:spChg chg="add mod">
          <ac:chgData name="Weifeng Xu" userId="e7aed605-a3dd-4d5a-a692-a87037af107b" providerId="ADAL" clId="{7247261D-A2FF-471A-80A9-BB4A487C8F58}" dt="2023-04-10T19:20:26.516" v="6501" actId="1076"/>
          <ac:spMkLst>
            <pc:docMk/>
            <pc:sldMk cId="3541695161" sldId="267"/>
            <ac:spMk id="8" creationId="{93CA426E-B15E-451F-88BA-BDE36A6A8FA5}"/>
          </ac:spMkLst>
        </pc:spChg>
        <pc:spChg chg="add del mod">
          <ac:chgData name="Weifeng Xu" userId="e7aed605-a3dd-4d5a-a692-a87037af107b" providerId="ADAL" clId="{7247261D-A2FF-471A-80A9-BB4A487C8F58}" dt="2021-09-18T01:25:04.411" v="1103"/>
          <ac:spMkLst>
            <pc:docMk/>
            <pc:sldMk cId="3541695161" sldId="267"/>
            <ac:spMk id="9" creationId="{24DD395C-F6A5-4F76-AB4D-1985452B032A}"/>
          </ac:spMkLst>
        </pc:spChg>
        <pc:spChg chg="add mod">
          <ac:chgData name="Weifeng Xu" userId="e7aed605-a3dd-4d5a-a692-a87037af107b" providerId="ADAL" clId="{7247261D-A2FF-471A-80A9-BB4A487C8F58}" dt="2023-04-10T19:20:26.516" v="6501" actId="1076"/>
          <ac:spMkLst>
            <pc:docMk/>
            <pc:sldMk cId="3541695161" sldId="267"/>
            <ac:spMk id="10" creationId="{E01E03CE-2947-4B19-99D8-068AF3FFAAD8}"/>
          </ac:spMkLst>
        </pc:spChg>
        <pc:spChg chg="add mod">
          <ac:chgData name="Weifeng Xu" userId="e7aed605-a3dd-4d5a-a692-a87037af107b" providerId="ADAL" clId="{7247261D-A2FF-471A-80A9-BB4A487C8F58}" dt="2023-04-10T19:20:26.516" v="6501" actId="1076"/>
          <ac:spMkLst>
            <pc:docMk/>
            <pc:sldMk cId="3541695161" sldId="267"/>
            <ac:spMk id="11" creationId="{20D1443B-5EF2-4C03-A4F2-29C01F74C02F}"/>
          </ac:spMkLst>
        </pc:spChg>
        <pc:picChg chg="add mod">
          <ac:chgData name="Weifeng Xu" userId="e7aed605-a3dd-4d5a-a692-a87037af107b" providerId="ADAL" clId="{7247261D-A2FF-471A-80A9-BB4A487C8F58}" dt="2023-04-10T19:20:26.516" v="6501" actId="1076"/>
          <ac:picMkLst>
            <pc:docMk/>
            <pc:sldMk cId="3541695161" sldId="267"/>
            <ac:picMk id="4" creationId="{9BAD67D6-758C-400F-A6C1-B4EF27010E18}"/>
          </ac:picMkLst>
        </pc:picChg>
        <pc:cxnChg chg="add mod">
          <ac:chgData name="Weifeng Xu" userId="e7aed605-a3dd-4d5a-a692-a87037af107b" providerId="ADAL" clId="{7247261D-A2FF-471A-80A9-BB4A487C8F58}" dt="2023-04-10T19:20:26.516" v="6501" actId="1076"/>
          <ac:cxnSpMkLst>
            <pc:docMk/>
            <pc:sldMk cId="3541695161" sldId="267"/>
            <ac:cxnSpMk id="12" creationId="{A4CD601A-C53B-4765-ABD6-2E2889E7AAE5}"/>
          </ac:cxnSpMkLst>
        </pc:cxnChg>
      </pc:sldChg>
      <pc:sldChg chg="addSp delSp modSp new mod modClrScheme chgLayout">
        <pc:chgData name="Weifeng Xu" userId="e7aed605-a3dd-4d5a-a692-a87037af107b" providerId="ADAL" clId="{7247261D-A2FF-471A-80A9-BB4A487C8F58}" dt="2021-09-18T18:45:36.617" v="2924" actId="20577"/>
        <pc:sldMkLst>
          <pc:docMk/>
          <pc:sldMk cId="3751870085" sldId="268"/>
        </pc:sldMkLst>
        <pc:spChg chg="del">
          <ac:chgData name="Weifeng Xu" userId="e7aed605-a3dd-4d5a-a692-a87037af107b" providerId="ADAL" clId="{7247261D-A2FF-471A-80A9-BB4A487C8F58}" dt="2021-09-18T01:37:39.669" v="1144" actId="700"/>
          <ac:spMkLst>
            <pc:docMk/>
            <pc:sldMk cId="3751870085" sldId="268"/>
            <ac:spMk id="2" creationId="{0B7F2BA9-5C1F-4C00-A019-08B29A35E3C1}"/>
          </ac:spMkLst>
        </pc:spChg>
        <pc:spChg chg="add mod ord">
          <ac:chgData name="Weifeng Xu" userId="e7aed605-a3dd-4d5a-a692-a87037af107b" providerId="ADAL" clId="{7247261D-A2FF-471A-80A9-BB4A487C8F58}" dt="2021-09-18T18:45:36.617" v="2924" actId="20577"/>
          <ac:spMkLst>
            <pc:docMk/>
            <pc:sldMk cId="3751870085" sldId="268"/>
            <ac:spMk id="2" creationId="{67F88200-6412-4BBA-80C9-011842493A1E}"/>
          </ac:spMkLst>
        </pc:spChg>
        <pc:spChg chg="add mod">
          <ac:chgData name="Weifeng Xu" userId="e7aed605-a3dd-4d5a-a692-a87037af107b" providerId="ADAL" clId="{7247261D-A2FF-471A-80A9-BB4A487C8F58}" dt="2021-09-18T18:45:05.568" v="2863" actId="1076"/>
          <ac:spMkLst>
            <pc:docMk/>
            <pc:sldMk cId="3751870085" sldId="268"/>
            <ac:spMk id="6" creationId="{1887B944-CD3A-431A-B3F5-728465A8F422}"/>
          </ac:spMkLst>
        </pc:spChg>
        <pc:spChg chg="add mod">
          <ac:chgData name="Weifeng Xu" userId="e7aed605-a3dd-4d5a-a692-a87037af107b" providerId="ADAL" clId="{7247261D-A2FF-471A-80A9-BB4A487C8F58}" dt="2021-09-18T18:45:05.568" v="2863" actId="1076"/>
          <ac:spMkLst>
            <pc:docMk/>
            <pc:sldMk cId="3751870085" sldId="268"/>
            <ac:spMk id="7" creationId="{6911A609-95C3-41C5-B96E-C0BE1A9E48A0}"/>
          </ac:spMkLst>
        </pc:spChg>
        <pc:spChg chg="add mod">
          <ac:chgData name="Weifeng Xu" userId="e7aed605-a3dd-4d5a-a692-a87037af107b" providerId="ADAL" clId="{7247261D-A2FF-471A-80A9-BB4A487C8F58}" dt="2021-09-18T18:45:05.568" v="2863" actId="1076"/>
          <ac:spMkLst>
            <pc:docMk/>
            <pc:sldMk cId="3751870085" sldId="268"/>
            <ac:spMk id="8" creationId="{B990185E-7FC4-4DEF-B3DA-A6901380D4D1}"/>
          </ac:spMkLst>
        </pc:spChg>
        <pc:picChg chg="add del mod">
          <ac:chgData name="Weifeng Xu" userId="e7aed605-a3dd-4d5a-a692-a87037af107b" providerId="ADAL" clId="{7247261D-A2FF-471A-80A9-BB4A487C8F58}" dt="2021-09-18T02:55:43.160" v="1518" actId="478"/>
          <ac:picMkLst>
            <pc:docMk/>
            <pc:sldMk cId="3751870085" sldId="268"/>
            <ac:picMk id="4" creationId="{1C49E6AB-42AF-4395-BBE9-F8AFEDC45A7E}"/>
          </ac:picMkLst>
        </pc:picChg>
        <pc:picChg chg="add del mod">
          <ac:chgData name="Weifeng Xu" userId="e7aed605-a3dd-4d5a-a692-a87037af107b" providerId="ADAL" clId="{7247261D-A2FF-471A-80A9-BB4A487C8F58}" dt="2021-09-18T02:55:42.376" v="1517" actId="478"/>
          <ac:picMkLst>
            <pc:docMk/>
            <pc:sldMk cId="3751870085" sldId="268"/>
            <ac:picMk id="5" creationId="{E0409D09-EC34-406B-AE79-2AA10B40368A}"/>
          </ac:picMkLst>
        </pc:picChg>
        <pc:picChg chg="add mod">
          <ac:chgData name="Weifeng Xu" userId="e7aed605-a3dd-4d5a-a692-a87037af107b" providerId="ADAL" clId="{7247261D-A2FF-471A-80A9-BB4A487C8F58}" dt="2021-09-18T18:45:05.568" v="2863" actId="1076"/>
          <ac:picMkLst>
            <pc:docMk/>
            <pc:sldMk cId="3751870085" sldId="268"/>
            <ac:picMk id="10" creationId="{64B43C4A-D962-47A2-94FA-84B62A0A1A87}"/>
          </ac:picMkLst>
        </pc:picChg>
      </pc:sldChg>
      <pc:sldChg chg="addSp delSp modSp new mod">
        <pc:chgData name="Weifeng Xu" userId="e7aed605-a3dd-4d5a-a692-a87037af107b" providerId="ADAL" clId="{7247261D-A2FF-471A-80A9-BB4A487C8F58}" dt="2023-04-10T19:32:15.884" v="6538" actId="20577"/>
        <pc:sldMkLst>
          <pc:docMk/>
          <pc:sldMk cId="3218174854" sldId="269"/>
        </pc:sldMkLst>
        <pc:spChg chg="add mod">
          <ac:chgData name="Weifeng Xu" userId="e7aed605-a3dd-4d5a-a692-a87037af107b" providerId="ADAL" clId="{7247261D-A2FF-471A-80A9-BB4A487C8F58}" dt="2021-09-18T18:49:13.926" v="2948" actId="20577"/>
          <ac:spMkLst>
            <pc:docMk/>
            <pc:sldMk cId="3218174854" sldId="269"/>
            <ac:spMk id="8" creationId="{92010671-8B26-47E5-9582-70671F87D620}"/>
          </ac:spMkLst>
        </pc:spChg>
        <pc:spChg chg="add mod">
          <ac:chgData name="Weifeng Xu" userId="e7aed605-a3dd-4d5a-a692-a87037af107b" providerId="ADAL" clId="{7247261D-A2FF-471A-80A9-BB4A487C8F58}" dt="2021-09-18T03:00:17.001" v="1552" actId="20577"/>
          <ac:spMkLst>
            <pc:docMk/>
            <pc:sldMk cId="3218174854" sldId="269"/>
            <ac:spMk id="9" creationId="{BC852948-1E29-4391-8EB1-DB2264D15574}"/>
          </ac:spMkLst>
        </pc:spChg>
        <pc:spChg chg="add del mod">
          <ac:chgData name="Weifeng Xu" userId="e7aed605-a3dd-4d5a-a692-a87037af107b" providerId="ADAL" clId="{7247261D-A2FF-471A-80A9-BB4A487C8F58}" dt="2021-09-18T02:58:08.434" v="1530" actId="21"/>
          <ac:spMkLst>
            <pc:docMk/>
            <pc:sldMk cId="3218174854" sldId="269"/>
            <ac:spMk id="10" creationId="{CF10B138-EE8A-48FD-B848-FD9534A42AB1}"/>
          </ac:spMkLst>
        </pc:spChg>
        <pc:spChg chg="add mod">
          <ac:chgData name="Weifeng Xu" userId="e7aed605-a3dd-4d5a-a692-a87037af107b" providerId="ADAL" clId="{7247261D-A2FF-471A-80A9-BB4A487C8F58}" dt="2021-09-18T04:21:02.611" v="1742" actId="1076"/>
          <ac:spMkLst>
            <pc:docMk/>
            <pc:sldMk cId="3218174854" sldId="269"/>
            <ac:spMk id="13" creationId="{C47F79F0-9994-4F1B-88FA-5AE2BCF0F678}"/>
          </ac:spMkLst>
        </pc:spChg>
        <pc:spChg chg="add mod">
          <ac:chgData name="Weifeng Xu" userId="e7aed605-a3dd-4d5a-a692-a87037af107b" providerId="ADAL" clId="{7247261D-A2FF-471A-80A9-BB4A487C8F58}" dt="2023-04-10T19:32:15.884" v="6538" actId="20577"/>
          <ac:spMkLst>
            <pc:docMk/>
            <pc:sldMk cId="3218174854" sldId="269"/>
            <ac:spMk id="14" creationId="{BE1F501A-8613-452E-AC82-12F5B89D016C}"/>
          </ac:spMkLst>
        </pc:spChg>
        <pc:picChg chg="add del mod">
          <ac:chgData name="Weifeng Xu" userId="e7aed605-a3dd-4d5a-a692-a87037af107b" providerId="ADAL" clId="{7247261D-A2FF-471A-80A9-BB4A487C8F58}" dt="2021-09-18T02:23:31.019" v="1328" actId="478"/>
          <ac:picMkLst>
            <pc:docMk/>
            <pc:sldMk cId="3218174854" sldId="269"/>
            <ac:picMk id="3" creationId="{5E691A4E-C4C1-4560-8B61-6E329C2D997B}"/>
          </ac:picMkLst>
        </pc:picChg>
        <pc:picChg chg="add del mod">
          <ac:chgData name="Weifeng Xu" userId="e7aed605-a3dd-4d5a-a692-a87037af107b" providerId="ADAL" clId="{7247261D-A2FF-471A-80A9-BB4A487C8F58}" dt="2021-09-18T02:57:56.149" v="1529" actId="478"/>
          <ac:picMkLst>
            <pc:docMk/>
            <pc:sldMk cId="3218174854" sldId="269"/>
            <ac:picMk id="5" creationId="{F8EE103D-E57F-42B0-B5CA-3FB597C316D3}"/>
          </ac:picMkLst>
        </pc:picChg>
        <pc:picChg chg="add del mod">
          <ac:chgData name="Weifeng Xu" userId="e7aed605-a3dd-4d5a-a692-a87037af107b" providerId="ADAL" clId="{7247261D-A2FF-471A-80A9-BB4A487C8F58}" dt="2021-09-18T04:20:57.074" v="1738" actId="478"/>
          <ac:picMkLst>
            <pc:docMk/>
            <pc:sldMk cId="3218174854" sldId="269"/>
            <ac:picMk id="7" creationId="{04EC0088-995B-4DCC-B64A-AEF3779B44AA}"/>
          </ac:picMkLst>
        </pc:picChg>
        <pc:picChg chg="add mod">
          <ac:chgData name="Weifeng Xu" userId="e7aed605-a3dd-4d5a-a692-a87037af107b" providerId="ADAL" clId="{7247261D-A2FF-471A-80A9-BB4A487C8F58}" dt="2021-09-18T02:59:57.714" v="1534" actId="1076"/>
          <ac:picMkLst>
            <pc:docMk/>
            <pc:sldMk cId="3218174854" sldId="269"/>
            <ac:picMk id="12" creationId="{93543EE8-A078-4FC3-ADC5-DBE81A4E038C}"/>
          </ac:picMkLst>
        </pc:picChg>
        <pc:picChg chg="add mod">
          <ac:chgData name="Weifeng Xu" userId="e7aed605-a3dd-4d5a-a692-a87037af107b" providerId="ADAL" clId="{7247261D-A2FF-471A-80A9-BB4A487C8F58}" dt="2021-09-18T04:21:00.205" v="1740" actId="1076"/>
          <ac:picMkLst>
            <pc:docMk/>
            <pc:sldMk cId="3218174854" sldId="269"/>
            <ac:picMk id="16" creationId="{0231302E-D591-478B-A470-014A921604EB}"/>
          </ac:picMkLst>
        </pc:picChg>
      </pc:sldChg>
      <pc:sldChg chg="addSp delSp modSp new mod">
        <pc:chgData name="Weifeng Xu" userId="e7aed605-a3dd-4d5a-a692-a87037af107b" providerId="ADAL" clId="{7247261D-A2FF-471A-80A9-BB4A487C8F58}" dt="2023-04-10T19:18:08.645" v="6500" actId="14100"/>
        <pc:sldMkLst>
          <pc:docMk/>
          <pc:sldMk cId="2934401551" sldId="270"/>
        </pc:sldMkLst>
        <pc:spChg chg="mod">
          <ac:chgData name="Weifeng Xu" userId="e7aed605-a3dd-4d5a-a692-a87037af107b" providerId="ADAL" clId="{7247261D-A2FF-471A-80A9-BB4A487C8F58}" dt="2021-09-26T15:48:35.993" v="5002" actId="20577"/>
          <ac:spMkLst>
            <pc:docMk/>
            <pc:sldMk cId="2934401551" sldId="270"/>
            <ac:spMk id="2" creationId="{7B6D262E-D3CE-41FB-A95E-D05E94926F08}"/>
          </ac:spMkLst>
        </pc:spChg>
        <pc:spChg chg="add mod">
          <ac:chgData name="Weifeng Xu" userId="e7aed605-a3dd-4d5a-a692-a87037af107b" providerId="ADAL" clId="{7247261D-A2FF-471A-80A9-BB4A487C8F58}" dt="2023-04-10T19:18:08.645" v="6500" actId="14100"/>
          <ac:spMkLst>
            <pc:docMk/>
            <pc:sldMk cId="2934401551" sldId="270"/>
            <ac:spMk id="4" creationId="{015D9E1A-2CA1-8EE2-2C13-6C6596E974D3}"/>
          </ac:spMkLst>
        </pc:spChg>
        <pc:spChg chg="add mod">
          <ac:chgData name="Weifeng Xu" userId="e7aed605-a3dd-4d5a-a692-a87037af107b" providerId="ADAL" clId="{7247261D-A2FF-471A-80A9-BB4A487C8F58}" dt="2022-10-28T19:49:27.308" v="6164" actId="1076"/>
          <ac:spMkLst>
            <pc:docMk/>
            <pc:sldMk cId="2934401551" sldId="270"/>
            <ac:spMk id="5" creationId="{DEE5FD36-5FDA-CEE3-6815-C42E4336605C}"/>
          </ac:spMkLst>
        </pc:spChg>
        <pc:spChg chg="add mod">
          <ac:chgData name="Weifeng Xu" userId="e7aed605-a3dd-4d5a-a692-a87037af107b" providerId="ADAL" clId="{7247261D-A2FF-471A-80A9-BB4A487C8F58}" dt="2021-09-26T15:48:02.649" v="4992" actId="1076"/>
          <ac:spMkLst>
            <pc:docMk/>
            <pc:sldMk cId="2934401551" sldId="270"/>
            <ac:spMk id="8" creationId="{C7E6FAB9-87C7-45E0-9B36-660C30464E64}"/>
          </ac:spMkLst>
        </pc:spChg>
        <pc:graphicFrameChg chg="add del mod modGraphic">
          <ac:chgData name="Weifeng Xu" userId="e7aed605-a3dd-4d5a-a692-a87037af107b" providerId="ADAL" clId="{7247261D-A2FF-471A-80A9-BB4A487C8F58}" dt="2021-09-26T15:45:48.285" v="4907" actId="478"/>
          <ac:graphicFrameMkLst>
            <pc:docMk/>
            <pc:sldMk cId="2934401551" sldId="270"/>
            <ac:graphicFrameMk id="7" creationId="{7C585923-7771-4A0C-A288-2BB31EE61270}"/>
          </ac:graphicFrameMkLst>
        </pc:graphicFrameChg>
        <pc:picChg chg="add del">
          <ac:chgData name="Weifeng Xu" userId="e7aed605-a3dd-4d5a-a692-a87037af107b" providerId="ADAL" clId="{7247261D-A2FF-471A-80A9-BB4A487C8F58}" dt="2021-09-18T01:59:00.204" v="1277" actId="22"/>
          <ac:picMkLst>
            <pc:docMk/>
            <pc:sldMk cId="2934401551" sldId="270"/>
            <ac:picMk id="4" creationId="{1EFBB16E-BBEA-4407-89D5-B055815F0BD3}"/>
          </ac:picMkLst>
        </pc:picChg>
        <pc:picChg chg="add del mod">
          <ac:chgData name="Weifeng Xu" userId="e7aed605-a3dd-4d5a-a692-a87037af107b" providerId="ADAL" clId="{7247261D-A2FF-471A-80A9-BB4A487C8F58}" dt="2022-10-28T19:48:06.168" v="6078" actId="22"/>
          <ac:picMkLst>
            <pc:docMk/>
            <pc:sldMk cId="2934401551" sldId="270"/>
            <ac:picMk id="4" creationId="{48FF8625-03CF-61AD-F184-A17ACD56A6C5}"/>
          </ac:picMkLst>
        </pc:picChg>
        <pc:picChg chg="add del mod">
          <ac:chgData name="Weifeng Xu" userId="e7aed605-a3dd-4d5a-a692-a87037af107b" providerId="ADAL" clId="{7247261D-A2FF-471A-80A9-BB4A487C8F58}" dt="2021-09-26T15:40:39.458" v="4878" actId="478"/>
          <ac:picMkLst>
            <pc:docMk/>
            <pc:sldMk cId="2934401551" sldId="270"/>
            <ac:picMk id="5" creationId="{E6624F72-4E43-42AF-8DC5-9BF03A9902E6}"/>
          </ac:picMkLst>
        </pc:picChg>
        <pc:picChg chg="add mod">
          <ac:chgData name="Weifeng Xu" userId="e7aed605-a3dd-4d5a-a692-a87037af107b" providerId="ADAL" clId="{7247261D-A2FF-471A-80A9-BB4A487C8F58}" dt="2021-09-26T15:46:42.209" v="4987" actId="1076"/>
          <ac:picMkLst>
            <pc:docMk/>
            <pc:sldMk cId="2934401551" sldId="270"/>
            <ac:picMk id="6" creationId="{FE6F9D61-D1F3-4E12-A9FA-EB94A8C4A006}"/>
          </ac:picMkLst>
        </pc:picChg>
        <pc:cxnChg chg="add mod">
          <ac:chgData name="Weifeng Xu" userId="e7aed605-a3dd-4d5a-a692-a87037af107b" providerId="ADAL" clId="{7247261D-A2FF-471A-80A9-BB4A487C8F58}" dt="2021-09-26T15:48:09.542" v="4994" actId="13822"/>
          <ac:cxnSpMkLst>
            <pc:docMk/>
            <pc:sldMk cId="2934401551" sldId="270"/>
            <ac:cxnSpMk id="9" creationId="{166B57E5-F2D4-4BCA-A11B-1D53B9CF6B79}"/>
          </ac:cxnSpMkLst>
        </pc:cxnChg>
      </pc:sldChg>
      <pc:sldChg chg="addSp modSp new mod modClrScheme chgLayout">
        <pc:chgData name="Weifeng Xu" userId="e7aed605-a3dd-4d5a-a692-a87037af107b" providerId="ADAL" clId="{7247261D-A2FF-471A-80A9-BB4A487C8F58}" dt="2023-04-10T19:25:31.452" v="6521" actId="6549"/>
        <pc:sldMkLst>
          <pc:docMk/>
          <pc:sldMk cId="3273481276" sldId="271"/>
        </pc:sldMkLst>
        <pc:spChg chg="add mod ord">
          <ac:chgData name="Weifeng Xu" userId="e7aed605-a3dd-4d5a-a692-a87037af107b" providerId="ADAL" clId="{7247261D-A2FF-471A-80A9-BB4A487C8F58}" dt="2023-04-10T19:25:31.452" v="6521" actId="6549"/>
          <ac:spMkLst>
            <pc:docMk/>
            <pc:sldMk cId="3273481276" sldId="271"/>
            <ac:spMk id="2" creationId="{310FCF85-5921-F6B1-5BB5-B7B73F953A36}"/>
          </ac:spMkLst>
        </pc:spChg>
        <pc:spChg chg="add mod">
          <ac:chgData name="Weifeng Xu" userId="e7aed605-a3dd-4d5a-a692-a87037af107b" providerId="ADAL" clId="{7247261D-A2FF-471A-80A9-BB4A487C8F58}" dt="2021-09-18T02:58:13.137" v="1532" actId="1076"/>
          <ac:spMkLst>
            <pc:docMk/>
            <pc:sldMk cId="3273481276" sldId="271"/>
            <ac:spMk id="4" creationId="{0011FF5E-F471-4610-8B47-B4E263835EF0}"/>
          </ac:spMkLst>
        </pc:spChg>
        <pc:picChg chg="add mod">
          <ac:chgData name="Weifeng Xu" userId="e7aed605-a3dd-4d5a-a692-a87037af107b" providerId="ADAL" clId="{7247261D-A2FF-471A-80A9-BB4A487C8F58}" dt="2022-10-31T22:50:03.606" v="6175" actId="1036"/>
          <ac:picMkLst>
            <pc:docMk/>
            <pc:sldMk cId="3273481276" sldId="271"/>
            <ac:picMk id="3" creationId="{D7675EBA-3967-45BF-999D-2210A689650B}"/>
          </ac:picMkLst>
        </pc:picChg>
      </pc:sldChg>
      <pc:sldChg chg="addSp modSp new mod ord modClrScheme chgLayout">
        <pc:chgData name="Weifeng Xu" userId="e7aed605-a3dd-4d5a-a692-a87037af107b" providerId="ADAL" clId="{7247261D-A2FF-471A-80A9-BB4A487C8F58}" dt="2022-10-28T19:54:49.472" v="6172" actId="20578"/>
        <pc:sldMkLst>
          <pc:docMk/>
          <pc:sldMk cId="3525629476" sldId="272"/>
        </pc:sldMkLst>
        <pc:spChg chg="add mod ord">
          <ac:chgData name="Weifeng Xu" userId="e7aed605-a3dd-4d5a-a692-a87037af107b" providerId="ADAL" clId="{7247261D-A2FF-471A-80A9-BB4A487C8F58}" dt="2021-09-18T14:00:33.271" v="2127" actId="108"/>
          <ac:spMkLst>
            <pc:docMk/>
            <pc:sldMk cId="3525629476" sldId="272"/>
            <ac:spMk id="6" creationId="{684804B5-6F2A-4AAB-AE00-1DE55D62CB1C}"/>
          </ac:spMkLst>
        </pc:spChg>
        <pc:picChg chg="add mod">
          <ac:chgData name="Weifeng Xu" userId="e7aed605-a3dd-4d5a-a692-a87037af107b" providerId="ADAL" clId="{7247261D-A2FF-471A-80A9-BB4A487C8F58}" dt="2021-09-18T03:12:28.143" v="1674" actId="1076"/>
          <ac:picMkLst>
            <pc:docMk/>
            <pc:sldMk cId="3525629476" sldId="272"/>
            <ac:picMk id="3" creationId="{00B8415B-EFE3-471B-BDC1-4C82ABEC148C}"/>
          </ac:picMkLst>
        </pc:picChg>
        <pc:picChg chg="add mod">
          <ac:chgData name="Weifeng Xu" userId="e7aed605-a3dd-4d5a-a692-a87037af107b" providerId="ADAL" clId="{7247261D-A2FF-471A-80A9-BB4A487C8F58}" dt="2021-09-18T03:12:28.143" v="1674" actId="1076"/>
          <ac:picMkLst>
            <pc:docMk/>
            <pc:sldMk cId="3525629476" sldId="272"/>
            <ac:picMk id="5" creationId="{C51DFF33-7382-42C7-A106-B889CA981AB2}"/>
          </ac:picMkLst>
        </pc:picChg>
      </pc:sldChg>
      <pc:sldChg chg="addSp delSp modSp new mod">
        <pc:chgData name="Weifeng Xu" userId="e7aed605-a3dd-4d5a-a692-a87037af107b" providerId="ADAL" clId="{7247261D-A2FF-471A-80A9-BB4A487C8F58}" dt="2023-04-09T00:50:37.090" v="6465"/>
        <pc:sldMkLst>
          <pc:docMk/>
          <pc:sldMk cId="2480505061" sldId="273"/>
        </pc:sldMkLst>
        <pc:spChg chg="mod">
          <ac:chgData name="Weifeng Xu" userId="e7aed605-a3dd-4d5a-a692-a87037af107b" providerId="ADAL" clId="{7247261D-A2FF-471A-80A9-BB4A487C8F58}" dt="2021-09-18T03:33:28.829" v="1685"/>
          <ac:spMkLst>
            <pc:docMk/>
            <pc:sldMk cId="2480505061" sldId="273"/>
            <ac:spMk id="2" creationId="{D53AD073-E2D9-47F3-8C19-662777BA8938}"/>
          </ac:spMkLst>
        </pc:spChg>
        <pc:grpChg chg="add del mod">
          <ac:chgData name="Weifeng Xu" userId="e7aed605-a3dd-4d5a-a692-a87037af107b" providerId="ADAL" clId="{7247261D-A2FF-471A-80A9-BB4A487C8F58}" dt="2022-10-23T20:37:20.389" v="6034" actId="1076"/>
          <ac:grpSpMkLst>
            <pc:docMk/>
            <pc:sldMk cId="2480505061" sldId="273"/>
            <ac:grpSpMk id="5" creationId="{1F0EBA36-D7A8-5498-0727-71751DC8697E}"/>
          </ac:grpSpMkLst>
        </pc:grpChg>
        <pc:grpChg chg="mod">
          <ac:chgData name="Weifeng Xu" userId="e7aed605-a3dd-4d5a-a692-a87037af107b" providerId="ADAL" clId="{7247261D-A2FF-471A-80A9-BB4A487C8F58}" dt="2022-10-23T20:32:45.193" v="6010"/>
          <ac:grpSpMkLst>
            <pc:docMk/>
            <pc:sldMk cId="2480505061" sldId="273"/>
            <ac:grpSpMk id="10" creationId="{19102298-F0C1-7723-6E71-C2DDC38DA3CF}"/>
          </ac:grpSpMkLst>
        </pc:grpChg>
        <pc:grpChg chg="del mod">
          <ac:chgData name="Weifeng Xu" userId="e7aed605-a3dd-4d5a-a692-a87037af107b" providerId="ADAL" clId="{7247261D-A2FF-471A-80A9-BB4A487C8F58}" dt="2023-04-09T00:47:27.891" v="6442" actId="478"/>
          <ac:grpSpMkLst>
            <pc:docMk/>
            <pc:sldMk cId="2480505061" sldId="273"/>
            <ac:grpSpMk id="19" creationId="{D4910B88-592B-5089-147A-6D265399C0EF}"/>
          </ac:grpSpMkLst>
        </pc:grpChg>
        <pc:grpChg chg="del mod">
          <ac:chgData name="Weifeng Xu" userId="e7aed605-a3dd-4d5a-a692-a87037af107b" providerId="ADAL" clId="{7247261D-A2FF-471A-80A9-BB4A487C8F58}" dt="2023-04-08T14:52:50.429" v="6419"/>
          <ac:grpSpMkLst>
            <pc:docMk/>
            <pc:sldMk cId="2480505061" sldId="273"/>
            <ac:grpSpMk id="20" creationId="{FA20A67F-B4B9-2C23-9E23-E307542A5086}"/>
          </ac:grpSpMkLst>
        </pc:grpChg>
        <pc:grpChg chg="mod">
          <ac:chgData name="Weifeng Xu" userId="e7aed605-a3dd-4d5a-a692-a87037af107b" providerId="ADAL" clId="{7247261D-A2FF-471A-80A9-BB4A487C8F58}" dt="2023-04-08T14:52:50.429" v="6419"/>
          <ac:grpSpMkLst>
            <pc:docMk/>
            <pc:sldMk cId="2480505061" sldId="273"/>
            <ac:grpSpMk id="22" creationId="{13D413A2-006D-A7A4-C982-56FDDBBE15B0}"/>
          </ac:grpSpMkLst>
        </pc:grpChg>
        <pc:grpChg chg="mod">
          <ac:chgData name="Weifeng Xu" userId="e7aed605-a3dd-4d5a-a692-a87037af107b" providerId="ADAL" clId="{7247261D-A2FF-471A-80A9-BB4A487C8F58}" dt="2022-10-23T20:33:43.837" v="6024"/>
          <ac:grpSpMkLst>
            <pc:docMk/>
            <pc:sldMk cId="2480505061" sldId="273"/>
            <ac:grpSpMk id="22" creationId="{A701D533-37FF-28E4-68CD-35988BA1B77A}"/>
          </ac:grpSpMkLst>
        </pc:grpChg>
        <pc:grpChg chg="mod">
          <ac:chgData name="Weifeng Xu" userId="e7aed605-a3dd-4d5a-a692-a87037af107b" providerId="ADAL" clId="{7247261D-A2FF-471A-80A9-BB4A487C8F58}" dt="2023-04-08T14:52:58.302" v="6424"/>
          <ac:grpSpMkLst>
            <pc:docMk/>
            <pc:sldMk cId="2480505061" sldId="273"/>
            <ac:grpSpMk id="28" creationId="{DDB7B6F3-2830-1245-7486-7302C5F34AB9}"/>
          </ac:grpSpMkLst>
        </pc:grpChg>
        <pc:grpChg chg="mod">
          <ac:chgData name="Weifeng Xu" userId="e7aed605-a3dd-4d5a-a692-a87037af107b" providerId="ADAL" clId="{7247261D-A2FF-471A-80A9-BB4A487C8F58}" dt="2023-04-09T00:48:37.010" v="6451"/>
          <ac:grpSpMkLst>
            <pc:docMk/>
            <pc:sldMk cId="2480505061" sldId="273"/>
            <ac:grpSpMk id="30" creationId="{0E4809CA-29E7-B4FC-5A86-D1A9D6C19BAC}"/>
          </ac:grpSpMkLst>
        </pc:grpChg>
        <pc:grpChg chg="del mod">
          <ac:chgData name="Weifeng Xu" userId="e7aed605-a3dd-4d5a-a692-a87037af107b" providerId="ADAL" clId="{7247261D-A2FF-471A-80A9-BB4A487C8F58}" dt="2023-04-08T14:53:24.009" v="6435"/>
          <ac:grpSpMkLst>
            <pc:docMk/>
            <pc:sldMk cId="2480505061" sldId="273"/>
            <ac:grpSpMk id="34" creationId="{161CEA75-3CA4-0A11-9757-5B90E4E45467}"/>
          </ac:grpSpMkLst>
        </pc:grpChg>
        <pc:grpChg chg="del mod">
          <ac:chgData name="Weifeng Xu" userId="e7aed605-a3dd-4d5a-a692-a87037af107b" providerId="ADAL" clId="{7247261D-A2FF-471A-80A9-BB4A487C8F58}" dt="2023-04-08T14:53:27.412" v="6438"/>
          <ac:grpSpMkLst>
            <pc:docMk/>
            <pc:sldMk cId="2480505061" sldId="273"/>
            <ac:grpSpMk id="37" creationId="{CB17C6A2-C103-E681-D4D6-005D5AD321FA}"/>
          </ac:grpSpMkLst>
        </pc:grpChg>
        <pc:grpChg chg="mod">
          <ac:chgData name="Weifeng Xu" userId="e7aed605-a3dd-4d5a-a692-a87037af107b" providerId="ADAL" clId="{7247261D-A2FF-471A-80A9-BB4A487C8F58}" dt="2023-04-09T00:48:13.706" v="6447" actId="1076"/>
          <ac:grpSpMkLst>
            <pc:docMk/>
            <pc:sldMk cId="2480505061" sldId="273"/>
            <ac:grpSpMk id="40" creationId="{88B23FF5-DDD5-FF8A-A05E-CB37FECA9FB2}"/>
          </ac:grpSpMkLst>
        </pc:grpChg>
        <pc:grpChg chg="mod">
          <ac:chgData name="Weifeng Xu" userId="e7aed605-a3dd-4d5a-a692-a87037af107b" providerId="ADAL" clId="{7247261D-A2FF-471A-80A9-BB4A487C8F58}" dt="2023-04-09T00:50:37.090" v="6465"/>
          <ac:grpSpMkLst>
            <pc:docMk/>
            <pc:sldMk cId="2480505061" sldId="273"/>
            <ac:grpSpMk id="48" creationId="{1A072B46-93BE-DF33-B01C-BD83489C5D8E}"/>
          </ac:grpSpMkLst>
        </pc:grpChg>
        <pc:picChg chg="add del mod">
          <ac:chgData name="Weifeng Xu" userId="e7aed605-a3dd-4d5a-a692-a87037af107b" providerId="ADAL" clId="{7247261D-A2FF-471A-80A9-BB4A487C8F58}" dt="2021-09-18T03:31:20.762" v="1682" actId="478"/>
          <ac:picMkLst>
            <pc:docMk/>
            <pc:sldMk cId="2480505061" sldId="273"/>
            <ac:picMk id="4" creationId="{1347D2E1-2E61-4F90-BEE2-AA1299C8F82A}"/>
          </ac:picMkLst>
        </pc:picChg>
        <pc:picChg chg="add mod">
          <ac:chgData name="Weifeng Xu" userId="e7aed605-a3dd-4d5a-a692-a87037af107b" providerId="ADAL" clId="{7247261D-A2FF-471A-80A9-BB4A487C8F58}" dt="2023-04-09T00:48:06.489" v="6446" actId="1076"/>
          <ac:picMkLst>
            <pc:docMk/>
            <pc:sldMk cId="2480505061" sldId="273"/>
            <ac:picMk id="6" creationId="{419F00DA-AD78-4114-B0D2-BE9596AF9131}"/>
          </ac:picMkLst>
        </pc:picChg>
        <pc:picChg chg="add mod">
          <ac:chgData name="Weifeng Xu" userId="e7aed605-a3dd-4d5a-a692-a87037af107b" providerId="ADAL" clId="{7247261D-A2FF-471A-80A9-BB4A487C8F58}" dt="2021-09-18T04:11:12.308" v="1715" actId="1076"/>
          <ac:picMkLst>
            <pc:docMk/>
            <pc:sldMk cId="2480505061" sldId="273"/>
            <ac:picMk id="8" creationId="{D5B9CE57-AE82-4AF8-82FE-4D3232EDEB04}"/>
          </ac:picMkLst>
        </pc:picChg>
        <pc:picChg chg="add mod">
          <ac:chgData name="Weifeng Xu" userId="e7aed605-a3dd-4d5a-a692-a87037af107b" providerId="ADAL" clId="{7247261D-A2FF-471A-80A9-BB4A487C8F58}" dt="2022-10-23T20:37:31.962" v="6035" actId="1076"/>
          <ac:picMkLst>
            <pc:docMk/>
            <pc:sldMk cId="2480505061" sldId="273"/>
            <ac:picMk id="25" creationId="{EE79D0A8-0512-1B8D-C4B3-E286448FE426}"/>
          </ac:picMkLst>
        </pc:picChg>
        <pc:inkChg chg="add mod">
          <ac:chgData name="Weifeng Xu" userId="e7aed605-a3dd-4d5a-a692-a87037af107b" providerId="ADAL" clId="{7247261D-A2FF-471A-80A9-BB4A487C8F58}" dt="2022-10-23T20:32:45.193" v="6010"/>
          <ac:inkMkLst>
            <pc:docMk/>
            <pc:sldMk cId="2480505061" sldId="273"/>
            <ac:inkMk id="3" creationId="{66DEBBEA-795C-A3C9-A650-1507848701F7}"/>
          </ac:inkMkLst>
        </pc:inkChg>
        <pc:inkChg chg="add mod">
          <ac:chgData name="Weifeng Xu" userId="e7aed605-a3dd-4d5a-a692-a87037af107b" providerId="ADAL" clId="{7247261D-A2FF-471A-80A9-BB4A487C8F58}" dt="2022-10-23T20:32:45.193" v="6010"/>
          <ac:inkMkLst>
            <pc:docMk/>
            <pc:sldMk cId="2480505061" sldId="273"/>
            <ac:inkMk id="4" creationId="{F7971F8E-B2F6-3EDA-2F01-BCB67AB08FF4}"/>
          </ac:inkMkLst>
        </pc:inkChg>
        <pc:inkChg chg="add mod">
          <ac:chgData name="Weifeng Xu" userId="e7aed605-a3dd-4d5a-a692-a87037af107b" providerId="ADAL" clId="{7247261D-A2FF-471A-80A9-BB4A487C8F58}" dt="2022-10-23T20:37:20.389" v="6034" actId="1076"/>
          <ac:inkMkLst>
            <pc:docMk/>
            <pc:sldMk cId="2480505061" sldId="273"/>
            <ac:inkMk id="7" creationId="{F0977FEE-64B5-A284-2653-F5633ACD7E43}"/>
          </ac:inkMkLst>
        </pc:inkChg>
        <pc:inkChg chg="add mod">
          <ac:chgData name="Weifeng Xu" userId="e7aed605-a3dd-4d5a-a692-a87037af107b" providerId="ADAL" clId="{7247261D-A2FF-471A-80A9-BB4A487C8F58}" dt="2023-04-08T14:52:50.429" v="6419"/>
          <ac:inkMkLst>
            <pc:docMk/>
            <pc:sldMk cId="2480505061" sldId="273"/>
            <ac:inkMk id="9" creationId="{50603903-0142-D74C-1403-D1DF42773695}"/>
          </ac:inkMkLst>
        </pc:inkChg>
        <pc:inkChg chg="add del mod">
          <ac:chgData name="Weifeng Xu" userId="e7aed605-a3dd-4d5a-a692-a87037af107b" providerId="ADAL" clId="{7247261D-A2FF-471A-80A9-BB4A487C8F58}" dt="2022-10-23T20:32:45.193" v="6010"/>
          <ac:inkMkLst>
            <pc:docMk/>
            <pc:sldMk cId="2480505061" sldId="273"/>
            <ac:inkMk id="9" creationId="{B19A712B-1CBC-9144-C49A-0ECEF1235706}"/>
          </ac:inkMkLst>
        </pc:inkChg>
        <pc:inkChg chg="add mod">
          <ac:chgData name="Weifeng Xu" userId="e7aed605-a3dd-4d5a-a692-a87037af107b" providerId="ADAL" clId="{7247261D-A2FF-471A-80A9-BB4A487C8F58}" dt="2023-04-08T14:52:50.429" v="6419"/>
          <ac:inkMkLst>
            <pc:docMk/>
            <pc:sldMk cId="2480505061" sldId="273"/>
            <ac:inkMk id="10" creationId="{DB5490BE-15DE-7DB7-93F7-81AFA4087FD9}"/>
          </ac:inkMkLst>
        </pc:inkChg>
        <pc:inkChg chg="add del mod">
          <ac:chgData name="Weifeng Xu" userId="e7aed605-a3dd-4d5a-a692-a87037af107b" providerId="ADAL" clId="{7247261D-A2FF-471A-80A9-BB4A487C8F58}" dt="2023-04-09T00:48:54.888" v="6452" actId="478"/>
          <ac:inkMkLst>
            <pc:docMk/>
            <pc:sldMk cId="2480505061" sldId="273"/>
            <ac:inkMk id="11" creationId="{51F29164-BBE8-7F11-3738-11A35FC731AB}"/>
          </ac:inkMkLst>
        </pc:inkChg>
        <pc:inkChg chg="add del mod">
          <ac:chgData name="Weifeng Xu" userId="e7aed605-a3dd-4d5a-a692-a87037af107b" providerId="ADAL" clId="{7247261D-A2FF-471A-80A9-BB4A487C8F58}" dt="2023-04-09T00:48:56.037" v="6453" actId="478"/>
          <ac:inkMkLst>
            <pc:docMk/>
            <pc:sldMk cId="2480505061" sldId="273"/>
            <ac:inkMk id="12" creationId="{B4B9545B-0995-0A5F-8700-4729977969B1}"/>
          </ac:inkMkLst>
        </pc:inkChg>
        <pc:inkChg chg="add del mod">
          <ac:chgData name="Weifeng Xu" userId="e7aed605-a3dd-4d5a-a692-a87037af107b" providerId="ADAL" clId="{7247261D-A2FF-471A-80A9-BB4A487C8F58}" dt="2023-04-09T00:47:32.579" v="6443" actId="478"/>
          <ac:inkMkLst>
            <pc:docMk/>
            <pc:sldMk cId="2480505061" sldId="273"/>
            <ac:inkMk id="13" creationId="{23724D04-017F-96CD-5A13-A0E0F2FDE52D}"/>
          </ac:inkMkLst>
        </pc:inkChg>
        <pc:inkChg chg="add mod">
          <ac:chgData name="Weifeng Xu" userId="e7aed605-a3dd-4d5a-a692-a87037af107b" providerId="ADAL" clId="{7247261D-A2FF-471A-80A9-BB4A487C8F58}" dt="2022-10-23T20:37:20.389" v="6034" actId="1076"/>
          <ac:inkMkLst>
            <pc:docMk/>
            <pc:sldMk cId="2480505061" sldId="273"/>
            <ac:inkMk id="14" creationId="{CA8CF64A-DC33-11CD-0E53-780C837869B0}"/>
          </ac:inkMkLst>
        </pc:inkChg>
        <pc:inkChg chg="add mod">
          <ac:chgData name="Weifeng Xu" userId="e7aed605-a3dd-4d5a-a692-a87037af107b" providerId="ADAL" clId="{7247261D-A2FF-471A-80A9-BB4A487C8F58}" dt="2022-10-23T20:33:25.325" v="6019"/>
          <ac:inkMkLst>
            <pc:docMk/>
            <pc:sldMk cId="2480505061" sldId="273"/>
            <ac:inkMk id="15" creationId="{A5F26D27-3D15-6103-4310-DD9219F56BC0}"/>
          </ac:inkMkLst>
        </pc:inkChg>
        <pc:inkChg chg="add mod">
          <ac:chgData name="Weifeng Xu" userId="e7aed605-a3dd-4d5a-a692-a87037af107b" providerId="ADAL" clId="{7247261D-A2FF-471A-80A9-BB4A487C8F58}" dt="2022-10-23T20:33:25.325" v="6019"/>
          <ac:inkMkLst>
            <pc:docMk/>
            <pc:sldMk cId="2480505061" sldId="273"/>
            <ac:inkMk id="16" creationId="{DE669FBC-6384-BCE2-F85F-B19D568AA54A}"/>
          </ac:inkMkLst>
        </pc:inkChg>
        <pc:inkChg chg="add mod">
          <ac:chgData name="Weifeng Xu" userId="e7aed605-a3dd-4d5a-a692-a87037af107b" providerId="ADAL" clId="{7247261D-A2FF-471A-80A9-BB4A487C8F58}" dt="2022-10-23T20:33:25.325" v="6019"/>
          <ac:inkMkLst>
            <pc:docMk/>
            <pc:sldMk cId="2480505061" sldId="273"/>
            <ac:inkMk id="17" creationId="{D3B42E83-1297-9F9C-30EC-3A061FC5B5B0}"/>
          </ac:inkMkLst>
        </pc:inkChg>
        <pc:inkChg chg="add mod">
          <ac:chgData name="Weifeng Xu" userId="e7aed605-a3dd-4d5a-a692-a87037af107b" providerId="ADAL" clId="{7247261D-A2FF-471A-80A9-BB4A487C8F58}" dt="2022-10-23T20:33:25.325" v="6019"/>
          <ac:inkMkLst>
            <pc:docMk/>
            <pc:sldMk cId="2480505061" sldId="273"/>
            <ac:inkMk id="18" creationId="{B5624C9C-484F-B648-C000-FC38E9D3C802}"/>
          </ac:inkMkLst>
        </pc:inkChg>
        <pc:inkChg chg="add del mod">
          <ac:chgData name="Weifeng Xu" userId="e7aed605-a3dd-4d5a-a692-a87037af107b" providerId="ADAL" clId="{7247261D-A2FF-471A-80A9-BB4A487C8F58}" dt="2022-10-23T20:33:44.198" v="6025" actId="9405"/>
          <ac:inkMkLst>
            <pc:docMk/>
            <pc:sldMk cId="2480505061" sldId="273"/>
            <ac:inkMk id="20" creationId="{134EF53D-524D-9270-472D-BB725E59F4AC}"/>
          </ac:inkMkLst>
        </pc:inkChg>
        <pc:inkChg chg="add">
          <ac:chgData name="Weifeng Xu" userId="e7aed605-a3dd-4d5a-a692-a87037af107b" providerId="ADAL" clId="{7247261D-A2FF-471A-80A9-BB4A487C8F58}" dt="2023-04-09T00:48:28.514" v="6448" actId="9405"/>
          <ac:inkMkLst>
            <pc:docMk/>
            <pc:sldMk cId="2480505061" sldId="273"/>
            <ac:inkMk id="20" creationId="{DF26F47E-EECD-A2B0-2F9A-693755C3D512}"/>
          </ac:inkMkLst>
        </pc:inkChg>
        <pc:inkChg chg="add del mod">
          <ac:chgData name="Weifeng Xu" userId="e7aed605-a3dd-4d5a-a692-a87037af107b" providerId="ADAL" clId="{7247261D-A2FF-471A-80A9-BB4A487C8F58}" dt="2022-10-23T20:33:43.837" v="6024"/>
          <ac:inkMkLst>
            <pc:docMk/>
            <pc:sldMk cId="2480505061" sldId="273"/>
            <ac:inkMk id="21" creationId="{999D4B2A-6C8E-2B7B-4265-D3B7B28C9C6E}"/>
          </ac:inkMkLst>
        </pc:inkChg>
        <pc:inkChg chg="add mod">
          <ac:chgData name="Weifeng Xu" userId="e7aed605-a3dd-4d5a-a692-a87037af107b" providerId="ADAL" clId="{7247261D-A2FF-471A-80A9-BB4A487C8F58}" dt="2023-04-08T14:52:50.429" v="6419"/>
          <ac:inkMkLst>
            <pc:docMk/>
            <pc:sldMk cId="2480505061" sldId="273"/>
            <ac:inkMk id="21" creationId="{C3DE943C-EC81-FD34-F04E-FE120F9B7A60}"/>
          </ac:inkMkLst>
        </pc:inkChg>
        <pc:inkChg chg="add">
          <ac:chgData name="Weifeng Xu" userId="e7aed605-a3dd-4d5a-a692-a87037af107b" providerId="ADAL" clId="{7247261D-A2FF-471A-80A9-BB4A487C8F58}" dt="2022-10-23T20:36:57.168" v="6026" actId="9405"/>
          <ac:inkMkLst>
            <pc:docMk/>
            <pc:sldMk cId="2480505061" sldId="273"/>
            <ac:inkMk id="23" creationId="{F32324C4-AC7D-3E82-BF04-0108ED88D5AF}"/>
          </ac:inkMkLst>
        </pc:inkChg>
        <pc:inkChg chg="add mod">
          <ac:chgData name="Weifeng Xu" userId="e7aed605-a3dd-4d5a-a692-a87037af107b" providerId="ADAL" clId="{7247261D-A2FF-471A-80A9-BB4A487C8F58}" dt="2023-04-09T00:48:37.010" v="6451"/>
          <ac:inkMkLst>
            <pc:docMk/>
            <pc:sldMk cId="2480505061" sldId="273"/>
            <ac:inkMk id="24" creationId="{781FCB6C-B307-C9F6-29BD-964D5CA75F09}"/>
          </ac:inkMkLst>
        </pc:inkChg>
        <pc:inkChg chg="add del">
          <ac:chgData name="Weifeng Xu" userId="e7aed605-a3dd-4d5a-a692-a87037af107b" providerId="ADAL" clId="{7247261D-A2FF-471A-80A9-BB4A487C8F58}" dt="2023-04-08T14:52:53.377" v="6421" actId="9405"/>
          <ac:inkMkLst>
            <pc:docMk/>
            <pc:sldMk cId="2480505061" sldId="273"/>
            <ac:inkMk id="24" creationId="{A7B3967C-469E-1D5C-AABF-0F9AE9DC7D4C}"/>
          </ac:inkMkLst>
        </pc:inkChg>
        <pc:inkChg chg="add mod">
          <ac:chgData name="Weifeng Xu" userId="e7aed605-a3dd-4d5a-a692-a87037af107b" providerId="ADAL" clId="{7247261D-A2FF-471A-80A9-BB4A487C8F58}" dt="2023-04-08T14:52:58.302" v="6424"/>
          <ac:inkMkLst>
            <pc:docMk/>
            <pc:sldMk cId="2480505061" sldId="273"/>
            <ac:inkMk id="26" creationId="{57A415E1-D8B5-D093-A405-079D86461A1A}"/>
          </ac:inkMkLst>
        </pc:inkChg>
        <pc:inkChg chg="add mod">
          <ac:chgData name="Weifeng Xu" userId="e7aed605-a3dd-4d5a-a692-a87037af107b" providerId="ADAL" clId="{7247261D-A2FF-471A-80A9-BB4A487C8F58}" dt="2023-04-08T14:52:58.302" v="6424"/>
          <ac:inkMkLst>
            <pc:docMk/>
            <pc:sldMk cId="2480505061" sldId="273"/>
            <ac:inkMk id="27" creationId="{527A225C-4264-1E5F-99A8-86A4F5C5558C}"/>
          </ac:inkMkLst>
        </pc:inkChg>
        <pc:inkChg chg="add del">
          <ac:chgData name="Weifeng Xu" userId="e7aed605-a3dd-4d5a-a692-a87037af107b" providerId="ADAL" clId="{7247261D-A2FF-471A-80A9-BB4A487C8F58}" dt="2023-04-08T14:53:06.166" v="6426" actId="9405"/>
          <ac:inkMkLst>
            <pc:docMk/>
            <pc:sldMk cId="2480505061" sldId="273"/>
            <ac:inkMk id="29" creationId="{09E1C32D-10D8-3F2A-8AB1-499E76DDFAAB}"/>
          </ac:inkMkLst>
        </pc:inkChg>
        <pc:inkChg chg="add mod">
          <ac:chgData name="Weifeng Xu" userId="e7aed605-a3dd-4d5a-a692-a87037af107b" providerId="ADAL" clId="{7247261D-A2FF-471A-80A9-BB4A487C8F58}" dt="2023-04-09T00:48:37.010" v="6451"/>
          <ac:inkMkLst>
            <pc:docMk/>
            <pc:sldMk cId="2480505061" sldId="273"/>
            <ac:inkMk id="29" creationId="{23334FF4-2169-DCFC-9068-9C3CDC0C447D}"/>
          </ac:inkMkLst>
        </pc:inkChg>
        <pc:inkChg chg="add del">
          <ac:chgData name="Weifeng Xu" userId="e7aed605-a3dd-4d5a-a692-a87037af107b" providerId="ADAL" clId="{7247261D-A2FF-471A-80A9-BB4A487C8F58}" dt="2023-04-08T14:53:11.750" v="6428" actId="9405"/>
          <ac:inkMkLst>
            <pc:docMk/>
            <pc:sldMk cId="2480505061" sldId="273"/>
            <ac:inkMk id="30" creationId="{BFF34085-51EF-DD42-F7B6-002A10EFF811}"/>
          </ac:inkMkLst>
        </pc:inkChg>
        <pc:inkChg chg="add mod">
          <ac:chgData name="Weifeng Xu" userId="e7aed605-a3dd-4d5a-a692-a87037af107b" providerId="ADAL" clId="{7247261D-A2FF-471A-80A9-BB4A487C8F58}" dt="2023-04-08T14:53:27.412" v="6438"/>
          <ac:inkMkLst>
            <pc:docMk/>
            <pc:sldMk cId="2480505061" sldId="273"/>
            <ac:inkMk id="31" creationId="{FB9F5CA7-3B83-9A71-F1FE-610DC27F7E3C}"/>
          </ac:inkMkLst>
        </pc:inkChg>
        <pc:inkChg chg="add mod">
          <ac:chgData name="Weifeng Xu" userId="e7aed605-a3dd-4d5a-a692-a87037af107b" providerId="ADAL" clId="{7247261D-A2FF-471A-80A9-BB4A487C8F58}" dt="2023-04-08T14:53:27.412" v="6438"/>
          <ac:inkMkLst>
            <pc:docMk/>
            <pc:sldMk cId="2480505061" sldId="273"/>
            <ac:inkMk id="32" creationId="{66F6F7CA-FE48-F8C5-65A4-AD74336AA1C7}"/>
          </ac:inkMkLst>
        </pc:inkChg>
        <pc:inkChg chg="add mod">
          <ac:chgData name="Weifeng Xu" userId="e7aed605-a3dd-4d5a-a692-a87037af107b" providerId="ADAL" clId="{7247261D-A2FF-471A-80A9-BB4A487C8F58}" dt="2023-04-08T14:53:27.412" v="6438"/>
          <ac:inkMkLst>
            <pc:docMk/>
            <pc:sldMk cId="2480505061" sldId="273"/>
            <ac:inkMk id="33" creationId="{2D50D09D-6988-E090-8022-3EE27E8236D9}"/>
          </ac:inkMkLst>
        </pc:inkChg>
        <pc:inkChg chg="add del">
          <ac:chgData name="Weifeng Xu" userId="e7aed605-a3dd-4d5a-a692-a87037af107b" providerId="ADAL" clId="{7247261D-A2FF-471A-80A9-BB4A487C8F58}" dt="2023-04-09T00:49:05.452" v="6455" actId="9405"/>
          <ac:inkMkLst>
            <pc:docMk/>
            <pc:sldMk cId="2480505061" sldId="273"/>
            <ac:inkMk id="34" creationId="{DC438DB1-0B60-4CB4-518C-AF8E01839DE0}"/>
          </ac:inkMkLst>
        </pc:inkChg>
        <pc:inkChg chg="add mod">
          <ac:chgData name="Weifeng Xu" userId="e7aed605-a3dd-4d5a-a692-a87037af107b" providerId="ADAL" clId="{7247261D-A2FF-471A-80A9-BB4A487C8F58}" dt="2023-04-08T14:53:27.412" v="6438"/>
          <ac:inkMkLst>
            <pc:docMk/>
            <pc:sldMk cId="2480505061" sldId="273"/>
            <ac:inkMk id="35" creationId="{6BA95D50-EC08-CF84-95A0-E34237E3C079}"/>
          </ac:inkMkLst>
        </pc:inkChg>
        <pc:inkChg chg="add mod">
          <ac:chgData name="Weifeng Xu" userId="e7aed605-a3dd-4d5a-a692-a87037af107b" providerId="ADAL" clId="{7247261D-A2FF-471A-80A9-BB4A487C8F58}" dt="2023-04-08T14:53:27.412" v="6438"/>
          <ac:inkMkLst>
            <pc:docMk/>
            <pc:sldMk cId="2480505061" sldId="273"/>
            <ac:inkMk id="36" creationId="{F9EE17F0-95AD-EA70-3B1A-6ACAF6FCB961}"/>
          </ac:inkMkLst>
        </pc:inkChg>
        <pc:inkChg chg="add">
          <ac:chgData name="Weifeng Xu" userId="e7aed605-a3dd-4d5a-a692-a87037af107b" providerId="ADAL" clId="{7247261D-A2FF-471A-80A9-BB4A487C8F58}" dt="2023-04-09T00:49:29.212" v="6456" actId="9405"/>
          <ac:inkMkLst>
            <pc:docMk/>
            <pc:sldMk cId="2480505061" sldId="273"/>
            <ac:inkMk id="37" creationId="{E90D9087-25B6-2DDC-EF6D-D65286AAE244}"/>
          </ac:inkMkLst>
        </pc:inkChg>
        <pc:inkChg chg="add mod">
          <ac:chgData name="Weifeng Xu" userId="e7aed605-a3dd-4d5a-a692-a87037af107b" providerId="ADAL" clId="{7247261D-A2FF-471A-80A9-BB4A487C8F58}" dt="2023-04-08T14:53:27.412" v="6438"/>
          <ac:inkMkLst>
            <pc:docMk/>
            <pc:sldMk cId="2480505061" sldId="273"/>
            <ac:inkMk id="38" creationId="{581BA7C3-83FC-B3AB-E8EB-E4FBB4DD5A30}"/>
          </ac:inkMkLst>
        </pc:inkChg>
        <pc:inkChg chg="add mod">
          <ac:chgData name="Weifeng Xu" userId="e7aed605-a3dd-4d5a-a692-a87037af107b" providerId="ADAL" clId="{7247261D-A2FF-471A-80A9-BB4A487C8F58}" dt="2023-04-08T14:53:27.412" v="6438"/>
          <ac:inkMkLst>
            <pc:docMk/>
            <pc:sldMk cId="2480505061" sldId="273"/>
            <ac:inkMk id="39" creationId="{26A3C502-6D3D-9E85-A0BF-120491E24503}"/>
          </ac:inkMkLst>
        </pc:inkChg>
        <pc:inkChg chg="add">
          <ac:chgData name="Weifeng Xu" userId="e7aed605-a3dd-4d5a-a692-a87037af107b" providerId="ADAL" clId="{7247261D-A2FF-471A-80A9-BB4A487C8F58}" dt="2023-04-09T00:49:32.734" v="6457" actId="9405"/>
          <ac:inkMkLst>
            <pc:docMk/>
            <pc:sldMk cId="2480505061" sldId="273"/>
            <ac:inkMk id="41" creationId="{0D8A72A9-CA5E-3893-AA43-A82C988DDE70}"/>
          </ac:inkMkLst>
        </pc:inkChg>
        <pc:inkChg chg="add del">
          <ac:chgData name="Weifeng Xu" userId="e7aed605-a3dd-4d5a-a692-a87037af107b" providerId="ADAL" clId="{7247261D-A2FF-471A-80A9-BB4A487C8F58}" dt="2023-04-08T14:53:56.198" v="6440" actId="9405"/>
          <ac:inkMkLst>
            <pc:docMk/>
            <pc:sldMk cId="2480505061" sldId="273"/>
            <ac:inkMk id="41" creationId="{2C34CD0F-41A4-C094-BAD6-341E30F06EB5}"/>
          </ac:inkMkLst>
        </pc:inkChg>
        <pc:inkChg chg="add del">
          <ac:chgData name="Weifeng Xu" userId="e7aed605-a3dd-4d5a-a692-a87037af107b" providerId="ADAL" clId="{7247261D-A2FF-471A-80A9-BB4A487C8F58}" dt="2023-04-09T00:47:59.345" v="6444" actId="478"/>
          <ac:inkMkLst>
            <pc:docMk/>
            <pc:sldMk cId="2480505061" sldId="273"/>
            <ac:inkMk id="42" creationId="{ACF4FDCA-29A9-8D9A-D06A-FDC2FBC7B908}"/>
          </ac:inkMkLst>
        </pc:inkChg>
        <pc:inkChg chg="add del">
          <ac:chgData name="Weifeng Xu" userId="e7aed605-a3dd-4d5a-a692-a87037af107b" providerId="ADAL" clId="{7247261D-A2FF-471A-80A9-BB4A487C8F58}" dt="2023-04-09T00:50:21.299" v="6459" actId="9405"/>
          <ac:inkMkLst>
            <pc:docMk/>
            <pc:sldMk cId="2480505061" sldId="273"/>
            <ac:inkMk id="43" creationId="{869C4442-EE54-D2C1-4C3A-7513965EDACE}"/>
          </ac:inkMkLst>
        </pc:inkChg>
        <pc:inkChg chg="add del">
          <ac:chgData name="Weifeng Xu" userId="e7aed605-a3dd-4d5a-a692-a87037af107b" providerId="ADAL" clId="{7247261D-A2FF-471A-80A9-BB4A487C8F58}" dt="2023-04-09T00:50:28.083" v="6461" actId="9405"/>
          <ac:inkMkLst>
            <pc:docMk/>
            <pc:sldMk cId="2480505061" sldId="273"/>
            <ac:inkMk id="44" creationId="{3C677158-340C-C699-CE64-1F3B6F6F980A}"/>
          </ac:inkMkLst>
        </pc:inkChg>
        <pc:inkChg chg="add">
          <ac:chgData name="Weifeng Xu" userId="e7aed605-a3dd-4d5a-a692-a87037af107b" providerId="ADAL" clId="{7247261D-A2FF-471A-80A9-BB4A487C8F58}" dt="2023-04-09T00:50:32.530" v="6462" actId="9405"/>
          <ac:inkMkLst>
            <pc:docMk/>
            <pc:sldMk cId="2480505061" sldId="273"/>
            <ac:inkMk id="45" creationId="{9188D481-0AAB-44AF-967C-FD857AAB1933}"/>
          </ac:inkMkLst>
        </pc:inkChg>
        <pc:inkChg chg="add mod">
          <ac:chgData name="Weifeng Xu" userId="e7aed605-a3dd-4d5a-a692-a87037af107b" providerId="ADAL" clId="{7247261D-A2FF-471A-80A9-BB4A487C8F58}" dt="2023-04-09T00:50:37.090" v="6465"/>
          <ac:inkMkLst>
            <pc:docMk/>
            <pc:sldMk cId="2480505061" sldId="273"/>
            <ac:inkMk id="46" creationId="{82C36FB9-8985-91E5-A8EB-D1C4B546CAAF}"/>
          </ac:inkMkLst>
        </pc:inkChg>
        <pc:inkChg chg="add mod">
          <ac:chgData name="Weifeng Xu" userId="e7aed605-a3dd-4d5a-a692-a87037af107b" providerId="ADAL" clId="{7247261D-A2FF-471A-80A9-BB4A487C8F58}" dt="2023-04-09T00:50:37.090" v="6465"/>
          <ac:inkMkLst>
            <pc:docMk/>
            <pc:sldMk cId="2480505061" sldId="273"/>
            <ac:inkMk id="47" creationId="{DE28A87E-CEDA-3829-21A0-008FF0A86424}"/>
          </ac:inkMkLst>
        </pc:inkChg>
      </pc:sldChg>
      <pc:sldChg chg="addSp modSp new mod">
        <pc:chgData name="Weifeng Xu" userId="e7aed605-a3dd-4d5a-a692-a87037af107b" providerId="ADAL" clId="{7247261D-A2FF-471A-80A9-BB4A487C8F58}" dt="2021-09-18T03:36:49.316" v="1701" actId="20577"/>
        <pc:sldMkLst>
          <pc:docMk/>
          <pc:sldMk cId="154861010" sldId="274"/>
        </pc:sldMkLst>
        <pc:spChg chg="mod">
          <ac:chgData name="Weifeng Xu" userId="e7aed605-a3dd-4d5a-a692-a87037af107b" providerId="ADAL" clId="{7247261D-A2FF-471A-80A9-BB4A487C8F58}" dt="2021-09-18T03:36:49.316" v="1701" actId="20577"/>
          <ac:spMkLst>
            <pc:docMk/>
            <pc:sldMk cId="154861010" sldId="274"/>
            <ac:spMk id="2" creationId="{B49F6CAE-E015-44B0-9665-E4BCD4AB3FC8}"/>
          </ac:spMkLst>
        </pc:spChg>
        <pc:picChg chg="add mod">
          <ac:chgData name="Weifeng Xu" userId="e7aed605-a3dd-4d5a-a692-a87037af107b" providerId="ADAL" clId="{7247261D-A2FF-471A-80A9-BB4A487C8F58}" dt="2021-09-18T03:36:38.823" v="1688" actId="1076"/>
          <ac:picMkLst>
            <pc:docMk/>
            <pc:sldMk cId="154861010" sldId="274"/>
            <ac:picMk id="4" creationId="{01A05444-11AA-42A7-953B-583E730132DC}"/>
          </ac:picMkLst>
        </pc:picChg>
      </pc:sldChg>
      <pc:sldChg chg="addSp modSp new mod">
        <pc:chgData name="Weifeng Xu" userId="e7aed605-a3dd-4d5a-a692-a87037af107b" providerId="ADAL" clId="{7247261D-A2FF-471A-80A9-BB4A487C8F58}" dt="2021-09-18T03:40:09.336" v="1713" actId="20577"/>
        <pc:sldMkLst>
          <pc:docMk/>
          <pc:sldMk cId="942621133" sldId="275"/>
        </pc:sldMkLst>
        <pc:spChg chg="mod">
          <ac:chgData name="Weifeng Xu" userId="e7aed605-a3dd-4d5a-a692-a87037af107b" providerId="ADAL" clId="{7247261D-A2FF-471A-80A9-BB4A487C8F58}" dt="2021-09-18T03:40:09.336" v="1713" actId="20577"/>
          <ac:spMkLst>
            <pc:docMk/>
            <pc:sldMk cId="942621133" sldId="275"/>
            <ac:spMk id="2" creationId="{AE4C43A2-09BF-4FBA-9DA2-F9BCD90B7A18}"/>
          </ac:spMkLst>
        </pc:spChg>
        <pc:picChg chg="add mod">
          <ac:chgData name="Weifeng Xu" userId="e7aed605-a3dd-4d5a-a692-a87037af107b" providerId="ADAL" clId="{7247261D-A2FF-471A-80A9-BB4A487C8F58}" dt="2021-09-18T03:39:56.199" v="1704" actId="1076"/>
          <ac:picMkLst>
            <pc:docMk/>
            <pc:sldMk cId="942621133" sldId="275"/>
            <ac:picMk id="4" creationId="{5587226C-D6B0-4C83-BA36-157260D0FB61}"/>
          </ac:picMkLst>
        </pc:picChg>
      </pc:sldChg>
      <pc:sldChg chg="addSp modSp new mod modNotesTx">
        <pc:chgData name="Weifeng Xu" userId="e7aed605-a3dd-4d5a-a692-a87037af107b" providerId="ADAL" clId="{7247261D-A2FF-471A-80A9-BB4A487C8F58}" dt="2024-03-26T18:38:55.421" v="6711" actId="2711"/>
        <pc:sldMkLst>
          <pc:docMk/>
          <pc:sldMk cId="4219057759" sldId="276"/>
        </pc:sldMkLst>
        <pc:spChg chg="mod">
          <ac:chgData name="Weifeng Xu" userId="e7aed605-a3dd-4d5a-a692-a87037af107b" providerId="ADAL" clId="{7247261D-A2FF-471A-80A9-BB4A487C8F58}" dt="2021-09-26T20:23:24.966" v="5335" actId="6549"/>
          <ac:spMkLst>
            <pc:docMk/>
            <pc:sldMk cId="4219057759" sldId="276"/>
            <ac:spMk id="2" creationId="{B229A2B7-F188-4346-9A82-E52CA65B1356}"/>
          </ac:spMkLst>
        </pc:spChg>
        <pc:spChg chg="add mod">
          <ac:chgData name="Weifeng Xu" userId="e7aed605-a3dd-4d5a-a692-a87037af107b" providerId="ADAL" clId="{7247261D-A2FF-471A-80A9-BB4A487C8F58}" dt="2024-03-26T18:38:55.421" v="6711" actId="2711"/>
          <ac:spMkLst>
            <pc:docMk/>
            <pc:sldMk cId="4219057759" sldId="276"/>
            <ac:spMk id="5" creationId="{EFF74222-5BDE-2043-47E9-2AC2225D300A}"/>
          </ac:spMkLst>
        </pc:spChg>
        <pc:picChg chg="add mod">
          <ac:chgData name="Weifeng Xu" userId="e7aed605-a3dd-4d5a-a692-a87037af107b" providerId="ADAL" clId="{7247261D-A2FF-471A-80A9-BB4A487C8F58}" dt="2021-09-18T04:24:48.222" v="1748" actId="1076"/>
          <ac:picMkLst>
            <pc:docMk/>
            <pc:sldMk cId="4219057759" sldId="276"/>
            <ac:picMk id="4" creationId="{DDE23CC5-6420-4B36-B4BF-488071957314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1-09-18T13:06:50.466" v="1777" actId="1076"/>
        <pc:sldMkLst>
          <pc:docMk/>
          <pc:sldMk cId="2596814656" sldId="277"/>
        </pc:sldMkLst>
        <pc:spChg chg="del">
          <ac:chgData name="Weifeng Xu" userId="e7aed605-a3dd-4d5a-a692-a87037af107b" providerId="ADAL" clId="{7247261D-A2FF-471A-80A9-BB4A487C8F58}" dt="2021-09-18T13:00:45.340" v="1749" actId="700"/>
          <ac:spMkLst>
            <pc:docMk/>
            <pc:sldMk cId="2596814656" sldId="277"/>
            <ac:spMk id="2" creationId="{96F869E3-9278-4C6B-9B7F-4FF50AD3559E}"/>
          </ac:spMkLst>
        </pc:spChg>
        <pc:spChg chg="add mod">
          <ac:chgData name="Weifeng Xu" userId="e7aed605-a3dd-4d5a-a692-a87037af107b" providerId="ADAL" clId="{7247261D-A2FF-471A-80A9-BB4A487C8F58}" dt="2021-09-18T13:06:50.466" v="1777" actId="1076"/>
          <ac:spMkLst>
            <pc:docMk/>
            <pc:sldMk cId="2596814656" sldId="277"/>
            <ac:spMk id="5" creationId="{B8305DA0-C683-48B3-AE05-6B0C4C66179F}"/>
          </ac:spMkLst>
        </pc:spChg>
        <pc:picChg chg="add mod">
          <ac:chgData name="Weifeng Xu" userId="e7aed605-a3dd-4d5a-a692-a87037af107b" providerId="ADAL" clId="{7247261D-A2FF-471A-80A9-BB4A487C8F58}" dt="2021-09-18T13:06:50.466" v="1777" actId="1076"/>
          <ac:picMkLst>
            <pc:docMk/>
            <pc:sldMk cId="2596814656" sldId="277"/>
            <ac:picMk id="4" creationId="{3722C361-DDA8-4A97-8E57-136F80E7A1A9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1-09-26T20:24:08.621" v="5395" actId="20577"/>
        <pc:sldMkLst>
          <pc:docMk/>
          <pc:sldMk cId="2845471971" sldId="278"/>
        </pc:sldMkLst>
        <pc:spChg chg="add mod">
          <ac:chgData name="Weifeng Xu" userId="e7aed605-a3dd-4d5a-a692-a87037af107b" providerId="ADAL" clId="{7247261D-A2FF-471A-80A9-BB4A487C8F58}" dt="2021-09-26T20:24:08.621" v="5395" actId="20577"/>
          <ac:spMkLst>
            <pc:docMk/>
            <pc:sldMk cId="2845471971" sldId="278"/>
            <ac:spMk id="2" creationId="{16D9C977-E304-4CD8-B9AF-358E9787FB78}"/>
          </ac:spMkLst>
        </pc:spChg>
        <pc:picChg chg="add del mod">
          <ac:chgData name="Weifeng Xu" userId="e7aed605-a3dd-4d5a-a692-a87037af107b" providerId="ADAL" clId="{7247261D-A2FF-471A-80A9-BB4A487C8F58}" dt="2021-09-18T13:29:54.945" v="1998" actId="478"/>
          <ac:picMkLst>
            <pc:docMk/>
            <pc:sldMk cId="2845471971" sldId="278"/>
            <ac:picMk id="4" creationId="{20E93A3C-66D8-4600-B9A9-614EF64ACF4D}"/>
          </ac:picMkLst>
        </pc:picChg>
        <pc:picChg chg="add mod">
          <ac:chgData name="Weifeng Xu" userId="e7aed605-a3dd-4d5a-a692-a87037af107b" providerId="ADAL" clId="{7247261D-A2FF-471A-80A9-BB4A487C8F58}" dt="2021-09-18T13:27:49.761" v="1993" actId="1076"/>
          <ac:picMkLst>
            <pc:docMk/>
            <pc:sldMk cId="2845471971" sldId="278"/>
            <ac:picMk id="5" creationId="{007D78A8-8DAF-4860-BFFA-10793F3E9701}"/>
          </ac:picMkLst>
        </pc:picChg>
        <pc:picChg chg="add mod">
          <ac:chgData name="Weifeng Xu" userId="e7aed605-a3dd-4d5a-a692-a87037af107b" providerId="ADAL" clId="{7247261D-A2FF-471A-80A9-BB4A487C8F58}" dt="2021-09-18T13:29:59.399" v="2002" actId="1076"/>
          <ac:picMkLst>
            <pc:docMk/>
            <pc:sldMk cId="2845471971" sldId="278"/>
            <ac:picMk id="7" creationId="{0A7DFFD9-65CD-40AB-8823-ACC36E10A06B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1-09-26T20:23:32.014" v="5343" actId="20577"/>
        <pc:sldMkLst>
          <pc:docMk/>
          <pc:sldMk cId="1348067381" sldId="279"/>
        </pc:sldMkLst>
        <pc:spChg chg="add mod ord">
          <ac:chgData name="Weifeng Xu" userId="e7aed605-a3dd-4d5a-a692-a87037af107b" providerId="ADAL" clId="{7247261D-A2FF-471A-80A9-BB4A487C8F58}" dt="2021-09-26T20:23:32.014" v="5343" actId="20577"/>
          <ac:spMkLst>
            <pc:docMk/>
            <pc:sldMk cId="1348067381" sldId="279"/>
            <ac:spMk id="2" creationId="{320BEE83-314D-497F-8833-28ED0BF41F9A}"/>
          </ac:spMkLst>
        </pc:spChg>
        <pc:spChg chg="add del mod ord">
          <ac:chgData name="Weifeng Xu" userId="e7aed605-a3dd-4d5a-a692-a87037af107b" providerId="ADAL" clId="{7247261D-A2FF-471A-80A9-BB4A487C8F58}" dt="2021-09-18T13:08:24.518" v="1808" actId="700"/>
          <ac:spMkLst>
            <pc:docMk/>
            <pc:sldMk cId="1348067381" sldId="279"/>
            <ac:spMk id="3" creationId="{C460F00D-003D-467C-9C08-348E8F547D8F}"/>
          </ac:spMkLst>
        </pc:spChg>
        <pc:spChg chg="add mod">
          <ac:chgData name="Weifeng Xu" userId="e7aed605-a3dd-4d5a-a692-a87037af107b" providerId="ADAL" clId="{7247261D-A2FF-471A-80A9-BB4A487C8F58}" dt="2021-09-18T13:11:25.031" v="1860" actId="20577"/>
          <ac:spMkLst>
            <pc:docMk/>
            <pc:sldMk cId="1348067381" sldId="279"/>
            <ac:spMk id="8" creationId="{2EA1F40A-2B83-4A95-A60C-8D0F62A73C35}"/>
          </ac:spMkLst>
        </pc:spChg>
        <pc:picChg chg="add mod">
          <ac:chgData name="Weifeng Xu" userId="e7aed605-a3dd-4d5a-a692-a87037af107b" providerId="ADAL" clId="{7247261D-A2FF-471A-80A9-BB4A487C8F58}" dt="2021-09-18T13:08:31.319" v="1811" actId="14100"/>
          <ac:picMkLst>
            <pc:docMk/>
            <pc:sldMk cId="1348067381" sldId="279"/>
            <ac:picMk id="5" creationId="{DD7B8981-D950-40F8-A42D-FBD162F74D7C}"/>
          </ac:picMkLst>
        </pc:picChg>
        <pc:picChg chg="add mod">
          <ac:chgData name="Weifeng Xu" userId="e7aed605-a3dd-4d5a-a692-a87037af107b" providerId="ADAL" clId="{7247261D-A2FF-471A-80A9-BB4A487C8F58}" dt="2021-09-18T13:10:21.598" v="1814" actId="14100"/>
          <ac:picMkLst>
            <pc:docMk/>
            <pc:sldMk cId="1348067381" sldId="279"/>
            <ac:picMk id="7" creationId="{A935264A-8134-4F5A-B359-3D2FCA56154A}"/>
          </ac:picMkLst>
        </pc:picChg>
      </pc:sldChg>
      <pc:sldChg chg="modSp new mod">
        <pc:chgData name="Weifeng Xu" userId="e7aed605-a3dd-4d5a-a692-a87037af107b" providerId="ADAL" clId="{7247261D-A2FF-471A-80A9-BB4A487C8F58}" dt="2022-10-28T19:07:59.536" v="6070" actId="20577"/>
        <pc:sldMkLst>
          <pc:docMk/>
          <pc:sldMk cId="3551981258" sldId="280"/>
        </pc:sldMkLst>
        <pc:spChg chg="mod">
          <ac:chgData name="Weifeng Xu" userId="e7aed605-a3dd-4d5a-a692-a87037af107b" providerId="ADAL" clId="{7247261D-A2FF-471A-80A9-BB4A487C8F58}" dt="2021-09-18T13:18:31.199" v="1871" actId="20577"/>
          <ac:spMkLst>
            <pc:docMk/>
            <pc:sldMk cId="3551981258" sldId="280"/>
            <ac:spMk id="2" creationId="{2E589AAB-965F-49AA-82BD-1C1C6C8455A6}"/>
          </ac:spMkLst>
        </pc:spChg>
        <pc:spChg chg="mod">
          <ac:chgData name="Weifeng Xu" userId="e7aed605-a3dd-4d5a-a692-a87037af107b" providerId="ADAL" clId="{7247261D-A2FF-471A-80A9-BB4A487C8F58}" dt="2022-10-28T19:07:59.536" v="6070" actId="20577"/>
          <ac:spMkLst>
            <pc:docMk/>
            <pc:sldMk cId="3551981258" sldId="280"/>
            <ac:spMk id="3" creationId="{A3BD65FA-DBDD-46F9-B999-FD87266AA9EF}"/>
          </ac:spMkLst>
        </pc:spChg>
      </pc:sldChg>
      <pc:sldChg chg="addSp modSp new mod">
        <pc:chgData name="Weifeng Xu" userId="e7aed605-a3dd-4d5a-a692-a87037af107b" providerId="ADAL" clId="{7247261D-A2FF-471A-80A9-BB4A487C8F58}" dt="2021-09-26T20:24:04.796" v="5389" actId="20577"/>
        <pc:sldMkLst>
          <pc:docMk/>
          <pc:sldMk cId="684365809" sldId="281"/>
        </pc:sldMkLst>
        <pc:spChg chg="mod">
          <ac:chgData name="Weifeng Xu" userId="e7aed605-a3dd-4d5a-a692-a87037af107b" providerId="ADAL" clId="{7247261D-A2FF-471A-80A9-BB4A487C8F58}" dt="2021-09-26T20:24:04.796" v="5389" actId="20577"/>
          <ac:spMkLst>
            <pc:docMk/>
            <pc:sldMk cId="684365809" sldId="281"/>
            <ac:spMk id="2" creationId="{1711F097-6A34-4166-80D7-ADCEDA96FB88}"/>
          </ac:spMkLst>
        </pc:spChg>
        <pc:picChg chg="add mod">
          <ac:chgData name="Weifeng Xu" userId="e7aed605-a3dd-4d5a-a692-a87037af107b" providerId="ADAL" clId="{7247261D-A2FF-471A-80A9-BB4A487C8F58}" dt="2021-09-18T13:32:09.119" v="2017" actId="1076"/>
          <ac:picMkLst>
            <pc:docMk/>
            <pc:sldMk cId="684365809" sldId="281"/>
            <ac:picMk id="4" creationId="{6F1C0023-127C-46F6-9AEC-1403DCE864F0}"/>
          </ac:picMkLst>
        </pc:picChg>
      </pc:sldChg>
      <pc:sldChg chg="addSp delSp new mod modClrScheme chgLayout">
        <pc:chgData name="Weifeng Xu" userId="e7aed605-a3dd-4d5a-a692-a87037af107b" providerId="ADAL" clId="{7247261D-A2FF-471A-80A9-BB4A487C8F58}" dt="2021-09-18T13:38:03.094" v="2020" actId="22"/>
        <pc:sldMkLst>
          <pc:docMk/>
          <pc:sldMk cId="1302151968" sldId="282"/>
        </pc:sldMkLst>
        <pc:spChg chg="del">
          <ac:chgData name="Weifeng Xu" userId="e7aed605-a3dd-4d5a-a692-a87037af107b" providerId="ADAL" clId="{7247261D-A2FF-471A-80A9-BB4A487C8F58}" dt="2021-09-18T13:38:01.950" v="2019" actId="700"/>
          <ac:spMkLst>
            <pc:docMk/>
            <pc:sldMk cId="1302151968" sldId="282"/>
            <ac:spMk id="2" creationId="{8E258E14-A60A-4CB7-AC8C-D9852673298F}"/>
          </ac:spMkLst>
        </pc:spChg>
        <pc:picChg chg="add">
          <ac:chgData name="Weifeng Xu" userId="e7aed605-a3dd-4d5a-a692-a87037af107b" providerId="ADAL" clId="{7247261D-A2FF-471A-80A9-BB4A487C8F58}" dt="2021-09-18T13:38:03.094" v="2020" actId="22"/>
          <ac:picMkLst>
            <pc:docMk/>
            <pc:sldMk cId="1302151968" sldId="282"/>
            <ac:picMk id="4" creationId="{72F7AB5A-172A-479B-A285-2110BA8610DD}"/>
          </ac:picMkLst>
        </pc:picChg>
      </pc:sldChg>
      <pc:sldChg chg="addSp modSp new mod modClrScheme chgLayout">
        <pc:chgData name="Weifeng Xu" userId="e7aed605-a3dd-4d5a-a692-a87037af107b" providerId="ADAL" clId="{7247261D-A2FF-471A-80A9-BB4A487C8F58}" dt="2021-09-26T20:24:19.097" v="5408" actId="20577"/>
        <pc:sldMkLst>
          <pc:docMk/>
          <pc:sldMk cId="770561629" sldId="283"/>
        </pc:sldMkLst>
        <pc:spChg chg="add mod ord">
          <ac:chgData name="Weifeng Xu" userId="e7aed605-a3dd-4d5a-a692-a87037af107b" providerId="ADAL" clId="{7247261D-A2FF-471A-80A9-BB4A487C8F58}" dt="2021-09-26T20:24:19.097" v="5408" actId="20577"/>
          <ac:spMkLst>
            <pc:docMk/>
            <pc:sldMk cId="770561629" sldId="283"/>
            <ac:spMk id="4" creationId="{9C1B24A1-90D8-48D0-A2F6-5FF200F22687}"/>
          </ac:spMkLst>
        </pc:spChg>
        <pc:picChg chg="add mod">
          <ac:chgData name="Weifeng Xu" userId="e7aed605-a3dd-4d5a-a692-a87037af107b" providerId="ADAL" clId="{7247261D-A2FF-471A-80A9-BB4A487C8F58}" dt="2021-09-18T13:40:56.499" v="2061" actId="1076"/>
          <ac:picMkLst>
            <pc:docMk/>
            <pc:sldMk cId="770561629" sldId="283"/>
            <ac:picMk id="3" creationId="{CF073FE7-81F2-4274-8423-2ED3BA301EBA}"/>
          </ac:picMkLst>
        </pc:picChg>
      </pc:sldChg>
      <pc:sldChg chg="new del">
        <pc:chgData name="Weifeng Xu" userId="e7aed605-a3dd-4d5a-a692-a87037af107b" providerId="ADAL" clId="{7247261D-A2FF-471A-80A9-BB4A487C8F58}" dt="2021-09-18T13:57:53.841" v="2082" actId="47"/>
        <pc:sldMkLst>
          <pc:docMk/>
          <pc:sldMk cId="174515871" sldId="284"/>
        </pc:sldMkLst>
      </pc:sldChg>
      <pc:sldChg chg="addSp modSp new mod ord">
        <pc:chgData name="Weifeng Xu" userId="e7aed605-a3dd-4d5a-a692-a87037af107b" providerId="ADAL" clId="{7247261D-A2FF-471A-80A9-BB4A487C8F58}" dt="2024-03-26T18:29:54.796" v="6691" actId="1076"/>
        <pc:sldMkLst>
          <pc:docMk/>
          <pc:sldMk cId="3675236377" sldId="284"/>
        </pc:sldMkLst>
        <pc:spChg chg="mod">
          <ac:chgData name="Weifeng Xu" userId="e7aed605-a3dd-4d5a-a692-a87037af107b" providerId="ADAL" clId="{7247261D-A2FF-471A-80A9-BB4A487C8F58}" dt="2021-09-18T13:59:59.163" v="2107" actId="404"/>
          <ac:spMkLst>
            <pc:docMk/>
            <pc:sldMk cId="3675236377" sldId="284"/>
            <ac:spMk id="2" creationId="{744FA421-56F2-40DC-8398-FA97F8581C97}"/>
          </ac:spMkLst>
        </pc:spChg>
        <pc:spChg chg="add mod">
          <ac:chgData name="Weifeng Xu" userId="e7aed605-a3dd-4d5a-a692-a87037af107b" providerId="ADAL" clId="{7247261D-A2FF-471A-80A9-BB4A487C8F58}" dt="2024-03-26T18:29:54.796" v="6691" actId="1076"/>
          <ac:spMkLst>
            <pc:docMk/>
            <pc:sldMk cId="3675236377" sldId="284"/>
            <ac:spMk id="5" creationId="{70BD53CA-B0EA-7880-95F2-5540634493C9}"/>
          </ac:spMkLst>
        </pc:spChg>
        <pc:picChg chg="add mod">
          <ac:chgData name="Weifeng Xu" userId="e7aed605-a3dd-4d5a-a692-a87037af107b" providerId="ADAL" clId="{7247261D-A2FF-471A-80A9-BB4A487C8F58}" dt="2021-09-18T13:59:19.037" v="2087" actId="1076"/>
          <ac:picMkLst>
            <pc:docMk/>
            <pc:sldMk cId="3675236377" sldId="284"/>
            <ac:picMk id="4" creationId="{EA54BF69-AC45-45D8-B3BC-485572EC58AC}"/>
          </ac:picMkLst>
        </pc:picChg>
      </pc:sldChg>
      <pc:sldChg chg="addSp modSp new mod">
        <pc:chgData name="Weifeng Xu" userId="e7aed605-a3dd-4d5a-a692-a87037af107b" providerId="ADAL" clId="{7247261D-A2FF-471A-80A9-BB4A487C8F58}" dt="2021-09-18T14:08:26.910" v="2146" actId="114"/>
        <pc:sldMkLst>
          <pc:docMk/>
          <pc:sldMk cId="1592064050" sldId="285"/>
        </pc:sldMkLst>
        <pc:spChg chg="mod">
          <ac:chgData name="Weifeng Xu" userId="e7aed605-a3dd-4d5a-a692-a87037af107b" providerId="ADAL" clId="{7247261D-A2FF-471A-80A9-BB4A487C8F58}" dt="2021-09-18T14:06:25.501" v="2129"/>
          <ac:spMkLst>
            <pc:docMk/>
            <pc:sldMk cId="1592064050" sldId="285"/>
            <ac:spMk id="2" creationId="{9AC743C2-280B-4C92-8506-86088F4ED754}"/>
          </ac:spMkLst>
        </pc:spChg>
        <pc:spChg chg="add mod">
          <ac:chgData name="Weifeng Xu" userId="e7aed605-a3dd-4d5a-a692-a87037af107b" providerId="ADAL" clId="{7247261D-A2FF-471A-80A9-BB4A487C8F58}" dt="2021-09-18T14:08:26.910" v="2146" actId="114"/>
          <ac:spMkLst>
            <pc:docMk/>
            <pc:sldMk cId="1592064050" sldId="285"/>
            <ac:spMk id="6" creationId="{ECDEC5A6-B063-45D9-98D5-88343498C07E}"/>
          </ac:spMkLst>
        </pc:spChg>
        <pc:picChg chg="add mod">
          <ac:chgData name="Weifeng Xu" userId="e7aed605-a3dd-4d5a-a692-a87037af107b" providerId="ADAL" clId="{7247261D-A2FF-471A-80A9-BB4A487C8F58}" dt="2021-09-18T14:07:44.857" v="2132" actId="1076"/>
          <ac:picMkLst>
            <pc:docMk/>
            <pc:sldMk cId="1592064050" sldId="285"/>
            <ac:picMk id="4" creationId="{75152A4C-EB43-4136-900D-D9D28A762C64}"/>
          </ac:picMkLst>
        </pc:picChg>
      </pc:sldChg>
      <pc:sldChg chg="addSp delSp modSp new mod ord">
        <pc:chgData name="Weifeng Xu" userId="e7aed605-a3dd-4d5a-a692-a87037af107b" providerId="ADAL" clId="{7247261D-A2FF-471A-80A9-BB4A487C8F58}" dt="2024-03-26T14:45:37.911" v="6550" actId="6549"/>
        <pc:sldMkLst>
          <pc:docMk/>
          <pc:sldMk cId="1490544817" sldId="286"/>
        </pc:sldMkLst>
        <pc:spChg chg="mod">
          <ac:chgData name="Weifeng Xu" userId="e7aed605-a3dd-4d5a-a692-a87037af107b" providerId="ADAL" clId="{7247261D-A2FF-471A-80A9-BB4A487C8F58}" dt="2021-09-18T14:10:22.915" v="2168" actId="20577"/>
          <ac:spMkLst>
            <pc:docMk/>
            <pc:sldMk cId="1490544817" sldId="286"/>
            <ac:spMk id="2" creationId="{4F2F805C-A978-4B13-94CB-B2502348E9ED}"/>
          </ac:spMkLst>
        </pc:spChg>
        <pc:spChg chg="mod">
          <ac:chgData name="Weifeng Xu" userId="e7aed605-a3dd-4d5a-a692-a87037af107b" providerId="ADAL" clId="{7247261D-A2FF-471A-80A9-BB4A487C8F58}" dt="2024-03-26T14:45:37.911" v="6550" actId="6549"/>
          <ac:spMkLst>
            <pc:docMk/>
            <pc:sldMk cId="1490544817" sldId="286"/>
            <ac:spMk id="3" creationId="{D2612425-FBD3-4A29-86B8-EAA7A9226AC5}"/>
          </ac:spMkLst>
        </pc:spChg>
        <pc:spChg chg="add mod">
          <ac:chgData name="Weifeng Xu" userId="e7aed605-a3dd-4d5a-a692-a87037af107b" providerId="ADAL" clId="{7247261D-A2FF-471A-80A9-BB4A487C8F58}" dt="2022-10-28T19:07:21.707" v="6051" actId="207"/>
          <ac:spMkLst>
            <pc:docMk/>
            <pc:sldMk cId="1490544817" sldId="286"/>
            <ac:spMk id="14" creationId="{77E12B45-57FE-3E26-3572-06545AC3310F}"/>
          </ac:spMkLst>
        </pc:spChg>
        <pc:grpChg chg="mod">
          <ac:chgData name="Weifeng Xu" userId="e7aed605-a3dd-4d5a-a692-a87037af107b" providerId="ADAL" clId="{7247261D-A2FF-471A-80A9-BB4A487C8F58}" dt="2022-10-23T19:36:31.520" v="5592"/>
          <ac:grpSpMkLst>
            <pc:docMk/>
            <pc:sldMk cId="1490544817" sldId="286"/>
            <ac:grpSpMk id="8" creationId="{D6EBF557-5998-45F6-D0A8-42F59AFBF9CB}"/>
          </ac:grpSpMkLst>
        </pc:grpChg>
        <pc:grpChg chg="del mod">
          <ac:chgData name="Weifeng Xu" userId="e7aed605-a3dd-4d5a-a692-a87037af107b" providerId="ADAL" clId="{7247261D-A2FF-471A-80A9-BB4A487C8F58}" dt="2022-10-23T19:36:53.013" v="5599"/>
          <ac:grpSpMkLst>
            <pc:docMk/>
            <pc:sldMk cId="1490544817" sldId="286"/>
            <ac:grpSpMk id="12" creationId="{04638CC2-F137-ADBA-1EB5-FF5AE8A92C18}"/>
          </ac:grpSpMkLst>
        </pc:grpChg>
        <pc:grpChg chg="mod">
          <ac:chgData name="Weifeng Xu" userId="e7aed605-a3dd-4d5a-a692-a87037af107b" providerId="ADAL" clId="{7247261D-A2FF-471A-80A9-BB4A487C8F58}" dt="2022-10-23T19:36:53.013" v="5599"/>
          <ac:grpSpMkLst>
            <pc:docMk/>
            <pc:sldMk cId="1490544817" sldId="286"/>
            <ac:grpSpMk id="13" creationId="{750CFF9E-8601-4B89-4CF2-768C25C7CFA6}"/>
          </ac:grpSpMkLst>
        </pc:grpChg>
        <pc:grpChg chg="mod">
          <ac:chgData name="Weifeng Xu" userId="e7aed605-a3dd-4d5a-a692-a87037af107b" providerId="ADAL" clId="{7247261D-A2FF-471A-80A9-BB4A487C8F58}" dt="2022-10-23T19:37:49.997" v="5606"/>
          <ac:grpSpMkLst>
            <pc:docMk/>
            <pc:sldMk cId="1490544817" sldId="286"/>
            <ac:grpSpMk id="18" creationId="{FD3B9B21-336B-9946-1D00-FF5C87D92D10}"/>
          </ac:grpSpMkLst>
        </pc:grpChg>
        <pc:grpChg chg="mod">
          <ac:chgData name="Weifeng Xu" userId="e7aed605-a3dd-4d5a-a692-a87037af107b" providerId="ADAL" clId="{7247261D-A2FF-471A-80A9-BB4A487C8F58}" dt="2022-10-23T19:38:10.355" v="5612"/>
          <ac:grpSpMkLst>
            <pc:docMk/>
            <pc:sldMk cId="1490544817" sldId="286"/>
            <ac:grpSpMk id="22" creationId="{EB48A79E-2668-3701-5038-13BF231A90B2}"/>
          </ac:grpSpMkLst>
        </pc:grpChg>
        <pc:grpChg chg="mod">
          <ac:chgData name="Weifeng Xu" userId="e7aed605-a3dd-4d5a-a692-a87037af107b" providerId="ADAL" clId="{7247261D-A2FF-471A-80A9-BB4A487C8F58}" dt="2022-10-23T19:38:20.567" v="5618"/>
          <ac:grpSpMkLst>
            <pc:docMk/>
            <pc:sldMk cId="1490544817" sldId="286"/>
            <ac:grpSpMk id="26" creationId="{E6E95E11-F9C4-4847-C456-BBB8F1811505}"/>
          </ac:grpSpMkLst>
        </pc:grpChg>
        <pc:picChg chg="add mod">
          <ac:chgData name="Weifeng Xu" userId="e7aed605-a3dd-4d5a-a692-a87037af107b" providerId="ADAL" clId="{7247261D-A2FF-471A-80A9-BB4A487C8F58}" dt="2022-10-23T19:35:43.501" v="5585" actId="1076"/>
          <ac:picMkLst>
            <pc:docMk/>
            <pc:sldMk cId="1490544817" sldId="286"/>
            <ac:picMk id="4" creationId="{7497A303-37F3-6080-A750-F8A9213AE5DE}"/>
          </ac:picMkLst>
        </pc:picChg>
        <pc:picChg chg="add del mod">
          <ac:chgData name="Weifeng Xu" userId="e7aed605-a3dd-4d5a-a692-a87037af107b" providerId="ADAL" clId="{7247261D-A2FF-471A-80A9-BB4A487C8F58}" dt="2022-10-28T19:06:02.755" v="6038" actId="478"/>
          <ac:picMkLst>
            <pc:docMk/>
            <pc:sldMk cId="1490544817" sldId="286"/>
            <ac:picMk id="6" creationId="{82A3A15B-6FF7-50AE-921B-E3E3E8EA4C41}"/>
          </ac:picMkLst>
        </pc:picChg>
        <pc:picChg chg="add mod ord">
          <ac:chgData name="Weifeng Xu" userId="e7aed605-a3dd-4d5a-a692-a87037af107b" providerId="ADAL" clId="{7247261D-A2FF-471A-80A9-BB4A487C8F58}" dt="2022-10-28T19:07:38.243" v="6055" actId="1076"/>
          <ac:picMkLst>
            <pc:docMk/>
            <pc:sldMk cId="1490544817" sldId="286"/>
            <ac:picMk id="8" creationId="{E9E552E8-AC20-B9BF-6785-69E04CEAC3CB}"/>
          </ac:picMkLst>
        </pc:picChg>
        <pc:picChg chg="add mod ord">
          <ac:chgData name="Weifeng Xu" userId="e7aed605-a3dd-4d5a-a692-a87037af107b" providerId="ADAL" clId="{7247261D-A2FF-471A-80A9-BB4A487C8F58}" dt="2022-10-28T19:07:31.891" v="6053" actId="167"/>
          <ac:picMkLst>
            <pc:docMk/>
            <pc:sldMk cId="1490544817" sldId="286"/>
            <ac:picMk id="12" creationId="{87AA4E00-2FCD-3EFD-A657-3E3C7BC019F1}"/>
          </ac:picMkLst>
        </pc:picChg>
        <pc:inkChg chg="add del mod">
          <ac:chgData name="Weifeng Xu" userId="e7aed605-a3dd-4d5a-a692-a87037af107b" providerId="ADAL" clId="{7247261D-A2FF-471A-80A9-BB4A487C8F58}" dt="2022-10-23T19:36:32.492" v="5594" actId="9405"/>
          <ac:inkMkLst>
            <pc:docMk/>
            <pc:sldMk cId="1490544817" sldId="286"/>
            <ac:inkMk id="5" creationId="{564D9F75-2E0B-642A-1EB2-B7AC4B6A36B8}"/>
          </ac:inkMkLst>
        </pc:inkChg>
        <pc:inkChg chg="add del mod">
          <ac:chgData name="Weifeng Xu" userId="e7aed605-a3dd-4d5a-a692-a87037af107b" providerId="ADAL" clId="{7247261D-A2FF-471A-80A9-BB4A487C8F58}" dt="2022-10-23T19:36:32.116" v="5593" actId="9405"/>
          <ac:inkMkLst>
            <pc:docMk/>
            <pc:sldMk cId="1490544817" sldId="286"/>
            <ac:inkMk id="6" creationId="{74229F01-BF87-DB96-9F95-878CC1C3CB8D}"/>
          </ac:inkMkLst>
        </pc:inkChg>
        <pc:inkChg chg="add del mod">
          <ac:chgData name="Weifeng Xu" userId="e7aed605-a3dd-4d5a-a692-a87037af107b" providerId="ADAL" clId="{7247261D-A2FF-471A-80A9-BB4A487C8F58}" dt="2022-10-23T19:36:31.520" v="5592"/>
          <ac:inkMkLst>
            <pc:docMk/>
            <pc:sldMk cId="1490544817" sldId="286"/>
            <ac:inkMk id="7" creationId="{AE4E8880-9152-1E8C-F02D-132B051BD1B3}"/>
          </ac:inkMkLst>
        </pc:inkChg>
        <pc:inkChg chg="add mod">
          <ac:chgData name="Weifeng Xu" userId="e7aed605-a3dd-4d5a-a692-a87037af107b" providerId="ADAL" clId="{7247261D-A2FF-471A-80A9-BB4A487C8F58}" dt="2022-10-23T19:36:53.013" v="5599"/>
          <ac:inkMkLst>
            <pc:docMk/>
            <pc:sldMk cId="1490544817" sldId="286"/>
            <ac:inkMk id="9" creationId="{0349504C-B264-5E8E-68FB-836685998E16}"/>
          </ac:inkMkLst>
        </pc:inkChg>
        <pc:inkChg chg="add mod">
          <ac:chgData name="Weifeng Xu" userId="e7aed605-a3dd-4d5a-a692-a87037af107b" providerId="ADAL" clId="{7247261D-A2FF-471A-80A9-BB4A487C8F58}" dt="2022-10-23T19:36:53.013" v="5599"/>
          <ac:inkMkLst>
            <pc:docMk/>
            <pc:sldMk cId="1490544817" sldId="286"/>
            <ac:inkMk id="10" creationId="{46481BE5-5BC7-5EB8-2C68-FF57F7B7E6F5}"/>
          </ac:inkMkLst>
        </pc:inkChg>
        <pc:inkChg chg="add mod">
          <ac:chgData name="Weifeng Xu" userId="e7aed605-a3dd-4d5a-a692-a87037af107b" providerId="ADAL" clId="{7247261D-A2FF-471A-80A9-BB4A487C8F58}" dt="2022-10-23T19:36:53.013" v="5599"/>
          <ac:inkMkLst>
            <pc:docMk/>
            <pc:sldMk cId="1490544817" sldId="286"/>
            <ac:inkMk id="11" creationId="{16BDB7EF-C93B-60E8-57B1-8FE7BBF6EFBE}"/>
          </ac:inkMkLst>
        </pc:inkChg>
        <pc:inkChg chg="add del">
          <ac:chgData name="Weifeng Xu" userId="e7aed605-a3dd-4d5a-a692-a87037af107b" providerId="ADAL" clId="{7247261D-A2FF-471A-80A9-BB4A487C8F58}" dt="2022-10-23T19:37:13.953" v="5601" actId="9405"/>
          <ac:inkMkLst>
            <pc:docMk/>
            <pc:sldMk cId="1490544817" sldId="286"/>
            <ac:inkMk id="14" creationId="{5C470A5A-D586-479D-4CFD-A1313B2D4158}"/>
          </ac:inkMkLst>
        </pc:inkChg>
        <pc:inkChg chg="add">
          <ac:chgData name="Weifeng Xu" userId="e7aed605-a3dd-4d5a-a692-a87037af107b" providerId="ADAL" clId="{7247261D-A2FF-471A-80A9-BB4A487C8F58}" dt="2022-10-23T19:37:44.341" v="5603" actId="9405"/>
          <ac:inkMkLst>
            <pc:docMk/>
            <pc:sldMk cId="1490544817" sldId="286"/>
            <ac:inkMk id="15" creationId="{6FDB5A58-25A2-344A-4D2C-7293CBE4C86E}"/>
          </ac:inkMkLst>
        </pc:inkChg>
        <pc:inkChg chg="add mod">
          <ac:chgData name="Weifeng Xu" userId="e7aed605-a3dd-4d5a-a692-a87037af107b" providerId="ADAL" clId="{7247261D-A2FF-471A-80A9-BB4A487C8F58}" dt="2022-10-23T19:37:49.997" v="5606"/>
          <ac:inkMkLst>
            <pc:docMk/>
            <pc:sldMk cId="1490544817" sldId="286"/>
            <ac:inkMk id="16" creationId="{3CB94A64-06AA-B8BD-2F7E-586293CF5A53}"/>
          </ac:inkMkLst>
        </pc:inkChg>
        <pc:inkChg chg="add mod">
          <ac:chgData name="Weifeng Xu" userId="e7aed605-a3dd-4d5a-a692-a87037af107b" providerId="ADAL" clId="{7247261D-A2FF-471A-80A9-BB4A487C8F58}" dt="2022-10-23T19:37:49.997" v="5606"/>
          <ac:inkMkLst>
            <pc:docMk/>
            <pc:sldMk cId="1490544817" sldId="286"/>
            <ac:inkMk id="17" creationId="{9B5B91E2-5E71-D1FF-A4B4-1D7D2B73F2D2}"/>
          </ac:inkMkLst>
        </pc:inkChg>
        <pc:inkChg chg="add del">
          <ac:chgData name="Weifeng Xu" userId="e7aed605-a3dd-4d5a-a692-a87037af107b" providerId="ADAL" clId="{7247261D-A2FF-471A-80A9-BB4A487C8F58}" dt="2022-10-23T19:38:11.105" v="5614" actId="9405"/>
          <ac:inkMkLst>
            <pc:docMk/>
            <pc:sldMk cId="1490544817" sldId="286"/>
            <ac:inkMk id="19" creationId="{C8BAA44F-0109-7059-24F0-8CFB07E702E4}"/>
          </ac:inkMkLst>
        </pc:inkChg>
        <pc:inkChg chg="add del mod">
          <ac:chgData name="Weifeng Xu" userId="e7aed605-a3dd-4d5a-a692-a87037af107b" providerId="ADAL" clId="{7247261D-A2FF-471A-80A9-BB4A487C8F58}" dt="2022-10-23T19:38:10.715" v="5613" actId="9405"/>
          <ac:inkMkLst>
            <pc:docMk/>
            <pc:sldMk cId="1490544817" sldId="286"/>
            <ac:inkMk id="20" creationId="{DB38BE96-04A5-131A-7B71-FDE01F221663}"/>
          </ac:inkMkLst>
        </pc:inkChg>
        <pc:inkChg chg="add del mod">
          <ac:chgData name="Weifeng Xu" userId="e7aed605-a3dd-4d5a-a692-a87037af107b" providerId="ADAL" clId="{7247261D-A2FF-471A-80A9-BB4A487C8F58}" dt="2022-10-23T19:38:10.355" v="5612"/>
          <ac:inkMkLst>
            <pc:docMk/>
            <pc:sldMk cId="1490544817" sldId="286"/>
            <ac:inkMk id="21" creationId="{473C5486-BF01-CBB4-D2E4-F6019D4F8AAC}"/>
          </ac:inkMkLst>
        </pc:inkChg>
        <pc:inkChg chg="add">
          <ac:chgData name="Weifeng Xu" userId="e7aed605-a3dd-4d5a-a692-a87037af107b" providerId="ADAL" clId="{7247261D-A2FF-471A-80A9-BB4A487C8F58}" dt="2022-10-23T19:38:15.251" v="5615" actId="9405"/>
          <ac:inkMkLst>
            <pc:docMk/>
            <pc:sldMk cId="1490544817" sldId="286"/>
            <ac:inkMk id="23" creationId="{EEC2897E-B4F1-C61A-CC8B-BA47E630302E}"/>
          </ac:inkMkLst>
        </pc:inkChg>
        <pc:inkChg chg="add mod">
          <ac:chgData name="Weifeng Xu" userId="e7aed605-a3dd-4d5a-a692-a87037af107b" providerId="ADAL" clId="{7247261D-A2FF-471A-80A9-BB4A487C8F58}" dt="2022-10-23T19:38:20.567" v="5618"/>
          <ac:inkMkLst>
            <pc:docMk/>
            <pc:sldMk cId="1490544817" sldId="286"/>
            <ac:inkMk id="24" creationId="{BEC83FA7-5B47-4D68-8E46-6A094076E8C1}"/>
          </ac:inkMkLst>
        </pc:inkChg>
        <pc:inkChg chg="add mod">
          <ac:chgData name="Weifeng Xu" userId="e7aed605-a3dd-4d5a-a692-a87037af107b" providerId="ADAL" clId="{7247261D-A2FF-471A-80A9-BB4A487C8F58}" dt="2022-10-23T19:38:20.567" v="5618"/>
          <ac:inkMkLst>
            <pc:docMk/>
            <pc:sldMk cId="1490544817" sldId="286"/>
            <ac:inkMk id="25" creationId="{91A55329-FCFA-3B97-61E1-6F61B7CE876E}"/>
          </ac:inkMkLst>
        </pc:inkChg>
      </pc:sldChg>
      <pc:sldChg chg="addSp delSp modSp new mod modClrScheme chgLayout">
        <pc:chgData name="Weifeng Xu" userId="e7aed605-a3dd-4d5a-a692-a87037af107b" providerId="ADAL" clId="{7247261D-A2FF-471A-80A9-BB4A487C8F58}" dt="2021-09-18T18:31:39.962" v="2772" actId="20577"/>
        <pc:sldMkLst>
          <pc:docMk/>
          <pc:sldMk cId="3066874900" sldId="287"/>
        </pc:sldMkLst>
        <pc:spChg chg="del">
          <ac:chgData name="Weifeng Xu" userId="e7aed605-a3dd-4d5a-a692-a87037af107b" providerId="ADAL" clId="{7247261D-A2FF-471A-80A9-BB4A487C8F58}" dt="2021-09-18T18:31:08.070" v="2745" actId="700"/>
          <ac:spMkLst>
            <pc:docMk/>
            <pc:sldMk cId="3066874900" sldId="287"/>
            <ac:spMk id="2" creationId="{A2113491-83B6-4172-AD24-EA173C339715}"/>
          </ac:spMkLst>
        </pc:spChg>
        <pc:spChg chg="add mod">
          <ac:chgData name="Weifeng Xu" userId="e7aed605-a3dd-4d5a-a692-a87037af107b" providerId="ADAL" clId="{7247261D-A2FF-471A-80A9-BB4A487C8F58}" dt="2021-09-18T18:31:39.962" v="2772" actId="20577"/>
          <ac:spMkLst>
            <pc:docMk/>
            <pc:sldMk cId="3066874900" sldId="287"/>
            <ac:spMk id="5" creationId="{FE28A4FF-A12D-48DE-8BBE-6B89A55802D9}"/>
          </ac:spMkLst>
        </pc:spChg>
        <pc:picChg chg="add mod">
          <ac:chgData name="Weifeng Xu" userId="e7aed605-a3dd-4d5a-a692-a87037af107b" providerId="ADAL" clId="{7247261D-A2FF-471A-80A9-BB4A487C8F58}" dt="2021-09-18T18:30:48.647" v="2744" actId="1076"/>
          <ac:picMkLst>
            <pc:docMk/>
            <pc:sldMk cId="3066874900" sldId="287"/>
            <ac:picMk id="4" creationId="{A1B483BD-C9D7-4E93-A7A8-F38361FE042D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1-09-18T18:58:38.429" v="3124" actId="207"/>
        <pc:sldMkLst>
          <pc:docMk/>
          <pc:sldMk cId="724052522" sldId="288"/>
        </pc:sldMkLst>
        <pc:spChg chg="del mod ord">
          <ac:chgData name="Weifeng Xu" userId="e7aed605-a3dd-4d5a-a692-a87037af107b" providerId="ADAL" clId="{7247261D-A2FF-471A-80A9-BB4A487C8F58}" dt="2021-09-18T18:53:52.408" v="3003" actId="700"/>
          <ac:spMkLst>
            <pc:docMk/>
            <pc:sldMk cId="724052522" sldId="288"/>
            <ac:spMk id="2" creationId="{E7D94186-2A0B-42C2-9B3E-AF3A243D117E}"/>
          </ac:spMkLst>
        </pc:spChg>
        <pc:spChg chg="del mod ord">
          <ac:chgData name="Weifeng Xu" userId="e7aed605-a3dd-4d5a-a692-a87037af107b" providerId="ADAL" clId="{7247261D-A2FF-471A-80A9-BB4A487C8F58}" dt="2021-09-18T18:53:52.408" v="3003" actId="700"/>
          <ac:spMkLst>
            <pc:docMk/>
            <pc:sldMk cId="724052522" sldId="288"/>
            <ac:spMk id="3" creationId="{14472A7F-7396-497B-82D7-0D1FA5472606}"/>
          </ac:spMkLst>
        </pc:spChg>
        <pc:spChg chg="add del mod ord">
          <ac:chgData name="Weifeng Xu" userId="e7aed605-a3dd-4d5a-a692-a87037af107b" providerId="ADAL" clId="{7247261D-A2FF-471A-80A9-BB4A487C8F58}" dt="2021-09-18T18:53:55.348" v="3004" actId="700"/>
          <ac:spMkLst>
            <pc:docMk/>
            <pc:sldMk cId="724052522" sldId="288"/>
            <ac:spMk id="4" creationId="{6939E2F9-51BD-43D3-8C8E-4C2CBEE7053E}"/>
          </ac:spMkLst>
        </pc:spChg>
        <pc:spChg chg="add del mod ord">
          <ac:chgData name="Weifeng Xu" userId="e7aed605-a3dd-4d5a-a692-a87037af107b" providerId="ADAL" clId="{7247261D-A2FF-471A-80A9-BB4A487C8F58}" dt="2021-09-18T18:53:55.348" v="3004" actId="700"/>
          <ac:spMkLst>
            <pc:docMk/>
            <pc:sldMk cId="724052522" sldId="288"/>
            <ac:spMk id="5" creationId="{58B4AED4-70F6-4983-BB1F-F294D21D378C}"/>
          </ac:spMkLst>
        </pc:spChg>
        <pc:spChg chg="add mod ord">
          <ac:chgData name="Weifeng Xu" userId="e7aed605-a3dd-4d5a-a692-a87037af107b" providerId="ADAL" clId="{7247261D-A2FF-471A-80A9-BB4A487C8F58}" dt="2021-09-18T18:58:38.429" v="3124" actId="207"/>
          <ac:spMkLst>
            <pc:docMk/>
            <pc:sldMk cId="724052522" sldId="288"/>
            <ac:spMk id="6" creationId="{97B032DE-3372-45AC-B1ED-D6684854DE35}"/>
          </ac:spMkLst>
        </pc:spChg>
        <pc:spChg chg="add mod ord">
          <ac:chgData name="Weifeng Xu" userId="e7aed605-a3dd-4d5a-a692-a87037af107b" providerId="ADAL" clId="{7247261D-A2FF-471A-80A9-BB4A487C8F58}" dt="2021-09-18T18:58:19.186" v="3109" actId="20577"/>
          <ac:spMkLst>
            <pc:docMk/>
            <pc:sldMk cId="724052522" sldId="288"/>
            <ac:spMk id="7" creationId="{0E93F359-00A4-4754-81CD-ED3C7E12093D}"/>
          </ac:spMkLst>
        </pc:spChg>
      </pc:sldChg>
      <pc:sldChg chg="addSp delSp modSp new mod ord modClrScheme chgLayout">
        <pc:chgData name="Weifeng Xu" userId="e7aed605-a3dd-4d5a-a692-a87037af107b" providerId="ADAL" clId="{7247261D-A2FF-471A-80A9-BB4A487C8F58}" dt="2021-09-26T14:53:39.226" v="4697" actId="20577"/>
        <pc:sldMkLst>
          <pc:docMk/>
          <pc:sldMk cId="2410503509" sldId="289"/>
        </pc:sldMkLst>
        <pc:spChg chg="del mod ord">
          <ac:chgData name="Weifeng Xu" userId="e7aed605-a3dd-4d5a-a692-a87037af107b" providerId="ADAL" clId="{7247261D-A2FF-471A-80A9-BB4A487C8F58}" dt="2021-09-18T18:54:23.110" v="3024" actId="700"/>
          <ac:spMkLst>
            <pc:docMk/>
            <pc:sldMk cId="2410503509" sldId="289"/>
            <ac:spMk id="2" creationId="{F669B271-3E5E-483F-82CF-DB45E7633F60}"/>
          </ac:spMkLst>
        </pc:spChg>
        <pc:spChg chg="add mod ord">
          <ac:chgData name="Weifeng Xu" userId="e7aed605-a3dd-4d5a-a692-a87037af107b" providerId="ADAL" clId="{7247261D-A2FF-471A-80A9-BB4A487C8F58}" dt="2021-09-26T14:53:39.226" v="4697" actId="20577"/>
          <ac:spMkLst>
            <pc:docMk/>
            <pc:sldMk cId="2410503509" sldId="289"/>
            <ac:spMk id="3" creationId="{350480EA-4C29-4635-9DFD-E04A41C85D82}"/>
          </ac:spMkLst>
        </pc:spChg>
        <pc:spChg chg="add mod ord">
          <ac:chgData name="Weifeng Xu" userId="e7aed605-a3dd-4d5a-a692-a87037af107b" providerId="ADAL" clId="{7247261D-A2FF-471A-80A9-BB4A487C8F58}" dt="2021-09-18T18:58:09.731" v="3105" actId="20577"/>
          <ac:spMkLst>
            <pc:docMk/>
            <pc:sldMk cId="2410503509" sldId="289"/>
            <ac:spMk id="4" creationId="{66561D9A-0CBB-48E3-91C1-FA892F030825}"/>
          </ac:spMkLst>
        </pc:spChg>
      </pc:sldChg>
      <pc:sldChg chg="addSp delSp modSp new mod modClrScheme chgLayout modNotesTx">
        <pc:chgData name="Weifeng Xu" userId="e7aed605-a3dd-4d5a-a692-a87037af107b" providerId="ADAL" clId="{7247261D-A2FF-471A-80A9-BB4A487C8F58}" dt="2021-09-18T22:40:00.523" v="3844" actId="20577"/>
        <pc:sldMkLst>
          <pc:docMk/>
          <pc:sldMk cId="4251639506" sldId="290"/>
        </pc:sldMkLst>
        <pc:spChg chg="del mod ord">
          <ac:chgData name="Weifeng Xu" userId="e7aed605-a3dd-4d5a-a692-a87037af107b" providerId="ADAL" clId="{7247261D-A2FF-471A-80A9-BB4A487C8F58}" dt="2021-09-18T19:00:30.232" v="3134" actId="700"/>
          <ac:spMkLst>
            <pc:docMk/>
            <pc:sldMk cId="4251639506" sldId="290"/>
            <ac:spMk id="2" creationId="{57C34D46-2EBB-478E-B1FB-DED0FC2B6D39}"/>
          </ac:spMkLst>
        </pc:spChg>
        <pc:spChg chg="add mod ord">
          <ac:chgData name="Weifeng Xu" userId="e7aed605-a3dd-4d5a-a692-a87037af107b" providerId="ADAL" clId="{7247261D-A2FF-471A-80A9-BB4A487C8F58}" dt="2021-09-18T22:40:00.523" v="3844" actId="20577"/>
          <ac:spMkLst>
            <pc:docMk/>
            <pc:sldMk cId="4251639506" sldId="290"/>
            <ac:spMk id="3" creationId="{D34E68AB-18FC-49CD-B6D5-73DB55F9D15B}"/>
          </ac:spMkLst>
        </pc:spChg>
        <pc:spChg chg="add mod ord">
          <ac:chgData name="Weifeng Xu" userId="e7aed605-a3dd-4d5a-a692-a87037af107b" providerId="ADAL" clId="{7247261D-A2FF-471A-80A9-BB4A487C8F58}" dt="2021-09-18T19:00:54" v="3151" actId="20577"/>
          <ac:spMkLst>
            <pc:docMk/>
            <pc:sldMk cId="4251639506" sldId="290"/>
            <ac:spMk id="4" creationId="{5FD2D7B9-8F88-4D64-A352-6D7DF49D780D}"/>
          </ac:spMkLst>
        </pc:spChg>
      </pc:sldChg>
      <pc:sldChg chg="addSp delSp modSp new mod modClrScheme chgLayout modNotesTx">
        <pc:chgData name="Weifeng Xu" userId="e7aed605-a3dd-4d5a-a692-a87037af107b" providerId="ADAL" clId="{7247261D-A2FF-471A-80A9-BB4A487C8F58}" dt="2021-09-26T20:01:29.840" v="5306" actId="20577"/>
        <pc:sldMkLst>
          <pc:docMk/>
          <pc:sldMk cId="1061489720" sldId="291"/>
        </pc:sldMkLst>
        <pc:spChg chg="del mod ord">
          <ac:chgData name="Weifeng Xu" userId="e7aed605-a3dd-4d5a-a692-a87037af107b" providerId="ADAL" clId="{7247261D-A2FF-471A-80A9-BB4A487C8F58}" dt="2021-09-18T19:29:16.241" v="3154" actId="700"/>
          <ac:spMkLst>
            <pc:docMk/>
            <pc:sldMk cId="1061489720" sldId="291"/>
            <ac:spMk id="2" creationId="{71E3E208-6476-4780-809F-151686755169}"/>
          </ac:spMkLst>
        </pc:spChg>
        <pc:spChg chg="del">
          <ac:chgData name="Weifeng Xu" userId="e7aed605-a3dd-4d5a-a692-a87037af107b" providerId="ADAL" clId="{7247261D-A2FF-471A-80A9-BB4A487C8F58}" dt="2021-09-18T19:29:16.241" v="3154" actId="700"/>
          <ac:spMkLst>
            <pc:docMk/>
            <pc:sldMk cId="1061489720" sldId="291"/>
            <ac:spMk id="3" creationId="{46B95868-311E-4233-A469-44595FAB1272}"/>
          </ac:spMkLst>
        </pc:spChg>
        <pc:spChg chg="add mod ord">
          <ac:chgData name="Weifeng Xu" userId="e7aed605-a3dd-4d5a-a692-a87037af107b" providerId="ADAL" clId="{7247261D-A2FF-471A-80A9-BB4A487C8F58}" dt="2021-09-26T20:01:29.840" v="5306" actId="20577"/>
          <ac:spMkLst>
            <pc:docMk/>
            <pc:sldMk cId="1061489720" sldId="291"/>
            <ac:spMk id="4" creationId="{6A3408BB-7DC4-4EEB-B7AF-114FD0F28215}"/>
          </ac:spMkLst>
        </pc:spChg>
        <pc:picChg chg="add mod">
          <ac:chgData name="Weifeng Xu" userId="e7aed605-a3dd-4d5a-a692-a87037af107b" providerId="ADAL" clId="{7247261D-A2FF-471A-80A9-BB4A487C8F58}" dt="2021-09-18T19:30:59.775" v="3184" actId="1076"/>
          <ac:picMkLst>
            <pc:docMk/>
            <pc:sldMk cId="1061489720" sldId="291"/>
            <ac:picMk id="6" creationId="{894820B1-0B6D-41BA-A09A-94D507D06174}"/>
          </ac:picMkLst>
        </pc:picChg>
      </pc:sldChg>
      <pc:sldChg chg="addSp delSp modSp new mod modClrScheme chgLayout modNotesTx">
        <pc:chgData name="Weifeng Xu" userId="e7aed605-a3dd-4d5a-a692-a87037af107b" providerId="ADAL" clId="{7247261D-A2FF-471A-80A9-BB4A487C8F58}" dt="2021-09-18T22:25:00.472" v="3757" actId="14100"/>
        <pc:sldMkLst>
          <pc:docMk/>
          <pc:sldMk cId="3361499796" sldId="292"/>
        </pc:sldMkLst>
        <pc:spChg chg="del mod">
          <ac:chgData name="Weifeng Xu" userId="e7aed605-a3dd-4d5a-a692-a87037af107b" providerId="ADAL" clId="{7247261D-A2FF-471A-80A9-BB4A487C8F58}" dt="2021-09-18T22:24:48.342" v="3752" actId="700"/>
          <ac:spMkLst>
            <pc:docMk/>
            <pc:sldMk cId="3361499796" sldId="292"/>
            <ac:spMk id="2" creationId="{29B5E6B3-64AE-4594-A1D3-9A078ABD61DB}"/>
          </ac:spMkLst>
        </pc:spChg>
        <pc:spChg chg="add del">
          <ac:chgData name="Weifeng Xu" userId="e7aed605-a3dd-4d5a-a692-a87037af107b" providerId="ADAL" clId="{7247261D-A2FF-471A-80A9-BB4A487C8F58}" dt="2021-09-18T19:32:40.901" v="3229"/>
          <ac:spMkLst>
            <pc:docMk/>
            <pc:sldMk cId="3361499796" sldId="292"/>
            <ac:spMk id="5" creationId="{13DD7CC2-3A82-4054-9423-5D95225731E5}"/>
          </ac:spMkLst>
        </pc:spChg>
        <pc:spChg chg="add mod">
          <ac:chgData name="Weifeng Xu" userId="e7aed605-a3dd-4d5a-a692-a87037af107b" providerId="ADAL" clId="{7247261D-A2FF-471A-80A9-BB4A487C8F58}" dt="2021-09-18T22:25:00.472" v="3757" actId="14100"/>
          <ac:spMkLst>
            <pc:docMk/>
            <pc:sldMk cId="3361499796" sldId="292"/>
            <ac:spMk id="6" creationId="{ECE9AB0D-811A-4DF7-B0C9-A4184670AE44}"/>
          </ac:spMkLst>
        </pc:spChg>
        <pc:spChg chg="add mod">
          <ac:chgData name="Weifeng Xu" userId="e7aed605-a3dd-4d5a-a692-a87037af107b" providerId="ADAL" clId="{7247261D-A2FF-471A-80A9-BB4A487C8F58}" dt="2021-09-18T19:32:47.911" v="3233" actId="14100"/>
          <ac:spMkLst>
            <pc:docMk/>
            <pc:sldMk cId="3361499796" sldId="292"/>
            <ac:spMk id="7" creationId="{2D9F15D7-BFFF-41F7-8D69-ECAFF3129BD4}"/>
          </ac:spMkLst>
        </pc:spChg>
        <pc:picChg chg="add mod">
          <ac:chgData name="Weifeng Xu" userId="e7aed605-a3dd-4d5a-a692-a87037af107b" providerId="ADAL" clId="{7247261D-A2FF-471A-80A9-BB4A487C8F58}" dt="2021-09-18T20:10:41.796" v="3450" actId="1076"/>
          <ac:picMkLst>
            <pc:docMk/>
            <pc:sldMk cId="3361499796" sldId="292"/>
            <ac:picMk id="4" creationId="{D0142012-4855-426E-95B4-37E8A47C7E39}"/>
          </ac:picMkLst>
        </pc:picChg>
      </pc:sldChg>
      <pc:sldChg chg="addSp modSp new mod">
        <pc:chgData name="Weifeng Xu" userId="e7aed605-a3dd-4d5a-a692-a87037af107b" providerId="ADAL" clId="{7247261D-A2FF-471A-80A9-BB4A487C8F58}" dt="2021-09-26T15:50:31.678" v="5004" actId="20577"/>
        <pc:sldMkLst>
          <pc:docMk/>
          <pc:sldMk cId="1855056219" sldId="293"/>
        </pc:sldMkLst>
        <pc:spChg chg="mod">
          <ac:chgData name="Weifeng Xu" userId="e7aed605-a3dd-4d5a-a692-a87037af107b" providerId="ADAL" clId="{7247261D-A2FF-471A-80A9-BB4A487C8F58}" dt="2021-09-26T15:50:31.678" v="5004" actId="20577"/>
          <ac:spMkLst>
            <pc:docMk/>
            <pc:sldMk cId="1855056219" sldId="293"/>
            <ac:spMk id="2" creationId="{D7B6813C-666D-484E-BB4F-72D92D303A15}"/>
          </ac:spMkLst>
        </pc:spChg>
        <pc:spChg chg="add mod">
          <ac:chgData name="Weifeng Xu" userId="e7aed605-a3dd-4d5a-a692-a87037af107b" providerId="ADAL" clId="{7247261D-A2FF-471A-80A9-BB4A487C8F58}" dt="2021-09-18T20:03:36.154" v="3392" actId="14100"/>
          <ac:spMkLst>
            <pc:docMk/>
            <pc:sldMk cId="1855056219" sldId="293"/>
            <ac:spMk id="5" creationId="{F38C4FDD-1274-4E6D-923C-1B93C063497A}"/>
          </ac:spMkLst>
        </pc:spChg>
        <pc:picChg chg="add mod">
          <ac:chgData name="Weifeng Xu" userId="e7aed605-a3dd-4d5a-a692-a87037af107b" providerId="ADAL" clId="{7247261D-A2FF-471A-80A9-BB4A487C8F58}" dt="2021-09-18T20:01:30.332" v="3356" actId="1076"/>
          <ac:picMkLst>
            <pc:docMk/>
            <pc:sldMk cId="1855056219" sldId="293"/>
            <ac:picMk id="4" creationId="{D216180A-39DE-4E86-B867-DCA81EA0885A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2-10-28T19:58:35.251" v="6174" actId="6549"/>
        <pc:sldMkLst>
          <pc:docMk/>
          <pc:sldMk cId="549852275" sldId="294"/>
        </pc:sldMkLst>
        <pc:spChg chg="del">
          <ac:chgData name="Weifeng Xu" userId="e7aed605-a3dd-4d5a-a692-a87037af107b" providerId="ADAL" clId="{7247261D-A2FF-471A-80A9-BB4A487C8F58}" dt="2021-09-18T20:03:24.425" v="3391" actId="700"/>
          <ac:spMkLst>
            <pc:docMk/>
            <pc:sldMk cId="549852275" sldId="294"/>
            <ac:spMk id="2" creationId="{6C345DED-3776-4EAE-BBD5-861061A2F4F1}"/>
          </ac:spMkLst>
        </pc:spChg>
        <pc:spChg chg="add mod">
          <ac:chgData name="Weifeng Xu" userId="e7aed605-a3dd-4d5a-a692-a87037af107b" providerId="ADAL" clId="{7247261D-A2FF-471A-80A9-BB4A487C8F58}" dt="2021-09-18T20:03:16.704" v="3390" actId="1076"/>
          <ac:spMkLst>
            <pc:docMk/>
            <pc:sldMk cId="549852275" sldId="294"/>
            <ac:spMk id="6" creationId="{C6413B88-9824-4C94-ABD6-A970E8368D84}"/>
          </ac:spMkLst>
        </pc:spChg>
        <pc:spChg chg="add mod">
          <ac:chgData name="Weifeng Xu" userId="e7aed605-a3dd-4d5a-a692-a87037af107b" providerId="ADAL" clId="{7247261D-A2FF-471A-80A9-BB4A487C8F58}" dt="2022-10-28T19:58:35.251" v="6174" actId="6549"/>
          <ac:spMkLst>
            <pc:docMk/>
            <pc:sldMk cId="549852275" sldId="294"/>
            <ac:spMk id="7" creationId="{390EC80F-F7FE-4552-AFC4-9158EFEB4204}"/>
          </ac:spMkLst>
        </pc:spChg>
        <pc:spChg chg="add mod">
          <ac:chgData name="Weifeng Xu" userId="e7aed605-a3dd-4d5a-a692-a87037af107b" providerId="ADAL" clId="{7247261D-A2FF-471A-80A9-BB4A487C8F58}" dt="2022-03-10T01:59:02.659" v="5490" actId="1076"/>
          <ac:spMkLst>
            <pc:docMk/>
            <pc:sldMk cId="549852275" sldId="294"/>
            <ac:spMk id="9" creationId="{EAC8EB28-04D8-4333-B194-378685B25D96}"/>
          </ac:spMkLst>
        </pc:spChg>
        <pc:picChg chg="add mod">
          <ac:chgData name="Weifeng Xu" userId="e7aed605-a3dd-4d5a-a692-a87037af107b" providerId="ADAL" clId="{7247261D-A2FF-471A-80A9-BB4A487C8F58}" dt="2021-09-18T20:02:48.797" v="3388" actId="1076"/>
          <ac:picMkLst>
            <pc:docMk/>
            <pc:sldMk cId="549852275" sldId="294"/>
            <ac:picMk id="4" creationId="{7BC9C898-4861-4402-AD09-B54FF35D0ED2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1-09-18T20:20:02.361" v="3454" actId="1076"/>
        <pc:sldMkLst>
          <pc:docMk/>
          <pc:sldMk cId="64490784" sldId="295"/>
        </pc:sldMkLst>
        <pc:spChg chg="add mod ord">
          <ac:chgData name="Weifeng Xu" userId="e7aed605-a3dd-4d5a-a692-a87037af107b" providerId="ADAL" clId="{7247261D-A2FF-471A-80A9-BB4A487C8F58}" dt="2021-09-18T20:08:41.912" v="3444" actId="700"/>
          <ac:spMkLst>
            <pc:docMk/>
            <pc:sldMk cId="64490784" sldId="295"/>
            <ac:spMk id="2" creationId="{C43B3ECE-2416-433A-82E0-78E03650EBC9}"/>
          </ac:spMkLst>
        </pc:spChg>
        <pc:spChg chg="add del mod">
          <ac:chgData name="Weifeng Xu" userId="e7aed605-a3dd-4d5a-a692-a87037af107b" providerId="ADAL" clId="{7247261D-A2FF-471A-80A9-BB4A487C8F58}" dt="2021-09-18T20:08:41.912" v="3444" actId="700"/>
          <ac:spMkLst>
            <pc:docMk/>
            <pc:sldMk cId="64490784" sldId="295"/>
            <ac:spMk id="3" creationId="{BDD588DC-8712-40B4-B162-886C94945438}"/>
          </ac:spMkLst>
        </pc:spChg>
        <pc:picChg chg="add mod">
          <ac:chgData name="Weifeng Xu" userId="e7aed605-a3dd-4d5a-a692-a87037af107b" providerId="ADAL" clId="{7247261D-A2FF-471A-80A9-BB4A487C8F58}" dt="2021-09-18T20:20:02.361" v="3454" actId="1076"/>
          <ac:picMkLst>
            <pc:docMk/>
            <pc:sldMk cId="64490784" sldId="295"/>
            <ac:picMk id="4" creationId="{421D9997-92A5-41A6-91CE-E3145680350B}"/>
          </ac:picMkLst>
        </pc:picChg>
        <pc:picChg chg="add del mod">
          <ac:chgData name="Weifeng Xu" userId="e7aed605-a3dd-4d5a-a692-a87037af107b" providerId="ADAL" clId="{7247261D-A2FF-471A-80A9-BB4A487C8F58}" dt="2021-09-18T20:19:22.736" v="3451" actId="478"/>
          <ac:picMkLst>
            <pc:docMk/>
            <pc:sldMk cId="64490784" sldId="295"/>
            <ac:picMk id="5" creationId="{C631EFA3-C025-4656-B67E-369B8AC1880B}"/>
          </ac:picMkLst>
        </pc:picChg>
        <pc:picChg chg="add del mod">
          <ac:chgData name="Weifeng Xu" userId="e7aed605-a3dd-4d5a-a692-a87037af107b" providerId="ADAL" clId="{7247261D-A2FF-471A-80A9-BB4A487C8F58}" dt="2021-09-18T20:19:23.790" v="3452" actId="478"/>
          <ac:picMkLst>
            <pc:docMk/>
            <pc:sldMk cId="64490784" sldId="295"/>
            <ac:picMk id="7" creationId="{EAEF2043-4EC6-417F-B35A-7D0A177F902C}"/>
          </ac:picMkLst>
        </pc:picChg>
      </pc:sldChg>
      <pc:sldChg chg="addSp delSp modSp new mod modClrScheme chgLayout">
        <pc:chgData name="Weifeng Xu" userId="e7aed605-a3dd-4d5a-a692-a87037af107b" providerId="ADAL" clId="{7247261D-A2FF-471A-80A9-BB4A487C8F58}" dt="2021-09-19T01:14:12.530" v="4279" actId="14100"/>
        <pc:sldMkLst>
          <pc:docMk/>
          <pc:sldMk cId="4022512922" sldId="296"/>
        </pc:sldMkLst>
        <pc:spChg chg="del">
          <ac:chgData name="Weifeng Xu" userId="e7aed605-a3dd-4d5a-a692-a87037af107b" providerId="ADAL" clId="{7247261D-A2FF-471A-80A9-BB4A487C8F58}" dt="2021-09-18T20:34:21.802" v="3535" actId="700"/>
          <ac:spMkLst>
            <pc:docMk/>
            <pc:sldMk cId="4022512922" sldId="296"/>
            <ac:spMk id="2" creationId="{4A2DEA6D-568A-4812-8454-E484E63D3101}"/>
          </ac:spMkLst>
        </pc:spChg>
        <pc:spChg chg="add mod">
          <ac:chgData name="Weifeng Xu" userId="e7aed605-a3dd-4d5a-a692-a87037af107b" providerId="ADAL" clId="{7247261D-A2FF-471A-80A9-BB4A487C8F58}" dt="2021-09-19T01:14:12.530" v="4279" actId="14100"/>
          <ac:spMkLst>
            <pc:docMk/>
            <pc:sldMk cId="4022512922" sldId="296"/>
            <ac:spMk id="5" creationId="{2FE855BB-D38F-4F8B-A691-8815A2D901C5}"/>
          </ac:spMkLst>
        </pc:spChg>
        <pc:spChg chg="add mod">
          <ac:chgData name="Weifeng Xu" userId="e7aed605-a3dd-4d5a-a692-a87037af107b" providerId="ADAL" clId="{7247261D-A2FF-471A-80A9-BB4A487C8F58}" dt="2021-09-19T01:12:37.204" v="4215" actId="1076"/>
          <ac:spMkLst>
            <pc:docMk/>
            <pc:sldMk cId="4022512922" sldId="296"/>
            <ac:spMk id="8" creationId="{6D2CAFB2-188B-4397-87AC-185EB3F74DA7}"/>
          </ac:spMkLst>
        </pc:spChg>
        <pc:spChg chg="add mod">
          <ac:chgData name="Weifeng Xu" userId="e7aed605-a3dd-4d5a-a692-a87037af107b" providerId="ADAL" clId="{7247261D-A2FF-471A-80A9-BB4A487C8F58}" dt="2021-09-19T01:07:14.618" v="4196" actId="20577"/>
          <ac:spMkLst>
            <pc:docMk/>
            <pc:sldMk cId="4022512922" sldId="296"/>
            <ac:spMk id="11" creationId="{638CC44E-0567-4041-92C9-39F037BC9BB1}"/>
          </ac:spMkLst>
        </pc:spChg>
        <pc:picChg chg="add mod">
          <ac:chgData name="Weifeng Xu" userId="e7aed605-a3dd-4d5a-a692-a87037af107b" providerId="ADAL" clId="{7247261D-A2FF-471A-80A9-BB4A487C8F58}" dt="2021-09-18T20:49:01.093" v="3666" actId="1076"/>
          <ac:picMkLst>
            <pc:docMk/>
            <pc:sldMk cId="4022512922" sldId="296"/>
            <ac:picMk id="4" creationId="{DB91CC2D-8937-42D2-9CB7-6A6A65A824FE}"/>
          </ac:picMkLst>
        </pc:picChg>
        <pc:picChg chg="add mod">
          <ac:chgData name="Weifeng Xu" userId="e7aed605-a3dd-4d5a-a692-a87037af107b" providerId="ADAL" clId="{7247261D-A2FF-471A-80A9-BB4A487C8F58}" dt="2021-09-18T20:49:08.731" v="3668" actId="1076"/>
          <ac:picMkLst>
            <pc:docMk/>
            <pc:sldMk cId="4022512922" sldId="296"/>
            <ac:picMk id="7" creationId="{2B6FF3C5-B6B1-4064-A47F-01CF20AD65BC}"/>
          </ac:picMkLst>
        </pc:picChg>
        <pc:picChg chg="add mod">
          <ac:chgData name="Weifeng Xu" userId="e7aed605-a3dd-4d5a-a692-a87037af107b" providerId="ADAL" clId="{7247261D-A2FF-471A-80A9-BB4A487C8F58}" dt="2021-09-18T20:49:18.625" v="3671" actId="1076"/>
          <ac:picMkLst>
            <pc:docMk/>
            <pc:sldMk cId="4022512922" sldId="296"/>
            <ac:picMk id="10" creationId="{99FEC712-F85B-470B-9102-C25F35AC994B}"/>
          </ac:picMkLst>
        </pc:picChg>
      </pc:sldChg>
      <pc:sldChg chg="addSp modSp new mod modClrScheme chgLayout">
        <pc:chgData name="Weifeng Xu" userId="e7aed605-a3dd-4d5a-a692-a87037af107b" providerId="ADAL" clId="{7247261D-A2FF-471A-80A9-BB4A487C8F58}" dt="2022-03-10T01:59:59.281" v="5492" actId="20577"/>
        <pc:sldMkLst>
          <pc:docMk/>
          <pc:sldMk cId="442118666" sldId="297"/>
        </pc:sldMkLst>
        <pc:spChg chg="add mod">
          <ac:chgData name="Weifeng Xu" userId="e7aed605-a3dd-4d5a-a692-a87037af107b" providerId="ADAL" clId="{7247261D-A2FF-471A-80A9-BB4A487C8F58}" dt="2021-09-26T19:16:04.950" v="5255" actId="6549"/>
          <ac:spMkLst>
            <pc:docMk/>
            <pc:sldMk cId="442118666" sldId="297"/>
            <ac:spMk id="2" creationId="{A588FDF6-1975-4A4E-AA48-00F4CA8FB5FF}"/>
          </ac:spMkLst>
        </pc:spChg>
        <pc:spChg chg="add mod">
          <ac:chgData name="Weifeng Xu" userId="e7aed605-a3dd-4d5a-a692-a87037af107b" providerId="ADAL" clId="{7247261D-A2FF-471A-80A9-BB4A487C8F58}" dt="2021-09-18T22:26:54.608" v="3772" actId="1076"/>
          <ac:spMkLst>
            <pc:docMk/>
            <pc:sldMk cId="442118666" sldId="297"/>
            <ac:spMk id="5" creationId="{9B9D1567-9ABC-4515-B8DD-5124971168E3}"/>
          </ac:spMkLst>
        </pc:spChg>
        <pc:spChg chg="add mod">
          <ac:chgData name="Weifeng Xu" userId="e7aed605-a3dd-4d5a-a692-a87037af107b" providerId="ADAL" clId="{7247261D-A2FF-471A-80A9-BB4A487C8F58}" dt="2022-03-10T01:59:59.281" v="5492" actId="20577"/>
          <ac:spMkLst>
            <pc:docMk/>
            <pc:sldMk cId="442118666" sldId="297"/>
            <ac:spMk id="6" creationId="{AE5ACC5D-1A84-48E6-B2E6-9C3C2A972C2F}"/>
          </ac:spMkLst>
        </pc:spChg>
        <pc:picChg chg="add mod">
          <ac:chgData name="Weifeng Xu" userId="e7aed605-a3dd-4d5a-a692-a87037af107b" providerId="ADAL" clId="{7247261D-A2FF-471A-80A9-BB4A487C8F58}" dt="2021-09-18T22:26:36.599" v="3769" actId="1076"/>
          <ac:picMkLst>
            <pc:docMk/>
            <pc:sldMk cId="442118666" sldId="297"/>
            <ac:picMk id="4" creationId="{AD5AC37E-4E94-4F4F-9978-4DB3691D73A6}"/>
          </ac:picMkLst>
        </pc:picChg>
      </pc:sldChg>
      <pc:sldChg chg="addSp delSp modSp new mod modClrScheme chgLayout modNotesTx">
        <pc:chgData name="Weifeng Xu" userId="e7aed605-a3dd-4d5a-a692-a87037af107b" providerId="ADAL" clId="{7247261D-A2FF-471A-80A9-BB4A487C8F58}" dt="2021-09-27T23:07:17.490" v="5429" actId="20578"/>
        <pc:sldMkLst>
          <pc:docMk/>
          <pc:sldMk cId="3585044140" sldId="298"/>
        </pc:sldMkLst>
        <pc:spChg chg="add mod">
          <ac:chgData name="Weifeng Xu" userId="e7aed605-a3dd-4d5a-a692-a87037af107b" providerId="ADAL" clId="{7247261D-A2FF-471A-80A9-BB4A487C8F58}" dt="2021-09-19T00:32:21.854" v="3909" actId="207"/>
          <ac:spMkLst>
            <pc:docMk/>
            <pc:sldMk cId="3585044140" sldId="298"/>
            <ac:spMk id="2" creationId="{64D5D1EE-F83A-4AEA-8B87-EAA4981AEA9F}"/>
          </ac:spMkLst>
        </pc:spChg>
        <pc:spChg chg="add mod">
          <ac:chgData name="Weifeng Xu" userId="e7aed605-a3dd-4d5a-a692-a87037af107b" providerId="ADAL" clId="{7247261D-A2FF-471A-80A9-BB4A487C8F58}" dt="2021-09-19T02:20:57.922" v="4422" actId="1076"/>
          <ac:spMkLst>
            <pc:docMk/>
            <pc:sldMk cId="3585044140" sldId="298"/>
            <ac:spMk id="13" creationId="{EFCC03E0-ACA1-447B-ABB3-478ADCE294E0}"/>
          </ac:spMkLst>
        </pc:spChg>
        <pc:graphicFrameChg chg="add mod modGraphic">
          <ac:chgData name="Weifeng Xu" userId="e7aed605-a3dd-4d5a-a692-a87037af107b" providerId="ADAL" clId="{7247261D-A2FF-471A-80A9-BB4A487C8F58}" dt="2021-09-27T23:07:17.490" v="5429" actId="20578"/>
          <ac:graphicFrameMkLst>
            <pc:docMk/>
            <pc:sldMk cId="3585044140" sldId="298"/>
            <ac:graphicFrameMk id="3" creationId="{5F05C5B0-1C23-4BBB-B22E-800C1FB6A8A0}"/>
          </ac:graphicFrameMkLst>
        </pc:graphicFrameChg>
        <pc:picChg chg="add del mod">
          <ac:chgData name="Weifeng Xu" userId="e7aed605-a3dd-4d5a-a692-a87037af107b" providerId="ADAL" clId="{7247261D-A2FF-471A-80A9-BB4A487C8F58}" dt="2021-09-19T02:20:50.590" v="4418" actId="478"/>
          <ac:picMkLst>
            <pc:docMk/>
            <pc:sldMk cId="3585044140" sldId="298"/>
            <ac:picMk id="4" creationId="{5C8F9F55-6816-4196-83A0-9A0D5B3E5EAE}"/>
          </ac:picMkLst>
        </pc:picChg>
        <pc:picChg chg="add mod modCrop">
          <ac:chgData name="Weifeng Xu" userId="e7aed605-a3dd-4d5a-a692-a87037af107b" providerId="ADAL" clId="{7247261D-A2FF-471A-80A9-BB4A487C8F58}" dt="2021-09-19T02:21:29.995" v="4431" actId="1076"/>
          <ac:picMkLst>
            <pc:docMk/>
            <pc:sldMk cId="3585044140" sldId="298"/>
            <ac:picMk id="6" creationId="{1C473B53-8688-4B22-8F2A-36649C423482}"/>
          </ac:picMkLst>
        </pc:picChg>
        <pc:picChg chg="add del mod">
          <ac:chgData name="Weifeng Xu" userId="e7aed605-a3dd-4d5a-a692-a87037af107b" providerId="ADAL" clId="{7247261D-A2FF-471A-80A9-BB4A487C8F58}" dt="2021-09-19T01:21:21.861" v="4300" actId="22"/>
          <ac:picMkLst>
            <pc:docMk/>
            <pc:sldMk cId="3585044140" sldId="298"/>
            <ac:picMk id="8" creationId="{A6983548-4097-4BDE-B2FC-A869739ABE0E}"/>
          </ac:picMkLst>
        </pc:picChg>
        <pc:picChg chg="add mod">
          <ac:chgData name="Weifeng Xu" userId="e7aed605-a3dd-4d5a-a692-a87037af107b" providerId="ADAL" clId="{7247261D-A2FF-471A-80A9-BB4A487C8F58}" dt="2021-09-19T02:21:10.187" v="4428" actId="1076"/>
          <ac:picMkLst>
            <pc:docMk/>
            <pc:sldMk cId="3585044140" sldId="298"/>
            <ac:picMk id="10" creationId="{0C196F5A-7926-48D7-8112-B9BE24C5E5CB}"/>
          </ac:picMkLst>
        </pc:picChg>
        <pc:picChg chg="add mod">
          <ac:chgData name="Weifeng Xu" userId="e7aed605-a3dd-4d5a-a692-a87037af107b" providerId="ADAL" clId="{7247261D-A2FF-471A-80A9-BB4A487C8F58}" dt="2021-09-19T02:21:29.013" v="4430" actId="1076"/>
          <ac:picMkLst>
            <pc:docMk/>
            <pc:sldMk cId="3585044140" sldId="298"/>
            <ac:picMk id="12" creationId="{AD8FD607-A4FB-46CC-9156-90B6186374A5}"/>
          </ac:picMkLst>
        </pc:picChg>
        <pc:picChg chg="add mod">
          <ac:chgData name="Weifeng Xu" userId="e7aed605-a3dd-4d5a-a692-a87037af107b" providerId="ADAL" clId="{7247261D-A2FF-471A-80A9-BB4A487C8F58}" dt="2021-09-19T02:21:00.216" v="4423" actId="1076"/>
          <ac:picMkLst>
            <pc:docMk/>
            <pc:sldMk cId="3585044140" sldId="298"/>
            <ac:picMk id="15" creationId="{547919C6-660C-47E0-A8E8-69F811AAE787}"/>
          </ac:picMkLst>
        </pc:picChg>
      </pc:sldChg>
      <pc:sldChg chg="addSp delSp modSp new mod modClrScheme chgLayout modNotesTx">
        <pc:chgData name="Weifeng Xu" userId="e7aed605-a3dd-4d5a-a692-a87037af107b" providerId="ADAL" clId="{7247261D-A2FF-471A-80A9-BB4A487C8F58}" dt="2023-04-08T14:38:32.156" v="6200" actId="33524"/>
        <pc:sldMkLst>
          <pc:docMk/>
          <pc:sldMk cId="1599344352" sldId="299"/>
        </pc:sldMkLst>
        <pc:spChg chg="del">
          <ac:chgData name="Weifeng Xu" userId="e7aed605-a3dd-4d5a-a692-a87037af107b" providerId="ADAL" clId="{7247261D-A2FF-471A-80A9-BB4A487C8F58}" dt="2021-09-19T02:23:58.320" v="4439" actId="700"/>
          <ac:spMkLst>
            <pc:docMk/>
            <pc:sldMk cId="1599344352" sldId="299"/>
            <ac:spMk id="2" creationId="{095D3457-6DD4-4793-9B64-EA85384C62D1}"/>
          </ac:spMkLst>
        </pc:spChg>
        <pc:spChg chg="add mod">
          <ac:chgData name="Weifeng Xu" userId="e7aed605-a3dd-4d5a-a692-a87037af107b" providerId="ADAL" clId="{7247261D-A2FF-471A-80A9-BB4A487C8F58}" dt="2023-04-08T14:38:32.156" v="6200" actId="33524"/>
          <ac:spMkLst>
            <pc:docMk/>
            <pc:sldMk cId="1599344352" sldId="299"/>
            <ac:spMk id="5" creationId="{9D6422E9-569B-4E77-B65B-48E813AA2441}"/>
          </ac:spMkLst>
        </pc:spChg>
        <pc:picChg chg="add mod">
          <ac:chgData name="Weifeng Xu" userId="e7aed605-a3dd-4d5a-a692-a87037af107b" providerId="ADAL" clId="{7247261D-A2FF-471A-80A9-BB4A487C8F58}" dt="2021-09-19T02:23:38.255" v="4437" actId="1076"/>
          <ac:picMkLst>
            <pc:docMk/>
            <pc:sldMk cId="1599344352" sldId="299"/>
            <ac:picMk id="4" creationId="{1677A682-BC07-4468-8C9A-170B04106682}"/>
          </ac:picMkLst>
        </pc:picChg>
      </pc:sldChg>
      <pc:sldChg chg="addSp modSp new mod">
        <pc:chgData name="Weifeng Xu" userId="e7aed605-a3dd-4d5a-a692-a87037af107b" providerId="ADAL" clId="{7247261D-A2FF-471A-80A9-BB4A487C8F58}" dt="2023-04-10T19:15:53.704" v="6466" actId="207"/>
        <pc:sldMkLst>
          <pc:docMk/>
          <pc:sldMk cId="754365290" sldId="300"/>
        </pc:sldMkLst>
        <pc:spChg chg="mod">
          <ac:chgData name="Weifeng Xu" userId="e7aed605-a3dd-4d5a-a692-a87037af107b" providerId="ADAL" clId="{7247261D-A2FF-471A-80A9-BB4A487C8F58}" dt="2021-09-26T15:44:13.273" v="4890" actId="1076"/>
          <ac:spMkLst>
            <pc:docMk/>
            <pc:sldMk cId="754365290" sldId="300"/>
            <ac:spMk id="2" creationId="{BCBAF175-3309-428B-958D-BAECCFB7498C}"/>
          </ac:spMkLst>
        </pc:spChg>
        <pc:spChg chg="add mod">
          <ac:chgData name="Weifeng Xu" userId="e7aed605-a3dd-4d5a-a692-a87037af107b" providerId="ADAL" clId="{7247261D-A2FF-471A-80A9-BB4A487C8F58}" dt="2021-09-26T15:44:19.096" v="4891" actId="1076"/>
          <ac:spMkLst>
            <pc:docMk/>
            <pc:sldMk cId="754365290" sldId="300"/>
            <ac:spMk id="4" creationId="{03BECB84-B4F2-433B-8EE2-1FC340DF8C29}"/>
          </ac:spMkLst>
        </pc:spChg>
        <pc:spChg chg="add mod">
          <ac:chgData name="Weifeng Xu" userId="e7aed605-a3dd-4d5a-a692-a87037af107b" providerId="ADAL" clId="{7247261D-A2FF-471A-80A9-BB4A487C8F58}" dt="2021-09-26T15:44:19.096" v="4891" actId="1076"/>
          <ac:spMkLst>
            <pc:docMk/>
            <pc:sldMk cId="754365290" sldId="300"/>
            <ac:spMk id="5" creationId="{C2AC19F7-1005-4964-A914-B5407863978E}"/>
          </ac:spMkLst>
        </pc:spChg>
        <pc:spChg chg="add mod">
          <ac:chgData name="Weifeng Xu" userId="e7aed605-a3dd-4d5a-a692-a87037af107b" providerId="ADAL" clId="{7247261D-A2FF-471A-80A9-BB4A487C8F58}" dt="2021-09-26T15:44:19.096" v="4891" actId="1076"/>
          <ac:spMkLst>
            <pc:docMk/>
            <pc:sldMk cId="754365290" sldId="300"/>
            <ac:spMk id="7" creationId="{D2FE73FE-6EE1-466B-AC5A-B297E7942F3E}"/>
          </ac:spMkLst>
        </pc:spChg>
        <pc:spChg chg="add mod">
          <ac:chgData name="Weifeng Xu" userId="e7aed605-a3dd-4d5a-a692-a87037af107b" providerId="ADAL" clId="{7247261D-A2FF-471A-80A9-BB4A487C8F58}" dt="2021-09-26T15:44:19.096" v="4891" actId="1076"/>
          <ac:spMkLst>
            <pc:docMk/>
            <pc:sldMk cId="754365290" sldId="300"/>
            <ac:spMk id="11" creationId="{2E0BA823-0D65-41F6-934E-F83277F561F5}"/>
          </ac:spMkLst>
        </pc:spChg>
        <pc:graphicFrameChg chg="add mod modGraphic">
          <ac:chgData name="Weifeng Xu" userId="e7aed605-a3dd-4d5a-a692-a87037af107b" providerId="ADAL" clId="{7247261D-A2FF-471A-80A9-BB4A487C8F58}" dt="2023-04-10T19:15:53.704" v="6466" actId="207"/>
          <ac:graphicFrameMkLst>
            <pc:docMk/>
            <pc:sldMk cId="754365290" sldId="300"/>
            <ac:graphicFrameMk id="13" creationId="{A29C4644-B223-45CF-94D4-AA6CFE861408}"/>
          </ac:graphicFrameMkLst>
        </pc:graphicFrameChg>
        <pc:picChg chg="add mod">
          <ac:chgData name="Weifeng Xu" userId="e7aed605-a3dd-4d5a-a692-a87037af107b" providerId="ADAL" clId="{7247261D-A2FF-471A-80A9-BB4A487C8F58}" dt="2021-09-26T15:44:19.096" v="4891" actId="1076"/>
          <ac:picMkLst>
            <pc:docMk/>
            <pc:sldMk cId="754365290" sldId="300"/>
            <ac:picMk id="3" creationId="{70AA632A-5D58-442D-917D-620C245B069B}"/>
          </ac:picMkLst>
        </pc:picChg>
        <pc:cxnChg chg="add mod">
          <ac:chgData name="Weifeng Xu" userId="e7aed605-a3dd-4d5a-a692-a87037af107b" providerId="ADAL" clId="{7247261D-A2FF-471A-80A9-BB4A487C8F58}" dt="2021-09-26T15:44:19.096" v="4891" actId="1076"/>
          <ac:cxnSpMkLst>
            <pc:docMk/>
            <pc:sldMk cId="754365290" sldId="300"/>
            <ac:cxnSpMk id="9" creationId="{CF6AA392-8878-4B9A-984A-D53C63223301}"/>
          </ac:cxnSpMkLst>
        </pc:cxnChg>
        <pc:cxnChg chg="add mod">
          <ac:chgData name="Weifeng Xu" userId="e7aed605-a3dd-4d5a-a692-a87037af107b" providerId="ADAL" clId="{7247261D-A2FF-471A-80A9-BB4A487C8F58}" dt="2021-09-26T15:44:19.096" v="4891" actId="1076"/>
          <ac:cxnSpMkLst>
            <pc:docMk/>
            <pc:sldMk cId="754365290" sldId="300"/>
            <ac:cxnSpMk id="12" creationId="{18087927-E885-4937-A10D-EEA0944170AF}"/>
          </ac:cxnSpMkLst>
        </pc:cxnChg>
      </pc:sldChg>
      <pc:sldChg chg="addSp delSp modSp new del mod modClrScheme chgLayout">
        <pc:chgData name="Weifeng Xu" userId="e7aed605-a3dd-4d5a-a692-a87037af107b" providerId="ADAL" clId="{7247261D-A2FF-471A-80A9-BB4A487C8F58}" dt="2021-09-26T14:28:07.240" v="4581" actId="680"/>
        <pc:sldMkLst>
          <pc:docMk/>
          <pc:sldMk cId="1200794231" sldId="300"/>
        </pc:sldMkLst>
        <pc:spChg chg="add del mod ord">
          <ac:chgData name="Weifeng Xu" userId="e7aed605-a3dd-4d5a-a692-a87037af107b" providerId="ADAL" clId="{7247261D-A2FF-471A-80A9-BB4A487C8F58}" dt="2021-09-26T14:28:05.485" v="4580" actId="700"/>
          <ac:spMkLst>
            <pc:docMk/>
            <pc:sldMk cId="1200794231" sldId="300"/>
            <ac:spMk id="2" creationId="{1ACCFE38-9548-4D4F-8E36-5FA7935EFF93}"/>
          </ac:spMkLst>
        </pc:spChg>
        <pc:spChg chg="add del mod ord">
          <ac:chgData name="Weifeng Xu" userId="e7aed605-a3dd-4d5a-a692-a87037af107b" providerId="ADAL" clId="{7247261D-A2FF-471A-80A9-BB4A487C8F58}" dt="2021-09-26T14:28:05.485" v="4580" actId="700"/>
          <ac:spMkLst>
            <pc:docMk/>
            <pc:sldMk cId="1200794231" sldId="300"/>
            <ac:spMk id="3" creationId="{120A50E3-3E53-4258-BE04-AF59AB541C59}"/>
          </ac:spMkLst>
        </pc:spChg>
        <pc:spChg chg="add del mod ord">
          <ac:chgData name="Weifeng Xu" userId="e7aed605-a3dd-4d5a-a692-a87037af107b" providerId="ADAL" clId="{7247261D-A2FF-471A-80A9-BB4A487C8F58}" dt="2021-09-26T14:28:05.485" v="4580" actId="700"/>
          <ac:spMkLst>
            <pc:docMk/>
            <pc:sldMk cId="1200794231" sldId="300"/>
            <ac:spMk id="4" creationId="{81540A23-CF71-40A1-B5D0-137A6E92CD86}"/>
          </ac:spMkLst>
        </pc:spChg>
      </pc:sldChg>
      <pc:sldChg chg="addSp modSp new mod modClrScheme chgLayout modNotesTx">
        <pc:chgData name="Weifeng Xu" userId="e7aed605-a3dd-4d5a-a692-a87037af107b" providerId="ADAL" clId="{7247261D-A2FF-471A-80A9-BB4A487C8F58}" dt="2021-09-26T19:22:53.566" v="5304" actId="20577"/>
        <pc:sldMkLst>
          <pc:docMk/>
          <pc:sldMk cId="2908707101" sldId="301"/>
        </pc:sldMkLst>
        <pc:spChg chg="mod ord">
          <ac:chgData name="Weifeng Xu" userId="e7aed605-a3dd-4d5a-a692-a87037af107b" providerId="ADAL" clId="{7247261D-A2FF-471A-80A9-BB4A487C8F58}" dt="2021-09-26T15:55:19.954" v="5056" actId="700"/>
          <ac:spMkLst>
            <pc:docMk/>
            <pc:sldMk cId="2908707101" sldId="301"/>
            <ac:spMk id="2" creationId="{8BF7CCE7-921F-456C-A4CA-0315CB7EBBF0}"/>
          </ac:spMkLst>
        </pc:spChg>
        <pc:spChg chg="add mod ord">
          <ac:chgData name="Weifeng Xu" userId="e7aed605-a3dd-4d5a-a692-a87037af107b" providerId="ADAL" clId="{7247261D-A2FF-471A-80A9-BB4A487C8F58}" dt="2021-09-26T19:22:53.566" v="5304" actId="20577"/>
          <ac:spMkLst>
            <pc:docMk/>
            <pc:sldMk cId="2908707101" sldId="301"/>
            <ac:spMk id="3" creationId="{36D85154-A468-467F-A124-4A23F3E1B6AA}"/>
          </ac:spMkLst>
        </pc:spChg>
      </pc:sldChg>
      <pc:sldChg chg="modSp new mod">
        <pc:chgData name="Weifeng Xu" userId="e7aed605-a3dd-4d5a-a692-a87037af107b" providerId="ADAL" clId="{7247261D-A2FF-471A-80A9-BB4A487C8F58}" dt="2023-04-08T14:46:20.004" v="6412" actId="20577"/>
        <pc:sldMkLst>
          <pc:docMk/>
          <pc:sldMk cId="3497921993" sldId="302"/>
        </pc:sldMkLst>
        <pc:spChg chg="mod">
          <ac:chgData name="Weifeng Xu" userId="e7aed605-a3dd-4d5a-a692-a87037af107b" providerId="ADAL" clId="{7247261D-A2FF-471A-80A9-BB4A487C8F58}" dt="2023-04-08T14:45:01.342" v="6236" actId="20577"/>
          <ac:spMkLst>
            <pc:docMk/>
            <pc:sldMk cId="3497921993" sldId="302"/>
            <ac:spMk id="2" creationId="{B79CF0BE-A2E1-C880-4025-B652913E9269}"/>
          </ac:spMkLst>
        </pc:spChg>
        <pc:spChg chg="mod">
          <ac:chgData name="Weifeng Xu" userId="e7aed605-a3dd-4d5a-a692-a87037af107b" providerId="ADAL" clId="{7247261D-A2FF-471A-80A9-BB4A487C8F58}" dt="2023-04-08T14:46:20.004" v="6412" actId="20577"/>
          <ac:spMkLst>
            <pc:docMk/>
            <pc:sldMk cId="3497921993" sldId="302"/>
            <ac:spMk id="3" creationId="{2F05168D-0339-6A3B-88D0-66B29DCDD13B}"/>
          </ac:spMkLst>
        </pc:spChg>
      </pc:sldChg>
      <pc:sldChg chg="addSp delSp modSp new del mod modClrScheme chgLayout">
        <pc:chgData name="Weifeng Xu" userId="e7aed605-a3dd-4d5a-a692-a87037af107b" providerId="ADAL" clId="{7247261D-A2FF-471A-80A9-BB4A487C8F58}" dt="2022-10-23T19:35:12.066" v="5579" actId="680"/>
        <pc:sldMkLst>
          <pc:docMk/>
          <pc:sldMk cId="3981890073" sldId="302"/>
        </pc:sldMkLst>
        <pc:spChg chg="add del">
          <ac:chgData name="Weifeng Xu" userId="e7aed605-a3dd-4d5a-a692-a87037af107b" providerId="ADAL" clId="{7247261D-A2FF-471A-80A9-BB4A487C8F58}" dt="2022-10-23T19:35:11.334" v="5578" actId="700"/>
          <ac:spMkLst>
            <pc:docMk/>
            <pc:sldMk cId="3981890073" sldId="302"/>
            <ac:spMk id="2" creationId="{F6EEAFC4-30F0-3CD5-31F7-567B482C7097}"/>
          </ac:spMkLst>
        </pc:spChg>
        <pc:spChg chg="add del">
          <ac:chgData name="Weifeng Xu" userId="e7aed605-a3dd-4d5a-a692-a87037af107b" providerId="ADAL" clId="{7247261D-A2FF-471A-80A9-BB4A487C8F58}" dt="2022-10-23T19:35:11.334" v="5578" actId="700"/>
          <ac:spMkLst>
            <pc:docMk/>
            <pc:sldMk cId="3981890073" sldId="302"/>
            <ac:spMk id="3" creationId="{F52F7408-C60F-968C-2376-2DE1A7B2A510}"/>
          </ac:spMkLst>
        </pc:spChg>
        <pc:picChg chg="add del mod">
          <ac:chgData name="Weifeng Xu" userId="e7aed605-a3dd-4d5a-a692-a87037af107b" providerId="ADAL" clId="{7247261D-A2FF-471A-80A9-BB4A487C8F58}" dt="2022-10-23T19:35:10.797" v="5577"/>
          <ac:picMkLst>
            <pc:docMk/>
            <pc:sldMk cId="3981890073" sldId="302"/>
            <ac:picMk id="4" creationId="{4872B080-0D5E-7B79-21DF-1AE6B96117C0}"/>
          </ac:picMkLst>
        </pc:picChg>
      </pc:sldChg>
      <pc:sldChg chg="del">
        <pc:chgData name="Weifeng Xu" userId="e7aed605-a3dd-4d5a-a692-a87037af107b" providerId="ADAL" clId="{7247261D-A2FF-471A-80A9-BB4A487C8F58}" dt="2021-09-17T15:50:28.660" v="53" actId="47"/>
        <pc:sldMkLst>
          <pc:docMk/>
          <pc:sldMk cId="810567861" sldId="328"/>
        </pc:sldMkLst>
      </pc:sldChg>
      <pc:sldChg chg="del">
        <pc:chgData name="Weifeng Xu" userId="e7aed605-a3dd-4d5a-a692-a87037af107b" providerId="ADAL" clId="{7247261D-A2FF-471A-80A9-BB4A487C8F58}" dt="2021-09-17T15:50:30.097" v="59" actId="47"/>
        <pc:sldMkLst>
          <pc:docMk/>
          <pc:sldMk cId="4291280803" sldId="330"/>
        </pc:sldMkLst>
      </pc:sldChg>
      <pc:sldChg chg="del">
        <pc:chgData name="Weifeng Xu" userId="e7aed605-a3dd-4d5a-a692-a87037af107b" providerId="ADAL" clId="{7247261D-A2FF-471A-80A9-BB4A487C8F58}" dt="2021-09-17T15:50:28.695" v="54" actId="47"/>
        <pc:sldMkLst>
          <pc:docMk/>
          <pc:sldMk cId="1569068419" sldId="331"/>
        </pc:sldMkLst>
      </pc:sldChg>
      <pc:sldChg chg="del">
        <pc:chgData name="Weifeng Xu" userId="e7aed605-a3dd-4d5a-a692-a87037af107b" providerId="ADAL" clId="{7247261D-A2FF-471A-80A9-BB4A487C8F58}" dt="2021-09-17T15:50:28.723" v="55" actId="47"/>
        <pc:sldMkLst>
          <pc:docMk/>
          <pc:sldMk cId="831770719" sldId="332"/>
        </pc:sldMkLst>
      </pc:sldChg>
      <pc:sldChg chg="del">
        <pc:chgData name="Weifeng Xu" userId="e7aed605-a3dd-4d5a-a692-a87037af107b" providerId="ADAL" clId="{7247261D-A2FF-471A-80A9-BB4A487C8F58}" dt="2021-09-17T15:50:29.523" v="56" actId="47"/>
        <pc:sldMkLst>
          <pc:docMk/>
          <pc:sldMk cId="122673006" sldId="333"/>
        </pc:sldMkLst>
      </pc:sldChg>
      <pc:sldChg chg="del">
        <pc:chgData name="Weifeng Xu" userId="e7aed605-a3dd-4d5a-a692-a87037af107b" providerId="ADAL" clId="{7247261D-A2FF-471A-80A9-BB4A487C8F58}" dt="2021-09-17T15:50:30.032" v="57" actId="47"/>
        <pc:sldMkLst>
          <pc:docMk/>
          <pc:sldMk cId="1181334279" sldId="334"/>
        </pc:sldMkLst>
      </pc:sldChg>
      <pc:sldChg chg="del">
        <pc:chgData name="Weifeng Xu" userId="e7aed605-a3dd-4d5a-a692-a87037af107b" providerId="ADAL" clId="{7247261D-A2FF-471A-80A9-BB4A487C8F58}" dt="2021-09-17T15:50:30.066" v="58" actId="47"/>
        <pc:sldMkLst>
          <pc:docMk/>
          <pc:sldMk cId="644072229" sldId="335"/>
        </pc:sldMkLst>
      </pc:sldChg>
      <pc:sldChg chg="del">
        <pc:chgData name="Weifeng Xu" userId="e7aed605-a3dd-4d5a-a692-a87037af107b" providerId="ADAL" clId="{7247261D-A2FF-471A-80A9-BB4A487C8F58}" dt="2021-09-17T15:50:30.128" v="60" actId="47"/>
        <pc:sldMkLst>
          <pc:docMk/>
          <pc:sldMk cId="3442844839" sldId="336"/>
        </pc:sldMkLst>
      </pc:sldChg>
      <pc:sldChg chg="del">
        <pc:chgData name="Weifeng Xu" userId="e7aed605-a3dd-4d5a-a692-a87037af107b" providerId="ADAL" clId="{7247261D-A2FF-471A-80A9-BB4A487C8F58}" dt="2021-09-17T15:50:30.159" v="61" actId="47"/>
        <pc:sldMkLst>
          <pc:docMk/>
          <pc:sldMk cId="2242211775" sldId="337"/>
        </pc:sldMkLst>
      </pc:sldChg>
      <pc:sldChg chg="del">
        <pc:chgData name="Weifeng Xu" userId="e7aed605-a3dd-4d5a-a692-a87037af107b" providerId="ADAL" clId="{7247261D-A2FF-471A-80A9-BB4A487C8F58}" dt="2021-09-17T15:50:30.189" v="62" actId="47"/>
        <pc:sldMkLst>
          <pc:docMk/>
          <pc:sldMk cId="687037807" sldId="338"/>
        </pc:sldMkLst>
      </pc:sldChg>
      <pc:sldChg chg="del">
        <pc:chgData name="Weifeng Xu" userId="e7aed605-a3dd-4d5a-a692-a87037af107b" providerId="ADAL" clId="{7247261D-A2FF-471A-80A9-BB4A487C8F58}" dt="2021-09-17T15:50:30.222" v="63" actId="47"/>
        <pc:sldMkLst>
          <pc:docMk/>
          <pc:sldMk cId="3412405089" sldId="344"/>
        </pc:sldMkLst>
      </pc:sldChg>
      <pc:sldChg chg="del">
        <pc:chgData name="Weifeng Xu" userId="e7aed605-a3dd-4d5a-a692-a87037af107b" providerId="ADAL" clId="{7247261D-A2FF-471A-80A9-BB4A487C8F58}" dt="2021-09-17T15:50:30.802" v="64" actId="47"/>
        <pc:sldMkLst>
          <pc:docMk/>
          <pc:sldMk cId="948562771" sldId="345"/>
        </pc:sldMkLst>
      </pc:sldChg>
      <pc:sldChg chg="del">
        <pc:chgData name="Weifeng Xu" userId="e7aed605-a3dd-4d5a-a692-a87037af107b" providerId="ADAL" clId="{7247261D-A2FF-471A-80A9-BB4A487C8F58}" dt="2021-09-17T15:50:31.307" v="65" actId="47"/>
        <pc:sldMkLst>
          <pc:docMk/>
          <pc:sldMk cId="1811404570" sldId="346"/>
        </pc:sldMkLst>
      </pc:sldChg>
      <pc:sldChg chg="del">
        <pc:chgData name="Weifeng Xu" userId="e7aed605-a3dd-4d5a-a692-a87037af107b" providerId="ADAL" clId="{7247261D-A2FF-471A-80A9-BB4A487C8F58}" dt="2021-09-17T15:50:31.337" v="66" actId="47"/>
        <pc:sldMkLst>
          <pc:docMk/>
          <pc:sldMk cId="2217270677" sldId="347"/>
        </pc:sldMkLst>
      </pc:sldChg>
      <pc:sldChg chg="del">
        <pc:chgData name="Weifeng Xu" userId="e7aed605-a3dd-4d5a-a692-a87037af107b" providerId="ADAL" clId="{7247261D-A2FF-471A-80A9-BB4A487C8F58}" dt="2021-09-17T15:50:31.369" v="67" actId="47"/>
        <pc:sldMkLst>
          <pc:docMk/>
          <pc:sldMk cId="3407532157" sldId="348"/>
        </pc:sldMkLst>
      </pc:sldChg>
      <pc:sldChg chg="del">
        <pc:chgData name="Weifeng Xu" userId="e7aed605-a3dd-4d5a-a692-a87037af107b" providerId="ADAL" clId="{7247261D-A2FF-471A-80A9-BB4A487C8F58}" dt="2021-09-17T15:50:31.406" v="68" actId="47"/>
        <pc:sldMkLst>
          <pc:docMk/>
          <pc:sldMk cId="4262496046" sldId="349"/>
        </pc:sldMkLst>
      </pc:sldChg>
      <pc:sldChg chg="del">
        <pc:chgData name="Weifeng Xu" userId="e7aed605-a3dd-4d5a-a692-a87037af107b" providerId="ADAL" clId="{7247261D-A2FF-471A-80A9-BB4A487C8F58}" dt="2021-09-17T15:50:31.435" v="69" actId="47"/>
        <pc:sldMkLst>
          <pc:docMk/>
          <pc:sldMk cId="3990954786" sldId="351"/>
        </pc:sldMkLst>
      </pc:sldChg>
      <pc:sldChg chg="del">
        <pc:chgData name="Weifeng Xu" userId="e7aed605-a3dd-4d5a-a692-a87037af107b" providerId="ADAL" clId="{7247261D-A2FF-471A-80A9-BB4A487C8F58}" dt="2021-09-17T15:50:31.482" v="70" actId="47"/>
        <pc:sldMkLst>
          <pc:docMk/>
          <pc:sldMk cId="708597567" sldId="352"/>
        </pc:sldMkLst>
      </pc:sldChg>
      <pc:sldChg chg="del">
        <pc:chgData name="Weifeng Xu" userId="e7aed605-a3dd-4d5a-a692-a87037af107b" providerId="ADAL" clId="{7247261D-A2FF-471A-80A9-BB4A487C8F58}" dt="2021-09-17T15:50:31.516" v="71" actId="47"/>
        <pc:sldMkLst>
          <pc:docMk/>
          <pc:sldMk cId="3427908052" sldId="353"/>
        </pc:sldMkLst>
      </pc:sldChg>
      <pc:sldChg chg="del">
        <pc:chgData name="Weifeng Xu" userId="e7aed605-a3dd-4d5a-a692-a87037af107b" providerId="ADAL" clId="{7247261D-A2FF-471A-80A9-BB4A487C8F58}" dt="2021-09-17T15:50:31.583" v="73" actId="47"/>
        <pc:sldMkLst>
          <pc:docMk/>
          <pc:sldMk cId="1820608806" sldId="354"/>
        </pc:sldMkLst>
      </pc:sldChg>
      <pc:sldChg chg="del">
        <pc:chgData name="Weifeng Xu" userId="e7aed605-a3dd-4d5a-a692-a87037af107b" providerId="ADAL" clId="{7247261D-A2FF-471A-80A9-BB4A487C8F58}" dt="2021-09-17T15:50:31.546" v="72" actId="47"/>
        <pc:sldMkLst>
          <pc:docMk/>
          <pc:sldMk cId="59612101" sldId="355"/>
        </pc:sldMkLst>
      </pc:sldChg>
      <pc:sldChg chg="del">
        <pc:chgData name="Weifeng Xu" userId="e7aed605-a3dd-4d5a-a692-a87037af107b" providerId="ADAL" clId="{7247261D-A2FF-471A-80A9-BB4A487C8F58}" dt="2021-09-17T15:50:31.611" v="74" actId="47"/>
        <pc:sldMkLst>
          <pc:docMk/>
          <pc:sldMk cId="655236940" sldId="356"/>
        </pc:sldMkLst>
      </pc:sldChg>
      <pc:sldChg chg="del">
        <pc:chgData name="Weifeng Xu" userId="e7aed605-a3dd-4d5a-a692-a87037af107b" providerId="ADAL" clId="{7247261D-A2FF-471A-80A9-BB4A487C8F58}" dt="2021-09-17T15:50:32.481" v="75" actId="47"/>
        <pc:sldMkLst>
          <pc:docMk/>
          <pc:sldMk cId="1655981096" sldId="357"/>
        </pc:sldMkLst>
      </pc:sldChg>
      <pc:sldChg chg="del">
        <pc:chgData name="Weifeng Xu" userId="e7aed605-a3dd-4d5a-a692-a87037af107b" providerId="ADAL" clId="{7247261D-A2FF-471A-80A9-BB4A487C8F58}" dt="2021-09-17T15:50:27.901" v="44" actId="47"/>
        <pc:sldMkLst>
          <pc:docMk/>
          <pc:sldMk cId="4131676587" sldId="358"/>
        </pc:sldMkLst>
      </pc:sldChg>
      <pc:sldChg chg="new del">
        <pc:chgData name="Weifeng Xu" userId="e7aed605-a3dd-4d5a-a692-a87037af107b" providerId="ADAL" clId="{7247261D-A2FF-471A-80A9-BB4A487C8F58}" dt="2021-09-17T15:50:28.394" v="45" actId="47"/>
        <pc:sldMkLst>
          <pc:docMk/>
          <pc:sldMk cId="140683175" sldId="359"/>
        </pc:sldMkLst>
      </pc:sldChg>
      <pc:sldChg chg="new del">
        <pc:chgData name="Weifeng Xu" userId="e7aed605-a3dd-4d5a-a692-a87037af107b" providerId="ADAL" clId="{7247261D-A2FF-471A-80A9-BB4A487C8F58}" dt="2021-09-17T15:50:28.440" v="46" actId="47"/>
        <pc:sldMkLst>
          <pc:docMk/>
          <pc:sldMk cId="3259353126" sldId="360"/>
        </pc:sldMkLst>
      </pc:sldChg>
      <pc:sldChg chg="new del">
        <pc:chgData name="Weifeng Xu" userId="e7aed605-a3dd-4d5a-a692-a87037af107b" providerId="ADAL" clId="{7247261D-A2FF-471A-80A9-BB4A487C8F58}" dt="2021-09-17T15:50:28.470" v="47" actId="47"/>
        <pc:sldMkLst>
          <pc:docMk/>
          <pc:sldMk cId="1007852595" sldId="361"/>
        </pc:sldMkLst>
      </pc:sldChg>
      <pc:sldChg chg="new del">
        <pc:chgData name="Weifeng Xu" userId="e7aed605-a3dd-4d5a-a692-a87037af107b" providerId="ADAL" clId="{7247261D-A2FF-471A-80A9-BB4A487C8F58}" dt="2021-09-17T15:50:28.507" v="48" actId="47"/>
        <pc:sldMkLst>
          <pc:docMk/>
          <pc:sldMk cId="1584140609" sldId="362"/>
        </pc:sldMkLst>
      </pc:sldChg>
    </pc:docChg>
  </pc:docChgLst>
  <pc:docChgLst>
    <pc:chgData name="Weifeng Xu" userId="e7aed605-a3dd-4d5a-a692-a87037af107b" providerId="ADAL" clId="{F9E13B1A-5993-472B-AF46-2AFCED69EEE5}"/>
    <pc:docChg chg="modSld">
      <pc:chgData name="Weifeng Xu" userId="e7aed605-a3dd-4d5a-a692-a87037af107b" providerId="ADAL" clId="{F9E13B1A-5993-472B-AF46-2AFCED69EEE5}" dt="2021-02-17T20:02:30.851" v="23"/>
      <pc:docMkLst>
        <pc:docMk/>
      </pc:docMkLst>
      <pc:sldChg chg="modNotesTx">
        <pc:chgData name="Weifeng Xu" userId="e7aed605-a3dd-4d5a-a692-a87037af107b" providerId="ADAL" clId="{F9E13B1A-5993-472B-AF46-2AFCED69EEE5}" dt="2021-02-17T20:01:06.204" v="6" actId="20577"/>
        <pc:sldMkLst>
          <pc:docMk/>
          <pc:sldMk cId="1246350658" sldId="285"/>
        </pc:sldMkLst>
      </pc:sldChg>
      <pc:sldChg chg="modNotesTx">
        <pc:chgData name="Weifeng Xu" userId="e7aed605-a3dd-4d5a-a692-a87037af107b" providerId="ADAL" clId="{F9E13B1A-5993-472B-AF46-2AFCED69EEE5}" dt="2021-02-17T20:02:30.851" v="23"/>
        <pc:sldMkLst>
          <pc:docMk/>
          <pc:sldMk cId="1739446135" sldId="295"/>
        </pc:sldMkLst>
      </pc:sldChg>
    </pc:docChg>
  </pc:docChgLst>
  <pc:docChgLst>
    <pc:chgData name="Weifeng Xu" userId="e7aed605-a3dd-4d5a-a692-a87037af107b" providerId="ADAL" clId="{551C0DF7-2D2F-4CF1-BD0E-D7B671E7966B}"/>
    <pc:docChg chg="undo custSel addSld delSld modSld">
      <pc:chgData name="Weifeng Xu" userId="e7aed605-a3dd-4d5a-a692-a87037af107b" providerId="ADAL" clId="{551C0DF7-2D2F-4CF1-BD0E-D7B671E7966B}" dt="2021-07-31T16:26:22.925" v="460" actId="47"/>
      <pc:docMkLst>
        <pc:docMk/>
      </pc:docMkLst>
      <pc:sldChg chg="modSp mod">
        <pc:chgData name="Weifeng Xu" userId="e7aed605-a3dd-4d5a-a692-a87037af107b" providerId="ADAL" clId="{551C0DF7-2D2F-4CF1-BD0E-D7B671E7966B}" dt="2021-07-31T15:56:15.085" v="33" actId="6549"/>
        <pc:sldMkLst>
          <pc:docMk/>
          <pc:sldMk cId="162022530" sldId="256"/>
        </pc:sldMkLst>
        <pc:spChg chg="mod">
          <ac:chgData name="Weifeng Xu" userId="e7aed605-a3dd-4d5a-a692-a87037af107b" providerId="ADAL" clId="{551C0DF7-2D2F-4CF1-BD0E-D7B671E7966B}" dt="2021-07-31T15:56:12.473" v="32"/>
          <ac:spMkLst>
            <pc:docMk/>
            <pc:sldMk cId="162022530" sldId="256"/>
            <ac:spMk id="2" creationId="{00000000-0000-0000-0000-000000000000}"/>
          </ac:spMkLst>
        </pc:spChg>
        <pc:spChg chg="mod">
          <ac:chgData name="Weifeng Xu" userId="e7aed605-a3dd-4d5a-a692-a87037af107b" providerId="ADAL" clId="{551C0DF7-2D2F-4CF1-BD0E-D7B671E7966B}" dt="2021-07-31T15:56:15.085" v="33" actId="6549"/>
          <ac:spMkLst>
            <pc:docMk/>
            <pc:sldMk cId="162022530" sldId="256"/>
            <ac:spMk id="3" creationId="{00000000-0000-0000-0000-000000000000}"/>
          </ac:spMkLst>
        </pc:spChg>
      </pc:sldChg>
      <pc:sldChg chg="del">
        <pc:chgData name="Weifeng Xu" userId="e7aed605-a3dd-4d5a-a692-a87037af107b" providerId="ADAL" clId="{551C0DF7-2D2F-4CF1-BD0E-D7B671E7966B}" dt="2021-07-31T15:55:58.106" v="10" actId="47"/>
        <pc:sldMkLst>
          <pc:docMk/>
          <pc:sldMk cId="1719742547" sldId="257"/>
        </pc:sldMkLst>
      </pc:sldChg>
      <pc:sldChg chg="addSp delSp modSp new mod setBg modClrScheme chgLayout">
        <pc:chgData name="Weifeng Xu" userId="e7aed605-a3dd-4d5a-a692-a87037af107b" providerId="ADAL" clId="{551C0DF7-2D2F-4CF1-BD0E-D7B671E7966B}" dt="2021-07-31T16:12:53.986" v="368" actId="14100"/>
        <pc:sldMkLst>
          <pc:docMk/>
          <pc:sldMk cId="2283653831" sldId="257"/>
        </pc:sldMkLst>
        <pc:spChg chg="mod ord">
          <ac:chgData name="Weifeng Xu" userId="e7aed605-a3dd-4d5a-a692-a87037af107b" providerId="ADAL" clId="{551C0DF7-2D2F-4CF1-BD0E-D7B671E7966B}" dt="2021-07-31T16:12:15.277" v="359" actId="26606"/>
          <ac:spMkLst>
            <pc:docMk/>
            <pc:sldMk cId="2283653831" sldId="257"/>
            <ac:spMk id="2" creationId="{F0329B37-AD75-46AB-A23A-D3FFA4A3C637}"/>
          </ac:spMkLst>
        </pc:spChg>
        <pc:spChg chg="del">
          <ac:chgData name="Weifeng Xu" userId="e7aed605-a3dd-4d5a-a692-a87037af107b" providerId="ADAL" clId="{551C0DF7-2D2F-4CF1-BD0E-D7B671E7966B}" dt="2021-07-31T16:12:07.471" v="355" actId="700"/>
          <ac:spMkLst>
            <pc:docMk/>
            <pc:sldMk cId="2283653831" sldId="257"/>
            <ac:spMk id="3" creationId="{DD666C10-ADEB-42E2-AA79-200F6052BDFE}"/>
          </ac:spMkLst>
        </pc:spChg>
        <pc:spChg chg="add mod ord">
          <ac:chgData name="Weifeng Xu" userId="e7aed605-a3dd-4d5a-a692-a87037af107b" providerId="ADAL" clId="{551C0DF7-2D2F-4CF1-BD0E-D7B671E7966B}" dt="2021-07-31T16:12:53.986" v="368" actId="14100"/>
          <ac:spMkLst>
            <pc:docMk/>
            <pc:sldMk cId="2283653831" sldId="257"/>
            <ac:spMk id="5" creationId="{3BF1F1D8-9A92-42BA-87AD-36A474A98738}"/>
          </ac:spMkLst>
        </pc:spChg>
        <pc:spChg chg="add">
          <ac:chgData name="Weifeng Xu" userId="e7aed605-a3dd-4d5a-a692-a87037af107b" providerId="ADAL" clId="{551C0DF7-2D2F-4CF1-BD0E-D7B671E7966B}" dt="2021-07-31T16:12:15.277" v="359" actId="26606"/>
          <ac:spMkLst>
            <pc:docMk/>
            <pc:sldMk cId="2283653831" sldId="257"/>
            <ac:spMk id="12" creationId="{08E89D5E-1885-4160-AC77-CC471DD1D0DB}"/>
          </ac:spMkLst>
        </pc:spChg>
        <pc:picChg chg="add mod">
          <ac:chgData name="Weifeng Xu" userId="e7aed605-a3dd-4d5a-a692-a87037af107b" providerId="ADAL" clId="{551C0DF7-2D2F-4CF1-BD0E-D7B671E7966B}" dt="2021-07-31T16:12:47.682" v="366" actId="1076"/>
          <ac:picMkLst>
            <pc:docMk/>
            <pc:sldMk cId="2283653831" sldId="257"/>
            <ac:picMk id="7" creationId="{FD87366B-1983-4657-B256-4F5E57CB623D}"/>
          </ac:picMkLst>
        </pc:picChg>
        <pc:cxnChg chg="add">
          <ac:chgData name="Weifeng Xu" userId="e7aed605-a3dd-4d5a-a692-a87037af107b" providerId="ADAL" clId="{551C0DF7-2D2F-4CF1-BD0E-D7B671E7966B}" dt="2021-07-31T16:12:15.277" v="359" actId="26606"/>
          <ac:cxnSpMkLst>
            <pc:docMk/>
            <pc:sldMk cId="2283653831" sldId="257"/>
            <ac:cxnSpMk id="14" creationId="{550D2BD1-98F9-412D-905B-3A843EF4078B}"/>
          </ac:cxnSpMkLst>
        </pc:cxnChg>
      </pc:sldChg>
      <pc:sldChg chg="modSp new mod">
        <pc:chgData name="Weifeng Xu" userId="e7aed605-a3dd-4d5a-a692-a87037af107b" providerId="ADAL" clId="{551C0DF7-2D2F-4CF1-BD0E-D7B671E7966B}" dt="2021-07-31T16:05:45.673" v="332" actId="20577"/>
        <pc:sldMkLst>
          <pc:docMk/>
          <pc:sldMk cId="542080552" sldId="258"/>
        </pc:sldMkLst>
        <pc:spChg chg="mod">
          <ac:chgData name="Weifeng Xu" userId="e7aed605-a3dd-4d5a-a692-a87037af107b" providerId="ADAL" clId="{551C0DF7-2D2F-4CF1-BD0E-D7B671E7966B}" dt="2021-07-31T15:59:43.928" v="146" actId="20577"/>
          <ac:spMkLst>
            <pc:docMk/>
            <pc:sldMk cId="542080552" sldId="258"/>
            <ac:spMk id="2" creationId="{E0C68A92-D781-4B3B-A14F-9EDE8CE2C74B}"/>
          </ac:spMkLst>
        </pc:spChg>
        <pc:spChg chg="mod">
          <ac:chgData name="Weifeng Xu" userId="e7aed605-a3dd-4d5a-a692-a87037af107b" providerId="ADAL" clId="{551C0DF7-2D2F-4CF1-BD0E-D7B671E7966B}" dt="2021-07-31T16:05:45.673" v="332" actId="20577"/>
          <ac:spMkLst>
            <pc:docMk/>
            <pc:sldMk cId="542080552" sldId="258"/>
            <ac:spMk id="3" creationId="{9FEFF1C0-97E6-4D4F-A349-32811975D57B}"/>
          </ac:spMkLst>
        </pc:spChg>
      </pc:sldChg>
      <pc:sldChg chg="addSp delSp modSp new mod modClrScheme chgLayout">
        <pc:chgData name="Weifeng Xu" userId="e7aed605-a3dd-4d5a-a692-a87037af107b" providerId="ADAL" clId="{551C0DF7-2D2F-4CF1-BD0E-D7B671E7966B}" dt="2021-07-31T16:09:27.693" v="354" actId="20577"/>
        <pc:sldMkLst>
          <pc:docMk/>
          <pc:sldMk cId="125485446" sldId="259"/>
        </pc:sldMkLst>
        <pc:spChg chg="del mod ord">
          <ac:chgData name="Weifeng Xu" userId="e7aed605-a3dd-4d5a-a692-a87037af107b" providerId="ADAL" clId="{551C0DF7-2D2F-4CF1-BD0E-D7B671E7966B}" dt="2021-07-31T16:03:55.042" v="228" actId="700"/>
          <ac:spMkLst>
            <pc:docMk/>
            <pc:sldMk cId="125485446" sldId="259"/>
            <ac:spMk id="2" creationId="{CD74B1AA-88E6-47ED-9E92-9438D901C7A4}"/>
          </ac:spMkLst>
        </pc:spChg>
        <pc:spChg chg="del mod ord">
          <ac:chgData name="Weifeng Xu" userId="e7aed605-a3dd-4d5a-a692-a87037af107b" providerId="ADAL" clId="{551C0DF7-2D2F-4CF1-BD0E-D7B671E7966B}" dt="2021-07-31T16:03:55.042" v="228" actId="700"/>
          <ac:spMkLst>
            <pc:docMk/>
            <pc:sldMk cId="125485446" sldId="259"/>
            <ac:spMk id="3" creationId="{46327753-9A80-4E49-996A-D4EC2451CC21}"/>
          </ac:spMkLst>
        </pc:spChg>
        <pc:spChg chg="add mod ord">
          <ac:chgData name="Weifeng Xu" userId="e7aed605-a3dd-4d5a-a692-a87037af107b" providerId="ADAL" clId="{551C0DF7-2D2F-4CF1-BD0E-D7B671E7966B}" dt="2021-07-31T16:09:27.693" v="354" actId="20577"/>
          <ac:spMkLst>
            <pc:docMk/>
            <pc:sldMk cId="125485446" sldId="259"/>
            <ac:spMk id="4" creationId="{4CB24BF6-8129-4B15-948E-E66DB75F0552}"/>
          </ac:spMkLst>
        </pc:spChg>
        <pc:spChg chg="add mod ord">
          <ac:chgData name="Weifeng Xu" userId="e7aed605-a3dd-4d5a-a692-a87037af107b" providerId="ADAL" clId="{551C0DF7-2D2F-4CF1-BD0E-D7B671E7966B}" dt="2021-07-31T16:09:13.853" v="347" actId="20577"/>
          <ac:spMkLst>
            <pc:docMk/>
            <pc:sldMk cId="125485446" sldId="259"/>
            <ac:spMk id="5" creationId="{46CD1376-CAC7-4891-AFBC-D685B414AE17}"/>
          </ac:spMkLst>
        </pc:spChg>
      </pc:sldChg>
      <pc:sldChg chg="addSp delSp modSp new mod">
        <pc:chgData name="Weifeng Xu" userId="e7aed605-a3dd-4d5a-a692-a87037af107b" providerId="ADAL" clId="{551C0DF7-2D2F-4CF1-BD0E-D7B671E7966B}" dt="2021-07-31T16:19:30.651" v="431" actId="478"/>
        <pc:sldMkLst>
          <pc:docMk/>
          <pc:sldMk cId="2795880567" sldId="260"/>
        </pc:sldMkLst>
        <pc:spChg chg="mod">
          <ac:chgData name="Weifeng Xu" userId="e7aed605-a3dd-4d5a-a692-a87037af107b" providerId="ADAL" clId="{551C0DF7-2D2F-4CF1-BD0E-D7B671E7966B}" dt="2021-07-31T16:15:34.914" v="370"/>
          <ac:spMkLst>
            <pc:docMk/>
            <pc:sldMk cId="2795880567" sldId="260"/>
            <ac:spMk id="2" creationId="{53106CEE-E64A-4F89-852B-292FD45DA0F7}"/>
          </ac:spMkLst>
        </pc:spChg>
        <pc:spChg chg="add del mod">
          <ac:chgData name="Weifeng Xu" userId="e7aed605-a3dd-4d5a-a692-a87037af107b" providerId="ADAL" clId="{551C0DF7-2D2F-4CF1-BD0E-D7B671E7966B}" dt="2021-07-31T16:19:30.651" v="431" actId="478"/>
          <ac:spMkLst>
            <pc:docMk/>
            <pc:sldMk cId="2795880567" sldId="260"/>
            <ac:spMk id="4" creationId="{FBE8958B-5DB8-4E33-A185-988BEEF73963}"/>
          </ac:spMkLst>
        </pc:spChg>
        <pc:spChg chg="add mod">
          <ac:chgData name="Weifeng Xu" userId="e7aed605-a3dd-4d5a-a692-a87037af107b" providerId="ADAL" clId="{551C0DF7-2D2F-4CF1-BD0E-D7B671E7966B}" dt="2021-07-31T16:18:00.408" v="426" actId="14100"/>
          <ac:spMkLst>
            <pc:docMk/>
            <pc:sldMk cId="2795880567" sldId="260"/>
            <ac:spMk id="7" creationId="{93F279F2-700C-4955-B57F-9F24A91C7FB5}"/>
          </ac:spMkLst>
        </pc:spChg>
        <pc:picChg chg="add mod">
          <ac:chgData name="Weifeng Xu" userId="e7aed605-a3dd-4d5a-a692-a87037af107b" providerId="ADAL" clId="{551C0DF7-2D2F-4CF1-BD0E-D7B671E7966B}" dt="2021-07-31T16:17:53.131" v="421" actId="1076"/>
          <ac:picMkLst>
            <pc:docMk/>
            <pc:sldMk cId="2795880567" sldId="260"/>
            <ac:picMk id="3" creationId="{B0D825E8-84D8-4186-803A-BC9634B85C96}"/>
          </ac:picMkLst>
        </pc:picChg>
        <pc:cxnChg chg="add mod">
          <ac:chgData name="Weifeng Xu" userId="e7aed605-a3dd-4d5a-a692-a87037af107b" providerId="ADAL" clId="{551C0DF7-2D2F-4CF1-BD0E-D7B671E7966B}" dt="2021-07-31T16:19:30.651" v="431" actId="478"/>
          <ac:cxnSpMkLst>
            <pc:docMk/>
            <pc:sldMk cId="2795880567" sldId="260"/>
            <ac:cxnSpMk id="6" creationId="{5B35B991-A049-4CA8-8ADD-67F840FF868F}"/>
          </ac:cxnSpMkLst>
        </pc:cxnChg>
      </pc:sldChg>
      <pc:sldChg chg="new del">
        <pc:chgData name="Weifeng Xu" userId="e7aed605-a3dd-4d5a-a692-a87037af107b" providerId="ADAL" clId="{551C0DF7-2D2F-4CF1-BD0E-D7B671E7966B}" dt="2021-07-31T16:16:27.449" v="372" actId="680"/>
        <pc:sldMkLst>
          <pc:docMk/>
          <pc:sldMk cId="3788070678" sldId="261"/>
        </pc:sldMkLst>
      </pc:sldChg>
      <pc:sldChg chg="del">
        <pc:chgData name="Weifeng Xu" userId="e7aed605-a3dd-4d5a-a692-a87037af107b" providerId="ADAL" clId="{551C0DF7-2D2F-4CF1-BD0E-D7B671E7966B}" dt="2021-07-31T15:55:58.268" v="11" actId="47"/>
        <pc:sldMkLst>
          <pc:docMk/>
          <pc:sldMk cId="1246350658" sldId="285"/>
        </pc:sldMkLst>
      </pc:sldChg>
      <pc:sldChg chg="del">
        <pc:chgData name="Weifeng Xu" userId="e7aed605-a3dd-4d5a-a692-a87037af107b" providerId="ADAL" clId="{551C0DF7-2D2F-4CF1-BD0E-D7B671E7966B}" dt="2021-07-31T15:55:58.440" v="12" actId="47"/>
        <pc:sldMkLst>
          <pc:docMk/>
          <pc:sldMk cId="1026801571" sldId="286"/>
        </pc:sldMkLst>
      </pc:sldChg>
      <pc:sldChg chg="del">
        <pc:chgData name="Weifeng Xu" userId="e7aed605-a3dd-4d5a-a692-a87037af107b" providerId="ADAL" clId="{551C0DF7-2D2F-4CF1-BD0E-D7B671E7966B}" dt="2021-07-31T15:55:59.948" v="20" actId="47"/>
        <pc:sldMkLst>
          <pc:docMk/>
          <pc:sldMk cId="2900131758" sldId="287"/>
        </pc:sldMkLst>
      </pc:sldChg>
      <pc:sldChg chg="del">
        <pc:chgData name="Weifeng Xu" userId="e7aed605-a3dd-4d5a-a692-a87037af107b" providerId="ADAL" clId="{551C0DF7-2D2F-4CF1-BD0E-D7B671E7966B}" dt="2021-07-31T15:56:03.203" v="31" actId="47"/>
        <pc:sldMkLst>
          <pc:docMk/>
          <pc:sldMk cId="2959736452" sldId="288"/>
        </pc:sldMkLst>
      </pc:sldChg>
      <pc:sldChg chg="del">
        <pc:chgData name="Weifeng Xu" userId="e7aed605-a3dd-4d5a-a692-a87037af107b" providerId="ADAL" clId="{551C0DF7-2D2F-4CF1-BD0E-D7B671E7966B}" dt="2021-07-31T15:55:59.092" v="15" actId="47"/>
        <pc:sldMkLst>
          <pc:docMk/>
          <pc:sldMk cId="818351922" sldId="290"/>
        </pc:sldMkLst>
      </pc:sldChg>
      <pc:sldChg chg="del">
        <pc:chgData name="Weifeng Xu" userId="e7aed605-a3dd-4d5a-a692-a87037af107b" providerId="ADAL" clId="{551C0DF7-2D2F-4CF1-BD0E-D7B671E7966B}" dt="2021-07-31T15:55:58.604" v="13" actId="47"/>
        <pc:sldMkLst>
          <pc:docMk/>
          <pc:sldMk cId="1018944833" sldId="291"/>
        </pc:sldMkLst>
      </pc:sldChg>
      <pc:sldChg chg="del">
        <pc:chgData name="Weifeng Xu" userId="e7aed605-a3dd-4d5a-a692-a87037af107b" providerId="ADAL" clId="{551C0DF7-2D2F-4CF1-BD0E-D7B671E7966B}" dt="2021-07-31T15:55:58.839" v="14" actId="47"/>
        <pc:sldMkLst>
          <pc:docMk/>
          <pc:sldMk cId="2515406235" sldId="292"/>
        </pc:sldMkLst>
      </pc:sldChg>
      <pc:sldChg chg="del">
        <pc:chgData name="Weifeng Xu" userId="e7aed605-a3dd-4d5a-a692-a87037af107b" providerId="ADAL" clId="{551C0DF7-2D2F-4CF1-BD0E-D7B671E7966B}" dt="2021-07-31T15:55:59.277" v="16" actId="47"/>
        <pc:sldMkLst>
          <pc:docMk/>
          <pc:sldMk cId="3729421761" sldId="293"/>
        </pc:sldMkLst>
      </pc:sldChg>
      <pc:sldChg chg="del">
        <pc:chgData name="Weifeng Xu" userId="e7aed605-a3dd-4d5a-a692-a87037af107b" providerId="ADAL" clId="{551C0DF7-2D2F-4CF1-BD0E-D7B671E7966B}" dt="2021-07-31T15:55:59.764" v="19" actId="47"/>
        <pc:sldMkLst>
          <pc:docMk/>
          <pc:sldMk cId="2040512846" sldId="294"/>
        </pc:sldMkLst>
      </pc:sldChg>
      <pc:sldChg chg="del">
        <pc:chgData name="Weifeng Xu" userId="e7aed605-a3dd-4d5a-a692-a87037af107b" providerId="ADAL" clId="{551C0DF7-2D2F-4CF1-BD0E-D7B671E7966B}" dt="2021-07-31T15:56:00.116" v="21" actId="47"/>
        <pc:sldMkLst>
          <pc:docMk/>
          <pc:sldMk cId="1739446135" sldId="295"/>
        </pc:sldMkLst>
      </pc:sldChg>
      <pc:sldChg chg="del">
        <pc:chgData name="Weifeng Xu" userId="e7aed605-a3dd-4d5a-a692-a87037af107b" providerId="ADAL" clId="{551C0DF7-2D2F-4CF1-BD0E-D7B671E7966B}" dt="2021-07-31T15:56:00.283" v="22" actId="47"/>
        <pc:sldMkLst>
          <pc:docMk/>
          <pc:sldMk cId="3773393283" sldId="296"/>
        </pc:sldMkLst>
      </pc:sldChg>
      <pc:sldChg chg="del">
        <pc:chgData name="Weifeng Xu" userId="e7aed605-a3dd-4d5a-a692-a87037af107b" providerId="ADAL" clId="{551C0DF7-2D2F-4CF1-BD0E-D7B671E7966B}" dt="2021-07-31T15:56:00.918" v="25" actId="47"/>
        <pc:sldMkLst>
          <pc:docMk/>
          <pc:sldMk cId="1189094756" sldId="297"/>
        </pc:sldMkLst>
      </pc:sldChg>
      <pc:sldChg chg="del">
        <pc:chgData name="Weifeng Xu" userId="e7aed605-a3dd-4d5a-a692-a87037af107b" providerId="ADAL" clId="{551C0DF7-2D2F-4CF1-BD0E-D7B671E7966B}" dt="2021-07-31T15:56:00.460" v="23" actId="47"/>
        <pc:sldMkLst>
          <pc:docMk/>
          <pc:sldMk cId="778935196" sldId="298"/>
        </pc:sldMkLst>
      </pc:sldChg>
      <pc:sldChg chg="del">
        <pc:chgData name="Weifeng Xu" userId="e7aed605-a3dd-4d5a-a692-a87037af107b" providerId="ADAL" clId="{551C0DF7-2D2F-4CF1-BD0E-D7B671E7966B}" dt="2021-07-31T15:56:00.909" v="24" actId="47"/>
        <pc:sldMkLst>
          <pc:docMk/>
          <pc:sldMk cId="472972447" sldId="299"/>
        </pc:sldMkLst>
      </pc:sldChg>
      <pc:sldChg chg="del">
        <pc:chgData name="Weifeng Xu" userId="e7aed605-a3dd-4d5a-a692-a87037af107b" providerId="ADAL" clId="{551C0DF7-2D2F-4CF1-BD0E-D7B671E7966B}" dt="2021-07-31T15:56:02.614" v="30" actId="47"/>
        <pc:sldMkLst>
          <pc:docMk/>
          <pc:sldMk cId="1053517512" sldId="300"/>
        </pc:sldMkLst>
      </pc:sldChg>
      <pc:sldChg chg="del">
        <pc:chgData name="Weifeng Xu" userId="e7aed605-a3dd-4d5a-a692-a87037af107b" providerId="ADAL" clId="{551C0DF7-2D2F-4CF1-BD0E-D7B671E7966B}" dt="2021-07-31T15:56:01.381" v="27" actId="47"/>
        <pc:sldMkLst>
          <pc:docMk/>
          <pc:sldMk cId="2636859207" sldId="301"/>
        </pc:sldMkLst>
      </pc:sldChg>
      <pc:sldChg chg="del">
        <pc:chgData name="Weifeng Xu" userId="e7aed605-a3dd-4d5a-a692-a87037af107b" providerId="ADAL" clId="{551C0DF7-2D2F-4CF1-BD0E-D7B671E7966B}" dt="2021-07-31T15:56:01.175" v="26" actId="47"/>
        <pc:sldMkLst>
          <pc:docMk/>
          <pc:sldMk cId="3930974583" sldId="302"/>
        </pc:sldMkLst>
      </pc:sldChg>
      <pc:sldChg chg="del">
        <pc:chgData name="Weifeng Xu" userId="e7aed605-a3dd-4d5a-a692-a87037af107b" providerId="ADAL" clId="{551C0DF7-2D2F-4CF1-BD0E-D7B671E7966B}" dt="2021-07-31T15:56:01.598" v="28" actId="47"/>
        <pc:sldMkLst>
          <pc:docMk/>
          <pc:sldMk cId="3290523122" sldId="303"/>
        </pc:sldMkLst>
      </pc:sldChg>
      <pc:sldChg chg="del">
        <pc:chgData name="Weifeng Xu" userId="e7aed605-a3dd-4d5a-a692-a87037af107b" providerId="ADAL" clId="{551C0DF7-2D2F-4CF1-BD0E-D7B671E7966B}" dt="2021-07-31T15:55:55.399" v="2" actId="47"/>
        <pc:sldMkLst>
          <pc:docMk/>
          <pc:sldMk cId="2502797714" sldId="304"/>
        </pc:sldMkLst>
      </pc:sldChg>
      <pc:sldChg chg="del">
        <pc:chgData name="Weifeng Xu" userId="e7aed605-a3dd-4d5a-a692-a87037af107b" providerId="ADAL" clId="{551C0DF7-2D2F-4CF1-BD0E-D7B671E7966B}" dt="2021-07-31T15:55:54.775" v="0" actId="47"/>
        <pc:sldMkLst>
          <pc:docMk/>
          <pc:sldMk cId="2340593793" sldId="305"/>
        </pc:sldMkLst>
      </pc:sldChg>
      <pc:sldChg chg="del">
        <pc:chgData name="Weifeng Xu" userId="e7aed605-a3dd-4d5a-a692-a87037af107b" providerId="ADAL" clId="{551C0DF7-2D2F-4CF1-BD0E-D7B671E7966B}" dt="2021-07-31T15:55:59.404" v="17" actId="47"/>
        <pc:sldMkLst>
          <pc:docMk/>
          <pc:sldMk cId="3426040410" sldId="306"/>
        </pc:sldMkLst>
      </pc:sldChg>
      <pc:sldChg chg="modSp add mod">
        <pc:chgData name="Weifeng Xu" userId="e7aed605-a3dd-4d5a-a692-a87037af107b" providerId="ADAL" clId="{551C0DF7-2D2F-4CF1-BD0E-D7B671E7966B}" dt="2021-07-31T16:18:26.723" v="429" actId="1076"/>
        <pc:sldMkLst>
          <pc:docMk/>
          <pc:sldMk cId="810567861" sldId="328"/>
        </pc:sldMkLst>
        <pc:picChg chg="mod">
          <ac:chgData name="Weifeng Xu" userId="e7aed605-a3dd-4d5a-a692-a87037af107b" providerId="ADAL" clId="{551C0DF7-2D2F-4CF1-BD0E-D7B671E7966B}" dt="2021-07-31T16:18:26.723" v="429" actId="1076"/>
          <ac:picMkLst>
            <pc:docMk/>
            <pc:sldMk cId="810567861" sldId="328"/>
            <ac:picMk id="4" creationId="{00000000-0000-0000-0000-000000000000}"/>
          </ac:picMkLst>
        </pc:picChg>
      </pc:sldChg>
      <pc:sldChg chg="new del">
        <pc:chgData name="Weifeng Xu" userId="e7aed605-a3dd-4d5a-a692-a87037af107b" providerId="ADAL" clId="{551C0DF7-2D2F-4CF1-BD0E-D7B671E7966B}" dt="2021-07-31T16:22:32.945" v="435" actId="47"/>
        <pc:sldMkLst>
          <pc:docMk/>
          <pc:sldMk cId="3068365166" sldId="329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4291280803" sldId="330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1569068419" sldId="331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831770719" sldId="332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122673006" sldId="333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1181334279" sldId="334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644072229" sldId="335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3442844839" sldId="336"/>
        </pc:sldMkLst>
      </pc:sldChg>
      <pc:sldChg chg="add">
        <pc:chgData name="Weifeng Xu" userId="e7aed605-a3dd-4d5a-a692-a87037af107b" providerId="ADAL" clId="{551C0DF7-2D2F-4CF1-BD0E-D7B671E7966B}" dt="2021-07-31T16:22:30.531" v="434"/>
        <pc:sldMkLst>
          <pc:docMk/>
          <pc:sldMk cId="2242211775" sldId="337"/>
        </pc:sldMkLst>
      </pc:sldChg>
      <pc:sldChg chg="del">
        <pc:chgData name="Weifeng Xu" userId="e7aed605-a3dd-4d5a-a692-a87037af107b" providerId="ADAL" clId="{551C0DF7-2D2F-4CF1-BD0E-D7B671E7966B}" dt="2021-07-31T15:55:59.576" v="18" actId="47"/>
        <pc:sldMkLst>
          <pc:docMk/>
          <pc:sldMk cId="3362410608" sldId="337"/>
        </pc:sldMkLst>
      </pc:sldChg>
      <pc:sldChg chg="add del">
        <pc:chgData name="Weifeng Xu" userId="e7aed605-a3dd-4d5a-a692-a87037af107b" providerId="ADAL" clId="{551C0DF7-2D2F-4CF1-BD0E-D7B671E7966B}" dt="2021-07-31T16:23:05.093" v="438"/>
        <pc:sldMkLst>
          <pc:docMk/>
          <pc:sldMk cId="73368629" sldId="338"/>
        </pc:sldMkLst>
      </pc:sldChg>
      <pc:sldChg chg="modSp add mod">
        <pc:chgData name="Weifeng Xu" userId="e7aed605-a3dd-4d5a-a692-a87037af107b" providerId="ADAL" clId="{551C0DF7-2D2F-4CF1-BD0E-D7B671E7966B}" dt="2021-07-31T16:23:57.810" v="458" actId="20577"/>
        <pc:sldMkLst>
          <pc:docMk/>
          <pc:sldMk cId="687037807" sldId="338"/>
        </pc:sldMkLst>
        <pc:spChg chg="mod">
          <ac:chgData name="Weifeng Xu" userId="e7aed605-a3dd-4d5a-a692-a87037af107b" providerId="ADAL" clId="{551C0DF7-2D2F-4CF1-BD0E-D7B671E7966B}" dt="2021-07-31T16:23:57.810" v="458" actId="20577"/>
          <ac:spMkLst>
            <pc:docMk/>
            <pc:sldMk cId="687037807" sldId="338"/>
            <ac:spMk id="4" creationId="{4CB24BF6-8129-4B15-948E-E66DB75F0552}"/>
          </ac:spMkLst>
        </pc:spChg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3412405089" sldId="344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948562771" sldId="345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1811404570" sldId="346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2217270677" sldId="347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3407532157" sldId="348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4262496046" sldId="349"/>
        </pc:sldMkLst>
      </pc:sldChg>
      <pc:sldChg chg="add del">
        <pc:chgData name="Weifeng Xu" userId="e7aed605-a3dd-4d5a-a692-a87037af107b" providerId="ADAL" clId="{551C0DF7-2D2F-4CF1-BD0E-D7B671E7966B}" dt="2021-07-31T16:26:22.925" v="460" actId="47"/>
        <pc:sldMkLst>
          <pc:docMk/>
          <pc:sldMk cId="441501371" sldId="350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3990954786" sldId="351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708597567" sldId="352"/>
        </pc:sldMkLst>
      </pc:sldChg>
      <pc:sldChg chg="add del">
        <pc:chgData name="Weifeng Xu" userId="e7aed605-a3dd-4d5a-a692-a87037af107b" providerId="ADAL" clId="{551C0DF7-2D2F-4CF1-BD0E-D7B671E7966B}" dt="2021-07-31T16:22:45.657" v="436" actId="47"/>
        <pc:sldMkLst>
          <pc:docMk/>
          <pc:sldMk cId="2087770125" sldId="355"/>
        </pc:sldMkLst>
      </pc:sldChg>
      <pc:sldChg chg="del">
        <pc:chgData name="Weifeng Xu" userId="e7aed605-a3dd-4d5a-a692-a87037af107b" providerId="ADAL" clId="{551C0DF7-2D2F-4CF1-BD0E-D7B671E7966B}" dt="2021-07-31T15:55:55.556" v="3" actId="47"/>
        <pc:sldMkLst>
          <pc:docMk/>
          <pc:sldMk cId="1867446308" sldId="405"/>
        </pc:sldMkLst>
      </pc:sldChg>
      <pc:sldChg chg="del">
        <pc:chgData name="Weifeng Xu" userId="e7aed605-a3dd-4d5a-a692-a87037af107b" providerId="ADAL" clId="{551C0DF7-2D2F-4CF1-BD0E-D7B671E7966B}" dt="2021-07-31T15:55:55.844" v="4" actId="47"/>
        <pc:sldMkLst>
          <pc:docMk/>
          <pc:sldMk cId="322258649" sldId="406"/>
        </pc:sldMkLst>
      </pc:sldChg>
      <pc:sldChg chg="del">
        <pc:chgData name="Weifeng Xu" userId="e7aed605-a3dd-4d5a-a692-a87037af107b" providerId="ADAL" clId="{551C0DF7-2D2F-4CF1-BD0E-D7B671E7966B}" dt="2021-07-31T15:55:55.189" v="1" actId="47"/>
        <pc:sldMkLst>
          <pc:docMk/>
          <pc:sldMk cId="1241513933" sldId="407"/>
        </pc:sldMkLst>
      </pc:sldChg>
      <pc:sldChg chg="del">
        <pc:chgData name="Weifeng Xu" userId="e7aed605-a3dd-4d5a-a692-a87037af107b" providerId="ADAL" clId="{551C0DF7-2D2F-4CF1-BD0E-D7B671E7966B}" dt="2021-07-31T15:55:57.275" v="5" actId="47"/>
        <pc:sldMkLst>
          <pc:docMk/>
          <pc:sldMk cId="3702366307" sldId="408"/>
        </pc:sldMkLst>
      </pc:sldChg>
      <pc:sldChg chg="del">
        <pc:chgData name="Weifeng Xu" userId="e7aed605-a3dd-4d5a-a692-a87037af107b" providerId="ADAL" clId="{551C0DF7-2D2F-4CF1-BD0E-D7B671E7966B}" dt="2021-07-31T15:55:57.436" v="6" actId="47"/>
        <pc:sldMkLst>
          <pc:docMk/>
          <pc:sldMk cId="1243137751" sldId="409"/>
        </pc:sldMkLst>
      </pc:sldChg>
      <pc:sldChg chg="del">
        <pc:chgData name="Weifeng Xu" userId="e7aed605-a3dd-4d5a-a692-a87037af107b" providerId="ADAL" clId="{551C0DF7-2D2F-4CF1-BD0E-D7B671E7966B}" dt="2021-07-31T15:55:57.605" v="7" actId="47"/>
        <pc:sldMkLst>
          <pc:docMk/>
          <pc:sldMk cId="2465808858" sldId="410"/>
        </pc:sldMkLst>
      </pc:sldChg>
      <pc:sldChg chg="del">
        <pc:chgData name="Weifeng Xu" userId="e7aed605-a3dd-4d5a-a692-a87037af107b" providerId="ADAL" clId="{551C0DF7-2D2F-4CF1-BD0E-D7B671E7966B}" dt="2021-07-31T15:55:57.779" v="8" actId="47"/>
        <pc:sldMkLst>
          <pc:docMk/>
          <pc:sldMk cId="3967768232" sldId="411"/>
        </pc:sldMkLst>
      </pc:sldChg>
      <pc:sldChg chg="del">
        <pc:chgData name="Weifeng Xu" userId="e7aed605-a3dd-4d5a-a692-a87037af107b" providerId="ADAL" clId="{551C0DF7-2D2F-4CF1-BD0E-D7B671E7966B}" dt="2021-07-31T15:55:57.948" v="9" actId="47"/>
        <pc:sldMkLst>
          <pc:docMk/>
          <pc:sldMk cId="2762645445" sldId="412"/>
        </pc:sldMkLst>
      </pc:sldChg>
      <pc:sldChg chg="del">
        <pc:chgData name="Weifeng Xu" userId="e7aed605-a3dd-4d5a-a692-a87037af107b" providerId="ADAL" clId="{551C0DF7-2D2F-4CF1-BD0E-D7B671E7966B}" dt="2021-07-31T15:56:01.858" v="29" actId="47"/>
        <pc:sldMkLst>
          <pc:docMk/>
          <pc:sldMk cId="3852293970" sldId="413"/>
        </pc:sldMkLst>
      </pc:sldChg>
    </pc:docChg>
  </pc:docChgLst>
  <pc:docChgLst>
    <pc:chgData name="Weifeng Xu" userId="e7aed605-a3dd-4d5a-a692-a87037af107b" providerId="ADAL" clId="{B0DB3708-9AFC-41DA-A59D-20F5273D1420}"/>
    <pc:docChg chg="custSel addSld modSld">
      <pc:chgData name="Weifeng Xu" userId="e7aed605-a3dd-4d5a-a692-a87037af107b" providerId="ADAL" clId="{B0DB3708-9AFC-41DA-A59D-20F5273D1420}" dt="2021-04-22T18:59:14.851" v="207" actId="20577"/>
      <pc:docMkLst>
        <pc:docMk/>
      </pc:docMkLst>
      <pc:sldChg chg="addSp modSp new mod modClrScheme chgLayout">
        <pc:chgData name="Weifeng Xu" userId="e7aed605-a3dd-4d5a-a692-a87037af107b" providerId="ADAL" clId="{B0DB3708-9AFC-41DA-A59D-20F5273D1420}" dt="2021-04-22T18:59:14.851" v="207" actId="20577"/>
        <pc:sldMkLst>
          <pc:docMk/>
          <pc:sldMk cId="3852293970" sldId="413"/>
        </pc:sldMkLst>
        <pc:spChg chg="add mod">
          <ac:chgData name="Weifeng Xu" userId="e7aed605-a3dd-4d5a-a692-a87037af107b" providerId="ADAL" clId="{B0DB3708-9AFC-41DA-A59D-20F5273D1420}" dt="2021-04-22T18:57:27.959" v="2"/>
          <ac:spMkLst>
            <pc:docMk/>
            <pc:sldMk cId="3852293970" sldId="413"/>
            <ac:spMk id="2" creationId="{ED39030D-A589-4DF4-9312-2A5A2E6C669B}"/>
          </ac:spMkLst>
        </pc:spChg>
        <pc:spChg chg="add mod">
          <ac:chgData name="Weifeng Xu" userId="e7aed605-a3dd-4d5a-a692-a87037af107b" providerId="ADAL" clId="{B0DB3708-9AFC-41DA-A59D-20F5273D1420}" dt="2021-04-22T18:59:14.851" v="207" actId="20577"/>
          <ac:spMkLst>
            <pc:docMk/>
            <pc:sldMk cId="3852293970" sldId="413"/>
            <ac:spMk id="3" creationId="{188BA519-8F56-409C-9148-78FBA3F4E2B4}"/>
          </ac:spMkLst>
        </pc:spChg>
      </pc:sldChg>
    </pc:docChg>
  </pc:docChgLst>
  <pc:docChgLst>
    <pc:chgData name="Weifeng Xu" userId="e7aed605-a3dd-4d5a-a692-a87037af107b" providerId="ADAL" clId="{E1DC02F5-E919-4A93-A2D0-6D7A4E94E8EF}"/>
    <pc:docChg chg="undo custSel addSld delSld modSld">
      <pc:chgData name="Weifeng Xu" userId="e7aed605-a3dd-4d5a-a692-a87037af107b" providerId="ADAL" clId="{E1DC02F5-E919-4A93-A2D0-6D7A4E94E8EF}" dt="2021-09-13T19:32:34.684" v="514" actId="20577"/>
      <pc:docMkLst>
        <pc:docMk/>
      </pc:docMkLst>
      <pc:sldChg chg="modSp mod">
        <pc:chgData name="Weifeng Xu" userId="e7aed605-a3dd-4d5a-a692-a87037af107b" providerId="ADAL" clId="{E1DC02F5-E919-4A93-A2D0-6D7A4E94E8EF}" dt="2021-09-13T19:32:34.684" v="514" actId="20577"/>
        <pc:sldMkLst>
          <pc:docMk/>
          <pc:sldMk cId="687037807" sldId="338"/>
        </pc:sldMkLst>
        <pc:spChg chg="mod">
          <ac:chgData name="Weifeng Xu" userId="e7aed605-a3dd-4d5a-a692-a87037af107b" providerId="ADAL" clId="{E1DC02F5-E919-4A93-A2D0-6D7A4E94E8EF}" dt="2021-09-13T19:32:34.684" v="514" actId="20577"/>
          <ac:spMkLst>
            <pc:docMk/>
            <pc:sldMk cId="687037807" sldId="338"/>
            <ac:spMk id="4" creationId="{4CB24BF6-8129-4B15-948E-E66DB75F0552}"/>
          </ac:spMkLst>
        </pc:spChg>
      </pc:sldChg>
      <pc:sldChg chg="modNotesTx">
        <pc:chgData name="Weifeng Xu" userId="e7aed605-a3dd-4d5a-a692-a87037af107b" providerId="ADAL" clId="{E1DC02F5-E919-4A93-A2D0-6D7A4E94E8EF}" dt="2021-09-13T19:02:01.647" v="73" actId="20577"/>
        <pc:sldMkLst>
          <pc:docMk/>
          <pc:sldMk cId="708597567" sldId="352"/>
        </pc:sldMkLst>
      </pc:sldChg>
      <pc:sldChg chg="addSp delSp modSp new mod modClrScheme chgLayout">
        <pc:chgData name="Weifeng Xu" userId="e7aed605-a3dd-4d5a-a692-a87037af107b" providerId="ADAL" clId="{E1DC02F5-E919-4A93-A2D0-6D7A4E94E8EF}" dt="2021-09-13T19:29:04.665" v="486" actId="20577"/>
        <pc:sldMkLst>
          <pc:docMk/>
          <pc:sldMk cId="3427908052" sldId="353"/>
        </pc:sldMkLst>
        <pc:spChg chg="del mod ord">
          <ac:chgData name="Weifeng Xu" userId="e7aed605-a3dd-4d5a-a692-a87037af107b" providerId="ADAL" clId="{E1DC02F5-E919-4A93-A2D0-6D7A4E94E8EF}" dt="2021-09-13T19:13:18.863" v="75" actId="700"/>
          <ac:spMkLst>
            <pc:docMk/>
            <pc:sldMk cId="3427908052" sldId="353"/>
            <ac:spMk id="2" creationId="{5DA307FB-7BE3-4AC6-9D50-338CC18C1350}"/>
          </ac:spMkLst>
        </pc:spChg>
        <pc:spChg chg="add mod ord">
          <ac:chgData name="Weifeng Xu" userId="e7aed605-a3dd-4d5a-a692-a87037af107b" providerId="ADAL" clId="{E1DC02F5-E919-4A93-A2D0-6D7A4E94E8EF}" dt="2021-09-13T19:29:04.665" v="486" actId="20577"/>
          <ac:spMkLst>
            <pc:docMk/>
            <pc:sldMk cId="3427908052" sldId="353"/>
            <ac:spMk id="3" creationId="{ECFFC3FD-A54E-4D5B-B43E-B1F48A32F42D}"/>
          </ac:spMkLst>
        </pc:spChg>
        <pc:spChg chg="add mod ord">
          <ac:chgData name="Weifeng Xu" userId="e7aed605-a3dd-4d5a-a692-a87037af107b" providerId="ADAL" clId="{E1DC02F5-E919-4A93-A2D0-6D7A4E94E8EF}" dt="2021-09-13T19:13:18.863" v="75" actId="700"/>
          <ac:spMkLst>
            <pc:docMk/>
            <pc:sldMk cId="3427908052" sldId="353"/>
            <ac:spMk id="4" creationId="{FD7A0FC0-D5F6-403E-9688-6AA8F81E27F1}"/>
          </ac:spMkLst>
        </pc:spChg>
      </pc:sldChg>
      <pc:sldChg chg="addSp delSp modSp new mod modClrScheme chgLayout">
        <pc:chgData name="Weifeng Xu" userId="e7aed605-a3dd-4d5a-a692-a87037af107b" providerId="ADAL" clId="{E1DC02F5-E919-4A93-A2D0-6D7A4E94E8EF}" dt="2021-09-13T19:26:12.738" v="437" actId="20577"/>
        <pc:sldMkLst>
          <pc:docMk/>
          <pc:sldMk cId="1820608806" sldId="354"/>
        </pc:sldMkLst>
        <pc:spChg chg="del mod ord">
          <ac:chgData name="Weifeng Xu" userId="e7aed605-a3dd-4d5a-a692-a87037af107b" providerId="ADAL" clId="{E1DC02F5-E919-4A93-A2D0-6D7A4E94E8EF}" dt="2021-09-13T19:14:24.474" v="118" actId="700"/>
          <ac:spMkLst>
            <pc:docMk/>
            <pc:sldMk cId="1820608806" sldId="354"/>
            <ac:spMk id="2" creationId="{89C0FA42-D16D-4646-A8C4-C7B1E1E20FD9}"/>
          </ac:spMkLst>
        </pc:spChg>
        <pc:spChg chg="del">
          <ac:chgData name="Weifeng Xu" userId="e7aed605-a3dd-4d5a-a692-a87037af107b" providerId="ADAL" clId="{E1DC02F5-E919-4A93-A2D0-6D7A4E94E8EF}" dt="2021-09-13T19:14:24.474" v="118" actId="700"/>
          <ac:spMkLst>
            <pc:docMk/>
            <pc:sldMk cId="1820608806" sldId="354"/>
            <ac:spMk id="3" creationId="{0ADECA02-312B-43E2-8B5D-0DB24F536EBA}"/>
          </ac:spMkLst>
        </pc:spChg>
        <pc:spChg chg="add mod ord">
          <ac:chgData name="Weifeng Xu" userId="e7aed605-a3dd-4d5a-a692-a87037af107b" providerId="ADAL" clId="{E1DC02F5-E919-4A93-A2D0-6D7A4E94E8EF}" dt="2021-09-13T19:26:12.738" v="437" actId="20577"/>
          <ac:spMkLst>
            <pc:docMk/>
            <pc:sldMk cId="1820608806" sldId="354"/>
            <ac:spMk id="4" creationId="{DA2F8CEE-4CA4-40B5-9427-B1E86CEBDE13}"/>
          </ac:spMkLst>
        </pc:spChg>
        <pc:picChg chg="add mod">
          <ac:chgData name="Weifeng Xu" userId="e7aed605-a3dd-4d5a-a692-a87037af107b" providerId="ADAL" clId="{E1DC02F5-E919-4A93-A2D0-6D7A4E94E8EF}" dt="2021-09-13T19:18:30.223" v="348" actId="1076"/>
          <ac:picMkLst>
            <pc:docMk/>
            <pc:sldMk cId="1820608806" sldId="354"/>
            <ac:picMk id="6" creationId="{A1B2123E-21A1-4222-8DF6-6A05CD6F3838}"/>
          </ac:picMkLst>
        </pc:picChg>
      </pc:sldChg>
      <pc:sldChg chg="addSp delSp modSp new mod modClrScheme chgLayout">
        <pc:chgData name="Weifeng Xu" userId="e7aed605-a3dd-4d5a-a692-a87037af107b" providerId="ADAL" clId="{E1DC02F5-E919-4A93-A2D0-6D7A4E94E8EF}" dt="2021-09-13T19:25:52.308" v="435" actId="20577"/>
        <pc:sldMkLst>
          <pc:docMk/>
          <pc:sldMk cId="59612101" sldId="355"/>
        </pc:sldMkLst>
        <pc:spChg chg="del mod ord">
          <ac:chgData name="Weifeng Xu" userId="e7aed605-a3dd-4d5a-a692-a87037af107b" providerId="ADAL" clId="{E1DC02F5-E919-4A93-A2D0-6D7A4E94E8EF}" dt="2021-09-13T19:16:08.451" v="123" actId="700"/>
          <ac:spMkLst>
            <pc:docMk/>
            <pc:sldMk cId="59612101" sldId="355"/>
            <ac:spMk id="2" creationId="{6693E71E-821D-4C7A-8943-976921DD99A8}"/>
          </ac:spMkLst>
        </pc:spChg>
        <pc:spChg chg="del">
          <ac:chgData name="Weifeng Xu" userId="e7aed605-a3dd-4d5a-a692-a87037af107b" providerId="ADAL" clId="{E1DC02F5-E919-4A93-A2D0-6D7A4E94E8EF}" dt="2021-09-13T19:16:08.451" v="123" actId="700"/>
          <ac:spMkLst>
            <pc:docMk/>
            <pc:sldMk cId="59612101" sldId="355"/>
            <ac:spMk id="3" creationId="{6D126718-71CE-46BD-B41D-1E489E0AF150}"/>
          </ac:spMkLst>
        </pc:spChg>
        <pc:spChg chg="add mod ord">
          <ac:chgData name="Weifeng Xu" userId="e7aed605-a3dd-4d5a-a692-a87037af107b" providerId="ADAL" clId="{E1DC02F5-E919-4A93-A2D0-6D7A4E94E8EF}" dt="2021-09-13T19:25:17.836" v="424" actId="20577"/>
          <ac:spMkLst>
            <pc:docMk/>
            <pc:sldMk cId="59612101" sldId="355"/>
            <ac:spMk id="4" creationId="{7240B724-9E29-496F-AE5E-2198AFE08F2F}"/>
          </ac:spMkLst>
        </pc:spChg>
        <pc:spChg chg="add mod ord">
          <ac:chgData name="Weifeng Xu" userId="e7aed605-a3dd-4d5a-a692-a87037af107b" providerId="ADAL" clId="{E1DC02F5-E919-4A93-A2D0-6D7A4E94E8EF}" dt="2021-09-13T19:25:52.308" v="435" actId="20577"/>
          <ac:spMkLst>
            <pc:docMk/>
            <pc:sldMk cId="59612101" sldId="355"/>
            <ac:spMk id="5" creationId="{EEDB7A9B-F03A-42F0-BCA0-606BD3EB5706}"/>
          </ac:spMkLst>
        </pc:spChg>
        <pc:picChg chg="add del mod">
          <ac:chgData name="Weifeng Xu" userId="e7aed605-a3dd-4d5a-a692-a87037af107b" providerId="ADAL" clId="{E1DC02F5-E919-4A93-A2D0-6D7A4E94E8EF}" dt="2021-09-13T19:24:16.327" v="411"/>
          <ac:picMkLst>
            <pc:docMk/>
            <pc:sldMk cId="59612101" sldId="355"/>
            <ac:picMk id="6" creationId="{409A4D4E-2D51-4036-80FB-87B4D9D98870}"/>
          </ac:picMkLst>
        </pc:picChg>
        <pc:picChg chg="add mod">
          <ac:chgData name="Weifeng Xu" userId="e7aed605-a3dd-4d5a-a692-a87037af107b" providerId="ADAL" clId="{E1DC02F5-E919-4A93-A2D0-6D7A4E94E8EF}" dt="2021-09-13T19:24:31.182" v="417" actId="1076"/>
          <ac:picMkLst>
            <pc:docMk/>
            <pc:sldMk cId="59612101" sldId="355"/>
            <ac:picMk id="7" creationId="{12C20A92-53DF-4C26-B2DA-1A4AA84DA494}"/>
          </ac:picMkLst>
        </pc:picChg>
      </pc:sldChg>
      <pc:sldChg chg="addSp modSp new mod">
        <pc:chgData name="Weifeng Xu" userId="e7aed605-a3dd-4d5a-a692-a87037af107b" providerId="ADAL" clId="{E1DC02F5-E919-4A93-A2D0-6D7A4E94E8EF}" dt="2021-09-13T19:26:40.828" v="463" actId="313"/>
        <pc:sldMkLst>
          <pc:docMk/>
          <pc:sldMk cId="655236940" sldId="356"/>
        </pc:sldMkLst>
        <pc:spChg chg="mod">
          <ac:chgData name="Weifeng Xu" userId="e7aed605-a3dd-4d5a-a692-a87037af107b" providerId="ADAL" clId="{E1DC02F5-E919-4A93-A2D0-6D7A4E94E8EF}" dt="2021-09-13T19:26:40.828" v="463" actId="313"/>
          <ac:spMkLst>
            <pc:docMk/>
            <pc:sldMk cId="655236940" sldId="356"/>
            <ac:spMk id="2" creationId="{95FE026C-30BF-4536-AF9A-67B5688E215F}"/>
          </ac:spMkLst>
        </pc:spChg>
        <pc:picChg chg="add mod">
          <ac:chgData name="Weifeng Xu" userId="e7aed605-a3dd-4d5a-a692-a87037af107b" providerId="ADAL" clId="{E1DC02F5-E919-4A93-A2D0-6D7A4E94E8EF}" dt="2021-09-13T19:20:28.289" v="372" actId="1076"/>
          <ac:picMkLst>
            <pc:docMk/>
            <pc:sldMk cId="655236940" sldId="356"/>
            <ac:picMk id="4" creationId="{AD775432-1975-4E73-A29B-6B705B48844C}"/>
          </ac:picMkLst>
        </pc:picChg>
      </pc:sldChg>
      <pc:sldChg chg="addSp delSp modSp new mod">
        <pc:chgData name="Weifeng Xu" userId="e7aed605-a3dd-4d5a-a692-a87037af107b" providerId="ADAL" clId="{E1DC02F5-E919-4A93-A2D0-6D7A4E94E8EF}" dt="2021-09-13T19:27:59.511" v="470" actId="14100"/>
        <pc:sldMkLst>
          <pc:docMk/>
          <pc:sldMk cId="1655981096" sldId="357"/>
        </pc:sldMkLst>
        <pc:spChg chg="mod">
          <ac:chgData name="Weifeng Xu" userId="e7aed605-a3dd-4d5a-a692-a87037af107b" providerId="ADAL" clId="{E1DC02F5-E919-4A93-A2D0-6D7A4E94E8EF}" dt="2021-09-13T19:21:44.640" v="404" actId="20577"/>
          <ac:spMkLst>
            <pc:docMk/>
            <pc:sldMk cId="1655981096" sldId="357"/>
            <ac:spMk id="2" creationId="{6BA701DE-AE27-47C6-B424-0681D17AA407}"/>
          </ac:spMkLst>
        </pc:spChg>
        <pc:picChg chg="add del mod">
          <ac:chgData name="Weifeng Xu" userId="e7aed605-a3dd-4d5a-a692-a87037af107b" providerId="ADAL" clId="{E1DC02F5-E919-4A93-A2D0-6D7A4E94E8EF}" dt="2021-09-13T19:27:52.089" v="466" actId="478"/>
          <ac:picMkLst>
            <pc:docMk/>
            <pc:sldMk cId="1655981096" sldId="357"/>
            <ac:picMk id="4" creationId="{7F7BD63C-1BAE-4CE9-9EEC-81811F51B5F1}"/>
          </ac:picMkLst>
        </pc:picChg>
        <pc:picChg chg="add mod">
          <ac:chgData name="Weifeng Xu" userId="e7aed605-a3dd-4d5a-a692-a87037af107b" providerId="ADAL" clId="{E1DC02F5-E919-4A93-A2D0-6D7A4E94E8EF}" dt="2021-09-13T19:27:59.511" v="470" actId="14100"/>
          <ac:picMkLst>
            <pc:docMk/>
            <pc:sldMk cId="1655981096" sldId="357"/>
            <ac:picMk id="6" creationId="{41FF1E44-AF1E-4DF3-ACB2-39935F7A30CB}"/>
          </ac:picMkLst>
        </pc:picChg>
      </pc:sldChg>
      <pc:sldChg chg="addSp modSp new del mod">
        <pc:chgData name="Weifeng Xu" userId="e7aed605-a3dd-4d5a-a692-a87037af107b" providerId="ADAL" clId="{E1DC02F5-E919-4A93-A2D0-6D7A4E94E8EF}" dt="2021-09-13T19:26:23.211" v="439" actId="47"/>
        <pc:sldMkLst>
          <pc:docMk/>
          <pc:sldMk cId="3175629398" sldId="358"/>
        </pc:sldMkLst>
        <pc:picChg chg="add mod">
          <ac:chgData name="Weifeng Xu" userId="e7aed605-a3dd-4d5a-a692-a87037af107b" providerId="ADAL" clId="{E1DC02F5-E919-4A93-A2D0-6D7A4E94E8EF}" dt="2021-09-13T19:26:17.090" v="438" actId="1076"/>
          <ac:picMkLst>
            <pc:docMk/>
            <pc:sldMk cId="3175629398" sldId="358"/>
            <ac:picMk id="4" creationId="{6B31C139-6970-4A6C-B0A1-4437E4CFCB4C}"/>
          </ac:picMkLst>
        </pc:picChg>
      </pc:sldChg>
      <pc:sldChg chg="modSp new mod">
        <pc:chgData name="Weifeng Xu" userId="e7aed605-a3dd-4d5a-a692-a87037af107b" providerId="ADAL" clId="{E1DC02F5-E919-4A93-A2D0-6D7A4E94E8EF}" dt="2021-09-13T19:32:16.451" v="505" actId="20577"/>
        <pc:sldMkLst>
          <pc:docMk/>
          <pc:sldMk cId="4131676587" sldId="358"/>
        </pc:sldMkLst>
        <pc:spChg chg="mod">
          <ac:chgData name="Weifeng Xu" userId="e7aed605-a3dd-4d5a-a692-a87037af107b" providerId="ADAL" clId="{E1DC02F5-E919-4A93-A2D0-6D7A4E94E8EF}" dt="2021-09-13T19:28:34.665" v="479" actId="20577"/>
          <ac:spMkLst>
            <pc:docMk/>
            <pc:sldMk cId="4131676587" sldId="358"/>
            <ac:spMk id="2" creationId="{4CC713A4-5641-49BC-BC65-986D4CDAB154}"/>
          </ac:spMkLst>
        </pc:spChg>
        <pc:spChg chg="mod">
          <ac:chgData name="Weifeng Xu" userId="e7aed605-a3dd-4d5a-a692-a87037af107b" providerId="ADAL" clId="{E1DC02F5-E919-4A93-A2D0-6D7A4E94E8EF}" dt="2021-09-13T19:32:16.451" v="505" actId="20577"/>
          <ac:spMkLst>
            <pc:docMk/>
            <pc:sldMk cId="4131676587" sldId="358"/>
            <ac:spMk id="3" creationId="{80AF8B4B-0AED-47A5-98E8-44AA44B780B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6:48.5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648 34 24575,'-21'1'0,"0"1"0,1 1 0,0 1 0,0 1 0,0 1 0,-33 14 0,-25 19 0,42-21 0,-40 28 0,57-32 0,1 2 0,1 0 0,0 0 0,-15 21 0,18-20 0,-2 0 0,0-1 0,0-1 0,-29 21 0,39-33 0,1 0 0,0 1 0,1 0 0,-1-1 0,1 1 0,-1 1 0,1-1 0,0 1 0,1 0 0,-1 0 0,1 0 0,0 0 0,0 0 0,1 1 0,-1-1 0,1 1 0,1 0 0,-1 0 0,1-1 0,0 1 0,0 0 0,0 11 0,1 2 0,-1-1 0,1 0 0,4 25 0,-3-38 0,0 1 0,0-1 0,1 1 0,0-1 0,0 1 0,0-1 0,1 0 0,0 0 0,0 0 0,0 0 0,7 7 0,12 13 0,-15-16 0,0-1 0,1 1 0,0-2 0,0 1 0,1-1 0,0 0 0,17 9 0,-10-7 0,0 1 0,-1 1 0,-1 0 0,0 1 0,0 0 0,-1 1 0,14 18 0,5 3 0,-30-31 0,1 0 0,0-1 0,0 0 0,0 0 0,0 0 0,1 0 0,-1 0 0,0-1 0,1 1 0,0-1 0,-1 0 0,6 1 0,48 2 0,-48-4 0,0 0 0,-1 0 0,1 1 0,-1 0 0,1 1 0,-1-1 0,1 2 0,9 3 0,75 38 0,-87-40 0,1-1 0,0-1 0,-1 1 0,1-1 0,1-1 0,-1 1 0,0-1 0,11 0 0,63-3 0,-36 0 0,-36 1 0,0 0 0,-1-1 0,1-1 0,-1 1 0,1-1 0,-1-1 0,0 1 0,0-1 0,-1-1 0,1 0 0,-1 0 0,8-7 0,28-17 0,-32 22 0,0-1 0,-1 0 0,0-1 0,0 0 0,-1-1 0,14-17 0,7-8 0,-22 26 0,1 0 0,-1-1 0,-1 1 0,0-1 0,-1-1 0,0 0 0,0 1 0,8-24 0,-5 8 0,-4 16 0,-2 0 0,1-1 0,-2 1 0,1-1 0,1-17 0,6-43 0,-6 50 0,-1 1 0,0-24 0,-2 28 0,-1-12 0,0 0 0,-2-1 0,-10-54 0,12 80 0,-1-2 0,0-1 0,0 0 0,0 1 0,-1 0 0,0-1 0,0 1 0,0 0 0,-1 0 0,0 0 0,0 0 0,0 0 0,0 1 0,-1-1 0,1 1 0,-1 0 0,0 0 0,-1 1 0,-6-5 0,-30-25 0,29 23 0,-1 0 0,1 1 0,-23-12 0,7 9 0,0 2 0,-1 1 0,-40-7 0,27 6 0,-47-6-1365,72 12-5461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6:50.6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1329 24575,'0'-1'0,"0"0"0,1 0 0,-1 0 0,1 0 0,0 1 0,-1-1 0,1 0 0,0 0 0,-1 0 0,1 1 0,0-1 0,0 0 0,0 1 0,0-1 0,0 0 0,0 1 0,0 0 0,0-1 0,0 1 0,0-1 0,1 1 0,29-10 0,-25 9 0,27-7 0,50-5 0,-34 6 0,-35 4 0,0-1 0,26-10 0,-29 9 0,0 1 0,0 0 0,1 1 0,-1 0 0,20-1 0,16 2 0,83-7 0,-60 1 0,1 4 0,81 6 0,-40 0 0,1182-2-2069,-1098-11 2101,-66 2-411,3 0-1470,117-2 1961,70-3-1544,-81 8 1432,34-4 0,-193 2-43,222-13-293,-155 12 336,-9-1 0,123-12 509,-160 9-389,2 9-120,-79 5 0,0-2 0,0 0 0,0-2 0,0 0 0,39-12 0,-43 10 455,1 0-1,0 1 1,42-2 0,-41 4-24,1 0 1,-1-1 0,33-9-1,-4-2-163,0 3 0,70-7 0,5 0 69,67-27-2026,-88 27 1689,-71 13 0,0-1 0,41-13 0,85-20 0,-27 9 0,221-54 0,-211 62 0,51-4 19,-97 11-181,139-4 0,-86 10 162,-3-1 0,-10 12 0,103-4 0,-132-7 0,39-1 0,-42 10 111,225-11 559,-111 3-952,-2 0-135,172-3 417,-121 9 0,-165-7 0,23-1 0,12 0 155,17 0 28,-128 11-183,10 0 0,0-2 0,1-1 0,71-14 0,-74 9 0,1 1 0,-1 3 0,57 0 0,-6 0 0,3-6 0,25-1 0,-88 9-15,39-8 0,21-1 373,103-9 923,-142 18-1281,65-9 0,-79 4 289,16-3-180,0 3-1,56-1 0,-81 6-108,43-8 0,-42 5 0,37-2 0,-26 4 0,0-1 0,49-13 0,-7 2 0,-39 10 0,70 2 0,-75 3 0,1-2 0,61-8 0,64-14 0,55-16 0,-107 26 0,190 3 0,-275 8 0,44-7 0,17-1 0,0 10 0,-44 1 0,1-2 0,70-10 0,-86 7 0,2 2 0,47 1 0,14-1 0,10-17 0,18 0 0,-17-1 0,-15 3 0,-56 10 0,0 1 0,1 2 0,36-2 0,-27 6 0,0 1 0,1-2 0,61-10 0,-62 6 0,0 2 0,1 1 0,47 5 0,64-4 0,-97-8 0,-39 5 0,1 2 0,21-2 0,48-6 0,-58 6 0,40-2 0,31 7-1365,-80-1-5461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6:52.2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24575,'5'0'0,"0"0"0,-1 0 0,1 0 0,0 0 0,0 1 0,0 0 0,-1 0 0,1 0 0,-1 1 0,1-1 0,-1 1 0,1 0 0,-1 1 0,6 3 0,99 54 0,-99-55 0,1-1 0,-1 0 0,1 0 0,0-1 0,14 2 0,-15-3 0,-1 0 0,1 0 0,-1 1 0,0 0 0,0 0 0,0 1 0,16 10 0,-23-12 0,0 1 0,0-1 0,0 0 0,0 1 0,0-1 0,-1 1 0,1 0 0,-1-1 0,0 1 0,1 0 0,-1 0 0,-1 0 0,1 0 0,0 0 0,-1 0 0,1 4 0,-2 56 0,-1-40 0,2-15 0,-1 1 0,0-1 0,-1 0 0,0 0 0,-1 0 0,1 0 0,-1-1 0,-5 9 0,-38 57 0,3-4 0,34-51 0,6-11 0,1-1 0,-2 0 0,1 0 0,-1 0 0,0 0 0,0 0 0,0-1 0,-1 0 0,-8 8 0,5-6-32,0 1-1,0 0 0,0 0 1,1 0-1,-11 19 0,5-8-1136,6-10-5657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7:44.3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569 25 24575,'0'-1'0,"0"0"0,-1 0 0,1 0 0,-1 0 0,1 1 0,-1-1 0,1 0 0,-1 0 0,1 1 0,-1-1 0,0 0 0,1 1 0,-1-1 0,0 0 0,0 1 0,1-1 0,-1 1 0,0 0 0,0-1 0,0 1 0,0 0 0,0-1 0,0 1 0,0 0 0,1 0 0,-1 0 0,-2-1 0,-29-2 0,28 3 0,-54-3 0,-82 6 0,134-2 0,1 0 0,-1 0 0,1 1 0,0 0 0,-1 0 0,1 0 0,0 1 0,0 0 0,1 0 0,-1 0 0,0 0 0,1 1 0,0-1 0,0 1 0,-5 6 0,-5 8 0,0 0 0,-16 31 0,15-25 0,-7 20 0,18-34 0,0 0 0,-2-1 0,1 1 0,-7 8 0,4-7 0,0 0 0,1 0 0,0 1 0,1 0 0,0 0 0,1 0 0,0 1 0,1 0 0,1 0 0,-3 19 0,-12 42 0,13-58 0,0 0 0,2 0 0,0 0 0,-1 22 0,3-24 0,1 3 0,0 0 0,0 1 0,5 18 0,-4-30 0,0 0 0,1-1 0,0 1 0,0 0 0,1-1 0,0 1 0,0-1 0,0 0 0,0 0 0,1 0 0,0 0 0,7 6 0,20 27 0,-26-31 0,0 0 0,1 0 0,0-1 0,0 0 0,0 0 0,9 6 0,-7-6 0,0 1 0,0 0 0,-1 0 0,10 12 0,-10-10 0,1-1 0,0 0 0,13 11 0,-4-9 0,0-1 0,1-1 0,0-1 0,1 0 0,-1-2 0,1 0 0,37 5 0,34 9 0,-1 2 0,-52-13 0,63 21 0,-59-15 0,1-2 0,1-1 0,54 5 0,20 3 0,-99-15 0,1 0 0,21 8 0,-26-8 0,1 1 0,-1-2 0,1 0 0,25 2 0,467-5 0,-231-1 0,-259 0 0,-1-1 0,31-7 0,-10 1 0,-32 7 0,0 0 0,0 0 0,-1-1 0,1 0 0,0 0 0,-1 0 0,0-1 0,1 0 0,-1 0 0,0 0 0,0 0 0,0 0 0,4-7 0,4-4 0,-1-1 0,13-23 0,14-19 0,-27 43 0,-1-1 0,0 0 0,13-30 0,-12 23 0,11-16 0,-16 29 0,0 0 0,0-1 0,-2 0 0,5-11 0,-3 6 0,0 0 0,0 1 0,2 0 0,0 0 0,0 0 0,11-12 0,-15 20 0,0 0 0,-1-1 0,0 1 0,-1-1 0,1 0 0,-1 0 0,-1 0 0,2-10 0,-1 8 0,0-1 0,1 0 0,6-15 0,-5 15 0,-1 0 0,1 0 0,-1 0 0,-1-1 0,0 1 0,1-17 0,-4-67 0,0 42 0,0 43 0,0 0 0,-1 0 0,0 0 0,0 0 0,-1 0 0,0 1 0,0-1 0,-1 1 0,0 0 0,-1 0 0,0 0 0,0 0 0,0 1 0,-11-10 0,0 4 0,-1 1 0,0 1 0,-1 0 0,-22-9 0,-15-8 0,41 19 0,-1 0 0,0 2 0,-1 0 0,1 0 0,-2 2 0,1 0 0,0 1 0,-1 0 0,0 1 0,-32-1 0,30 4 0,1-2 0,-24-5 0,22 4 0,-37-3 0,28 6 0,5 0 0,-1 0 0,1-2 0,-39-7 0,30 4 0,0 1 0,-1 1 0,0 2 0,-38 4 0,-7-1 0,60-2 0,0 0 0,0 2 0,0 0 0,1 1 0,-1 0 0,1 2 0,-20 7 0,24-8 0,-1 0 0,0-1 0,0-1 0,0 0 0,0-1 0,-23-1 0,19-1 0,-1 2 0,1 0 0,-26 6 0,-72 32 0,21-18 0,75-18 0,-37 3 0,36-5 0,-34 8 0,31-5-82,0-2 0,0 0 0,-39-2 0,36-1-955,10 1-5789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7:48.0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1722 24575,'22'0'0,"0"0"0,0 2 0,37 8 0,-26-1 0,-1 1 0,37 18 0,-53-23 0,0 0 0,1-1 0,-1-1 0,1 0 0,-1-1 0,19-1 0,44 7 0,42 15 0,-41-16 0,-52-5 0,35 5 0,133 22 0,-142-20 0,16 0 0,-40-6 0,-2 0 0,43 11 0,-43-7 0,0-2 0,46 3 0,25 1 0,4 1 0,2236-9-391,-1112-3 244,-600 2-1774,-499-10 1921,-1 0 0,643 11 0,-645-11 0,-1 0 0,310 10-7,-400-1-4,40-8-1,-39 4 6,37 0 0,105-9 6,-107 8 66,82 5 0,-87 2 70,109-11 0,-91 2-74,155 6 1,-114 4 645,1201-2-1795,-1293-1 1087,43-8 0,23-2 0,38 2 333,28-1 1586,441 11-1820,-572-3-99,41-7 0,-40 5 0,36-2 0,-36 6-40,32 0-324,80-11-1,55-8 365,36-5-792,-142 9 774,-35 4 65,-1 2 0,63 0 0,3 0 624,3-1-726,-2 0 733,3 1-534,-109 9-144,22 1 0,0-2 0,68-10 0,-11-1 0,-18 4 0,58-3 0,-16 2 0,21 3 0,-44 4 0,-60-3 0,42-9 0,-45 6 0,55-3 0,-54 7 0,56-12 0,-60 9 0,0 1 0,41-1 0,-53 5 0,-1 0 0,0-2 0,29-8 0,-30 6 0,0 2 0,1 0 0,38-2 0,-40 5 0,-1-2 0,0 0 0,0 0 0,0-2 0,25-10 0,26-6 0,-6 0 0,-47 15 0,1 0 0,-1 1 0,20-3 0,-17 6 0,-3 0 0,1-1 0,-1 0 0,30-10 0,-8-6 0,-25 11 0,1 1 0,22-7 0,9-7 0,-38 17 0,0 1 0,1-1 0,-1 1 0,1 0 0,-1 1 0,1 0 0,13-2 0,-1 3 0,3-1 0,39-7 0,32-8 0,-53 10 0,73-21 0,-95 23 0,0 1 0,0 1 0,0 0 0,0 2 0,36 1 0,-32 1 0,0-1 0,0-2 0,37-6 0,205-47 0,-205 38 0,-31 8 0,-1 1 0,1 2 0,1 1 0,29-2 0,-41 6 0,0-2 0,0 0 0,0-1 0,-1-1 0,27-11 0,39-9 0,-76 23 0,-1 0 0,1 0 0,0 0 0,-1-1 0,1 0 0,-1 0 0,0-1 0,0 1 0,0-1 0,7-8 0,-7 9 0,-1 0 0,0 0 0,1 0 0,0 1 0,0 0 0,-1 0 0,1 0 0,0 1 0,0 0 0,1 0 0,-1 0 0,10 1 0,-8 0 0,1-1 0,-1 0 0,0 0 0,0-1 0,0 0 0,14-5 0,-9 2 0,0 0 0,0 1 0,25-5 0,25-8 0,48-16 0,-11 3 0,63-14 0,-150 41 0,9-1 0,38-2 0,-38 5 0,38-7 0,115-32 0,-120 31 0,-41 8 0,0-1 0,0-1 0,23-7 0,19-7 0,-44 14 0,1 0 0,-1-1 0,0 0 0,-1-1 0,1-1 0,11-6 0,-5 2 0,0 1 0,0 1 0,1 0 0,34-8 0,-36 11 0,31-12 0,63-31 0,-49 20 0,-13 9 0,-35 15 0,-1-1 0,0-1 0,0 0 0,-1 0 0,23-16 0,6-8 0,-24 17 0,0 0 0,25-25 0,-31 28 0,0 1 0,1 0 0,0 0 0,0 1 0,22-9 0,-20 9 0,0 1 0,0-2 0,-1 0 0,18-16 0,-25 21 0,-1-1 0,1 1 0,0 1 0,0-1 0,12-5 0,-13 7 0,0 0 0,0 0 0,0-1 0,-1 1 0,1-1 0,-1-1 0,1 1 0,-1 0 0,0-1 0,-1 0 0,5-6 0,1-1 0,1-1 0,0 1 0,0 1 0,14-11 0,-13 12 0,0-1 0,-1 0 0,-1 0 0,11-15 0,-19 25 0,-1-1 0,0 1 0,0 0 0,1-1 0,-1 1 0,0 0 0,0-1 0,1 1 0,-1-1 0,0 1 0,0 0 0,0-1 0,0 1 0,0-1 0,0 1 0,0-1 0,0 1 0,0 0 0,0-1 0,0 1 0,0-1 0,0 1 0,0-1 0,0 1 0,0 0 0,0-1 0,-1 1 0,1-1 0,0 1 0,0 0 0,0-1 0,-1 1 0,1 0 0,0-1 0,-1 1 0,-18-7 0,-30 7 0,42 0 0,-21 1 0,8-2 0,0 1 0,0 2 0,0 0 0,0 1 0,0 1 0,-30 10 0,35-10 0,0 0 0,0 0 0,-1-2 0,1 0 0,-26 0 0,19-1 0,1 1 0,-24 5 0,-83 12 0,78-15 0,39-3 0,0-1 0,1 1 0,-1 1 0,-10 2 0,12 1 0,16-2 0,17-4 0,27-8-1365,-34 7-5461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7:49.0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43 0 24575,'-1'0'0,"0"1"0,1-1 0,-1 1 0,0-1 0,0 1 0,0-1 0,0 1 0,1-1 0,-1 1 0,0-1 0,1 1 0,-1 0 0,0 0 0,1-1 0,-1 1 0,1 0 0,-1 0 0,1 0 0,0-1 0,-1 1 0,1 0 0,0 0 0,0 0 0,-1 0 0,1 0 0,0 0 0,0 1 0,-4 30 0,4-28 0,-1 25 0,0-7 0,-1 0 0,-7 33 0,5-29-24,1 1-1,1-1 1,1 1-1,2 26 1,0-5-1219,-1-31-5583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8:15.2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532 59 24575,'-8'1'0,"1"1"0,-1-1 0,0 1 0,1 1 0,0-1 0,0 1 0,-1 0 0,2 1 0,-14 8 0,-18 9 0,30-18 0,1 0 0,-1 1 0,1 0 0,0 0 0,0 1 0,1-1 0,-1 2 0,1-1 0,0 1 0,-5 6 0,3-4 0,0-1 0,0 0 0,0-1 0,-1 0 0,0 0 0,0-1 0,-1 0 0,1-1 0,-1 0 0,0 0 0,-17 3 0,15-4 0,1 1 0,0 0 0,-1 0 0,2 1 0,-1 1 0,0-1 0,1 2 0,0-1 0,-10 10 0,12-6 0,-1 0 0,2 1 0,-1 0 0,1 0 0,1 1 0,0-1 0,1 1 0,0 1 0,1-1 0,0 1 0,-4 25 0,4-8 0,1 1 0,2-1 0,1 1 0,4 31 0,-3-57 0,0 0 0,0-1 0,0 1 0,1-1 0,0 1 0,-1-1 0,1 0 0,1 1 0,-1-1 0,1 0 0,4 5 0,40 38 0,-17-20 0,-20-19 0,-1-1 0,1 0 0,1-1 0,-1 0 0,1 0 0,0-1 0,17 5 0,25 13 0,-34-15 0,1 0 0,0-1 0,0-1 0,0-1 0,1-1 0,0-1 0,32 1 0,46 14 0,-68-14 0,1 2 0,47 14 0,-27-7 0,22 7 0,-46-11 0,0-1 0,1-2 0,0-1 0,57 3 0,403-9 0,-481 0 0,0 0 0,1 0 0,-1-1 0,0 0 0,0 0 0,0-1 0,0 0 0,0 0 0,-1-1 0,1 0 0,-1 0 0,11-9 0,-9 8 0,0 1 0,0 0 0,0 1 0,0 0 0,1 0 0,13-2 0,-10 3 0,-1-1 0,25-9 0,-34 10 0,1 0 0,0 0 0,0 0 0,-1-1 0,1 0 0,-1 1 0,0-1 0,0 0 0,0 0 0,0-1 0,0 1 0,4-8 0,7-16 0,-2-1 0,0-1 0,-2 0 0,9-40 0,-12 44 0,-2 0 0,0-1 0,-2 1 0,0-31 0,-3 26 0,0 1 0,0 1 0,-2 0 0,-9-42 0,10 62 0,-1 0 0,0-1 0,-1 1 0,0 0 0,0 0 0,0 0 0,-1 1 0,-1-1 0,1 1 0,-1 0 0,0 0 0,-1 1 0,-8-9 0,10 11 0,1 0 0,-1 0 0,1-1 0,0 1 0,1-1 0,-3-5 0,2 5 0,1 0 0,-1 1 0,0-1 0,0 0 0,-7-6 0,4 5 0,-1 1 0,0 0 0,0 0 0,0 1 0,-1 0 0,1 0 0,-1 0 0,-13-3 0,-8-1 0,-35-4 0,-17-5 0,-2-2 0,56 14 0,-51-16 0,61 16 0,0 1 0,0 0 0,-26-1 0,-7-1 0,-75-14 0,105 17 0,0 1 0,1 0 0,-1 2 0,0 0 0,0 1 0,1 1 0,-1 1 0,1 0 0,-1 2 0,1 0 0,-19 9 0,26-8-1365,2 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8:18.2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3007 24575,'42'-1'0,"-28"0"0,-1 0 0,0 1 0,0 0 0,0 1 0,1 1 0,-1 0 0,0 0 0,24 10 0,9 9 0,0-1 0,67 18 0,-94-32 0,-1 0 0,18 10 0,-23-10 0,0 0 0,0-1 0,1 0 0,-1-1 0,22 3 0,-8-3 0,0 1 0,-1 1 0,0 2 0,0 0 0,42 21 0,-28-12 0,1-2 0,53 13 0,-14 7 0,55 15 0,-134-49 0,17 6 0,-1 0 0,1-1 0,26 4 0,-31-7 0,0 1 0,-1 0 0,1 1 0,16 8 0,-20-8 0,2 0 0,-1-1 0,0 0 0,1-1 0,0 0 0,0-1 0,11 2 0,22-3 0,-30-2 0,-1 2 0,0-1 0,0 2 0,1-1 0,-1 2 0,25 8 0,15 8 0,65 14 0,-66-22 0,-28-7 0,37 12 0,-34-8 0,41 7 0,13 3 0,-60-13 0,0 0 0,32 1 0,-32-4 0,-1 1 0,0 0 0,21 7 0,0 1 0,0-2 0,0-2 0,72 3 0,-77-7 0,104 15 0,23 10 0,-107-17 0,99 8 0,-125-16 0,0 1 0,-1 1 0,40 13 0,21 4 0,13-1 0,143 24 0,-155-27 0,-64-11 0,0-2 0,45 4 0,174 13-604,-95-5 597,-78-9 7,67 3 0,69 9-670,-140-10 282,94 0 0,-98-11 388,-13-1 0,1 2 0,-1 2 0,94 17 0,-97-10 0,1-3 0,-1-2 0,77-3 0,-97-1 0,8 2 0,1 2 0,46 10 0,-41-6 0,54 3 0,-24-5 320,96 22 0,-22-3 118,-36-8-327,51 6-120,34 9 8,-118-17-1014,-28-6 889,35 7 100,-1-4 1,95 2-1,171 15 26,-246-17 0,426 3-2193,-175-14 994,-222 9 1199,43 1 0,781-12 1218,-921 3-588,0 1 0,49 12-1,-50-8-680,1-1 0,51 1 0,71 5 52,-91-5-1,3 1 247,66 3 440,-15-1-687,2 0 0,-76-10-18,266 11-356,144-1-2838,-282-12 2467,3956 2 745,-3955-10 0,-5-1 0,-3 2 0,-1-1 0,137-12-242,-182 10 181,-4 6 307,-65 5-50,56-8 1,1 1 1946,-74 7-687,54-9-1,155-19-917,-237 28-518,109-17-20,-25 0 0,32-4 0,-91 17 0,-1-1 0,49-17 0,-9 2 0,-15 3 0,15-4 0,-13 8 0,94-36 0,-127 41 8,42-7 1,-44 12-279,0-2-1,31-12 1,-35 11 270,0 1 0,0 1 0,0 1 0,23-2 0,-17 3 0,49-13 0,17-21 502,-63 24-356,53-16 0,103-31-146,-85 20 0,35-12 0,-101 41 0,-15 4 0,1 0 0,29-4 0,-10 3 0,0-2 0,64-25 0,-22 6 0,94-12 0,288-114-488,-433 147 427,60-8 0,3 0 85,-39 0-24,80-34 0,20-8 0,-121 49-210,-1-2 1,0-1 0,-1-1 0,60-36-1,-71 37 415,1 0-1,1 1 1,28-9-1,-25 10 54,0-1 0,30-18-1,-45 24-253,-1-1-1,1 0 0,-1-1 0,-1 0 0,1 0 1,-1-1-1,0 0 0,-1 0 0,0-1 1,0 0-1,-1 0 0,6-11 0,-2 2-3,2 0 0,0 1 0,1 1 0,1 0 0,0 0 0,29-22 0,15-18 0,-24 23 0,-23 23 0,0 0 0,-1-1 0,0 0 0,8-13 0,-7 11 0,-1 1 0,2 1 0,-1 0 0,2 0 0,-1 1 0,28-16 0,-16 12 0,-1-2 0,0 0 0,-2-1 0,0-1 0,-1-1 0,0-1 0,19-27 0,-2-9 0,-22 34 0,33-42 0,-28 38 0,0 0 0,-2-1 0,26-49 0,-10 15 0,-9 21 0,1 1 0,3 1 0,33-35 0,-51 60 0,-1-1 0,16-28 0,-18 28 0,1 1 0,0 0 0,18-20 0,-8 12 0,-1 0 0,-1-1 0,18-31 0,-21 27 0,-2-2 0,18-54 0,-26 72 0,1 1 0,0-1 0,1 1 0,0 0 0,0 0 0,1 1 0,8-9 0,17-22 0,-17 14 0,18-38 0,-20 37 0,23-37 0,-17 36 0,-1-1 0,-2-1 0,-1 0 0,18-50 0,-15 29 0,-8 24 0,13-52 0,-20 63 0,2 1 0,0 0 0,11-23 0,-9 23 0,-1 1 0,0-2 0,5-20 0,-5 5 0,1 1 0,2 0 0,14-35 0,-18 50 0,0 0 0,-1 0 0,-1-1 0,3-23 0,6-28 0,0 23 0,-6 26 0,0-1 0,-2 0 0,0 0 0,-1-1 0,0-24 0,-1 20 0,0 0 0,1 1 0,7-27 0,3-17 0,-12 65 0,-1 0 0,0 1 0,1-1 0,-1 0 0,0 0 0,0 0 0,0 0 0,0 0 0,0 0 0,0 0 0,0 0 0,0 1 0,0-1 0,0 0 0,-1 0 0,1 0 0,0 0 0,-1 0 0,1 0 0,0 1 0,-1-1 0,1 0 0,-1 0 0,1 1 0,-1-1 0,0 0 0,1 1 0,-1-1 0,0 0 0,1 1 0,-1-1 0,0 1 0,0-1 0,0 1 0,1 0 0,-1-1 0,0 1 0,0 0 0,0-1 0,0 1 0,0 0 0,0 0 0,1 0 0,-1 0 0,0 0 0,0 0 0,0 0 0,0 0 0,0 0 0,0 0 0,0 1 0,0-1 0,1 0 0,-2 1 0,-2 0 0,0 0 0,0 1 0,0-1 0,1 1 0,-1 0 0,0 0 0,1 0 0,-1 1 0,1-1 0,0 1 0,-3 3 0,-6 11 0,1 1 0,-17 36 0,21-37 0,-2 0 0,0-1 0,-1 0 0,-13 16 0,9-17 0,-1-1 0,0 0 0,-19 12 0,15-12 0,-30 29 0,43-38 0,0-1 0,1 0 0,-2 0 0,-11 6 0,-20 13 0,36-21 0,0-1 0,1 0 0,-1 1 0,0-1 0,1 1 0,0 0 0,-1 0 0,1-1 0,0 1 0,0 0 0,0 0 0,0 0 0,0 0 0,0 0 0,0 4 0,2 4-1365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19:38:20.0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24575,'4'1'0,"-1"0"0,0 0 0,0 1 0,0-1 0,0 1 0,0 0 0,-1 0 0,1 0 0,0 0 0,-1 1 0,0-1 0,1 1 0,1 2 0,9 8 0,19 15 0,2-3 0,62 37 0,-85-55-195,0 1 0,-1-1 0,0 2 0,0 0 0,-1 0 0,12 15 0,-14-15-6631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20:32:25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80 24575,'7406'0'0,"-7383"-2"0,43-6 0,-43 3 0,41-1 0,807 6 0,-394 1 0,-458-2 0,1-1 0,22-5 0,33-3 0,6 10 0,-39 1 0,0-2 0,63-10 0,-88 9-85,-12 1-22,-1 1 1,0-1-1,0 1 0,0-1 1,0 0-1,0-1 0,0 1 1,0-1-1,-1 1 0,1-1 1,4-4-1,1-3-6719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20:32:28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24575,'2'5'0,"0"0"0,0-1 0,0 0 0,1 0 0,0 1 0,0-2 0,0 1 0,0 0 0,1-1 0,7 7 0,-4-3 0,129 112 0,-119-105 0,21 21 0,-31-27 0,1-1 0,0 1 0,0-2 0,0 1 0,1-1 0,0 0 0,0-1 0,1 0 0,11 4 0,-5-2 0,-1 0 0,1 1 0,-1 0 0,-1 1 0,0 1 0,0 0 0,0 1 0,20 22 0,-32-31 0,0 0 0,0 0 0,0 1 0,0-1 0,0 0 0,0 1 0,0 0 0,-1-1 0,1 1 0,-1 0 0,0 0 0,0-1 0,0 1 0,0 0 0,-1 0 0,1 0 0,-1 0 0,0 0 0,1 0 0,-1 0 0,-1 1 0,1-1 0,0 0 0,-1 0 0,1 0 0,-1 0 0,0-1 0,0 1 0,0 0 0,-1 0 0,1 0 0,-3 3 0,-5 6 0,0-1 0,-1 1 0,0-2 0,-1 1 0,-17 11 0,1 2 0,-110 112 0,118-116 0,-4 4 0,-25 36 0,43-54-48,0-1 0,-1 0 1,0 0-1,0 0 0,0-1 0,0 0 0,0 0 0,-1-1 0,-10 5 0,5-3-838,1 1-5940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20:32:37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1 24575,'2'119'0,"-5"134"0,-6-193 0,-1 17 0,8-57-103,-1 1-1,-1 0 1,-13 39-1,11-39-847,2-8-5875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20:33:14.8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24575,'1'0'0,"-1"1"0,1-1 0,0 1 0,0-1 0,0 1 0,0-1 0,-1 1 0,1 0 0,0-1 0,0 1 0,-1 0 0,1-1 0,-1 1 0,1 0 0,-1 0 0,1 0 0,-1 0 0,1 0 0,0 1 0,9 24 0,-7-19 0,1 5 0,-1 1 0,0-1 0,-1 1 0,1 18 0,-2-18 0,1 0 0,0-1 0,0 1 0,7 19 0,-3-17 0,-2 0 0,0 0 0,0 1 0,-2-1 0,2 25 0,-6 83 0,0-46 0,2-6-1365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23T20:36:57.1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2:45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1205 24575,'0'-1204'0,"-1"1215"-118,-1 0 0,-1 0 0,0 0 0,0-1 0,-9 18 0,9-20-539,-3 7-6169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2:45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24575,'5'0'0,"-1"-1"0,1 2 0,-1-1 0,0 0 0,1 1 0,-1 0 0,0 0 0,1 0 0,-1 1 0,0 0 0,0-1 0,0 1 0,0 0 0,0 1 0,-1-1 0,1 1 0,-1 0 0,1 0 0,-1 0 0,0 0 0,0 0 0,-1 1 0,1-1 0,-1 1 0,1 0 0,-1 0 0,2 6 0,2 5-170,1 0-1,0 0 0,1-1 1,1 0-1,0-1 0,0 1 1,19 17-1,-18-23-6655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2:49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1 24575,'-3'0'0,"-6"0"0,0 3 0,-3 2 0,-3 0 0,1 2 0,0 1 0,-2-2 0,3 2 0,-2 0 0,0-2 0,-2-1 0,2 1 0,3 0-8191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2:56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1104 24575,'0'-404'0,"-1"388"0,0 0 0,-7-28 0,4 27 0,1 0 0,-1-21 0,3 24 0,1-11 0,-1 0 0,-9-46 0,9 68 0,-8-32 0,2 0 0,1 0 0,-2-60 0,9-119 0,-6 233 0,0 0 0,-1 0 0,-1-1 0,0 1 0,-2-2 0,0 1 0,-1-1 0,-13 17 0,23-33-65,-1 0 0,1-1 0,-1 1 0,1 0 0,-1 0 0,0-1 0,1 1 0,-1 0 0,0-1 0,1 1 0,-1-1 0,0 1 0,0-1 0,0 1 0,1-1 0,-1 0 0,0 1 0,0-1 0,0 0 0,-1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2:57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24575,'4'0'0,"1"1"0,-1-1 0,0 1 0,0 0 0,0 1 0,0-1 0,-1 1 0,1 0 0,0-1 0,5 5 0,37 29 0,-21-15 0,-20-16 0,0 1 0,-1-1 0,1 1 0,-1 0 0,4 6 0,-5-7 0,0 0 0,0-1 0,0 1 0,0 0 0,1-1 0,-1 0 0,1 0 0,0 0 0,0 0 0,6 3 0,-4-3-136,0 0-1,0 0 1,0 0-1,-1 1 1,1 0-1,-1 0 1,0 1-1,0-1 0,5 8 1,-1-3-6690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3:17.9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2758 94 24575,'0'-2'0,"0"0"0,-1 1 0,1-1 0,-1 0 0,1 1 0,-1-1 0,0 1 0,0-1 0,0 1 0,0-1 0,0 1 0,0 0 0,0-1 0,0 1 0,0 0 0,-1 0 0,1 0 0,0 0 0,-1 0 0,1 0 0,-1 0 0,1 0 0,-1 1 0,1-1 0,-1 1 0,0-1 0,-1 0 0,-6-1 0,1 0 0,-1 0 0,-15-1 0,-259 2 0,139 3 0,42 0 0,-113-5 0,158-7 0,42 6 0,0 1 0,-25-2 0,-32 5 0,43 1 0,0-1 0,-1-2 0,-51-9 0,45 5 0,0 2 0,-1 1 0,1 2 0,-43 4 0,-7 0 0,-316-3 0,386 1 0,0 0 0,-28 7 0,27-4 0,0-1 0,-20 1 0,-212-3 0,116-2 0,118 2 0,0 0 0,0 1 0,-16 5 0,15-3 0,-1-1 0,-21 1 0,25-3 0,-4-1 0,0 0 0,-21-2 0,33 1 0,-1 0 0,1 0 0,0 0 0,0-1 0,0 0 0,0 0 0,0 0 0,0-1 0,1 0 0,-1 0 0,-5-4 0,-3-5-1365,1 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3:20.0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218 1085 24575,'0'-425'0,"-1"409"0,0 0 0,-7-28 0,4 27 0,1 0 0,-1-20 0,3-255 0,2 139 0,0 150 0,-1 0 0,0 0 0,-1 1 0,1-1 0,0 0 0,-1 1 0,1-1 0,-1 0 0,0 1 0,0-1 0,0 1 0,0-1 0,0 1 0,-1-1 0,1 1 0,-1 0 0,0 0 0,1 0 0,-1 0 0,-3-2 0,2 2 0,0 0 0,-1 0 0,1 1 0,0 0 0,-1-1 0,0 2 0,1-1 0,-1 0 0,0 1 0,1-1 0,-1 1 0,0 0 0,1 0 0,-7 1 0,3 1-80,0-1 0,1 1-1,-1 1 1,1-1 0,0 1-1,-1 0 1,1 0 0,0 1-1,1 0 1,-1 0 0,1 0 0,0 1-1,0 0 1,0 0 0,1 0-1,-7 9 1,0 1-6746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3:20.6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24575,'10'1'0,"-1"1"0,1 0 0,-1 0 0,0 1 0,0 0 0,0 1 0,0 0 0,16 10 0,29 11 0,15 6 0,-50-21 0,36 13 0,14 6-1365,-53-22-5461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3:22.5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115 882 24575,'0'-882'0,"-8"890"0,0-1 0,1 1 0,-10 13 0,11-10 0,0 0 0,0 0 0,-4 14 0,6-14 0,0 0 0,-1-1 0,0 0 0,-9 13 0,12-21-116,1 0 32,-1-1 1,1 0 0,0 1 0,0-1-1,0 0 1,1 1 0,-1-1 0,0 1-1,0 0 1,1-1 0,-1 1 0,1-1-1,0 1 1,-1 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3:23.0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24575,'5'0'0,"0"1"0,0-1 0,-1 1 0,1 0 0,-1 1 0,1-1 0,-1 1 0,1 0 0,-1 0 0,0 0 0,0 0 0,5 5 0,44 40 0,-28-23 0,-13-13 0,1-1 0,1 0 0,-1-1 0,2 0 0,20 8 0,15-3-1365,-37-9-5461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3:24.8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24575,'0'3'0,"0"6"0,0 4 0,0 3 0,0 3 0,0 2 0,0 1 0,0 0 0,0 0 0,0 0 0,0 0 0,0-1 0,4-3 0,1-1 0,0-1 0,-1 2 0,-2-3-8191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14:53:26.4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158 1 24575,'-16'44'0,"12"-30"0,0 0 0,-1 0 0,-1 0 0,0-1 0,-1 0 0,0 0 0,-16 19 0,-19 38 0,39-66-57,1-1 0,-1 1 0,0 0 0,0 0 0,-6 5-1,3-4-964,-3 4-5804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48:28.5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2302 26 24575,'-38'0'0,"10"1"0,0-1 0,0-2 0,0 0 0,-28-8 0,24 5 0,-1 1 0,0 1 0,1 2 0,-47 4 0,0-1 0,-1712-2-1365,1774 0-5461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48:35.5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266 1111 24575,'-1'-58'0,"-13"-82"0,11 109 0,1-36 0,2 43 0,-1-1 0,-1 1 0,-6-29 0,2 19 0,3 0 0,0 0 0,2 0 0,4-39 0,-1-6 0,0-30 0,-4-116 0,1 219 0,0 0 0,0-1 0,0 1 0,-1 0 0,0 1 0,-4-10 0,6 14 0,-1 0 0,1 0 0,0 0 0,-1 0 0,0 0 0,1 1 0,-1-1 0,1 0 0,-1 0 0,0 1 0,0-1 0,1 0 0,-1 1 0,0-1 0,0 1 0,0-1 0,0 1 0,0-1 0,1 1 0,-1 0 0,0-1 0,0 1 0,0 0 0,0 0 0,0 0 0,0 0 0,0 0 0,0 0 0,0 0 0,0 0 0,0 0 0,0 0 0,0 0 0,0 1 0,0-1 0,0 0 0,0 1 0,0-1 0,0 1 0,0-1 0,1 1 0,-1-1 0,0 1 0,0 0 0,1-1 0,-2 2 0,1-1 0,-8 6 0,-1 0 0,1 1 0,1 0 0,-1 1 0,1 0 0,1 1 0,-11 16 0,-23 31 0,19-25 0,19-29 0,0 0 0,0 0 0,1 0 0,-1 1 0,1-1 0,0 0 0,0 1 0,0 0 0,0-1 0,1 1 0,-1 0 0,1 0 0,0 0 0,0 0 0,0 8 0,1-12 3,0 1 0,1 0-1,-1-1 1,0 1 0,1 0-1,-1-1 1,0 1 0,1-1-1,-1 1 1,1-1 0,-1 1-1,1 0 1,-1-1-1,1 0 1,0 1 0,-1-1-1,1 1 1,0-1 0,-1 0-1,1 1 1,0-1 0,-1 0-1,1 0 1,0 0 0,-1 1-1,1-1 1,0 0 0,0 0-1,-1 0 1,1 0 0,0 0-1,0 0 1,-1 0 0,1-1-1,0 1 1,-1 0 0,1 0-1,0-1 1,-1 1 0,1 0-1,0-1 1,-1 1 0,1 0-1,0-2 1,31-16-1488,-20 8-5341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48:36.4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24575,'3'0'0,"5"0"0,4 0 0,3 0 0,3 3 0,2 2 0,0-1 0,-3 3 0,-1 0 0,0-1 0,-3 1 0,1 0 0,0-1 0,-2-2-8191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49:29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0 718 24575,'0'-5'0,"1"0"0,-1 0 0,1 0 0,0 0 0,0 0 0,0 0 0,1 0 0,0 1 0,0-1 0,0 0 0,5-7 0,1 1 0,1 1 0,-1 0 0,12-9 0,16-18 0,-14 1 0,-20 31 0,0 1 0,0-1 0,1 1 0,-1 0 0,1 0 0,0 0 0,1 0 0,-1 0 0,8-6 0,16-12 0,-24 18 0,0 1 0,0 0 0,1 0 0,0 0 0,0 0 0,0 1 0,0-1 0,0 1 0,0 0 0,0 0 0,1 1 0,-1-1 0,1 1 0,-1 0 0,8-1 0,220 1 0,-108 3 0,-15 0 0,116-4 0,-214 0 0,0-1 0,0 0 0,0-1 0,0 0 0,-1 0 0,0-1 0,0-1 0,0 0 0,0 0 0,12-11 0,-12 9 0,0 0 0,1 1 0,1 0 0,-1 1 0,1 0 0,0 1 0,20-6 0,-27 9 0,1 1 0,0-1 0,-1-1 0,0 1 0,1-1 0,-1 0 0,0 0 0,0-1 0,-1 1 0,1-1 0,-1 0 0,1 0 0,4-7 0,5-8 0,-1 0 0,13-26 0,-15 26 0,22-31 0,-8 15 0,-19 25 0,1 1 0,0-1 0,0 1 0,1 1 0,10-10 0,-16 18 0,-1-1 0,1 0 0,-1 1 0,1-1 0,0 1 0,-1-1 0,1 1 0,-1 0 0,1 0 0,0 0 0,-1 0 0,1 0 0,0 0 0,-1 0 0,1 1 0,0-1 0,-1 0 0,1 1 0,-1-1 0,1 1 0,-1 0 0,1 0 0,-1-1 0,1 1 0,-1 0 0,0 0 0,1 0 0,1 3 0,4 2 0,0 1 0,0 0 0,8 11 0,21 32 0,-28-37 0,1 1 0,1-1 0,0-1 0,0 0 0,1 0 0,1-1 0,0-1 0,1 0 0,14 9 0,-16-13 0,0 2 0,1-1 0,1-1 0,-1 0 0,1-1 0,0 0 0,0-1 0,1 0 0,-1-1 0,20 1 0,159-3 0,-88-2 0,-89 0 0,0-1 0,26-5 0,25-3 0,258 9 0,-155 2 0,-155-2 0,0 0 0,1-1 0,13-4 0,-13 2 0,0 1 0,21-1 0,275 4 0,-149 1 0,-140 0 0,-1 1 0,0 0 0,0 2 0,23 7 0,79 31 0,-106-34 0,0 1 0,0 0 0,-1 2 0,22 18 0,-4-4 0,-31-23 0,10 7 0,-1 0 0,1 1 0,18 20 0,-28-26 0,1 1 0,-1-1 0,0 1 0,0 0 0,-1 0 0,0 0 0,0 0 0,0 1 0,0-1 0,-1 1 0,0-1 0,0 1 0,0 10 0,-2 162-1365,1-161-5461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49:32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24575,'2'33'0,"6"41"0,-3-41 0,0 44 0,-4-51 0,2 1 0,6 31 0,-7-46 0,2 22 0,-2 1 0,-3 50 0,0-35 0,1-50 0,0 0 0,0 0 0,0 0 0,0 0 0,0 0 0,0 0 0,1 0 0,-1 0 0,0 0 0,0 0 0,0 0 0,0 0 0,0 0 0,0 0 0,0 0 0,0 0 0,0 0 0,0 0 0,0 0 0,0 0 0,0 0 0,0 0 0,0 0 0,0 0 0,1 0 0,-1 0 0,0 0 0,0 0 0,0 0 0,0 0 0,0 0 0,0 0 0,0 0 0,0 0 0,0 0 0,0 0 0,0 0 0,0 0 0,0 0 0,0 0 0,0 0 0,0 0 0,0 0 0,0 1 0,0-1 0,0 0 0,0 0 0,0 0 0,0 0 0,0 0 0,0 0 0,0 0 0,5-9 0,3-13 0,-3 6 0,0 0 0,0 0 0,1 1 0,1 0 0,1 1 0,0-1 0,16-19 0,12-25 0,54-105 0,-89 162 0,0 0 0,0 0 0,0 0 0,0 0 0,0 0 0,1 0 0,-1 0 0,1 1 0,-1-1 0,1 0 0,-1 1 0,1-1 0,0 1 0,0 0 0,0 0 0,0 0 0,0 0 0,0 0 0,0 0 0,0 0 0,0 1 0,1-1 0,-1 1 0,0-1 0,0 1 0,1 0 0,-1 0 0,0 0 0,0 0 0,1 0 0,-1 1 0,0-1 0,0 1 0,0-1 0,1 1 0,-1 0 0,0 0 0,0 0 0,0 0 0,0 0 0,0 0 0,3 3 0,3 3 0,-1-1 0,1 1 0,-1 0 0,0 1 0,-1 0 0,0 0 0,0 0 0,6 12 0,-4-2 0,-1 1 0,-1 0 0,0 1 0,3 25 0,2 8 0,1 24 0,-4-24 0,-6-34 33,-1 0 0,0 24 0,-2-27-326,1-1 0,1 1 0,0-1 1,4 16-1,0-18-6533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50:32.5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0 100 24575,'4'-1'0,"1"0"0,-1 0 0,0-1 0,0 0 0,0 1 0,0-1 0,5-3 0,12-6 0,-5 7 0,0 0 0,1 2 0,0-1 0,-1 2 0,34 1 0,-29 0 0,1 0 0,41-7 0,65-12 0,-59 10 0,37-8 0,-86 14-341,1 0 0,0 2-1,26 0 1,-30 1-6485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50:34.1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0 111 24575,'42'-16'0,"-6"10"0,-21 4 0,0-1 0,0 0 0,-1-1 0,21-8 0,-2 0 0,56-14 0,-60 18 0,-11 5 19,0 1 0,-1 0 0,1 1-1,0 1 1,21 2 0,-23 0-230,0-2 0,1 1-1,-1-2 1,1 0 0,-1-1 0,19-5 0,-22 2-6615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0:50:36.0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24575,'0'690'-1365,"0"-673"-5461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https://www.youtube.com/watch?v=6G3qm60dfA8&amp;ab_channel=PrashantThombre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https://www.dropbox.com/s/a0lhsmzeh68wk1i/NTFS.001?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43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sudo</a:t>
            </a:r>
            <a:r>
              <a:rPr lang="en-GB" dirty="0"/>
              <a:t> </a:t>
            </a:r>
            <a:r>
              <a:rPr lang="en-GB" dirty="0" err="1"/>
              <a:t>losetup</a:t>
            </a:r>
            <a:r>
              <a:rPr lang="en-GB" dirty="0"/>
              <a:t> --</a:t>
            </a:r>
            <a:r>
              <a:rPr lang="en-GB" dirty="0" err="1"/>
              <a:t>partscan</a:t>
            </a:r>
            <a:r>
              <a:rPr lang="en-GB" dirty="0"/>
              <a:t>  --find --show  --read-only NTFS.001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39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2000" dirty="0"/>
              <a:t>find . -type f   -regextype egrep -regex  ".*[0-9]+\..*«</a:t>
            </a:r>
          </a:p>
          <a:p>
            <a:r>
              <a:rPr lang="en-US" sz="2000" dirty="0"/>
              <a:t>https://cheatography.com/davechild/cheat-sheets/regular-expressions/</a:t>
            </a:r>
          </a:p>
          <a:p>
            <a:endParaRPr lang="en-US" sz="2000" dirty="0"/>
          </a:p>
          <a:p>
            <a:r>
              <a:rPr lang="en-US" sz="2000" dirty="0"/>
              <a:t>https://www.gnu.org/software/grep/manual/html_node/Basic-vs-Extended.html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3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find . -type f   -</a:t>
            </a:r>
            <a:r>
              <a:rPr lang="en-GB" dirty="0" err="1"/>
              <a:t>regextype</a:t>
            </a:r>
            <a:r>
              <a:rPr lang="en-GB" dirty="0"/>
              <a:t> </a:t>
            </a:r>
            <a:r>
              <a:rPr lang="en-GB" dirty="0" err="1"/>
              <a:t>egrep</a:t>
            </a:r>
            <a:r>
              <a:rPr lang="en-GB" dirty="0"/>
              <a:t> -regex  ".*[A-Z]{3}.*\..*"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8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2&gt; /dev/null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29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https://www.shellhacks.com/fake-file-access-modify-change-timestamps-linux/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30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sudo</a:t>
            </a:r>
            <a:r>
              <a:rPr lang="en-GB" dirty="0"/>
              <a:t> date --set “2023-01-01 01:01:01”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97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sudo</a:t>
            </a:r>
            <a:r>
              <a:rPr lang="en-US" dirty="0"/>
              <a:t> date -s "$(</a:t>
            </a:r>
            <a:r>
              <a:rPr lang="en-US" dirty="0" err="1"/>
              <a:t>wget</a:t>
            </a:r>
            <a:r>
              <a:rPr lang="en-US" dirty="0"/>
              <a:t> -</a:t>
            </a:r>
            <a:r>
              <a:rPr lang="en-US" dirty="0" err="1"/>
              <a:t>qSO</a:t>
            </a:r>
            <a:r>
              <a:rPr lang="en-US" dirty="0"/>
              <a:t>- --max-redirect=0 google.com 2&gt;&amp;1 | grep Date: | cut -d' ' -f5-8)Z“</a:t>
            </a:r>
          </a:p>
          <a:p>
            <a:r>
              <a:rPr lang="en-US" dirty="0"/>
              <a:t>https://askubuntu.com/questions/81293/what-is-the-command-to-update-time-and-date-from-internet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62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87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https://news.ycombinator.com/item?id=8820808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68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D58945-F0EA-D75B-05C4-66E0FD4F49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6176963"/>
            <a:ext cx="12225864" cy="68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2.png"/><Relationship Id="rId18" Type="http://schemas.openxmlformats.org/officeDocument/2006/relationships/customXml" Target="../ink/ink8.xml"/><Relationship Id="rId3" Type="http://schemas.openxmlformats.org/officeDocument/2006/relationships/image" Target="../media/image9.png"/><Relationship Id="rId21" Type="http://schemas.openxmlformats.org/officeDocument/2006/relationships/image" Target="../media/image16.png"/><Relationship Id="rId7" Type="http://schemas.openxmlformats.org/officeDocument/2006/relationships/image" Target="../media/image99.png"/><Relationship Id="rId12" Type="http://schemas.openxmlformats.org/officeDocument/2006/relationships/customXml" Target="../ink/ink5.xml"/><Relationship Id="rId17" Type="http://schemas.openxmlformats.org/officeDocument/2006/relationships/image" Target="../media/image14.png"/><Relationship Id="rId2" Type="http://schemas.openxmlformats.org/officeDocument/2006/relationships/image" Target="../media/image8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1.png"/><Relationship Id="rId5" Type="http://schemas.openxmlformats.org/officeDocument/2006/relationships/image" Target="../media/image85.png"/><Relationship Id="rId15" Type="http://schemas.openxmlformats.org/officeDocument/2006/relationships/image" Target="../media/image13.png"/><Relationship Id="rId10" Type="http://schemas.openxmlformats.org/officeDocument/2006/relationships/customXml" Target="../ink/ink4.xml"/><Relationship Id="rId19" Type="http://schemas.openxmlformats.org/officeDocument/2006/relationships/image" Target="../media/image15.png"/><Relationship Id="rId4" Type="http://schemas.openxmlformats.org/officeDocument/2006/relationships/customXml" Target="../ink/ink1.xml"/><Relationship Id="rId9" Type="http://schemas.openxmlformats.org/officeDocument/2006/relationships/image" Target="../media/image10.png"/><Relationship Id="rId1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8" Type="http://schemas.openxmlformats.org/officeDocument/2006/relationships/customXml" Target="../ink/ink14.xml"/><Relationship Id="rId39" Type="http://schemas.openxmlformats.org/officeDocument/2006/relationships/customXml" Target="../ink/ink20.xml"/><Relationship Id="rId34" Type="http://schemas.openxmlformats.org/officeDocument/2006/relationships/image" Target="../media/image70.png"/><Relationship Id="rId42" Type="http://schemas.openxmlformats.org/officeDocument/2006/relationships/image" Target="../media/image74.png"/><Relationship Id="rId47" Type="http://schemas.openxmlformats.org/officeDocument/2006/relationships/customXml" Target="../ink/ink24.xml"/><Relationship Id="rId50" Type="http://schemas.openxmlformats.org/officeDocument/2006/relationships/image" Target="../media/image78.png"/><Relationship Id="rId55" Type="http://schemas.openxmlformats.org/officeDocument/2006/relationships/customXml" Target="../ink/ink28.xml"/><Relationship Id="rId63" Type="http://schemas.openxmlformats.org/officeDocument/2006/relationships/customXml" Target="../ink/ink32.xml"/><Relationship Id="rId68" Type="http://schemas.openxmlformats.org/officeDocument/2006/relationships/image" Target="../media/image80.png"/><Relationship Id="rId7" Type="http://schemas.openxmlformats.org/officeDocument/2006/relationships/image" Target="../media/image56.png"/><Relationship Id="rId2" Type="http://schemas.openxmlformats.org/officeDocument/2006/relationships/image" Target="../media/image53.png"/><Relationship Id="rId29" Type="http://schemas.openxmlformats.org/officeDocument/2006/relationships/customXml" Target="../ink/ink15.xml"/><Relationship Id="rId32" Type="http://schemas.openxmlformats.org/officeDocument/2006/relationships/image" Target="../media/image69.png"/><Relationship Id="rId37" Type="http://schemas.openxmlformats.org/officeDocument/2006/relationships/customXml" Target="../ink/ink19.xml"/><Relationship Id="rId40" Type="http://schemas.openxmlformats.org/officeDocument/2006/relationships/image" Target="../media/image73.png"/><Relationship Id="rId45" Type="http://schemas.openxmlformats.org/officeDocument/2006/relationships/customXml" Target="../ink/ink23.xml"/><Relationship Id="rId53" Type="http://schemas.openxmlformats.org/officeDocument/2006/relationships/customXml" Target="../ink/ink27.xml"/><Relationship Id="rId58" Type="http://schemas.openxmlformats.org/officeDocument/2006/relationships/image" Target="../media/image62.png"/><Relationship Id="rId66" Type="http://schemas.openxmlformats.org/officeDocument/2006/relationships/image" Target="../media/image67.png"/><Relationship Id="rId5" Type="http://schemas.openxmlformats.org/officeDocument/2006/relationships/image" Target="../media/image55.png"/><Relationship Id="rId61" Type="http://schemas.openxmlformats.org/officeDocument/2006/relationships/customXml" Target="../ink/ink31.xml"/><Relationship Id="rId10" Type="http://schemas.openxmlformats.org/officeDocument/2006/relationships/customXml" Target="../ink/ink13.xml"/><Relationship Id="rId31" Type="http://schemas.openxmlformats.org/officeDocument/2006/relationships/customXml" Target="../ink/ink16.xml"/><Relationship Id="rId44" Type="http://schemas.openxmlformats.org/officeDocument/2006/relationships/image" Target="../media/image75.png"/><Relationship Id="rId52" Type="http://schemas.openxmlformats.org/officeDocument/2006/relationships/image" Target="../media/image79.png"/><Relationship Id="rId60" Type="http://schemas.openxmlformats.org/officeDocument/2006/relationships/image" Target="../media/image63.png"/><Relationship Id="rId65" Type="http://schemas.openxmlformats.org/officeDocument/2006/relationships/customXml" Target="../ink/ink33.xml"/><Relationship Id="rId4" Type="http://schemas.openxmlformats.org/officeDocument/2006/relationships/customXml" Target="../ink/ink10.xml"/><Relationship Id="rId9" Type="http://schemas.openxmlformats.org/officeDocument/2006/relationships/image" Target="../media/image57.png"/><Relationship Id="rId27" Type="http://schemas.openxmlformats.org/officeDocument/2006/relationships/image" Target="../media/image66.png"/><Relationship Id="rId30" Type="http://schemas.openxmlformats.org/officeDocument/2006/relationships/image" Target="../media/image68.png"/><Relationship Id="rId35" Type="http://schemas.openxmlformats.org/officeDocument/2006/relationships/customXml" Target="../ink/ink18.xml"/><Relationship Id="rId43" Type="http://schemas.openxmlformats.org/officeDocument/2006/relationships/customXml" Target="../ink/ink22.xml"/><Relationship Id="rId48" Type="http://schemas.openxmlformats.org/officeDocument/2006/relationships/image" Target="../media/image77.png"/><Relationship Id="rId56" Type="http://schemas.openxmlformats.org/officeDocument/2006/relationships/image" Target="../media/image60.png"/><Relationship Id="rId64" Type="http://schemas.openxmlformats.org/officeDocument/2006/relationships/image" Target="../media/image65.png"/><Relationship Id="rId8" Type="http://schemas.openxmlformats.org/officeDocument/2006/relationships/customXml" Target="../ink/ink12.xml"/><Relationship Id="rId51" Type="http://schemas.openxmlformats.org/officeDocument/2006/relationships/customXml" Target="../ink/ink26.xml"/><Relationship Id="rId3" Type="http://schemas.openxmlformats.org/officeDocument/2006/relationships/image" Target="../media/image54.png"/><Relationship Id="rId17" Type="http://schemas.openxmlformats.org/officeDocument/2006/relationships/image" Target="../media/image61.png"/><Relationship Id="rId33" Type="http://schemas.openxmlformats.org/officeDocument/2006/relationships/customXml" Target="../ink/ink17.xml"/><Relationship Id="rId38" Type="http://schemas.openxmlformats.org/officeDocument/2006/relationships/image" Target="../media/image72.png"/><Relationship Id="rId46" Type="http://schemas.openxmlformats.org/officeDocument/2006/relationships/image" Target="../media/image76.png"/><Relationship Id="rId59" Type="http://schemas.openxmlformats.org/officeDocument/2006/relationships/customXml" Target="../ink/ink30.xml"/><Relationship Id="rId67" Type="http://schemas.openxmlformats.org/officeDocument/2006/relationships/customXml" Target="../ink/ink34.xml"/><Relationship Id="rId41" Type="http://schemas.openxmlformats.org/officeDocument/2006/relationships/customXml" Target="../ink/ink21.xml"/><Relationship Id="rId54" Type="http://schemas.openxmlformats.org/officeDocument/2006/relationships/image" Target="../media/image59.png"/><Relationship Id="rId6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1.xml"/><Relationship Id="rId28" Type="http://schemas.openxmlformats.org/officeDocument/2006/relationships/image" Target="../media/image58.png"/><Relationship Id="rId36" Type="http://schemas.openxmlformats.org/officeDocument/2006/relationships/image" Target="../media/image71.png"/><Relationship Id="rId49" Type="http://schemas.openxmlformats.org/officeDocument/2006/relationships/customXml" Target="../ink/ink25.xml"/><Relationship Id="rId57" Type="http://schemas.openxmlformats.org/officeDocument/2006/relationships/customXml" Target="../ink/ink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Evidence Search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File search based on metadata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DD3693-E194-ECEB-11A6-2290D0647F04}"/>
              </a:ext>
            </a:extLst>
          </p:cNvPr>
          <p:cNvSpPr/>
          <p:nvPr/>
        </p:nvSpPr>
        <p:spPr>
          <a:xfrm>
            <a:off x="0" y="97827"/>
            <a:ext cx="280717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Find</a:t>
            </a:r>
          </a:p>
        </p:txBody>
      </p:sp>
      <p:pic>
        <p:nvPicPr>
          <p:cNvPr id="1028" name="Picture 4" descr="Carson BigEye Magnifier with Over-sized 5-Inch Lens (HU-20)">
            <a:extLst>
              <a:ext uri="{FF2B5EF4-FFF2-40B4-BE49-F238E27FC236}">
                <a16:creationId xmlns:a16="http://schemas.microsoft.com/office/drawing/2014/main" id="{D0E5CFB5-468A-7512-F937-0ECE3D70F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352" y="346869"/>
            <a:ext cx="1544095" cy="1550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9D3C31-62A3-EA03-D389-F8B2782F2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5985" y="0"/>
            <a:ext cx="2110576" cy="269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89AAB-965F-49AA-82BD-1C1C6C84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D65FA-DBDD-46F9-B999-FD87266AA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Review the goal of evidence search</a:t>
            </a:r>
          </a:p>
          <a:p>
            <a:r>
              <a:rPr lang="en-GB" dirty="0"/>
              <a:t>Search for files/directories base on names</a:t>
            </a:r>
          </a:p>
          <a:p>
            <a:r>
              <a:rPr lang="en-GB" dirty="0"/>
              <a:t>Search for files/directories base on their metadata</a:t>
            </a:r>
          </a:p>
          <a:p>
            <a:r>
              <a:rPr lang="en-GB" dirty="0"/>
              <a:t>Understand various timestamps</a:t>
            </a:r>
          </a:p>
          <a:p>
            <a:r>
              <a:rPr lang="en-GB" dirty="0"/>
              <a:t>Why should not trust search 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98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9E552E8-AC20-B9BF-6785-69E04CEAC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063" y="5082816"/>
            <a:ext cx="933297" cy="5888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AA4E00-2FCD-3EFD-A657-3E3C7BC01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981" y="3330219"/>
            <a:ext cx="933297" cy="5888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2F805C-A978-4B13-94CB-B2502348E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12425-FBD3-4A29-86B8-EAA7A9226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Retrieve all evidence that is related to crime activities</a:t>
            </a:r>
          </a:p>
          <a:p>
            <a:pPr lvl="1"/>
            <a:r>
              <a:rPr lang="en-GB" dirty="0"/>
              <a:t>evidence are saved in file systems</a:t>
            </a:r>
          </a:p>
          <a:p>
            <a:r>
              <a:rPr lang="en-US" dirty="0"/>
              <a:t>Answer questions</a:t>
            </a:r>
          </a:p>
          <a:p>
            <a:pPr lvl="1"/>
            <a:r>
              <a:rPr lang="en-US" dirty="0"/>
              <a:t>who, when, what, how</a:t>
            </a:r>
          </a:p>
          <a:p>
            <a:r>
              <a:rPr lang="en-US" dirty="0"/>
              <a:t>Many search commands in Linux</a:t>
            </a:r>
          </a:p>
          <a:p>
            <a:pPr lvl="1"/>
            <a:r>
              <a:rPr lang="en-US" dirty="0"/>
              <a:t>ls (list directory contents, simply file </a:t>
            </a:r>
            <a:r>
              <a:rPr lang="en-US" dirty="0">
                <a:solidFill>
                  <a:srgbClr val="FF0000"/>
                </a:solidFill>
              </a:rPr>
              <a:t>name</a:t>
            </a:r>
            <a:r>
              <a:rPr lang="en-US" dirty="0"/>
              <a:t> search)</a:t>
            </a:r>
          </a:p>
          <a:p>
            <a:pPr lvl="1"/>
            <a:r>
              <a:rPr lang="en-US" i="1" dirty="0">
                <a:solidFill>
                  <a:srgbClr val="0070C0"/>
                </a:solidFill>
              </a:rPr>
              <a:t>find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(search for file names based on file </a:t>
            </a:r>
            <a:r>
              <a:rPr lang="en-US" dirty="0">
                <a:solidFill>
                  <a:srgbClr val="FF0000"/>
                </a:solidFill>
              </a:rPr>
              <a:t>attributes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grep (search for file </a:t>
            </a:r>
            <a:r>
              <a:rPr lang="en-US" dirty="0">
                <a:solidFill>
                  <a:srgbClr val="FF0000"/>
                </a:solidFill>
              </a:rPr>
              <a:t>content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locate, which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97A303-37F3-6080-A750-F8A9213AE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298" y="2301846"/>
            <a:ext cx="4184449" cy="170041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50CFF9E-8601-4B89-4CF2-768C25C7CFA6}"/>
              </a:ext>
            </a:extLst>
          </p:cNvPr>
          <p:cNvGrpSpPr/>
          <p:nvPr/>
        </p:nvGrpSpPr>
        <p:grpSpPr>
          <a:xfrm>
            <a:off x="1461849" y="3586625"/>
            <a:ext cx="6220440" cy="831960"/>
            <a:chOff x="1461849" y="3586625"/>
            <a:chExt cx="6220440" cy="83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349504C-B264-5E8E-68FB-836685998E16}"/>
                    </a:ext>
                  </a:extLst>
                </p14:cNvPr>
                <p14:cNvContentPartPr/>
                <p14:nvPr/>
              </p14:nvContentPartPr>
              <p14:xfrm>
                <a:off x="1461849" y="4053545"/>
                <a:ext cx="424080" cy="365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349504C-B264-5E8E-68FB-836685998E1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52849" y="4044905"/>
                  <a:ext cx="4417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6481BE5-5BC7-5EB8-2C68-FF57F7B7E6F5}"/>
                    </a:ext>
                  </a:extLst>
                </p14:cNvPr>
                <p14:cNvContentPartPr/>
                <p14:nvPr/>
              </p14:nvContentPartPr>
              <p14:xfrm>
                <a:off x="2053689" y="3692465"/>
                <a:ext cx="5626440" cy="478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6481BE5-5BC7-5EB8-2C68-FF57F7B7E6F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45049" y="3683465"/>
                  <a:ext cx="564408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BDB7EF-C93B-60E8-57B1-8FE7BBF6EFBE}"/>
                    </a:ext>
                  </a:extLst>
                </p14:cNvPr>
                <p14:cNvContentPartPr/>
                <p14:nvPr/>
              </p14:nvContentPartPr>
              <p14:xfrm>
                <a:off x="7546929" y="3586625"/>
                <a:ext cx="135360" cy="243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BDB7EF-C93B-60E8-57B1-8FE7BBF6EFB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38289" y="3577985"/>
                  <a:ext cx="153000" cy="26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FDB5A58-25A2-344A-4D2C-7293CBE4C86E}"/>
                  </a:ext>
                </a:extLst>
              </p14:cNvPr>
              <p14:cNvContentPartPr/>
              <p14:nvPr/>
            </p14:nvContentPartPr>
            <p14:xfrm>
              <a:off x="1426929" y="4436585"/>
              <a:ext cx="909000" cy="431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FDB5A58-25A2-344A-4D2C-7293CBE4C86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18289" y="4427585"/>
                <a:ext cx="926640" cy="44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FD3B9B21-336B-9946-1D00-FF5C87D92D10}"/>
              </a:ext>
            </a:extLst>
          </p:cNvPr>
          <p:cNvGrpSpPr/>
          <p:nvPr/>
        </p:nvGrpSpPr>
        <p:grpSpPr>
          <a:xfrm>
            <a:off x="2384169" y="3924665"/>
            <a:ext cx="6852600" cy="718200"/>
            <a:chOff x="2384169" y="3924665"/>
            <a:chExt cx="6852600" cy="71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CB94A64-06AA-B8BD-2F7E-586293CF5A53}"/>
                    </a:ext>
                  </a:extLst>
                </p14:cNvPr>
                <p14:cNvContentPartPr/>
                <p14:nvPr/>
              </p14:nvContentPartPr>
              <p14:xfrm>
                <a:off x="2384169" y="3937985"/>
                <a:ext cx="6852600" cy="704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CB94A64-06AA-B8BD-2F7E-586293CF5A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75169" y="3929345"/>
                  <a:ext cx="687024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B5B91E2-5E71-D1FF-A4B4-1D7D2B73F2D2}"/>
                    </a:ext>
                  </a:extLst>
                </p14:cNvPr>
                <p14:cNvContentPartPr/>
                <p14:nvPr/>
              </p14:nvContentPartPr>
              <p14:xfrm>
                <a:off x="9219849" y="3924665"/>
                <a:ext cx="15480" cy="147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B5B91E2-5E71-D1FF-A4B4-1D7D2B73F2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211209" y="3915665"/>
                  <a:ext cx="33120" cy="16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EC2897E-B4F1-C61A-CC8B-BA47E630302E}"/>
                  </a:ext>
                </a:extLst>
              </p14:cNvPr>
              <p14:cNvContentPartPr/>
              <p14:nvPr/>
            </p14:nvContentPartPr>
            <p14:xfrm>
              <a:off x="1566969" y="4909265"/>
              <a:ext cx="684360" cy="366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EC2897E-B4F1-C61A-CC8B-BA47E630302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57969" y="4900625"/>
                <a:ext cx="702000" cy="38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6E95E11-F9C4-4847-C456-BBB8F1811505}"/>
              </a:ext>
            </a:extLst>
          </p:cNvPr>
          <p:cNvGrpSpPr/>
          <p:nvPr/>
        </p:nvGrpSpPr>
        <p:grpSpPr>
          <a:xfrm>
            <a:off x="2257449" y="3925385"/>
            <a:ext cx="8607240" cy="1611360"/>
            <a:chOff x="2257449" y="3925385"/>
            <a:chExt cx="8607240" cy="161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EC83FA7-5B47-4D68-8E46-6A094076E8C1}"/>
                    </a:ext>
                  </a:extLst>
                </p14:cNvPr>
                <p14:cNvContentPartPr/>
                <p14:nvPr/>
              </p14:nvContentPartPr>
              <p14:xfrm>
                <a:off x="2257449" y="3925385"/>
                <a:ext cx="8502480" cy="1611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EC83FA7-5B47-4D68-8E46-6A094076E8C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48449" y="3916745"/>
                  <a:ext cx="8520120" cy="162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1A55329-FCFA-3B97-61E1-6F61B7CE876E}"/>
                    </a:ext>
                  </a:extLst>
                </p14:cNvPr>
                <p14:cNvContentPartPr/>
                <p14:nvPr/>
              </p14:nvContentPartPr>
              <p14:xfrm>
                <a:off x="10754529" y="3952745"/>
                <a:ext cx="110160" cy="86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1A55329-FCFA-3B97-61E1-6F61B7CE87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45529" y="3944105"/>
                  <a:ext cx="127800" cy="104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E12B45-57FE-3E26-3572-06545AC3310F}"/>
              </a:ext>
            </a:extLst>
          </p:cNvPr>
          <p:cNvSpPr/>
          <p:nvPr/>
        </p:nvSpPr>
        <p:spPr>
          <a:xfrm rot="14459093">
            <a:off x="8668819" y="4428766"/>
            <a:ext cx="571818" cy="17392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544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4958-15AA-4E8C-A015-9B6682DFC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rgbClr val="7030A0"/>
                </a:solidFill>
              </a:rPr>
              <a:t>find</a:t>
            </a:r>
            <a:r>
              <a:rPr lang="en-US" dirty="0"/>
              <a:t>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2CA57-BB85-44AA-BD43-E4E8D7099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Search for files by </a:t>
            </a:r>
          </a:p>
          <a:p>
            <a:pPr lvl="1"/>
            <a:r>
              <a:rPr lang="en-GB" dirty="0"/>
              <a:t>permissions, </a:t>
            </a:r>
          </a:p>
          <a:p>
            <a:pPr lvl="1"/>
            <a:r>
              <a:rPr lang="en-GB" dirty="0"/>
              <a:t>users, groups, </a:t>
            </a:r>
          </a:p>
          <a:p>
            <a:pPr lvl="1"/>
            <a:r>
              <a:rPr lang="en-GB" dirty="0"/>
              <a:t>file types, </a:t>
            </a:r>
          </a:p>
          <a:p>
            <a:pPr lvl="1"/>
            <a:r>
              <a:rPr lang="en-GB" dirty="0"/>
              <a:t>file date (timestamps), </a:t>
            </a:r>
          </a:p>
          <a:p>
            <a:pPr lvl="1"/>
            <a:r>
              <a:rPr lang="en-GB" dirty="0"/>
              <a:t>file size, and </a:t>
            </a:r>
          </a:p>
          <a:p>
            <a:pPr lvl="1"/>
            <a:r>
              <a:rPr lang="en-GB" dirty="0"/>
              <a:t>other possible criteria</a:t>
            </a:r>
          </a:p>
          <a:p>
            <a:r>
              <a:rPr lang="en-GB" dirty="0"/>
              <a:t>One of the most important commands</a:t>
            </a:r>
          </a:p>
          <a:p>
            <a:pPr lvl="1"/>
            <a:r>
              <a:rPr lang="en-GB" dirty="0"/>
              <a:t>in computer forensics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F7855-29AA-CE88-0A68-5CF8CBD22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864" y="19528"/>
            <a:ext cx="7295136" cy="20906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B5CC15-6354-C73F-064F-DFCBB7426234}"/>
              </a:ext>
            </a:extLst>
          </p:cNvPr>
          <p:cNvSpPr txBox="1"/>
          <p:nvPr/>
        </p:nvSpPr>
        <p:spPr>
          <a:xfrm>
            <a:off x="4870746" y="4336382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file type ( </a:t>
            </a:r>
            <a:r>
              <a:rPr lang="en-US" b="1" dirty="0">
                <a:solidFill>
                  <a:srgbClr val="7030A0"/>
                </a:solidFill>
              </a:rPr>
              <a:t>-type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E33FFF-EBFC-D143-A41B-10BBD57F707A}"/>
              </a:ext>
            </a:extLst>
          </p:cNvPr>
          <p:cNvSpPr txBox="1"/>
          <p:nvPr/>
        </p:nvSpPr>
        <p:spPr>
          <a:xfrm>
            <a:off x="5127204" y="4053959"/>
            <a:ext cx="2983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</a:t>
            </a:r>
            <a:r>
              <a:rPr lang="en-US"/>
              <a:t>permission </a:t>
            </a:r>
            <a:r>
              <a:rPr lang="en-US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en-US" b="1">
                <a:solidFill>
                  <a:srgbClr val="7030A0"/>
                </a:solidFill>
              </a:rPr>
              <a:t>-user -</a:t>
            </a:r>
            <a:r>
              <a:rPr lang="en-US" b="1" dirty="0">
                <a:solidFill>
                  <a:srgbClr val="7030A0"/>
                </a:solidFill>
              </a:rPr>
              <a:t>perm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49832-790D-BA82-B83D-B8640DF150A6}"/>
              </a:ext>
            </a:extLst>
          </p:cNvPr>
          <p:cNvSpPr txBox="1"/>
          <p:nvPr/>
        </p:nvSpPr>
        <p:spPr>
          <a:xfrm>
            <a:off x="5393263" y="3727408"/>
            <a:ext cx="1819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group permission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4D4CD5-081A-4A55-D35C-3FCDB9993AAC}"/>
              </a:ext>
            </a:extLst>
          </p:cNvPr>
          <p:cNvSpPr txBox="1"/>
          <p:nvPr/>
        </p:nvSpPr>
        <p:spPr>
          <a:xfrm>
            <a:off x="5879509" y="3482457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permission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4599FA-8042-D05B-5864-1FF3F63D7C39}"/>
              </a:ext>
            </a:extLst>
          </p:cNvPr>
          <p:cNvSpPr txBox="1"/>
          <p:nvPr/>
        </p:nvSpPr>
        <p:spPr>
          <a:xfrm>
            <a:off x="6096000" y="3226096"/>
            <a:ext cx="14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# of </a:t>
            </a:r>
            <a:r>
              <a:rPr lang="en-US" dirty="0" err="1">
                <a:solidFill>
                  <a:srgbClr val="7030A0"/>
                </a:solidFill>
              </a:rPr>
              <a:t>hardlinks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B45AF2-1768-482C-0404-3212715A805D}"/>
              </a:ext>
            </a:extLst>
          </p:cNvPr>
          <p:cNvSpPr txBox="1"/>
          <p:nvPr/>
        </p:nvSpPr>
        <p:spPr>
          <a:xfrm>
            <a:off x="6427252" y="2969443"/>
            <a:ext cx="137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owner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774BB-A3E5-796A-0E7D-5DF112A2DB80}"/>
              </a:ext>
            </a:extLst>
          </p:cNvPr>
          <p:cNvSpPr txBox="1"/>
          <p:nvPr/>
        </p:nvSpPr>
        <p:spPr>
          <a:xfrm>
            <a:off x="6816074" y="2765476"/>
            <a:ext cx="13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BFDD"/>
                </a:solidFill>
              </a:rPr>
              <a:t>group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43E357-F79C-D2FB-851A-D67265636F03}"/>
              </a:ext>
            </a:extLst>
          </p:cNvPr>
          <p:cNvSpPr txBox="1"/>
          <p:nvPr/>
        </p:nvSpPr>
        <p:spPr>
          <a:xfrm>
            <a:off x="7363967" y="2580810"/>
            <a:ext cx="1196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size ( </a:t>
            </a:r>
            <a:r>
              <a:rPr lang="en-US" b="1" dirty="0">
                <a:solidFill>
                  <a:srgbClr val="7030A0"/>
                </a:solidFill>
              </a:rPr>
              <a:t>-size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F16212-3CC7-440E-CEFE-36F8EECD7094}"/>
              </a:ext>
            </a:extLst>
          </p:cNvPr>
          <p:cNvSpPr txBox="1"/>
          <p:nvPr/>
        </p:nvSpPr>
        <p:spPr>
          <a:xfrm>
            <a:off x="7931276" y="2374159"/>
            <a:ext cx="2163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DB0B"/>
                </a:solidFill>
              </a:rPr>
              <a:t>last modified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( </a:t>
            </a:r>
            <a:r>
              <a:rPr lang="en-US" b="1" dirty="0">
                <a:solidFill>
                  <a:srgbClr val="7030A0"/>
                </a:solidFill>
              </a:rPr>
              <a:t>-time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en-US" dirty="0">
              <a:solidFill>
                <a:srgbClr val="FFDB0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BDA8EF-BB36-9533-A650-BC74F1059577}"/>
              </a:ext>
            </a:extLst>
          </p:cNvPr>
          <p:cNvSpPr txBox="1"/>
          <p:nvPr/>
        </p:nvSpPr>
        <p:spPr>
          <a:xfrm>
            <a:off x="9226417" y="2205323"/>
            <a:ext cx="1919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57CF3"/>
                </a:solidFill>
              </a:rPr>
              <a:t>file name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( </a:t>
            </a:r>
            <a:r>
              <a:rPr lang="en-US" b="1" dirty="0">
                <a:solidFill>
                  <a:srgbClr val="7030A0"/>
                </a:solidFill>
              </a:rPr>
              <a:t>-name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en-US" dirty="0">
              <a:solidFill>
                <a:srgbClr val="357CF3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7606712-4304-0181-DA10-88CBB683EC8B}"/>
              </a:ext>
            </a:extLst>
          </p:cNvPr>
          <p:cNvCxnSpPr>
            <a:cxnSpLocks/>
          </p:cNvCxnSpPr>
          <p:nvPr/>
        </p:nvCxnSpPr>
        <p:spPr>
          <a:xfrm flipH="1">
            <a:off x="4971668" y="2110154"/>
            <a:ext cx="29397" cy="218928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2F4E4B-051A-36F9-B0A0-BAFD366BC283}"/>
              </a:ext>
            </a:extLst>
          </p:cNvPr>
          <p:cNvCxnSpPr/>
          <p:nvPr/>
        </p:nvCxnSpPr>
        <p:spPr>
          <a:xfrm>
            <a:off x="5247249" y="2110154"/>
            <a:ext cx="0" cy="1943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1854AE2-018D-8684-D8AC-B44DDA784C39}"/>
              </a:ext>
            </a:extLst>
          </p:cNvPr>
          <p:cNvCxnSpPr/>
          <p:nvPr/>
        </p:nvCxnSpPr>
        <p:spPr>
          <a:xfrm>
            <a:off x="5535637" y="2110154"/>
            <a:ext cx="0" cy="17092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2159EBB-F358-5C41-EC20-A46C18A991C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867508" y="2066826"/>
            <a:ext cx="12001" cy="1600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DDF3254-F7CF-0592-18CF-0DCE6DE3D286}"/>
              </a:ext>
            </a:extLst>
          </p:cNvPr>
          <p:cNvCxnSpPr>
            <a:cxnSpLocks/>
          </p:cNvCxnSpPr>
          <p:nvPr/>
        </p:nvCxnSpPr>
        <p:spPr>
          <a:xfrm>
            <a:off x="6581335" y="2057489"/>
            <a:ext cx="0" cy="1024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2DCB4EA-DF7C-F32A-E922-FD18082C2161}"/>
              </a:ext>
            </a:extLst>
          </p:cNvPr>
          <p:cNvCxnSpPr>
            <a:cxnSpLocks/>
          </p:cNvCxnSpPr>
          <p:nvPr/>
        </p:nvCxnSpPr>
        <p:spPr>
          <a:xfrm>
            <a:off x="6145238" y="2110154"/>
            <a:ext cx="0" cy="130060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06556FD-A1F4-F324-AD62-09AFF3A887CF}"/>
              </a:ext>
            </a:extLst>
          </p:cNvPr>
          <p:cNvCxnSpPr/>
          <p:nvPr/>
        </p:nvCxnSpPr>
        <p:spPr>
          <a:xfrm>
            <a:off x="6935372" y="2110154"/>
            <a:ext cx="0" cy="738554"/>
          </a:xfrm>
          <a:prstGeom prst="straightConnector1">
            <a:avLst/>
          </a:prstGeom>
          <a:ln>
            <a:solidFill>
              <a:srgbClr val="FFBFD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A5FC27C-987F-33CF-2813-8E73D1D08921}"/>
              </a:ext>
            </a:extLst>
          </p:cNvPr>
          <p:cNvCxnSpPr>
            <a:cxnSpLocks/>
          </p:cNvCxnSpPr>
          <p:nvPr/>
        </p:nvCxnSpPr>
        <p:spPr>
          <a:xfrm flipH="1">
            <a:off x="7544986" y="2110241"/>
            <a:ext cx="9378" cy="555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59E9B42-F928-0461-5A23-0418185B46E5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544432" y="2110154"/>
            <a:ext cx="10498" cy="34559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2267239-AA6A-DA4F-0AD7-056BE6B4C3DE}"/>
              </a:ext>
            </a:extLst>
          </p:cNvPr>
          <p:cNvCxnSpPr>
            <a:cxnSpLocks/>
          </p:cNvCxnSpPr>
          <p:nvPr/>
        </p:nvCxnSpPr>
        <p:spPr>
          <a:xfrm>
            <a:off x="9741877" y="2110154"/>
            <a:ext cx="0" cy="187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843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B032DE-3372-45AC-B1ED-D6684854D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</a:t>
            </a:r>
            <a:r>
              <a:rPr lang="en-GB" i="1" dirty="0">
                <a:solidFill>
                  <a:srgbClr val="7030A0"/>
                </a:solidFill>
              </a:rPr>
              <a:t>find</a:t>
            </a:r>
            <a:r>
              <a:rPr lang="en-GB" dirty="0"/>
              <a:t> command usages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93F359-00A4-4754-81CD-ED3C7E120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052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DFF94D-4189-4537-9D4F-B3701C3A0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lab uses a USB image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E8633-9E0C-4408-AD9A-BDD61B9B4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380" y="1690688"/>
            <a:ext cx="4366638" cy="21414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82F857-1892-4D7F-AE89-72ACEC4A1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0380" y="4083284"/>
            <a:ext cx="6363251" cy="15774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43ABBF-3DC3-4B09-BDD4-A83C7DF3FA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0311"/>
          <a:stretch/>
        </p:blipFill>
        <p:spPr>
          <a:xfrm>
            <a:off x="3040380" y="5660761"/>
            <a:ext cx="6363251" cy="7315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0A25C0-6495-40A9-A328-C09642257C8E}"/>
              </a:ext>
            </a:extLst>
          </p:cNvPr>
          <p:cNvSpPr txBox="1"/>
          <p:nvPr/>
        </p:nvSpPr>
        <p:spPr>
          <a:xfrm>
            <a:off x="838200" y="1721662"/>
            <a:ext cx="2202180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Create a working folder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2180DC-90D7-416F-8E71-B9B9B3F8EC20}"/>
              </a:ext>
            </a:extLst>
          </p:cNvPr>
          <p:cNvSpPr txBox="1"/>
          <p:nvPr/>
        </p:nvSpPr>
        <p:spPr>
          <a:xfrm>
            <a:off x="838200" y="4098066"/>
            <a:ext cx="2202180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Download a USB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26ED60-076D-4115-84A6-17C31AABBF85}"/>
              </a:ext>
            </a:extLst>
          </p:cNvPr>
          <p:cNvSpPr txBox="1"/>
          <p:nvPr/>
        </p:nvSpPr>
        <p:spPr>
          <a:xfrm>
            <a:off x="3040380" y="6492875"/>
            <a:ext cx="49600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https://www.dropbox.com/s/a0lhsmzeh68wk1i/NTFS.001</a:t>
            </a:r>
          </a:p>
        </p:txBody>
      </p:sp>
    </p:spTree>
    <p:extLst>
      <p:ext uri="{BB962C8B-B14F-4D97-AF65-F5344CB8AC3E}">
        <p14:creationId xmlns:p14="http://schemas.microsoft.com/office/powerpoint/2010/main" val="556419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B483BD-C9D7-4E93-A7A8-F38361FE0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26883"/>
            <a:ext cx="8862828" cy="20042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28A4FF-A12D-48DE-8BBE-6B89A55802D9}"/>
              </a:ext>
            </a:extLst>
          </p:cNvPr>
          <p:cNvSpPr txBox="1"/>
          <p:nvPr/>
        </p:nvSpPr>
        <p:spPr>
          <a:xfrm>
            <a:off x="838200" y="2057551"/>
            <a:ext cx="3724373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Show image information</a:t>
            </a:r>
          </a:p>
        </p:txBody>
      </p:sp>
    </p:spTree>
    <p:extLst>
      <p:ext uri="{BB962C8B-B14F-4D97-AF65-F5344CB8AC3E}">
        <p14:creationId xmlns:p14="http://schemas.microsoft.com/office/powerpoint/2010/main" val="3066874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575EB-CF2E-452E-AD2C-3EDBD5FA7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Mount the USB to Linux as a read-only loop device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98F16-0E41-458D-BBF0-5892B738F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84073"/>
            <a:ext cx="8839966" cy="43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228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3A501-D4A5-4134-9679-DED39623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View file structure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CBACE1-D1E0-48E7-A193-A005D6D19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4797"/>
            <a:ext cx="5319221" cy="44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550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40B7F-0772-489B-8C2C-1A715FC8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E8645-8F4E-4C75-BA8B-B7944FE788EC}"/>
              </a:ext>
            </a:extLst>
          </p:cNvPr>
          <p:cNvSpPr txBox="1"/>
          <p:nvPr/>
        </p:nvSpPr>
        <p:spPr>
          <a:xfrm>
            <a:off x="838200" y="1690688"/>
            <a:ext cx="805434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find [where to start searching from]  [expression determines what to find]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C5A546-BD27-4812-B38B-230EF6B3C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29679"/>
            <a:ext cx="8329382" cy="371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85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5546C-AFD8-42F0-92F0-E465A7FC5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Files/directories starts from  Current Directory (</a:t>
            </a:r>
            <a:r>
              <a:rPr lang="en-US" dirty="0">
                <a:solidFill>
                  <a:srgbClr val="FF0000"/>
                </a:solidFill>
              </a:rPr>
              <a:t>recursively</a:t>
            </a:r>
            <a:r>
              <a:rPr lang="en-GB" dirty="0"/>
              <a:t>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4C6674-710F-4461-8668-FD12EAECB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881456" cy="46257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36AF35-846F-450D-9E3E-F35CA3B862DE}"/>
              </a:ext>
            </a:extLst>
          </p:cNvPr>
          <p:cNvSpPr txBox="1"/>
          <p:nvPr/>
        </p:nvSpPr>
        <p:spPr>
          <a:xfrm>
            <a:off x="2267248" y="2573774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include all subfolders, recursively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142E6B-0229-44DF-A8C3-BE4D83040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405" y="2758440"/>
            <a:ext cx="1303133" cy="3048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01757A-6848-4CAC-9200-2CF95C905526}"/>
              </a:ext>
            </a:extLst>
          </p:cNvPr>
          <p:cNvSpPr txBox="1"/>
          <p:nvPr/>
        </p:nvSpPr>
        <p:spPr>
          <a:xfrm>
            <a:off x="8102405" y="2004060"/>
            <a:ext cx="325139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Default is current directory. The command is the same as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008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5845-3DC8-4EA4-A7E6-CB70B26F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rgbClr val="7030A0"/>
                </a:solidFill>
              </a:rPr>
              <a:t>-name </a:t>
            </a:r>
            <a:r>
              <a:rPr lang="en-US" dirty="0"/>
              <a:t>and</a:t>
            </a:r>
            <a:r>
              <a:rPr lang="en-US" i="1" dirty="0">
                <a:solidFill>
                  <a:srgbClr val="7030A0"/>
                </a:solidFill>
              </a:rPr>
              <a:t> -</a:t>
            </a:r>
            <a:r>
              <a:rPr lang="en-US" i="1" dirty="0" err="1">
                <a:solidFill>
                  <a:srgbClr val="7030A0"/>
                </a:solidFill>
              </a:rPr>
              <a:t>iname</a:t>
            </a:r>
            <a:r>
              <a:rPr lang="en-US" dirty="0"/>
              <a:t>: find file/directory names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B43849-3AC0-486D-B512-4D90D882B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240" y="1721662"/>
            <a:ext cx="5776461" cy="15850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A97542-20B6-401A-9927-B7F3CE8FA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492" y="3627120"/>
            <a:ext cx="7292972" cy="14022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950167-C9D8-4A47-AD0C-560031031F54}"/>
              </a:ext>
            </a:extLst>
          </p:cNvPr>
          <p:cNvSpPr txBox="1"/>
          <p:nvPr/>
        </p:nvSpPr>
        <p:spPr>
          <a:xfrm>
            <a:off x="838200" y="3627120"/>
            <a:ext cx="1463040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find a file and ignore case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B8DE34-8DF2-42B5-92ED-C633E7F17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492" y="5455887"/>
            <a:ext cx="5814564" cy="7468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DFBF5A-5B7C-4763-AD6A-49824332CB14}"/>
              </a:ext>
            </a:extLst>
          </p:cNvPr>
          <p:cNvSpPr txBox="1"/>
          <p:nvPr/>
        </p:nvSpPr>
        <p:spPr>
          <a:xfrm>
            <a:off x="838200" y="1721662"/>
            <a:ext cx="1455292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find a 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0A39E4-F1DC-4CFA-AC1D-11C7FDAD2826}"/>
              </a:ext>
            </a:extLst>
          </p:cNvPr>
          <p:cNvSpPr txBox="1"/>
          <p:nvPr/>
        </p:nvSpPr>
        <p:spPr>
          <a:xfrm>
            <a:off x="838200" y="5455887"/>
            <a:ext cx="1455292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find a directory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D3442-CB10-4E1D-BC91-BA33674F22BF}"/>
              </a:ext>
            </a:extLst>
          </p:cNvPr>
          <p:cNvSpPr txBox="1"/>
          <p:nvPr/>
        </p:nvSpPr>
        <p:spPr>
          <a:xfrm>
            <a:off x="8625840" y="1973580"/>
            <a:ext cx="2991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note</a:t>
            </a:r>
            <a:r>
              <a:rPr lang="en-GB" dirty="0"/>
              <a:t>: only name without</a:t>
            </a:r>
            <a:r>
              <a:rPr lang="en-US" dirty="0"/>
              <a:t> path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6049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B8C3B-1E3A-43EB-8A0C-BF76B64C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rgbClr val="7030A0"/>
                </a:solidFill>
              </a:rPr>
              <a:t>-type</a:t>
            </a:r>
            <a:r>
              <a:rPr lang="en-US" dirty="0"/>
              <a:t>: specify string types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02606-B1BA-4827-81C3-0236B5FC31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246" r="7483"/>
          <a:stretch/>
        </p:blipFill>
        <p:spPr>
          <a:xfrm>
            <a:off x="882932" y="2187971"/>
            <a:ext cx="6218459" cy="769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BB6695-2FDB-4386-A319-D9DA914E4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32" y="3725010"/>
            <a:ext cx="6218459" cy="769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35F381-592C-4447-8EF4-CC33214F8980}"/>
              </a:ext>
            </a:extLst>
          </p:cNvPr>
          <p:cNvSpPr txBox="1"/>
          <p:nvPr/>
        </p:nvSpPr>
        <p:spPr>
          <a:xfrm>
            <a:off x="882932" y="1792697"/>
            <a:ext cx="439607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Specify the search type  </a:t>
            </a:r>
            <a:r>
              <a:rPr lang="en-US" i="1" dirty="0">
                <a:solidFill>
                  <a:srgbClr val="7030A0"/>
                </a:solidFill>
              </a:rPr>
              <a:t>d: directory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DC333-D188-436D-A2D4-26CD746AEFE7}"/>
              </a:ext>
            </a:extLst>
          </p:cNvPr>
          <p:cNvSpPr txBox="1"/>
          <p:nvPr/>
        </p:nvSpPr>
        <p:spPr>
          <a:xfrm>
            <a:off x="882932" y="3365295"/>
            <a:ext cx="439607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Specify the search type  </a:t>
            </a:r>
            <a:r>
              <a:rPr lang="en-US" i="1" dirty="0">
                <a:solidFill>
                  <a:srgbClr val="7030A0"/>
                </a:solidFill>
              </a:rPr>
              <a:t>f: file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BF4881-E2B6-49C8-8DAC-D549B3EAE9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167"/>
          <a:stretch/>
        </p:blipFill>
        <p:spPr>
          <a:xfrm>
            <a:off x="882932" y="5059639"/>
            <a:ext cx="6218459" cy="9449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A5B43A-2DD6-4990-AC6C-2C869291E0D3}"/>
              </a:ext>
            </a:extLst>
          </p:cNvPr>
          <p:cNvSpPr txBox="1"/>
          <p:nvPr/>
        </p:nvSpPr>
        <p:spPr>
          <a:xfrm>
            <a:off x="882932" y="4669746"/>
            <a:ext cx="439607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Search all files with extension </a:t>
            </a:r>
            <a:r>
              <a:rPr lang="en-US" i="1" dirty="0">
                <a:solidFill>
                  <a:srgbClr val="7030A0"/>
                </a:solidFill>
              </a:rPr>
              <a:t>.txt</a:t>
            </a:r>
          </a:p>
        </p:txBody>
      </p:sp>
      <p:pic>
        <p:nvPicPr>
          <p:cNvPr id="3074" name="Picture 2" descr="wildcards – Unravel Sitecore!">
            <a:extLst>
              <a:ext uri="{FF2B5EF4-FFF2-40B4-BE49-F238E27FC236}">
                <a16:creationId xmlns:a16="http://schemas.microsoft.com/office/drawing/2014/main" id="{D935EE1F-8F41-ACB0-9D04-4346AA660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5944" y="3678509"/>
            <a:ext cx="1863457" cy="1187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63008F64-5115-3037-B074-C03DF568A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645191"/>
              </p:ext>
            </p:extLst>
          </p:nvPr>
        </p:nvGraphicFramePr>
        <p:xfrm>
          <a:off x="7589521" y="5009633"/>
          <a:ext cx="4216398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52621">
                  <a:extLst>
                    <a:ext uri="{9D8B030D-6E8A-4147-A177-3AD203B41FA5}">
                      <a16:colId xmlns:a16="http://schemas.microsoft.com/office/drawing/2014/main" val="2737319223"/>
                    </a:ext>
                  </a:extLst>
                </a:gridCol>
                <a:gridCol w="2058311">
                  <a:extLst>
                    <a:ext uri="{9D8B030D-6E8A-4147-A177-3AD203B41FA5}">
                      <a16:colId xmlns:a16="http://schemas.microsoft.com/office/drawing/2014/main" val="2095868791"/>
                    </a:ext>
                  </a:extLst>
                </a:gridCol>
                <a:gridCol w="1405466">
                  <a:extLst>
                    <a:ext uri="{9D8B030D-6E8A-4147-A177-3AD203B41FA5}">
                      <a16:colId xmlns:a16="http://schemas.microsoft.com/office/drawing/2014/main" val="2180693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853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any single 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A?B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370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any 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320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One character in the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l[pi]</a:t>
                      </a:r>
                      <a:r>
                        <a:rPr lang="en-US" sz="1400" dirty="0" err="1"/>
                        <a:t>st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37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918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91CC2D-8937-42D2-9CB7-6A6A65A82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907" y="1177858"/>
            <a:ext cx="6569009" cy="14098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E855BB-D38F-4F8B-A691-8815A2D901C5}"/>
              </a:ext>
            </a:extLst>
          </p:cNvPr>
          <p:cNvSpPr txBox="1"/>
          <p:nvPr/>
        </p:nvSpPr>
        <p:spPr>
          <a:xfrm>
            <a:off x="1336906" y="808526"/>
            <a:ext cx="453049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Match all file names starts with the letter “</a:t>
            </a:r>
            <a:r>
              <a:rPr lang="en-US" i="1" dirty="0">
                <a:solidFill>
                  <a:srgbClr val="7030A0"/>
                </a:solidFill>
              </a:rPr>
              <a:t>h”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6FF3C5-B6B1-4064-A47F-01CF20AD6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907" y="3212578"/>
            <a:ext cx="6629975" cy="8611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CAFB2-188B-4397-87AC-185EB3F74DA7}"/>
              </a:ext>
            </a:extLst>
          </p:cNvPr>
          <p:cNvSpPr txBox="1"/>
          <p:nvPr/>
        </p:nvSpPr>
        <p:spPr>
          <a:xfrm>
            <a:off x="1336906" y="2843246"/>
            <a:ext cx="504520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Match all files which first and four letters are “</a:t>
            </a:r>
            <a:r>
              <a:rPr lang="en-US" i="1" dirty="0"/>
              <a:t>h</a:t>
            </a:r>
            <a:r>
              <a:rPr lang="en-US" dirty="0"/>
              <a:t>” 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FEC712-F85B-470B-9102-C25F35AC9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422" y="4708736"/>
            <a:ext cx="7140559" cy="13793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8CC44E-0567-4041-92C9-39F037BC9BB1}"/>
              </a:ext>
            </a:extLst>
          </p:cNvPr>
          <p:cNvSpPr txBox="1"/>
          <p:nvPr/>
        </p:nvSpPr>
        <p:spPr>
          <a:xfrm>
            <a:off x="1306422" y="4339404"/>
            <a:ext cx="680125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Match all files contains “</a:t>
            </a:r>
            <a:r>
              <a:rPr lang="en-US" i="1" dirty="0">
                <a:solidFill>
                  <a:srgbClr val="7030A0"/>
                </a:solidFill>
              </a:rPr>
              <a:t>123</a:t>
            </a:r>
            <a:r>
              <a:rPr lang="en-US" dirty="0"/>
              <a:t>” (in the middle of the file name)</a:t>
            </a:r>
            <a:endParaRPr lang="en-US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512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5D1EE-F83A-4AEA-8B87-EAA4981AE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Match on the </a:t>
            </a:r>
            <a:r>
              <a:rPr lang="en-GB" dirty="0">
                <a:solidFill>
                  <a:srgbClr val="FF0000"/>
                </a:solidFill>
              </a:rPr>
              <a:t>whole</a:t>
            </a:r>
            <a:r>
              <a:rPr lang="en-GB" dirty="0"/>
              <a:t> path for </a:t>
            </a:r>
            <a:r>
              <a:rPr lang="en-GB" i="1" dirty="0">
                <a:solidFill>
                  <a:srgbClr val="7030A0"/>
                </a:solidFill>
              </a:rPr>
              <a:t>-regex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73B53-8688-4B22-8F2A-36649C4234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6"/>
          <a:stretch/>
        </p:blipFill>
        <p:spPr>
          <a:xfrm>
            <a:off x="4640003" y="3806558"/>
            <a:ext cx="3713074" cy="15774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196F5A-7926-48D7-8112-B9BE24C5E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584" y="3520151"/>
            <a:ext cx="3635055" cy="33378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8FD607-A4FB-46CC-9156-90B618637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806558"/>
            <a:ext cx="3642676" cy="19280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CC03E0-ACA1-447B-ABB3-478ADCE294E0}"/>
              </a:ext>
            </a:extLst>
          </p:cNvPr>
          <p:cNvSpPr txBox="1"/>
          <p:nvPr/>
        </p:nvSpPr>
        <p:spPr>
          <a:xfrm>
            <a:off x="838200" y="1940036"/>
            <a:ext cx="600315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Match all files which name ends with any length of digits  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7919C6-660C-47E0-A8E8-69F811AAE7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" y="2309368"/>
            <a:ext cx="7658764" cy="1127858"/>
          </a:xfrm>
          <a:prstGeom prst="rect">
            <a:avLst/>
          </a:prstGeom>
        </p:spPr>
      </p:pic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F05C5B0-1C23-4BBB-B22E-800C1FB6A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760992"/>
              </p:ext>
            </p:extLst>
          </p:nvPr>
        </p:nvGraphicFramePr>
        <p:xfrm>
          <a:off x="8648251" y="2124702"/>
          <a:ext cx="3347720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50804">
                  <a:extLst>
                    <a:ext uri="{9D8B030D-6E8A-4147-A177-3AD203B41FA5}">
                      <a16:colId xmlns:a16="http://schemas.microsoft.com/office/drawing/2014/main" val="520472069"/>
                    </a:ext>
                  </a:extLst>
                </a:gridCol>
                <a:gridCol w="1896916">
                  <a:extLst>
                    <a:ext uri="{9D8B030D-6E8A-4147-A177-3AD203B41FA5}">
                      <a16:colId xmlns:a16="http://schemas.microsoft.com/office/drawing/2014/main" val="3309369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Regex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Meta-character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358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Basic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\</a:t>
                      </a:r>
                      <a:r>
                        <a:rPr lang="en-US" dirty="0"/>
                        <a:t>? 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dirty="0"/>
                        <a:t>+ 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dirty="0"/>
                        <a:t>{ 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dirty="0"/>
                        <a:t>} 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dirty="0"/>
                        <a:t>| 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dirty="0"/>
                        <a:t>(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\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38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Extend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? + { } | (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834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044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77A682-BC07-4468-8C9A-170B04106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69755"/>
            <a:ext cx="8489416" cy="14936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6422E9-569B-4E77-B65B-48E813AA2441}"/>
              </a:ext>
            </a:extLst>
          </p:cNvPr>
          <p:cNvSpPr txBox="1"/>
          <p:nvPr/>
        </p:nvSpPr>
        <p:spPr>
          <a:xfrm>
            <a:off x="838200" y="2000423"/>
            <a:ext cx="8489416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Match exact three consecutive upper-case letters in the path, excluding file extension.</a:t>
            </a:r>
            <a:endParaRPr lang="en-US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344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0480EA-4C29-4635-9DFD-E04A41C85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 metadata and find usage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61D9A-0CBB-48E3-91C1-FA892F030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timestamps/permissions/users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503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6E3611-D2EE-46F5-9B48-CEF5609B2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2572"/>
            <a:ext cx="7931235" cy="536542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3C046B8-CAAA-4664-8DD1-B9CBD3BF4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 With 777 Permissions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579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B926A-48FF-4A7A-9DF6-EE9BAC5ED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 Without 777 Permissions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4EFCD-50A8-4879-BF91-81E6FE197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23969"/>
            <a:ext cx="6546147" cy="1867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DF3B68-9D88-45FE-AEC1-B70C924D3863}"/>
              </a:ext>
            </a:extLst>
          </p:cNvPr>
          <p:cNvSpPr txBox="1"/>
          <p:nvPr/>
        </p:nvSpPr>
        <p:spPr>
          <a:xfrm>
            <a:off x="838200" y="4722829"/>
            <a:ext cx="9191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we can’t change the permission of files here because we mounted the image as read only </a:t>
            </a:r>
          </a:p>
        </p:txBody>
      </p:sp>
    </p:spTree>
    <p:extLst>
      <p:ext uri="{BB962C8B-B14F-4D97-AF65-F5344CB8AC3E}">
        <p14:creationId xmlns:p14="http://schemas.microsoft.com/office/powerpoint/2010/main" val="3385985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F175-3309-428B-958D-BAECCFB74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atime</a:t>
            </a:r>
            <a:r>
              <a:rPr lang="en-US" dirty="0"/>
              <a:t>”, “</a:t>
            </a:r>
            <a:r>
              <a:rPr lang="en-US" dirty="0" err="1"/>
              <a:t>mtime</a:t>
            </a:r>
            <a:r>
              <a:rPr lang="en-US" dirty="0"/>
              <a:t>” and “</a:t>
            </a:r>
            <a:r>
              <a:rPr lang="en-US" dirty="0" err="1"/>
              <a:t>ctime</a:t>
            </a:r>
            <a:r>
              <a:rPr lang="en-US" dirty="0"/>
              <a:t>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AA632A-5D58-442D-917D-620C245B0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47" y="1690688"/>
            <a:ext cx="6499225" cy="264105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3BECB84-B4F2-433B-8EE2-1FC340DF8C29}"/>
              </a:ext>
            </a:extLst>
          </p:cNvPr>
          <p:cNvSpPr/>
          <p:nvPr/>
        </p:nvSpPr>
        <p:spPr>
          <a:xfrm>
            <a:off x="79971" y="3426770"/>
            <a:ext cx="3959257" cy="12206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2AC19F7-1005-4964-A914-B5407863978E}"/>
              </a:ext>
            </a:extLst>
          </p:cNvPr>
          <p:cNvSpPr/>
          <p:nvPr/>
        </p:nvSpPr>
        <p:spPr>
          <a:xfrm>
            <a:off x="4103331" y="3426769"/>
            <a:ext cx="1802169" cy="113900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FE73FE-6EE1-466B-AC5A-B297E7942F3E}"/>
              </a:ext>
            </a:extLst>
          </p:cNvPr>
          <p:cNvSpPr txBox="1"/>
          <p:nvPr/>
        </p:nvSpPr>
        <p:spPr>
          <a:xfrm>
            <a:off x="1514769" y="5351823"/>
            <a:ext cx="1281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 err="1">
                <a:solidFill>
                  <a:srgbClr val="FF0000"/>
                </a:solidFill>
                <a:effectLst/>
              </a:rPr>
              <a:t>ctime</a:t>
            </a:r>
            <a:endParaRPr lang="en-US" i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6AA392-8878-4B9A-984A-D53C63223301}"/>
              </a:ext>
            </a:extLst>
          </p:cNvPr>
          <p:cNvCxnSpPr>
            <a:stCxn id="7" idx="0"/>
            <a:endCxn id="4" idx="4"/>
          </p:cNvCxnSpPr>
          <p:nvPr/>
        </p:nvCxnSpPr>
        <p:spPr>
          <a:xfrm flipH="1" flipV="1">
            <a:off x="2059600" y="4647414"/>
            <a:ext cx="96055" cy="70440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E0BA823-0D65-41F6-934E-F83277F561F5}"/>
              </a:ext>
            </a:extLst>
          </p:cNvPr>
          <p:cNvSpPr txBox="1"/>
          <p:nvPr/>
        </p:nvSpPr>
        <p:spPr>
          <a:xfrm>
            <a:off x="4135284" y="5280564"/>
            <a:ext cx="25093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 err="1">
                <a:solidFill>
                  <a:srgbClr val="7030A0"/>
                </a:solidFill>
              </a:rPr>
              <a:t>atime</a:t>
            </a:r>
            <a:r>
              <a:rPr lang="en-US" sz="3200" i="1" dirty="0">
                <a:solidFill>
                  <a:srgbClr val="7030A0"/>
                </a:solidFill>
              </a:rPr>
              <a:t>, </a:t>
            </a:r>
            <a:r>
              <a:rPr lang="en-US" sz="3200" i="1" dirty="0" err="1">
                <a:solidFill>
                  <a:srgbClr val="7030A0"/>
                </a:solidFill>
              </a:rPr>
              <a:t>mtime</a:t>
            </a:r>
            <a:endParaRPr lang="en-US" sz="3200" i="1" dirty="0">
              <a:solidFill>
                <a:srgbClr val="7030A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087927-E885-4937-A10D-EEA0944170AF}"/>
              </a:ext>
            </a:extLst>
          </p:cNvPr>
          <p:cNvCxnSpPr/>
          <p:nvPr/>
        </p:nvCxnSpPr>
        <p:spPr>
          <a:xfrm flipH="1" flipV="1">
            <a:off x="5049330" y="4565778"/>
            <a:ext cx="96055" cy="70440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29C4644-B223-45CF-94D4-AA6CFE861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982327"/>
              </p:ext>
            </p:extLst>
          </p:nvPr>
        </p:nvGraphicFramePr>
        <p:xfrm>
          <a:off x="7463903" y="1820711"/>
          <a:ext cx="4367714" cy="3752240"/>
        </p:xfrm>
        <a:graphic>
          <a:graphicData uri="http://schemas.openxmlformats.org/drawingml/2006/table">
            <a:tbl>
              <a:tblPr/>
              <a:tblGrid>
                <a:gridCol w="604972">
                  <a:extLst>
                    <a:ext uri="{9D8B030D-6E8A-4147-A177-3AD203B41FA5}">
                      <a16:colId xmlns:a16="http://schemas.microsoft.com/office/drawing/2014/main" val="2351737711"/>
                    </a:ext>
                  </a:extLst>
                </a:gridCol>
                <a:gridCol w="3762742">
                  <a:extLst>
                    <a:ext uri="{9D8B030D-6E8A-4147-A177-3AD203B41FA5}">
                      <a16:colId xmlns:a16="http://schemas.microsoft.com/office/drawing/2014/main" val="943079101"/>
                    </a:ext>
                  </a:extLst>
                </a:gridCol>
              </a:tblGrid>
              <a:tr h="304594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Timestamp</a:t>
                      </a: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</a:rPr>
                        <a:t>When it gets updated?</a:t>
                      </a: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69309"/>
                  </a:ext>
                </a:extLst>
              </a:tr>
              <a:tr h="43815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err="1">
                          <a:effectLst/>
                        </a:rPr>
                        <a:t>atime</a:t>
                      </a:r>
                      <a:endParaRPr lang="en-US" sz="1500" dirty="0">
                        <a:effectLst/>
                      </a:endParaRP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1" dirty="0">
                          <a:effectLst/>
                        </a:rPr>
                        <a:t>Access (data units) time</a:t>
                      </a:r>
                      <a:r>
                        <a:rPr lang="en-GB" sz="1500" dirty="0">
                          <a:effectLst/>
                        </a:rPr>
                        <a:t> gets updated when you open a file or when a file is used for other operations like </a:t>
                      </a:r>
                      <a:r>
                        <a:rPr lang="en-GB" sz="1500" i="1" dirty="0">
                          <a:solidFill>
                            <a:srgbClr val="7030A0"/>
                          </a:solidFill>
                          <a:effectLst/>
                        </a:rPr>
                        <a:t>grep</a:t>
                      </a:r>
                      <a:r>
                        <a:rPr lang="en-GB" sz="1500" dirty="0">
                          <a:effectLst/>
                        </a:rPr>
                        <a:t>, </a:t>
                      </a:r>
                      <a:r>
                        <a:rPr lang="en-GB" sz="1500" i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</a:t>
                      </a:r>
                      <a:r>
                        <a:rPr lang="en-GB" sz="1500" dirty="0">
                          <a:effectLst/>
                        </a:rPr>
                        <a:t>, </a:t>
                      </a:r>
                      <a:r>
                        <a:rPr lang="en-GB" sz="1500" i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head</a:t>
                      </a:r>
                      <a:r>
                        <a:rPr lang="en-GB" sz="1500" dirty="0">
                          <a:effectLst/>
                        </a:rPr>
                        <a:t> and so on (</a:t>
                      </a:r>
                      <a:r>
                        <a:rPr lang="en-GB" sz="1500" dirty="0">
                          <a:solidFill>
                            <a:srgbClr val="FF0000"/>
                          </a:solidFill>
                          <a:effectLst/>
                        </a:rPr>
                        <a:t>not</a:t>
                      </a:r>
                      <a:r>
                        <a:rPr lang="en-GB" sz="1500" dirty="0">
                          <a:effectLst/>
                        </a:rPr>
                        <a:t> for </a:t>
                      </a:r>
                      <a:r>
                        <a:rPr lang="en-GB" sz="1500" i="1" dirty="0">
                          <a:solidFill>
                            <a:srgbClr val="7030A0"/>
                          </a:solidFill>
                          <a:effectLst/>
                        </a:rPr>
                        <a:t>stat</a:t>
                      </a:r>
                      <a:r>
                        <a:rPr lang="en-GB" sz="1500" dirty="0">
                          <a:effectLst/>
                        </a:rPr>
                        <a:t> command!).</a:t>
                      </a: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07095"/>
                  </a:ext>
                </a:extLst>
              </a:tr>
              <a:tr h="24304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err="1">
                          <a:effectLst/>
                        </a:rPr>
                        <a:t>mtime</a:t>
                      </a:r>
                      <a:endParaRPr lang="en-US" sz="1500" dirty="0">
                        <a:effectLst/>
                      </a:endParaRP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1" dirty="0">
                          <a:effectLst/>
                        </a:rPr>
                        <a:t>Modify (data units) time</a:t>
                      </a:r>
                      <a:r>
                        <a:rPr lang="en-GB" sz="1500" dirty="0">
                          <a:effectLst/>
                        </a:rPr>
                        <a:t> gets updated when you whenever update content of a file or save a file.</a:t>
                      </a: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788578"/>
                  </a:ext>
                </a:extLst>
              </a:tr>
              <a:tr h="3157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err="1">
                          <a:effectLst/>
                        </a:rPr>
                        <a:t>ctime</a:t>
                      </a:r>
                      <a:endParaRPr lang="en-US" sz="1500" dirty="0">
                        <a:effectLst/>
                      </a:endParaRP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1" dirty="0">
                          <a:effectLst/>
                        </a:rPr>
                        <a:t>Change (file names/metadata) time</a:t>
                      </a:r>
                      <a:r>
                        <a:rPr lang="en-GB" sz="1500" dirty="0">
                          <a:effectLst/>
                        </a:rPr>
                        <a:t> gets updated when the file attributes are changed, like changing the owner, changing the permission or moving it to another filesystem, but will also be updated when you </a:t>
                      </a:r>
                      <a:r>
                        <a:rPr lang="en-GB" sz="1500" dirty="0">
                          <a:solidFill>
                            <a:srgbClr val="FF0000"/>
                          </a:solidFill>
                          <a:effectLst/>
                        </a:rPr>
                        <a:t>modify a file.</a:t>
                      </a:r>
                    </a:p>
                  </a:txBody>
                  <a:tcPr marL="37297" marR="37297" marT="43513" marB="3729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522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365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AD67D6-758C-400F-A6C1-B4EF27010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681" y="1723853"/>
            <a:ext cx="6072515" cy="48857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B44283-C500-4A3F-ABDA-A6DB5D0453F2}"/>
              </a:ext>
            </a:extLst>
          </p:cNvPr>
          <p:cNvSpPr txBox="1"/>
          <p:nvPr/>
        </p:nvSpPr>
        <p:spPr>
          <a:xfrm>
            <a:off x="1074420" y="1723853"/>
            <a:ext cx="285626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Change working directory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E99D8-99A5-4416-9D12-60103BB58E12}"/>
              </a:ext>
            </a:extLst>
          </p:cNvPr>
          <p:cNvSpPr txBox="1"/>
          <p:nvPr/>
        </p:nvSpPr>
        <p:spPr>
          <a:xfrm>
            <a:off x="1074419" y="2488995"/>
            <a:ext cx="285626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Create</a:t>
            </a:r>
            <a:r>
              <a:rPr lang="en-US" dirty="0"/>
              <a:t> a new file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27C71-4D80-424A-BC90-64390B1D4174}"/>
              </a:ext>
            </a:extLst>
          </p:cNvPr>
          <p:cNvSpPr txBox="1"/>
          <p:nvPr/>
        </p:nvSpPr>
        <p:spPr>
          <a:xfrm>
            <a:off x="1074418" y="3130034"/>
            <a:ext cx="2856261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Review the permission and timestamps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CA426E-B15E-451F-88BA-BDE36A6A8FA5}"/>
              </a:ext>
            </a:extLst>
          </p:cNvPr>
          <p:cNvSpPr txBox="1"/>
          <p:nvPr/>
        </p:nvSpPr>
        <p:spPr>
          <a:xfrm>
            <a:off x="1074417" y="4166746"/>
            <a:ext cx="285626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Modified</a:t>
            </a:r>
            <a:r>
              <a:rPr lang="en-US" dirty="0"/>
              <a:t> a line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1E03CE-2947-4B19-99D8-068AF3FFAAD8}"/>
              </a:ext>
            </a:extLst>
          </p:cNvPr>
          <p:cNvSpPr txBox="1"/>
          <p:nvPr/>
        </p:nvSpPr>
        <p:spPr>
          <a:xfrm>
            <a:off x="1074416" y="4869837"/>
            <a:ext cx="2856261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Review the permission and timestamps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D1443B-5EF2-4C03-A4F2-29C01F74C02F}"/>
              </a:ext>
            </a:extLst>
          </p:cNvPr>
          <p:cNvSpPr txBox="1"/>
          <p:nvPr/>
        </p:nvSpPr>
        <p:spPr>
          <a:xfrm>
            <a:off x="1074415" y="5851567"/>
            <a:ext cx="285626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Access</a:t>
            </a:r>
            <a:r>
              <a:rPr lang="en-US" dirty="0"/>
              <a:t> the file content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831B59-1EF2-4AC9-B3F0-800ADC43B691}"/>
              </a:ext>
            </a:extLst>
          </p:cNvPr>
          <p:cNvSpPr txBox="1"/>
          <p:nvPr/>
        </p:nvSpPr>
        <p:spPr>
          <a:xfrm>
            <a:off x="9060180" y="2697480"/>
            <a:ext cx="231454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modified time (</a:t>
            </a:r>
            <a:r>
              <a:rPr lang="en-US" i="1" dirty="0" err="1"/>
              <a:t>mtime</a:t>
            </a:r>
            <a:r>
              <a:rPr lang="en-US" dirty="0"/>
              <a:t>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CD601A-C53B-4765-ABD6-2E2889E7AAE5}"/>
              </a:ext>
            </a:extLst>
          </p:cNvPr>
          <p:cNvCxnSpPr/>
          <p:nvPr/>
        </p:nvCxnSpPr>
        <p:spPr>
          <a:xfrm flipH="1">
            <a:off x="8496300" y="3066812"/>
            <a:ext cx="1043940" cy="461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F87B8F0-797C-291F-C3CB-DD2DB877E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OCRB" panose="020B0609020202020204" pitchFamily="49" charset="0"/>
              </a:rPr>
              <a:t>mtime</a:t>
            </a:r>
            <a:r>
              <a:rPr lang="en-US" dirty="0"/>
              <a:t> changes -&gt; </a:t>
            </a:r>
            <a:r>
              <a:rPr lang="en-US" dirty="0" err="1">
                <a:latin typeface="OCRB" panose="020B0609020202020204" pitchFamily="49" charset="0"/>
              </a:rPr>
              <a:t>ctime</a:t>
            </a:r>
            <a:r>
              <a:rPr lang="en-US" dirty="0"/>
              <a:t> changes </a:t>
            </a:r>
            <a:r>
              <a:rPr lang="en-US" sz="2400" dirty="0"/>
              <a:t>(not vice versa)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695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262E-D3CE-41FB-A95E-D05E9492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you recreate the file changing history?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6F9D61-D1F3-4E12-A9FA-EB94A8C4A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5639"/>
            <a:ext cx="8084820" cy="23375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E6FAB9-87C7-45E0-9B36-660C30464E64}"/>
              </a:ext>
            </a:extLst>
          </p:cNvPr>
          <p:cNvSpPr txBox="1"/>
          <p:nvPr/>
        </p:nvSpPr>
        <p:spPr>
          <a:xfrm>
            <a:off x="2781300" y="4852154"/>
            <a:ext cx="605028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02124"/>
                </a:solidFill>
                <a:effectLst/>
                <a:latin typeface="Google Sans"/>
              </a:rPr>
              <a:t>Coordinated Universal Time is 4 hours ahead of Eastern Time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66B57E5-F2D4-4BCA-A11B-1D53B9CF6B79}"/>
              </a:ext>
            </a:extLst>
          </p:cNvPr>
          <p:cNvCxnSpPr/>
          <p:nvPr/>
        </p:nvCxnSpPr>
        <p:spPr>
          <a:xfrm flipH="1" flipV="1">
            <a:off x="5242560" y="4076700"/>
            <a:ext cx="243840" cy="670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EE5FD36-5FDA-CEE3-6815-C42E4336605C}"/>
              </a:ext>
            </a:extLst>
          </p:cNvPr>
          <p:cNvSpPr txBox="1"/>
          <p:nvPr/>
        </p:nvSpPr>
        <p:spPr>
          <a:xfrm>
            <a:off x="1216049" y="5574268"/>
            <a:ext cx="732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Observing the timestamp change after using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cp</a:t>
            </a:r>
            <a:r>
              <a:rPr lang="en-US" dirty="0">
                <a:latin typeface="Arial Rounded MT Bold" panose="020F0704030504030204" pitchFamily="34" charset="0"/>
              </a:rPr>
              <a:t> or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mv</a:t>
            </a:r>
            <a:r>
              <a:rPr lang="en-US" dirty="0">
                <a:latin typeface="Arial Rounded MT Bold" panose="020F0704030504030204" pitchFamily="34" charset="0"/>
              </a:rPr>
              <a:t> command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5D9E1A-2CA1-8EE2-2C13-6C6596E974D3}"/>
              </a:ext>
            </a:extLst>
          </p:cNvPr>
          <p:cNvSpPr txBox="1"/>
          <p:nvPr/>
        </p:nvSpPr>
        <p:spPr>
          <a:xfrm>
            <a:off x="5806440" y="3707368"/>
            <a:ext cx="351282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mtime</a:t>
            </a:r>
            <a:r>
              <a:rPr lang="en-US" dirty="0"/>
              <a:t> changes -&gt; </a:t>
            </a:r>
            <a:r>
              <a:rPr lang="en-US" dirty="0" err="1"/>
              <a:t>ctime</a:t>
            </a:r>
            <a:r>
              <a:rPr lang="en-US" dirty="0"/>
              <a:t> changes</a:t>
            </a:r>
          </a:p>
        </p:txBody>
      </p:sp>
    </p:spTree>
    <p:extLst>
      <p:ext uri="{BB962C8B-B14F-4D97-AF65-F5344CB8AC3E}">
        <p14:creationId xmlns:p14="http://schemas.microsoft.com/office/powerpoint/2010/main" val="2934401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87B944-CD3A-431A-B3F5-728465A8F422}"/>
              </a:ext>
            </a:extLst>
          </p:cNvPr>
          <p:cNvSpPr txBox="1"/>
          <p:nvPr/>
        </p:nvSpPr>
        <p:spPr>
          <a:xfrm>
            <a:off x="529323" y="1975113"/>
            <a:ext cx="230494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Create</a:t>
            </a:r>
            <a:r>
              <a:rPr lang="en-US" dirty="0"/>
              <a:t> a new file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1A609-95C3-41C5-B96E-C0BE1A9E48A0}"/>
              </a:ext>
            </a:extLst>
          </p:cNvPr>
          <p:cNvSpPr txBox="1"/>
          <p:nvPr/>
        </p:nvSpPr>
        <p:spPr>
          <a:xfrm>
            <a:off x="497615" y="4378707"/>
            <a:ext cx="230494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Change</a:t>
            </a:r>
            <a:r>
              <a:rPr lang="en-US" dirty="0"/>
              <a:t> permission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90185E-7FC4-4DEF-B3DA-A6901380D4D1}"/>
              </a:ext>
            </a:extLst>
          </p:cNvPr>
          <p:cNvSpPr txBox="1"/>
          <p:nvPr/>
        </p:nvSpPr>
        <p:spPr>
          <a:xfrm>
            <a:off x="578752" y="5449505"/>
            <a:ext cx="2304948" cy="92333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Change permission doesn’t change the timestamp (content)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B43C4A-D962-47A2-94FA-84B62A0A1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271" y="1769012"/>
            <a:ext cx="8504657" cy="47705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F88200-6412-4BBA-80C9-011842493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Timestamp changes when changing permission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870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675EBA-3967-45BF-999D-2210A6896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914" y="2205463"/>
            <a:ext cx="9343176" cy="26753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11FF5E-F471-4610-8B47-B4E263835EF0}"/>
              </a:ext>
            </a:extLst>
          </p:cNvPr>
          <p:cNvSpPr txBox="1"/>
          <p:nvPr/>
        </p:nvSpPr>
        <p:spPr>
          <a:xfrm>
            <a:off x="1026914" y="5141928"/>
            <a:ext cx="7140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we did not modify the content of the file, so </a:t>
            </a:r>
            <a:r>
              <a:rPr lang="en-US" dirty="0">
                <a:solidFill>
                  <a:srgbClr val="FF0000"/>
                </a:solidFill>
              </a:rPr>
              <a:t>birth time=Modify time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FCF85-5921-F6B1-5BB5-B7B73F95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OCRB" panose="020B0609020202020204" pitchFamily="49" charset="0"/>
              </a:rPr>
              <a:t>mtime</a:t>
            </a:r>
            <a:r>
              <a:rPr lang="en-US" dirty="0"/>
              <a:t> changes </a:t>
            </a:r>
            <a:r>
              <a:rPr lang="en-US" dirty="0">
                <a:solidFill>
                  <a:srgbClr val="FF0000"/>
                </a:solidFill>
              </a:rPr>
              <a:t>!</a:t>
            </a:r>
            <a:r>
              <a:rPr lang="en-US" dirty="0"/>
              <a:t>-&gt; </a:t>
            </a:r>
            <a:r>
              <a:rPr lang="en-US" dirty="0" err="1">
                <a:latin typeface="OCRB" panose="020B0609020202020204" pitchFamily="49" charset="0"/>
              </a:rPr>
              <a:t>ctime</a:t>
            </a:r>
            <a:r>
              <a:rPr lang="en-US" dirty="0"/>
              <a:t> changes</a:t>
            </a:r>
          </a:p>
        </p:txBody>
      </p:sp>
    </p:spTree>
    <p:extLst>
      <p:ext uri="{BB962C8B-B14F-4D97-AF65-F5344CB8AC3E}">
        <p14:creationId xmlns:p14="http://schemas.microsoft.com/office/powerpoint/2010/main" val="3273481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2010671-8B26-47E5-9582-70671F87D620}"/>
              </a:ext>
            </a:extLst>
          </p:cNvPr>
          <p:cNvSpPr txBox="1"/>
          <p:nvPr/>
        </p:nvSpPr>
        <p:spPr>
          <a:xfrm>
            <a:off x="933004" y="961804"/>
            <a:ext cx="1604456" cy="92333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View </a:t>
            </a:r>
            <a:r>
              <a:rPr lang="en-US" dirty="0"/>
              <a:t>(Access) the file with </a:t>
            </a:r>
            <a:r>
              <a:rPr lang="en-US" dirty="0" err="1"/>
              <a:t>leafpad</a:t>
            </a:r>
            <a:endParaRPr lang="en-US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52948-1E29-4391-8EB1-DB2264D15574}"/>
              </a:ext>
            </a:extLst>
          </p:cNvPr>
          <p:cNvSpPr txBox="1"/>
          <p:nvPr/>
        </p:nvSpPr>
        <p:spPr>
          <a:xfrm>
            <a:off x="921263" y="3244334"/>
            <a:ext cx="1616197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Check timestamps</a:t>
            </a:r>
            <a:endParaRPr lang="en-US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543EE8-A078-4FC3-ADC5-DBE81A4E0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3244334"/>
            <a:ext cx="8596105" cy="23624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7F79F0-9994-4F1B-88FA-5AE2BCF0F678}"/>
              </a:ext>
            </a:extLst>
          </p:cNvPr>
          <p:cNvSpPr txBox="1"/>
          <p:nvPr/>
        </p:nvSpPr>
        <p:spPr>
          <a:xfrm>
            <a:off x="7845575" y="2077215"/>
            <a:ext cx="3633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we did not change the content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1F501A-8613-452E-AC82-12F5B89D016C}"/>
              </a:ext>
            </a:extLst>
          </p:cNvPr>
          <p:cNvSpPr txBox="1"/>
          <p:nvPr/>
        </p:nvSpPr>
        <p:spPr>
          <a:xfrm>
            <a:off x="2462377" y="5821680"/>
            <a:ext cx="5824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</a:t>
            </a:r>
            <a:r>
              <a:rPr lang="en-US" dirty="0" err="1">
                <a:latin typeface="OCRB" panose="020B0609020202020204" pitchFamily="49" charset="0"/>
              </a:rPr>
              <a:t>mtime</a:t>
            </a:r>
            <a:r>
              <a:rPr lang="en-US" dirty="0"/>
              <a:t> doesn’t change, but </a:t>
            </a:r>
            <a:r>
              <a:rPr lang="en-US" dirty="0" err="1">
                <a:latin typeface="OCRB" panose="020B0609020202020204" pitchFamily="49" charset="0"/>
              </a:rPr>
              <a:t>atime</a:t>
            </a:r>
            <a:r>
              <a:rPr lang="en-US" dirty="0"/>
              <a:t> </a:t>
            </a:r>
            <a:r>
              <a:rPr lang="en-US"/>
              <a:t>has been changed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31302E-D591-478B-A470-014A92160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613" y="961804"/>
            <a:ext cx="5258256" cy="170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1748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B8415B-EFE3-471B-BDC1-4C82ABEC1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232" y="3752527"/>
            <a:ext cx="4747671" cy="2019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1DFF33-7382-42C7-A106-B889CA981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232" y="1828202"/>
            <a:ext cx="8253175" cy="152413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84804B5-6F2A-4AAB-AE00-1DE55D62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 With </a:t>
            </a:r>
            <a:r>
              <a:rPr lang="en-GB" i="1" dirty="0">
                <a:solidFill>
                  <a:srgbClr val="7030A0"/>
                </a:solidFill>
              </a:rPr>
              <a:t>–perm=xxx </a:t>
            </a:r>
            <a:r>
              <a:rPr lang="en-GB" dirty="0"/>
              <a:t>Permissions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629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FA421-56F2-40DC-8398-FA97F858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 With </a:t>
            </a:r>
            <a:r>
              <a:rPr lang="en-GB" sz="3600" i="1" dirty="0">
                <a:solidFill>
                  <a:srgbClr val="7030A0"/>
                </a:solidFill>
              </a:rPr>
              <a:t>/u=r /u=w /u=x</a:t>
            </a:r>
            <a:r>
              <a:rPr lang="en-GB" dirty="0"/>
              <a:t> Permissions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54BF69-AC45-45D8-B3BC-485572EC5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0614"/>
            <a:ext cx="7592717" cy="4842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BD53CA-B0EA-7880-95F2-5540634493C9}"/>
              </a:ext>
            </a:extLst>
          </p:cNvPr>
          <p:cNvSpPr txBox="1"/>
          <p:nvPr/>
        </p:nvSpPr>
        <p:spPr>
          <a:xfrm>
            <a:off x="8430917" y="3304563"/>
            <a:ext cx="3259017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OCRB" panose="020B0609020202020204" pitchFamily="49" charset="0"/>
              </a:rPr>
              <a:t>u: user</a:t>
            </a:r>
          </a:p>
          <a:p>
            <a:r>
              <a:rPr lang="en-US" dirty="0">
                <a:latin typeface="OCRB" panose="020B0609020202020204" pitchFamily="49" charset="0"/>
              </a:rPr>
              <a:t>g: group</a:t>
            </a:r>
          </a:p>
          <a:p>
            <a:r>
              <a:rPr lang="en-US" dirty="0">
                <a:latin typeface="OCRB" panose="020B0609020202020204" pitchFamily="49" charset="0"/>
              </a:rPr>
              <a:t>o: other</a:t>
            </a:r>
          </a:p>
          <a:p>
            <a:endParaRPr lang="en-US" dirty="0"/>
          </a:p>
          <a:p>
            <a:r>
              <a:rPr lang="en-US" dirty="0"/>
              <a:t>Example with multiple match</a:t>
            </a:r>
          </a:p>
          <a:p>
            <a:r>
              <a:rPr lang="en-US" dirty="0">
                <a:latin typeface="OCRB" panose="020B0609020202020204" pitchFamily="49" charset="0"/>
              </a:rPr>
              <a:t>/u=</a:t>
            </a:r>
            <a:r>
              <a:rPr lang="en-US" dirty="0" err="1">
                <a:latin typeface="OCRB" panose="020B0609020202020204" pitchFamily="49" charset="0"/>
              </a:rPr>
              <a:t>rwx,g</a:t>
            </a:r>
            <a:r>
              <a:rPr lang="en-US" dirty="0">
                <a:latin typeface="OCRB" panose="020B0609020202020204" pitchFamily="49" charset="0"/>
              </a:rPr>
              <a:t>=</a:t>
            </a:r>
            <a:r>
              <a:rPr lang="en-US" dirty="0" err="1">
                <a:latin typeface="OCRB" panose="020B0609020202020204" pitchFamily="49" charset="0"/>
              </a:rPr>
              <a:t>rw,o</a:t>
            </a:r>
            <a:r>
              <a:rPr lang="en-US" dirty="0">
                <a:latin typeface="OCRB" panose="020B0609020202020204" pitchFamily="49" charset="0"/>
              </a:rPr>
              <a:t>=r</a:t>
            </a:r>
          </a:p>
        </p:txBody>
      </p:sp>
    </p:spTree>
    <p:extLst>
      <p:ext uri="{BB962C8B-B14F-4D97-AF65-F5344CB8AC3E}">
        <p14:creationId xmlns:p14="http://schemas.microsoft.com/office/powerpoint/2010/main" val="3675236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AD073-E2D9-47F3-8C19-662777BA8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Changed Files in Last 1 Hour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9F00DA-AD78-4114-B0D2-BE9596AF9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8555"/>
            <a:ext cx="8702794" cy="41989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B9CE57-AE82-4AF8-82FE-4D3232EDE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056" y="293312"/>
            <a:ext cx="3543607" cy="133361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F0EBA36-D7A8-5498-0727-71751DC8697E}"/>
              </a:ext>
            </a:extLst>
          </p:cNvPr>
          <p:cNvGrpSpPr/>
          <p:nvPr/>
        </p:nvGrpSpPr>
        <p:grpSpPr>
          <a:xfrm>
            <a:off x="6144394" y="2742437"/>
            <a:ext cx="3396600" cy="321480"/>
            <a:chOff x="5767615" y="2665745"/>
            <a:chExt cx="339660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6DEBBEA-795C-A3C9-A650-1507848701F7}"/>
                    </a:ext>
                  </a:extLst>
                </p14:cNvPr>
                <p14:cNvContentPartPr/>
                <p14:nvPr/>
              </p14:nvContentPartPr>
              <p14:xfrm>
                <a:off x="5767615" y="2827025"/>
                <a:ext cx="3396600" cy="28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6DEBBEA-795C-A3C9-A650-1507848701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58615" y="2818025"/>
                  <a:ext cx="3414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7971F8E-B2F6-3EDA-2F01-BCB67AB08FF4}"/>
                    </a:ext>
                  </a:extLst>
                </p14:cNvPr>
                <p14:cNvContentPartPr/>
                <p14:nvPr/>
              </p14:nvContentPartPr>
              <p14:xfrm>
                <a:off x="8974855" y="2665745"/>
                <a:ext cx="184320" cy="321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7971F8E-B2F6-3EDA-2F01-BCB67AB08F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66215" y="2656745"/>
                  <a:ext cx="201960" cy="33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0977FEE-64B5-A284-2653-F5633ACD7E43}"/>
                  </a:ext>
                </a:extLst>
              </p14:cNvPr>
              <p14:cNvContentPartPr/>
              <p14:nvPr/>
            </p14:nvContentPartPr>
            <p14:xfrm>
              <a:off x="7988314" y="2707157"/>
              <a:ext cx="21240" cy="239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0977FEE-64B5-A284-2653-F5633ACD7E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79314" y="2698517"/>
                <a:ext cx="388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A8CF64A-DC33-11CD-0E53-780C837869B0}"/>
                  </a:ext>
                </a:extLst>
              </p14:cNvPr>
              <p14:cNvContentPartPr/>
              <p14:nvPr/>
            </p14:nvContentPartPr>
            <p14:xfrm>
              <a:off x="6207394" y="2658197"/>
              <a:ext cx="29880" cy="216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A8CF64A-DC33-11CD-0E53-780C837869B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89754" y="2640197"/>
                <a:ext cx="6552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32324C4-AC7D-3E82-BF04-0108ED88D5AF}"/>
                  </a:ext>
                </a:extLst>
              </p14:cNvPr>
              <p14:cNvContentPartPr/>
              <p14:nvPr/>
            </p14:nvContentPartPr>
            <p14:xfrm>
              <a:off x="10367695" y="4297265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32324C4-AC7D-3E82-BF04-0108ED88D5A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358695" y="428862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EE79D0A8-0512-1B8D-C4B3-E286448FE42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627227" y="2738824"/>
            <a:ext cx="1358974" cy="41618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3D413A2-006D-A7A4-C982-56FDDBBE15B0}"/>
              </a:ext>
            </a:extLst>
          </p:cNvPr>
          <p:cNvGrpSpPr/>
          <p:nvPr/>
        </p:nvGrpSpPr>
        <p:grpSpPr>
          <a:xfrm>
            <a:off x="8286900" y="2986800"/>
            <a:ext cx="127440" cy="450000"/>
            <a:chOff x="8286900" y="2986800"/>
            <a:chExt cx="12744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0603903-0142-D74C-1403-D1DF42773695}"/>
                    </a:ext>
                  </a:extLst>
                </p14:cNvPr>
                <p14:cNvContentPartPr/>
                <p14:nvPr/>
              </p14:nvContentPartPr>
              <p14:xfrm>
                <a:off x="8316060" y="3003000"/>
                <a:ext cx="12600" cy="433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0603903-0142-D74C-1403-D1DF4277369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307420" y="2994360"/>
                  <a:ext cx="3024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B5490BE-15DE-7DB7-93F7-81AFA4087FD9}"/>
                    </a:ext>
                  </a:extLst>
                </p14:cNvPr>
                <p14:cNvContentPartPr/>
                <p14:nvPr/>
              </p14:nvContentPartPr>
              <p14:xfrm>
                <a:off x="8343780" y="2986800"/>
                <a:ext cx="70560" cy="74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B5490BE-15DE-7DB7-93F7-81AFA4087FD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334780" y="2977800"/>
                  <a:ext cx="88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3DE943C-EC81-FD34-F04E-FE120F9B7A60}"/>
                    </a:ext>
                  </a:extLst>
                </p14:cNvPr>
                <p14:cNvContentPartPr/>
                <p14:nvPr/>
              </p14:nvContentPartPr>
              <p14:xfrm>
                <a:off x="8286900" y="3009480"/>
                <a:ext cx="64800" cy="26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3DE943C-EC81-FD34-F04E-FE120F9B7A6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77900" y="3000840"/>
                  <a:ext cx="8244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DB7B6F3-2830-1245-7486-7302C5F34AB9}"/>
              </a:ext>
            </a:extLst>
          </p:cNvPr>
          <p:cNvGrpSpPr/>
          <p:nvPr/>
        </p:nvGrpSpPr>
        <p:grpSpPr>
          <a:xfrm>
            <a:off x="8727900" y="2971320"/>
            <a:ext cx="152640" cy="427680"/>
            <a:chOff x="8727900" y="2971320"/>
            <a:chExt cx="152640" cy="42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A415E1-D8B5-D093-A405-079D86461A1A}"/>
                    </a:ext>
                  </a:extLst>
                </p14:cNvPr>
                <p14:cNvContentPartPr/>
                <p14:nvPr/>
              </p14:nvContentPartPr>
              <p14:xfrm>
                <a:off x="8727900" y="3001200"/>
                <a:ext cx="57960" cy="397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A415E1-D8B5-D093-A405-079D86461A1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18900" y="2992200"/>
                  <a:ext cx="756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27A225C-4264-1E5F-99A8-86A4F5C5558C}"/>
                    </a:ext>
                  </a:extLst>
                </p14:cNvPr>
                <p14:cNvContentPartPr/>
                <p14:nvPr/>
              </p14:nvContentPartPr>
              <p14:xfrm>
                <a:off x="8785500" y="2971320"/>
                <a:ext cx="95040" cy="72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27A225C-4264-1E5F-99A8-86A4F5C5558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76500" y="2962680"/>
                  <a:ext cx="11268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8B23FF5-DDD5-FF8A-A05E-CB37FECA9FB2}"/>
              </a:ext>
            </a:extLst>
          </p:cNvPr>
          <p:cNvGrpSpPr/>
          <p:nvPr/>
        </p:nvGrpSpPr>
        <p:grpSpPr>
          <a:xfrm>
            <a:off x="6990034" y="2901108"/>
            <a:ext cx="993240" cy="544320"/>
            <a:chOff x="5140860" y="2915160"/>
            <a:chExt cx="993240" cy="54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B9F5CA7-3B83-9A71-F1FE-610DC27F7E3C}"/>
                    </a:ext>
                  </a:extLst>
                </p14:cNvPr>
                <p14:cNvContentPartPr/>
                <p14:nvPr/>
              </p14:nvContentPartPr>
              <p14:xfrm>
                <a:off x="5140860" y="2915160"/>
                <a:ext cx="993240" cy="33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B9F5CA7-3B83-9A71-F1FE-610DC27F7E3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32220" y="2906520"/>
                  <a:ext cx="1010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6F6F7CA-FE48-F8C5-65A4-AD74336AA1C7}"/>
                    </a:ext>
                  </a:extLst>
                </p14:cNvPr>
                <p14:cNvContentPartPr/>
                <p14:nvPr/>
              </p14:nvContentPartPr>
              <p14:xfrm>
                <a:off x="5255340" y="3023160"/>
                <a:ext cx="78480" cy="390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6F6F7CA-FE48-F8C5-65A4-AD74336AA1C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46700" y="3014520"/>
                  <a:ext cx="961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50D09D-6988-E090-8022-3EE27E8236D9}"/>
                    </a:ext>
                  </a:extLst>
                </p14:cNvPr>
                <p14:cNvContentPartPr/>
                <p14:nvPr/>
              </p14:nvContentPartPr>
              <p14:xfrm>
                <a:off x="5288100" y="3040080"/>
                <a:ext cx="137160" cy="58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50D09D-6988-E090-8022-3EE27E8236D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279100" y="3031440"/>
                  <a:ext cx="1548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BA95D50-EC08-CF84-95A0-E34237E3C079}"/>
                    </a:ext>
                  </a:extLst>
                </p14:cNvPr>
                <p14:cNvContentPartPr/>
                <p14:nvPr/>
              </p14:nvContentPartPr>
              <p14:xfrm>
                <a:off x="5596980" y="3050520"/>
                <a:ext cx="41400" cy="317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BA95D50-EC08-CF84-95A0-E34237E3C07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588340" y="3041520"/>
                  <a:ext cx="590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9EE17F0-95AD-EA70-3B1A-6ACAF6FCB961}"/>
                    </a:ext>
                  </a:extLst>
                </p14:cNvPr>
                <p14:cNvContentPartPr/>
                <p14:nvPr/>
              </p14:nvContentPartPr>
              <p14:xfrm>
                <a:off x="5630820" y="3078240"/>
                <a:ext cx="110160" cy="64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9EE17F0-95AD-EA70-3B1A-6ACAF6FCB96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621820" y="3069600"/>
                  <a:ext cx="1278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81BA7C3-83FC-B3AB-E8EB-E4FBB4DD5A30}"/>
                    </a:ext>
                  </a:extLst>
                </p14:cNvPr>
                <p14:cNvContentPartPr/>
                <p14:nvPr/>
              </p14:nvContentPartPr>
              <p14:xfrm>
                <a:off x="5638380" y="3352560"/>
                <a:ext cx="7560" cy="106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81BA7C3-83FC-B3AB-E8EB-E4FBB4DD5A3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629380" y="3343920"/>
                  <a:ext cx="252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6A3C502-6D3D-9E85-A0BF-120491E24503}"/>
                    </a:ext>
                  </a:extLst>
                </p14:cNvPr>
                <p14:cNvContentPartPr/>
                <p14:nvPr/>
              </p14:nvContentPartPr>
              <p14:xfrm>
                <a:off x="5246340" y="3040080"/>
                <a:ext cx="57240" cy="102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6A3C502-6D3D-9E85-A0BF-120491E2450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37340" y="3031440"/>
                  <a:ext cx="74880" cy="12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F26F47E-EECD-A2B0-2F9A-693755C3D512}"/>
                  </a:ext>
                </a:extLst>
              </p14:cNvPr>
              <p14:cNvContentPartPr/>
              <p14:nvPr/>
            </p14:nvContentPartPr>
            <p14:xfrm>
              <a:off x="6202884" y="2911270"/>
              <a:ext cx="829080" cy="10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F26F47E-EECD-A2B0-2F9A-693755C3D51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193884" y="2902270"/>
                <a:ext cx="84672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0E4809CA-29E7-B4FC-5A86-D1A9D6C19BAC}"/>
              </a:ext>
            </a:extLst>
          </p:cNvPr>
          <p:cNvGrpSpPr/>
          <p:nvPr/>
        </p:nvGrpSpPr>
        <p:grpSpPr>
          <a:xfrm>
            <a:off x="6574044" y="3030790"/>
            <a:ext cx="146520" cy="400320"/>
            <a:chOff x="6574044" y="3030790"/>
            <a:chExt cx="146520" cy="40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81FCB6C-B307-C9F6-29BD-964D5CA75F09}"/>
                    </a:ext>
                  </a:extLst>
                </p14:cNvPr>
                <p14:cNvContentPartPr/>
                <p14:nvPr/>
              </p14:nvContentPartPr>
              <p14:xfrm>
                <a:off x="6574044" y="3030790"/>
                <a:ext cx="95760" cy="400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81FCB6C-B307-C9F6-29BD-964D5CA75F0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565404" y="3022150"/>
                  <a:ext cx="11340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3334FF4-2169-DCFC-9068-9C3CDC0C447D}"/>
                    </a:ext>
                  </a:extLst>
                </p14:cNvPr>
                <p14:cNvContentPartPr/>
                <p14:nvPr/>
              </p14:nvContentPartPr>
              <p14:xfrm>
                <a:off x="6648564" y="3040510"/>
                <a:ext cx="72000" cy="20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3334FF4-2169-DCFC-9068-9C3CDC0C447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639924" y="3031870"/>
                  <a:ext cx="8964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90D9087-25B6-2DDC-EF6D-D65286AAE244}"/>
                  </a:ext>
                </a:extLst>
              </p14:cNvPr>
              <p14:cNvContentPartPr/>
              <p14:nvPr/>
            </p14:nvContentPartPr>
            <p14:xfrm>
              <a:off x="8094684" y="2399350"/>
              <a:ext cx="1390320" cy="2653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90D9087-25B6-2DDC-EF6D-D65286AAE24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085684" y="2390710"/>
                <a:ext cx="140796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D8A72A9-CA5E-3893-AA43-A82C988DDE70}"/>
                  </a:ext>
                </a:extLst>
              </p14:cNvPr>
              <p14:cNvContentPartPr/>
              <p14:nvPr/>
            </p14:nvContentPartPr>
            <p14:xfrm>
              <a:off x="8470524" y="2041150"/>
              <a:ext cx="173160" cy="2520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D8A72A9-CA5E-3893-AA43-A82C988DDE7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461524" y="2032510"/>
                <a:ext cx="19080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188D481-0AAB-44AF-967C-FD857AAB1933}"/>
                  </a:ext>
                </a:extLst>
              </p14:cNvPr>
              <p14:cNvContentPartPr/>
              <p14:nvPr/>
            </p14:nvContentPartPr>
            <p14:xfrm>
              <a:off x="8484564" y="2735590"/>
              <a:ext cx="261720" cy="360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188D481-0AAB-44AF-967C-FD857AAB193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475564" y="2726590"/>
                <a:ext cx="279360" cy="5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1A072B46-93BE-DF33-B01C-BD83489C5D8E}"/>
              </a:ext>
            </a:extLst>
          </p:cNvPr>
          <p:cNvGrpSpPr/>
          <p:nvPr/>
        </p:nvGrpSpPr>
        <p:grpSpPr>
          <a:xfrm>
            <a:off x="6769164" y="2551630"/>
            <a:ext cx="214920" cy="254880"/>
            <a:chOff x="6769164" y="2551630"/>
            <a:chExt cx="214920" cy="25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2C36FB9-8985-91E5-A8EB-D1C4B546CAAF}"/>
                    </a:ext>
                  </a:extLst>
                </p14:cNvPr>
                <p14:cNvContentPartPr/>
                <p14:nvPr/>
              </p14:nvContentPartPr>
              <p14:xfrm>
                <a:off x="6769164" y="2667910"/>
                <a:ext cx="214920" cy="40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2C36FB9-8985-91E5-A8EB-D1C4B546CAA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760164" y="2658910"/>
                  <a:ext cx="2325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E28A87E-CEDA-3829-21A0-008FF0A86424}"/>
                    </a:ext>
                  </a:extLst>
                </p14:cNvPr>
                <p14:cNvContentPartPr/>
                <p14:nvPr/>
              </p14:nvContentPartPr>
              <p14:xfrm>
                <a:off x="6882204" y="2551630"/>
                <a:ext cx="360" cy="254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E28A87E-CEDA-3829-21A0-008FF0A8642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873564" y="2542630"/>
                  <a:ext cx="18000" cy="272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80505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F6CAE-E015-44B0-9665-E4BCD4AB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Modified Files in Last 1 Hour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A05444-11AA-42A7-953B-583E73013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5300"/>
            <a:ext cx="8786621" cy="414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1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C43A2-09BF-4FBA-9DA2-F9BCD90B7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Accessed Files in Last 1 Hour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7226C-D6B0-4C83-BA36-157260D0F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2908"/>
            <a:ext cx="8710415" cy="419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21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9A2B7-F188-4346-9A82-E52CA65B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Find files that were last  accessed less than n*24 hours ago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E23CC5-6420-4B36-B4BF-488071957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02421"/>
            <a:ext cx="8420830" cy="26443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F74222-5BDE-2043-47E9-2AC2225D300A}"/>
              </a:ext>
            </a:extLst>
          </p:cNvPr>
          <p:cNvSpPr txBox="1"/>
          <p:nvPr/>
        </p:nvSpPr>
        <p:spPr>
          <a:xfrm>
            <a:off x="838200" y="5704226"/>
            <a:ext cx="7885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OCRB" panose="020B0609020202020204" pitchFamily="49" charset="0"/>
              </a:rPr>
              <a:t>2&gt; /dev/null; </a:t>
            </a:r>
            <a:r>
              <a:rPr lang="en-GB" dirty="0"/>
              <a:t>To redirect error messages to /dev/null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90577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22C361-DDA8-4A97-8E57-136F80E7A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29" y="1966054"/>
            <a:ext cx="8900931" cy="32464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305DA0-C683-48B3-AE05-6B0C4C66179F}"/>
              </a:ext>
            </a:extLst>
          </p:cNvPr>
          <p:cNvSpPr txBox="1"/>
          <p:nvPr/>
        </p:nvSpPr>
        <p:spPr>
          <a:xfrm>
            <a:off x="989029" y="1596722"/>
            <a:ext cx="7063740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Verify file  was  last  accessed less than n*24 hours ago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968146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BEE83-314D-497F-8833-28ED0BF4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 that were modified/changed less than n*24 hours ago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7B8981-D950-40F8-A42D-FBD162F74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168" y="2501782"/>
            <a:ext cx="4765675" cy="3733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35264A-8134-4F5A-B359-3D2FCA561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68" y="3200380"/>
            <a:ext cx="4781117" cy="2969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A1F40A-2B83-4A95-A60C-8D0F62A73C35}"/>
              </a:ext>
            </a:extLst>
          </p:cNvPr>
          <p:cNvSpPr txBox="1"/>
          <p:nvPr/>
        </p:nvSpPr>
        <p:spPr>
          <a:xfrm>
            <a:off x="1005168" y="4421027"/>
            <a:ext cx="5344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try by yourself and verify your command!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480673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C977-E304-4CD8-B9AF-358E9787F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files that size that is great than 10MB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D78A8-8DAF-4860-BFFA-10793F3E9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495" y="1301980"/>
            <a:ext cx="3543607" cy="1333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7DFFD9-65CD-40AB-8823-ACC36E10A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09200"/>
            <a:ext cx="8260796" cy="24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719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1F097-6A34-4166-80D7-ADCEDA96F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 that size between 10MB and 300MB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C0023-127C-46F6-9AEC-1403DCE86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55410"/>
            <a:ext cx="8222693" cy="253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658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F7AB5A-172A-479B-A285-2110BA861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327" y="1363801"/>
            <a:ext cx="9053345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1519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073FE7-81F2-4274-8423-2ED3BA301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9397"/>
            <a:ext cx="9038182" cy="267920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C1B24A1-90D8-48D0-A2F6-5FF200F22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files that size between 20 – 40 bytes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5616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43C2-280B-4C92-8506-86088F4ED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Particular Files of User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152A4C-EB43-4136-900D-D9D28A762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86911"/>
            <a:ext cx="6477561" cy="34216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DEC5A6-B063-45D9-98D5-88343498C07E}"/>
              </a:ext>
            </a:extLst>
          </p:cNvPr>
          <p:cNvSpPr txBox="1"/>
          <p:nvPr/>
        </p:nvSpPr>
        <p:spPr>
          <a:xfrm>
            <a:off x="838200" y="1917579"/>
            <a:ext cx="6169842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To find all .txt files of user </a:t>
            </a:r>
            <a:r>
              <a:rPr lang="en-GB" i="1" dirty="0">
                <a:solidFill>
                  <a:srgbClr val="7030A0"/>
                </a:solidFill>
              </a:rPr>
              <a:t>student</a:t>
            </a:r>
            <a:r>
              <a:rPr lang="en-GB" dirty="0"/>
              <a:t> under /home directory.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0640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4E68AB-18FC-49CD-B6D5-73DB55F9D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should not trust search results?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2D7B9-8F88-4D64-A352-6D7DF49D7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anti-forensic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6395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3408BB-7DC4-4EEB-B7AF-114FD0F28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 a fake </a:t>
            </a:r>
            <a:r>
              <a:rPr lang="en-GB" sz="4000" i="1" dirty="0">
                <a:solidFill>
                  <a:srgbClr val="7030A0"/>
                </a:solidFill>
              </a:rPr>
              <a:t>[</a:t>
            </a:r>
            <a:r>
              <a:rPr lang="en-GB" sz="4000" i="1" dirty="0" err="1">
                <a:solidFill>
                  <a:srgbClr val="7030A0"/>
                </a:solidFill>
              </a:rPr>
              <a:t>amc</a:t>
            </a:r>
            <a:r>
              <a:rPr lang="en-GB" sz="4000" i="1" dirty="0">
                <a:solidFill>
                  <a:srgbClr val="7030A0"/>
                </a:solidFill>
              </a:rPr>
              <a:t>]time </a:t>
            </a:r>
            <a:r>
              <a:rPr lang="en-GB" dirty="0"/>
              <a:t>by changing system time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820B1-0B6D-41BA-A09A-94D507D06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9754445" cy="43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897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142012-4855-426E-95B4-37E8A47C7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" y="1774291"/>
            <a:ext cx="9762066" cy="24919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9F15D7-BFFF-41F7-8D69-ECAFF3129BD4}"/>
              </a:ext>
            </a:extLst>
          </p:cNvPr>
          <p:cNvSpPr txBox="1"/>
          <p:nvPr/>
        </p:nvSpPr>
        <p:spPr>
          <a:xfrm>
            <a:off x="838200" y="4827955"/>
            <a:ext cx="9555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date -s "$(</a:t>
            </a:r>
            <a:r>
              <a:rPr lang="en-US" dirty="0" err="1"/>
              <a:t>wget</a:t>
            </a:r>
            <a:r>
              <a:rPr lang="en-US" dirty="0"/>
              <a:t> -</a:t>
            </a:r>
            <a:r>
              <a:rPr lang="en-US" dirty="0" err="1"/>
              <a:t>qSO</a:t>
            </a:r>
            <a:r>
              <a:rPr lang="en-US" dirty="0"/>
              <a:t>- --max-redirect=0 google.com 2&gt;&amp;1 | grep Date: | cut -d' ' -f5-8)Z"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E9AB0D-811A-4DF7-B0C9-A4184670AE44}"/>
              </a:ext>
            </a:extLst>
          </p:cNvPr>
          <p:cNvSpPr txBox="1"/>
          <p:nvPr/>
        </p:nvSpPr>
        <p:spPr>
          <a:xfrm>
            <a:off x="899160" y="1395470"/>
            <a:ext cx="342138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Reset time back to correct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4997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813C-666D-484E-BB4F-72D92D303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 a fake time using </a:t>
            </a:r>
            <a:r>
              <a:rPr lang="en-GB" i="1" dirty="0">
                <a:solidFill>
                  <a:srgbClr val="7030A0"/>
                </a:solidFill>
              </a:rPr>
              <a:t>touch -t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16180A-39DE-4E86-B867-DCA81EA08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5314"/>
            <a:ext cx="9685859" cy="3345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8C4FDD-1274-4E6D-923C-1B93C063497A}"/>
              </a:ext>
            </a:extLst>
          </p:cNvPr>
          <p:cNvSpPr txBox="1"/>
          <p:nvPr/>
        </p:nvSpPr>
        <p:spPr>
          <a:xfrm>
            <a:off x="838200" y="1895982"/>
            <a:ext cx="279654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Create a normal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0562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C9C898-4861-4402-AD09-B54FF35D0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85642"/>
            <a:ext cx="9739204" cy="34826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413B88-9824-4C94-ABD6-A970E8368D84}"/>
              </a:ext>
            </a:extLst>
          </p:cNvPr>
          <p:cNvSpPr txBox="1"/>
          <p:nvPr/>
        </p:nvSpPr>
        <p:spPr>
          <a:xfrm>
            <a:off x="838200" y="5666551"/>
            <a:ext cx="6169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touch -a -m -t 203501231145.20 fakeTime2.txt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EC80F-F7FE-4552-AFC4-9158EFEB4204}"/>
              </a:ext>
            </a:extLst>
          </p:cNvPr>
          <p:cNvSpPr txBox="1"/>
          <p:nvPr/>
        </p:nvSpPr>
        <p:spPr>
          <a:xfrm>
            <a:off x="838200" y="1496952"/>
            <a:ext cx="511302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Create </a:t>
            </a:r>
            <a:r>
              <a:rPr lang="en-GB"/>
              <a:t>a file </a:t>
            </a:r>
            <a:r>
              <a:rPr lang="en-GB" dirty="0"/>
              <a:t>with the fake system time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C8EB28-04D8-4333-B194-378685B25D96}"/>
              </a:ext>
            </a:extLst>
          </p:cNvPr>
          <p:cNvSpPr txBox="1"/>
          <p:nvPr/>
        </p:nvSpPr>
        <p:spPr>
          <a:xfrm>
            <a:off x="8023860" y="523238"/>
            <a:ext cx="3680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7030A0"/>
                </a:solidFill>
              </a:rPr>
              <a:t>touch -t [[CC]YY]</a:t>
            </a:r>
            <a:r>
              <a:rPr lang="en-US" i="1" dirty="0" err="1">
                <a:solidFill>
                  <a:srgbClr val="7030A0"/>
                </a:solidFill>
              </a:rPr>
              <a:t>MMDDhhmm</a:t>
            </a:r>
            <a:r>
              <a:rPr lang="en-US" i="1" dirty="0">
                <a:solidFill>
                  <a:srgbClr val="7030A0"/>
                </a:solidFill>
              </a:rPr>
              <a:t>[.SS]</a:t>
            </a:r>
          </a:p>
        </p:txBody>
      </p:sp>
    </p:spTree>
    <p:extLst>
      <p:ext uri="{BB962C8B-B14F-4D97-AF65-F5344CB8AC3E}">
        <p14:creationId xmlns:p14="http://schemas.microsoft.com/office/powerpoint/2010/main" val="549852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FDF6-1975-4A4E-AA48-00F4CA8F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Copy a fake timestamp </a:t>
            </a:r>
            <a:r>
              <a:rPr lang="en-GB" i="1" dirty="0">
                <a:solidFill>
                  <a:srgbClr val="7030A0"/>
                </a:solidFill>
              </a:rPr>
              <a:t>-r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5AC37E-4E94-4F4F-9978-4DB3691D7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968" y="1414854"/>
            <a:ext cx="7721248" cy="5443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9D1567-9ABC-4515-B8DD-5124971168E3}"/>
              </a:ext>
            </a:extLst>
          </p:cNvPr>
          <p:cNvSpPr txBox="1"/>
          <p:nvPr/>
        </p:nvSpPr>
        <p:spPr>
          <a:xfrm>
            <a:off x="838200" y="1600646"/>
            <a:ext cx="2488768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Create a normal file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5ACC5D-1A84-48E6-B2E6-9C3C2A972C2F}"/>
              </a:ext>
            </a:extLst>
          </p:cNvPr>
          <p:cNvSpPr txBox="1"/>
          <p:nvPr/>
        </p:nvSpPr>
        <p:spPr>
          <a:xfrm>
            <a:off x="838200" y="4364271"/>
            <a:ext cx="2488768" cy="64633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Copy a timestamp </a:t>
            </a:r>
            <a:r>
              <a:rPr lang="en-GB"/>
              <a:t>from fakeTimes2.</a:t>
            </a:r>
            <a:r>
              <a:rPr lang="en-GB" dirty="0"/>
              <a:t>txt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1186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B3ECE-2416-433A-82E0-78E03650E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Anti-anti-forensics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1D9997-92A5-41A6-91CE-E31456803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3425"/>
            <a:ext cx="9617273" cy="334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07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7CCE7-921F-456C-A4CA-0315CB7EB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small research project (extra credits)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85154-A468-467F-A124-4A23F3E1B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someone faked timestamps. How can you automatically detect the fake timestamps?</a:t>
            </a:r>
          </a:p>
          <a:p>
            <a:r>
              <a:rPr lang="en-US" dirty="0"/>
              <a:t>Can AI approach solve the problem? </a:t>
            </a:r>
          </a:p>
          <a:p>
            <a:r>
              <a:rPr lang="en-US" dirty="0"/>
              <a:t>I will hire a student to work on the project.</a:t>
            </a:r>
          </a:p>
        </p:txBody>
      </p:sp>
    </p:spTree>
    <p:extLst>
      <p:ext uri="{BB962C8B-B14F-4D97-AF65-F5344CB8AC3E}">
        <p14:creationId xmlns:p14="http://schemas.microsoft.com/office/powerpoint/2010/main" val="29087071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CF0BE-A2E1-C880-4025-B652913E9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a whole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5168D-0339-6A3B-88D0-66B29DCDD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folder containing multiple files, what is the difference between “before” and “after” copying in terms of timestamps</a:t>
            </a:r>
          </a:p>
        </p:txBody>
      </p:sp>
    </p:spTree>
    <p:extLst>
      <p:ext uri="{BB962C8B-B14F-4D97-AF65-F5344CB8AC3E}">
        <p14:creationId xmlns:p14="http://schemas.microsoft.com/office/powerpoint/2010/main" val="3497921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22926</TotalTime>
  <Words>1322</Words>
  <Application>Microsoft Office PowerPoint</Application>
  <PresentationFormat>Widescreen</PresentationFormat>
  <Paragraphs>190</Paragraphs>
  <Slides>47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Arial Rounded MT Bold</vt:lpstr>
      <vt:lpstr>Calibri</vt:lpstr>
      <vt:lpstr>Calibri Light</vt:lpstr>
      <vt:lpstr>Google Sans</vt:lpstr>
      <vt:lpstr>OCRB</vt:lpstr>
      <vt:lpstr>Söhne Mono</vt:lpstr>
      <vt:lpstr>Times New Roman</vt:lpstr>
      <vt:lpstr>Office Theme</vt:lpstr>
      <vt:lpstr>Evidence Search Techniques</vt:lpstr>
      <vt:lpstr>Objectives</vt:lpstr>
      <vt:lpstr>Goal of search</vt:lpstr>
      <vt:lpstr>find command</vt:lpstr>
      <vt:lpstr>Basic find command usages</vt:lpstr>
      <vt:lpstr>The lab uses a USB image</vt:lpstr>
      <vt:lpstr>PowerPoint Presentation</vt:lpstr>
      <vt:lpstr>Mount the USB to Linux as a read-only loop device</vt:lpstr>
      <vt:lpstr>View file structure</vt:lpstr>
      <vt:lpstr>Syntax </vt:lpstr>
      <vt:lpstr>Find Files/directories starts from  Current Directory (recursively)</vt:lpstr>
      <vt:lpstr>-name and -iname: find file/directory names</vt:lpstr>
      <vt:lpstr>-type: specify string types</vt:lpstr>
      <vt:lpstr>PowerPoint Presentation</vt:lpstr>
      <vt:lpstr>Match on the whole path for -regex</vt:lpstr>
      <vt:lpstr>PowerPoint Presentation</vt:lpstr>
      <vt:lpstr>file metadata and find usage</vt:lpstr>
      <vt:lpstr>Find Files With 777 Permissions</vt:lpstr>
      <vt:lpstr>Find Files Without 777 Permissions</vt:lpstr>
      <vt:lpstr>“atime”, “mtime” and “ctime”</vt:lpstr>
      <vt:lpstr>mtime changes -&gt; ctime changes (not vice versa)</vt:lpstr>
      <vt:lpstr>Can you recreate the file changing history?</vt:lpstr>
      <vt:lpstr>Timestamp changes when changing permission</vt:lpstr>
      <vt:lpstr>mtime changes !-&gt; ctime changes</vt:lpstr>
      <vt:lpstr>PowerPoint Presentation</vt:lpstr>
      <vt:lpstr>Find Files With –perm=xxx Permissions</vt:lpstr>
      <vt:lpstr>Find Files With /u=r /u=w /u=x Permissions</vt:lpstr>
      <vt:lpstr>Find Changed Files in Last 1 Hour</vt:lpstr>
      <vt:lpstr>Find Modified Files in Last 1 Hour</vt:lpstr>
      <vt:lpstr>Find Accessed Files in Last 1 Hour</vt:lpstr>
      <vt:lpstr>Find files that were last  accessed less than n*24 hours ago</vt:lpstr>
      <vt:lpstr>PowerPoint Presentation</vt:lpstr>
      <vt:lpstr>Find files that were modified/changed less than n*24 hours ago</vt:lpstr>
      <vt:lpstr>Find files that size that is great than 10MB </vt:lpstr>
      <vt:lpstr>Find files that size between 10MB and 300MB</vt:lpstr>
      <vt:lpstr>PowerPoint Presentation</vt:lpstr>
      <vt:lpstr>Find files that size between 20 – 40 bytes</vt:lpstr>
      <vt:lpstr>Find Particular Files of User</vt:lpstr>
      <vt:lpstr>Why should not trust search results?</vt:lpstr>
      <vt:lpstr>Set a fake [amc]time by changing system time</vt:lpstr>
      <vt:lpstr>PowerPoint Presentation</vt:lpstr>
      <vt:lpstr>Set a fake time using touch -t</vt:lpstr>
      <vt:lpstr>PowerPoint Presentation</vt:lpstr>
      <vt:lpstr>Copy a fake timestamp -r</vt:lpstr>
      <vt:lpstr>Anti-anti-forensics</vt:lpstr>
      <vt:lpstr>A small research project (extra credits)</vt:lpstr>
      <vt:lpstr>Copy a whole folder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1738</cp:revision>
  <dcterms:created xsi:type="dcterms:W3CDTF">2020-09-14T14:43:27Z</dcterms:created>
  <dcterms:modified xsi:type="dcterms:W3CDTF">2026-05-16T05:47:52Z</dcterms:modified>
</cp:coreProperties>
</file>