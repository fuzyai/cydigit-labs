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358" r:id="rId3"/>
    <p:sldId id="258" r:id="rId4"/>
    <p:sldId id="259" r:id="rId5"/>
    <p:sldId id="257" r:id="rId6"/>
    <p:sldId id="260" r:id="rId7"/>
    <p:sldId id="328" r:id="rId8"/>
    <p:sldId id="331" r:id="rId9"/>
    <p:sldId id="332" r:id="rId10"/>
    <p:sldId id="333" r:id="rId11"/>
    <p:sldId id="334" r:id="rId12"/>
    <p:sldId id="335" r:id="rId13"/>
    <p:sldId id="330" r:id="rId14"/>
    <p:sldId id="336" r:id="rId15"/>
    <p:sldId id="337" r:id="rId16"/>
    <p:sldId id="363" r:id="rId17"/>
    <p:sldId id="338" r:id="rId18"/>
    <p:sldId id="364" r:id="rId19"/>
    <p:sldId id="344" r:id="rId20"/>
    <p:sldId id="345" r:id="rId21"/>
    <p:sldId id="346" r:id="rId22"/>
    <p:sldId id="347" r:id="rId23"/>
    <p:sldId id="348" r:id="rId24"/>
    <p:sldId id="349" r:id="rId25"/>
    <p:sldId id="365" r:id="rId26"/>
    <p:sldId id="351" r:id="rId27"/>
    <p:sldId id="352" r:id="rId28"/>
    <p:sldId id="355" r:id="rId29"/>
    <p:sldId id="356" r:id="rId30"/>
    <p:sldId id="366" r:id="rId31"/>
    <p:sldId id="367" r:id="rId32"/>
    <p:sldId id="368" r:id="rId33"/>
    <p:sldId id="370" r:id="rId34"/>
    <p:sldId id="371" r:id="rId35"/>
    <p:sldId id="36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D8FC"/>
    <a:srgbClr val="74CCF2"/>
    <a:srgbClr val="FFA57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C02F5-E919-4A93-A2D0-6D7A4E94E8EF}" v="79" dt="2025-02-26T14:09:13.1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2923" autoAdjust="0"/>
  </p:normalViewPr>
  <p:slideViewPr>
    <p:cSldViewPr snapToGrid="0">
      <p:cViewPr varScale="1">
        <p:scale>
          <a:sx n="76" d="100"/>
          <a:sy n="76" d="100"/>
        </p:scale>
        <p:origin x="917" y="43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E13B1A-5993-472B-AF46-2AFCED69EEE5}"/>
    <pc:docChg chg="modSld">
      <pc:chgData name="Weifeng Xu" userId="e7aed605-a3dd-4d5a-a692-a87037af107b" providerId="ADAL" clId="{F9E13B1A-5993-472B-AF46-2AFCED69EEE5}" dt="2021-02-17T20:02:30.851" v="23"/>
      <pc:docMkLst>
        <pc:docMk/>
      </pc:docMkLst>
      <pc:sldChg chg="modNotesTx">
        <pc:chgData name="Weifeng Xu" userId="e7aed605-a3dd-4d5a-a692-a87037af107b" providerId="ADAL" clId="{F9E13B1A-5993-472B-AF46-2AFCED69EEE5}" dt="2021-02-17T20:01:06.204" v="6" actId="20577"/>
        <pc:sldMkLst>
          <pc:docMk/>
          <pc:sldMk cId="1246350658" sldId="285"/>
        </pc:sldMkLst>
      </pc:sldChg>
      <pc:sldChg chg="modNotesTx">
        <pc:chgData name="Weifeng Xu" userId="e7aed605-a3dd-4d5a-a692-a87037af107b" providerId="ADAL" clId="{F9E13B1A-5993-472B-AF46-2AFCED69EEE5}" dt="2021-02-17T20:02:30.851" v="23"/>
        <pc:sldMkLst>
          <pc:docMk/>
          <pc:sldMk cId="1739446135" sldId="295"/>
        </pc:sldMkLst>
      </pc:sldChg>
    </pc:docChg>
  </pc:docChgLst>
  <pc:docChgLst>
    <pc:chgData name="Weifeng Xu" userId="e7aed605-a3dd-4d5a-a692-a87037af107b" providerId="ADAL" clId="{551C0DF7-2D2F-4CF1-BD0E-D7B671E7966B}"/>
    <pc:docChg chg="undo custSel addSld delSld modSld">
      <pc:chgData name="Weifeng Xu" userId="e7aed605-a3dd-4d5a-a692-a87037af107b" providerId="ADAL" clId="{551C0DF7-2D2F-4CF1-BD0E-D7B671E7966B}" dt="2021-07-31T16:26:22.925" v="460" actId="47"/>
      <pc:docMkLst>
        <pc:docMk/>
      </pc:docMkLst>
      <pc:sldChg chg="modSp mod">
        <pc:chgData name="Weifeng Xu" userId="e7aed605-a3dd-4d5a-a692-a87037af107b" providerId="ADAL" clId="{551C0DF7-2D2F-4CF1-BD0E-D7B671E7966B}" dt="2021-07-31T15:56:15.085" v="33" actId="6549"/>
        <pc:sldMkLst>
          <pc:docMk/>
          <pc:sldMk cId="162022530" sldId="256"/>
        </pc:sldMkLst>
      </pc:sldChg>
      <pc:sldChg chg="del">
        <pc:chgData name="Weifeng Xu" userId="e7aed605-a3dd-4d5a-a692-a87037af107b" providerId="ADAL" clId="{551C0DF7-2D2F-4CF1-BD0E-D7B671E7966B}" dt="2021-07-31T15:55:58.106" v="10" actId="47"/>
        <pc:sldMkLst>
          <pc:docMk/>
          <pc:sldMk cId="1719742547" sldId="257"/>
        </pc:sldMkLst>
      </pc:sldChg>
      <pc:sldChg chg="addSp delSp modSp new mod setBg modClrScheme chgLayout">
        <pc:chgData name="Weifeng Xu" userId="e7aed605-a3dd-4d5a-a692-a87037af107b" providerId="ADAL" clId="{551C0DF7-2D2F-4CF1-BD0E-D7B671E7966B}" dt="2021-07-31T16:12:53.986" v="368" actId="14100"/>
        <pc:sldMkLst>
          <pc:docMk/>
          <pc:sldMk cId="2283653831" sldId="257"/>
        </pc:sldMkLst>
      </pc:sldChg>
      <pc:sldChg chg="modSp new mod">
        <pc:chgData name="Weifeng Xu" userId="e7aed605-a3dd-4d5a-a692-a87037af107b" providerId="ADAL" clId="{551C0DF7-2D2F-4CF1-BD0E-D7B671E7966B}" dt="2021-07-31T16:05:45.673" v="332" actId="20577"/>
        <pc:sldMkLst>
          <pc:docMk/>
          <pc:sldMk cId="542080552" sldId="258"/>
        </pc:sldMkLst>
      </pc:sldChg>
      <pc:sldChg chg="addSp delSp modSp new mod modClrScheme chgLayout">
        <pc:chgData name="Weifeng Xu" userId="e7aed605-a3dd-4d5a-a692-a87037af107b" providerId="ADAL" clId="{551C0DF7-2D2F-4CF1-BD0E-D7B671E7966B}" dt="2021-07-31T16:09:27.693" v="354" actId="20577"/>
        <pc:sldMkLst>
          <pc:docMk/>
          <pc:sldMk cId="125485446" sldId="259"/>
        </pc:sldMkLst>
      </pc:sldChg>
      <pc:sldChg chg="addSp delSp modSp new mod">
        <pc:chgData name="Weifeng Xu" userId="e7aed605-a3dd-4d5a-a692-a87037af107b" providerId="ADAL" clId="{551C0DF7-2D2F-4CF1-BD0E-D7B671E7966B}" dt="2021-07-31T16:19:30.651" v="431" actId="478"/>
        <pc:sldMkLst>
          <pc:docMk/>
          <pc:sldMk cId="2795880567" sldId="260"/>
        </pc:sldMkLst>
      </pc:sldChg>
      <pc:sldChg chg="new del">
        <pc:chgData name="Weifeng Xu" userId="e7aed605-a3dd-4d5a-a692-a87037af107b" providerId="ADAL" clId="{551C0DF7-2D2F-4CF1-BD0E-D7B671E7966B}" dt="2021-07-31T16:16:27.449" v="372" actId="680"/>
        <pc:sldMkLst>
          <pc:docMk/>
          <pc:sldMk cId="3788070678" sldId="261"/>
        </pc:sldMkLst>
      </pc:sldChg>
      <pc:sldChg chg="del">
        <pc:chgData name="Weifeng Xu" userId="e7aed605-a3dd-4d5a-a692-a87037af107b" providerId="ADAL" clId="{551C0DF7-2D2F-4CF1-BD0E-D7B671E7966B}" dt="2021-07-31T15:55:58.268" v="11" actId="47"/>
        <pc:sldMkLst>
          <pc:docMk/>
          <pc:sldMk cId="1246350658" sldId="285"/>
        </pc:sldMkLst>
      </pc:sldChg>
      <pc:sldChg chg="del">
        <pc:chgData name="Weifeng Xu" userId="e7aed605-a3dd-4d5a-a692-a87037af107b" providerId="ADAL" clId="{551C0DF7-2D2F-4CF1-BD0E-D7B671E7966B}" dt="2021-07-31T15:55:58.440" v="12" actId="47"/>
        <pc:sldMkLst>
          <pc:docMk/>
          <pc:sldMk cId="1026801571" sldId="286"/>
        </pc:sldMkLst>
      </pc:sldChg>
      <pc:sldChg chg="del">
        <pc:chgData name="Weifeng Xu" userId="e7aed605-a3dd-4d5a-a692-a87037af107b" providerId="ADAL" clId="{551C0DF7-2D2F-4CF1-BD0E-D7B671E7966B}" dt="2021-07-31T15:55:59.948" v="20" actId="47"/>
        <pc:sldMkLst>
          <pc:docMk/>
          <pc:sldMk cId="2900131758" sldId="287"/>
        </pc:sldMkLst>
      </pc:sldChg>
      <pc:sldChg chg="del">
        <pc:chgData name="Weifeng Xu" userId="e7aed605-a3dd-4d5a-a692-a87037af107b" providerId="ADAL" clId="{551C0DF7-2D2F-4CF1-BD0E-D7B671E7966B}" dt="2021-07-31T15:56:03.203" v="31" actId="47"/>
        <pc:sldMkLst>
          <pc:docMk/>
          <pc:sldMk cId="2959736452" sldId="288"/>
        </pc:sldMkLst>
      </pc:sldChg>
      <pc:sldChg chg="del">
        <pc:chgData name="Weifeng Xu" userId="e7aed605-a3dd-4d5a-a692-a87037af107b" providerId="ADAL" clId="{551C0DF7-2D2F-4CF1-BD0E-D7B671E7966B}" dt="2021-07-31T15:55:59.092" v="15" actId="47"/>
        <pc:sldMkLst>
          <pc:docMk/>
          <pc:sldMk cId="818351922" sldId="290"/>
        </pc:sldMkLst>
      </pc:sldChg>
      <pc:sldChg chg="del">
        <pc:chgData name="Weifeng Xu" userId="e7aed605-a3dd-4d5a-a692-a87037af107b" providerId="ADAL" clId="{551C0DF7-2D2F-4CF1-BD0E-D7B671E7966B}" dt="2021-07-31T15:55:58.604" v="13" actId="47"/>
        <pc:sldMkLst>
          <pc:docMk/>
          <pc:sldMk cId="1018944833" sldId="291"/>
        </pc:sldMkLst>
      </pc:sldChg>
      <pc:sldChg chg="del">
        <pc:chgData name="Weifeng Xu" userId="e7aed605-a3dd-4d5a-a692-a87037af107b" providerId="ADAL" clId="{551C0DF7-2D2F-4CF1-BD0E-D7B671E7966B}" dt="2021-07-31T15:55:58.839" v="14" actId="47"/>
        <pc:sldMkLst>
          <pc:docMk/>
          <pc:sldMk cId="2515406235" sldId="292"/>
        </pc:sldMkLst>
      </pc:sldChg>
      <pc:sldChg chg="del">
        <pc:chgData name="Weifeng Xu" userId="e7aed605-a3dd-4d5a-a692-a87037af107b" providerId="ADAL" clId="{551C0DF7-2D2F-4CF1-BD0E-D7B671E7966B}" dt="2021-07-31T15:55:59.277" v="16" actId="47"/>
        <pc:sldMkLst>
          <pc:docMk/>
          <pc:sldMk cId="3729421761" sldId="293"/>
        </pc:sldMkLst>
      </pc:sldChg>
      <pc:sldChg chg="del">
        <pc:chgData name="Weifeng Xu" userId="e7aed605-a3dd-4d5a-a692-a87037af107b" providerId="ADAL" clId="{551C0DF7-2D2F-4CF1-BD0E-D7B671E7966B}" dt="2021-07-31T15:55:59.764" v="19" actId="47"/>
        <pc:sldMkLst>
          <pc:docMk/>
          <pc:sldMk cId="2040512846" sldId="294"/>
        </pc:sldMkLst>
      </pc:sldChg>
      <pc:sldChg chg="del">
        <pc:chgData name="Weifeng Xu" userId="e7aed605-a3dd-4d5a-a692-a87037af107b" providerId="ADAL" clId="{551C0DF7-2D2F-4CF1-BD0E-D7B671E7966B}" dt="2021-07-31T15:56:00.116" v="21" actId="47"/>
        <pc:sldMkLst>
          <pc:docMk/>
          <pc:sldMk cId="1739446135" sldId="295"/>
        </pc:sldMkLst>
      </pc:sldChg>
      <pc:sldChg chg="del">
        <pc:chgData name="Weifeng Xu" userId="e7aed605-a3dd-4d5a-a692-a87037af107b" providerId="ADAL" clId="{551C0DF7-2D2F-4CF1-BD0E-D7B671E7966B}" dt="2021-07-31T15:56:00.283" v="22" actId="47"/>
        <pc:sldMkLst>
          <pc:docMk/>
          <pc:sldMk cId="3773393283" sldId="296"/>
        </pc:sldMkLst>
      </pc:sldChg>
      <pc:sldChg chg="del">
        <pc:chgData name="Weifeng Xu" userId="e7aed605-a3dd-4d5a-a692-a87037af107b" providerId="ADAL" clId="{551C0DF7-2D2F-4CF1-BD0E-D7B671E7966B}" dt="2021-07-31T15:56:00.918" v="25" actId="47"/>
        <pc:sldMkLst>
          <pc:docMk/>
          <pc:sldMk cId="1189094756" sldId="297"/>
        </pc:sldMkLst>
      </pc:sldChg>
      <pc:sldChg chg="del">
        <pc:chgData name="Weifeng Xu" userId="e7aed605-a3dd-4d5a-a692-a87037af107b" providerId="ADAL" clId="{551C0DF7-2D2F-4CF1-BD0E-D7B671E7966B}" dt="2021-07-31T15:56:00.460" v="23" actId="47"/>
        <pc:sldMkLst>
          <pc:docMk/>
          <pc:sldMk cId="778935196" sldId="298"/>
        </pc:sldMkLst>
      </pc:sldChg>
      <pc:sldChg chg="del">
        <pc:chgData name="Weifeng Xu" userId="e7aed605-a3dd-4d5a-a692-a87037af107b" providerId="ADAL" clId="{551C0DF7-2D2F-4CF1-BD0E-D7B671E7966B}" dt="2021-07-31T15:56:00.909" v="24" actId="47"/>
        <pc:sldMkLst>
          <pc:docMk/>
          <pc:sldMk cId="472972447" sldId="299"/>
        </pc:sldMkLst>
      </pc:sldChg>
      <pc:sldChg chg="del">
        <pc:chgData name="Weifeng Xu" userId="e7aed605-a3dd-4d5a-a692-a87037af107b" providerId="ADAL" clId="{551C0DF7-2D2F-4CF1-BD0E-D7B671E7966B}" dt="2021-07-31T15:56:02.614" v="30" actId="47"/>
        <pc:sldMkLst>
          <pc:docMk/>
          <pc:sldMk cId="1053517512" sldId="300"/>
        </pc:sldMkLst>
      </pc:sldChg>
      <pc:sldChg chg="del">
        <pc:chgData name="Weifeng Xu" userId="e7aed605-a3dd-4d5a-a692-a87037af107b" providerId="ADAL" clId="{551C0DF7-2D2F-4CF1-BD0E-D7B671E7966B}" dt="2021-07-31T15:56:01.381" v="27" actId="47"/>
        <pc:sldMkLst>
          <pc:docMk/>
          <pc:sldMk cId="2636859207" sldId="301"/>
        </pc:sldMkLst>
      </pc:sldChg>
      <pc:sldChg chg="del">
        <pc:chgData name="Weifeng Xu" userId="e7aed605-a3dd-4d5a-a692-a87037af107b" providerId="ADAL" clId="{551C0DF7-2D2F-4CF1-BD0E-D7B671E7966B}" dt="2021-07-31T15:56:01.175" v="26" actId="47"/>
        <pc:sldMkLst>
          <pc:docMk/>
          <pc:sldMk cId="3930974583" sldId="302"/>
        </pc:sldMkLst>
      </pc:sldChg>
      <pc:sldChg chg="del">
        <pc:chgData name="Weifeng Xu" userId="e7aed605-a3dd-4d5a-a692-a87037af107b" providerId="ADAL" clId="{551C0DF7-2D2F-4CF1-BD0E-D7B671E7966B}" dt="2021-07-31T15:56:01.598" v="28" actId="47"/>
        <pc:sldMkLst>
          <pc:docMk/>
          <pc:sldMk cId="3290523122" sldId="303"/>
        </pc:sldMkLst>
      </pc:sldChg>
      <pc:sldChg chg="del">
        <pc:chgData name="Weifeng Xu" userId="e7aed605-a3dd-4d5a-a692-a87037af107b" providerId="ADAL" clId="{551C0DF7-2D2F-4CF1-BD0E-D7B671E7966B}" dt="2021-07-31T15:55:55.399" v="2" actId="47"/>
        <pc:sldMkLst>
          <pc:docMk/>
          <pc:sldMk cId="2502797714" sldId="304"/>
        </pc:sldMkLst>
      </pc:sldChg>
      <pc:sldChg chg="del">
        <pc:chgData name="Weifeng Xu" userId="e7aed605-a3dd-4d5a-a692-a87037af107b" providerId="ADAL" clId="{551C0DF7-2D2F-4CF1-BD0E-D7B671E7966B}" dt="2021-07-31T15:55:54.775" v="0" actId="47"/>
        <pc:sldMkLst>
          <pc:docMk/>
          <pc:sldMk cId="2340593793" sldId="305"/>
        </pc:sldMkLst>
      </pc:sldChg>
      <pc:sldChg chg="del">
        <pc:chgData name="Weifeng Xu" userId="e7aed605-a3dd-4d5a-a692-a87037af107b" providerId="ADAL" clId="{551C0DF7-2D2F-4CF1-BD0E-D7B671E7966B}" dt="2021-07-31T15:55:59.404" v="17" actId="47"/>
        <pc:sldMkLst>
          <pc:docMk/>
          <pc:sldMk cId="3426040410" sldId="306"/>
        </pc:sldMkLst>
      </pc:sldChg>
      <pc:sldChg chg="modSp add mod">
        <pc:chgData name="Weifeng Xu" userId="e7aed605-a3dd-4d5a-a692-a87037af107b" providerId="ADAL" clId="{551C0DF7-2D2F-4CF1-BD0E-D7B671E7966B}" dt="2021-07-31T16:18:26.723" v="429" actId="1076"/>
        <pc:sldMkLst>
          <pc:docMk/>
          <pc:sldMk cId="810567861" sldId="328"/>
        </pc:sldMkLst>
      </pc:sldChg>
      <pc:sldChg chg="new del">
        <pc:chgData name="Weifeng Xu" userId="e7aed605-a3dd-4d5a-a692-a87037af107b" providerId="ADAL" clId="{551C0DF7-2D2F-4CF1-BD0E-D7B671E7966B}" dt="2021-07-31T16:22:32.945" v="435" actId="47"/>
        <pc:sldMkLst>
          <pc:docMk/>
          <pc:sldMk cId="3068365166" sldId="329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4291280803" sldId="330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569068419" sldId="331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831770719" sldId="332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22673006" sldId="333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181334279" sldId="334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644072229" sldId="335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3442844839" sldId="336"/>
        </pc:sldMkLst>
      </pc:sldChg>
      <pc:sldChg chg="add">
        <pc:chgData name="Weifeng Xu" userId="e7aed605-a3dd-4d5a-a692-a87037af107b" providerId="ADAL" clId="{551C0DF7-2D2F-4CF1-BD0E-D7B671E7966B}" dt="2021-07-31T16:22:30.531" v="434"/>
        <pc:sldMkLst>
          <pc:docMk/>
          <pc:sldMk cId="2242211775" sldId="337"/>
        </pc:sldMkLst>
      </pc:sldChg>
      <pc:sldChg chg="del">
        <pc:chgData name="Weifeng Xu" userId="e7aed605-a3dd-4d5a-a692-a87037af107b" providerId="ADAL" clId="{551C0DF7-2D2F-4CF1-BD0E-D7B671E7966B}" dt="2021-07-31T15:55:59.576" v="18" actId="47"/>
        <pc:sldMkLst>
          <pc:docMk/>
          <pc:sldMk cId="3362410608" sldId="337"/>
        </pc:sldMkLst>
      </pc:sldChg>
      <pc:sldChg chg="add del">
        <pc:chgData name="Weifeng Xu" userId="e7aed605-a3dd-4d5a-a692-a87037af107b" providerId="ADAL" clId="{551C0DF7-2D2F-4CF1-BD0E-D7B671E7966B}" dt="2021-07-31T16:23:05.093" v="438"/>
        <pc:sldMkLst>
          <pc:docMk/>
          <pc:sldMk cId="73368629" sldId="338"/>
        </pc:sldMkLst>
      </pc:sldChg>
      <pc:sldChg chg="modSp add mod">
        <pc:chgData name="Weifeng Xu" userId="e7aed605-a3dd-4d5a-a692-a87037af107b" providerId="ADAL" clId="{551C0DF7-2D2F-4CF1-BD0E-D7B671E7966B}" dt="2021-07-31T16:23:57.810" v="458" actId="20577"/>
        <pc:sldMkLst>
          <pc:docMk/>
          <pc:sldMk cId="687037807" sldId="338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412405089" sldId="344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948562771" sldId="345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1811404570" sldId="346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2217270677" sldId="347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407532157" sldId="348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4262496046" sldId="349"/>
        </pc:sldMkLst>
      </pc:sldChg>
      <pc:sldChg chg="add del">
        <pc:chgData name="Weifeng Xu" userId="e7aed605-a3dd-4d5a-a692-a87037af107b" providerId="ADAL" clId="{551C0DF7-2D2F-4CF1-BD0E-D7B671E7966B}" dt="2021-07-31T16:26:22.925" v="460" actId="47"/>
        <pc:sldMkLst>
          <pc:docMk/>
          <pc:sldMk cId="441501371" sldId="350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990954786" sldId="351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708597567" sldId="352"/>
        </pc:sldMkLst>
      </pc:sldChg>
      <pc:sldChg chg="add del">
        <pc:chgData name="Weifeng Xu" userId="e7aed605-a3dd-4d5a-a692-a87037af107b" providerId="ADAL" clId="{551C0DF7-2D2F-4CF1-BD0E-D7B671E7966B}" dt="2021-07-31T16:22:45.657" v="436" actId="47"/>
        <pc:sldMkLst>
          <pc:docMk/>
          <pc:sldMk cId="2087770125" sldId="355"/>
        </pc:sldMkLst>
      </pc:sldChg>
      <pc:sldChg chg="del">
        <pc:chgData name="Weifeng Xu" userId="e7aed605-a3dd-4d5a-a692-a87037af107b" providerId="ADAL" clId="{551C0DF7-2D2F-4CF1-BD0E-D7B671E7966B}" dt="2021-07-31T15:55:55.556" v="3" actId="47"/>
        <pc:sldMkLst>
          <pc:docMk/>
          <pc:sldMk cId="1867446308" sldId="405"/>
        </pc:sldMkLst>
      </pc:sldChg>
      <pc:sldChg chg="del">
        <pc:chgData name="Weifeng Xu" userId="e7aed605-a3dd-4d5a-a692-a87037af107b" providerId="ADAL" clId="{551C0DF7-2D2F-4CF1-BD0E-D7B671E7966B}" dt="2021-07-31T15:55:55.844" v="4" actId="47"/>
        <pc:sldMkLst>
          <pc:docMk/>
          <pc:sldMk cId="322258649" sldId="406"/>
        </pc:sldMkLst>
      </pc:sldChg>
      <pc:sldChg chg="del">
        <pc:chgData name="Weifeng Xu" userId="e7aed605-a3dd-4d5a-a692-a87037af107b" providerId="ADAL" clId="{551C0DF7-2D2F-4CF1-BD0E-D7B671E7966B}" dt="2021-07-31T15:55:55.189" v="1" actId="47"/>
        <pc:sldMkLst>
          <pc:docMk/>
          <pc:sldMk cId="1241513933" sldId="407"/>
        </pc:sldMkLst>
      </pc:sldChg>
      <pc:sldChg chg="del">
        <pc:chgData name="Weifeng Xu" userId="e7aed605-a3dd-4d5a-a692-a87037af107b" providerId="ADAL" clId="{551C0DF7-2D2F-4CF1-BD0E-D7B671E7966B}" dt="2021-07-31T15:55:57.275" v="5" actId="47"/>
        <pc:sldMkLst>
          <pc:docMk/>
          <pc:sldMk cId="3702366307" sldId="408"/>
        </pc:sldMkLst>
      </pc:sldChg>
      <pc:sldChg chg="del">
        <pc:chgData name="Weifeng Xu" userId="e7aed605-a3dd-4d5a-a692-a87037af107b" providerId="ADAL" clId="{551C0DF7-2D2F-4CF1-BD0E-D7B671E7966B}" dt="2021-07-31T15:55:57.436" v="6" actId="47"/>
        <pc:sldMkLst>
          <pc:docMk/>
          <pc:sldMk cId="1243137751" sldId="409"/>
        </pc:sldMkLst>
      </pc:sldChg>
      <pc:sldChg chg="del">
        <pc:chgData name="Weifeng Xu" userId="e7aed605-a3dd-4d5a-a692-a87037af107b" providerId="ADAL" clId="{551C0DF7-2D2F-4CF1-BD0E-D7B671E7966B}" dt="2021-07-31T15:55:57.605" v="7" actId="47"/>
        <pc:sldMkLst>
          <pc:docMk/>
          <pc:sldMk cId="2465808858" sldId="410"/>
        </pc:sldMkLst>
      </pc:sldChg>
      <pc:sldChg chg="del">
        <pc:chgData name="Weifeng Xu" userId="e7aed605-a3dd-4d5a-a692-a87037af107b" providerId="ADAL" clId="{551C0DF7-2D2F-4CF1-BD0E-D7B671E7966B}" dt="2021-07-31T15:55:57.779" v="8" actId="47"/>
        <pc:sldMkLst>
          <pc:docMk/>
          <pc:sldMk cId="3967768232" sldId="411"/>
        </pc:sldMkLst>
      </pc:sldChg>
      <pc:sldChg chg="del">
        <pc:chgData name="Weifeng Xu" userId="e7aed605-a3dd-4d5a-a692-a87037af107b" providerId="ADAL" clId="{551C0DF7-2D2F-4CF1-BD0E-D7B671E7966B}" dt="2021-07-31T15:55:57.948" v="9" actId="47"/>
        <pc:sldMkLst>
          <pc:docMk/>
          <pc:sldMk cId="2762645445" sldId="412"/>
        </pc:sldMkLst>
      </pc:sldChg>
      <pc:sldChg chg="del">
        <pc:chgData name="Weifeng Xu" userId="e7aed605-a3dd-4d5a-a692-a87037af107b" providerId="ADAL" clId="{551C0DF7-2D2F-4CF1-BD0E-D7B671E7966B}" dt="2021-07-31T15:56:01.858" v="29" actId="47"/>
        <pc:sldMkLst>
          <pc:docMk/>
          <pc:sldMk cId="3852293970" sldId="413"/>
        </pc:sldMkLst>
      </pc:sldChg>
    </pc:docChg>
  </pc:docChgLst>
  <pc:docChgLst>
    <pc:chgData name="Weifeng Xu" userId="e7aed605-a3dd-4d5a-a692-a87037af107b" providerId="ADAL" clId="{B0DB3708-9AFC-41DA-A59D-20F5273D1420}"/>
    <pc:docChg chg="custSel addSld modSld">
      <pc:chgData name="Weifeng Xu" userId="e7aed605-a3dd-4d5a-a692-a87037af107b" providerId="ADAL" clId="{B0DB3708-9AFC-41DA-A59D-20F5273D1420}" dt="2021-04-22T18:59:14.851" v="207" actId="20577"/>
      <pc:docMkLst>
        <pc:docMk/>
      </pc:docMkLst>
      <pc:sldChg chg="addSp modSp new mod modClrScheme chgLayout">
        <pc:chgData name="Weifeng Xu" userId="e7aed605-a3dd-4d5a-a692-a87037af107b" providerId="ADAL" clId="{B0DB3708-9AFC-41DA-A59D-20F5273D1420}" dt="2021-04-22T18:59:14.851" v="207" actId="20577"/>
        <pc:sldMkLst>
          <pc:docMk/>
          <pc:sldMk cId="3852293970" sldId="413"/>
        </pc:sldMkLst>
      </pc:sldChg>
    </pc:docChg>
  </pc:docChgLst>
  <pc:docChgLst>
    <pc:chgData name="Weifeng Xu" userId="e7aed605-a3dd-4d5a-a692-a87037af107b" providerId="ADAL" clId="{E1DC02F5-E919-4A93-A2D0-6D7A4E94E8EF}"/>
    <pc:docChg chg="undo redo custSel addSld delSld modSld">
      <pc:chgData name="Weifeng Xu" userId="e7aed605-a3dd-4d5a-a692-a87037af107b" providerId="ADAL" clId="{E1DC02F5-E919-4A93-A2D0-6D7A4E94E8EF}" dt="2025-02-26T14:13:15.714" v="2357" actId="207"/>
      <pc:docMkLst>
        <pc:docMk/>
      </pc:docMkLst>
      <pc:sldChg chg="modSp mod">
        <pc:chgData name="Weifeng Xu" userId="e7aed605-a3dd-4d5a-a692-a87037af107b" providerId="ADAL" clId="{E1DC02F5-E919-4A93-A2D0-6D7A4E94E8EF}" dt="2022-10-06T12:58:37.194" v="1377" actId="20577"/>
        <pc:sldMkLst>
          <pc:docMk/>
          <pc:sldMk cId="162022530" sldId="256"/>
        </pc:sldMkLst>
      </pc:sldChg>
      <pc:sldChg chg="modSp mod">
        <pc:chgData name="Weifeng Xu" userId="e7aed605-a3dd-4d5a-a692-a87037af107b" providerId="ADAL" clId="{E1DC02F5-E919-4A93-A2D0-6D7A4E94E8EF}" dt="2021-09-27T21:47:01.625" v="563" actId="6549"/>
        <pc:sldMkLst>
          <pc:docMk/>
          <pc:sldMk cId="542080552" sldId="258"/>
        </pc:sldMkLst>
      </pc:sldChg>
      <pc:sldChg chg="addSp modSp mod">
        <pc:chgData name="Weifeng Xu" userId="e7aed605-a3dd-4d5a-a692-a87037af107b" providerId="ADAL" clId="{E1DC02F5-E919-4A93-A2D0-6D7A4E94E8EF}" dt="2022-10-06T12:14:33.383" v="1229" actId="1076"/>
        <pc:sldMkLst>
          <pc:docMk/>
          <pc:sldMk cId="2795880567" sldId="260"/>
        </pc:sldMkLst>
      </pc:sldChg>
      <pc:sldChg chg="delSp mod">
        <pc:chgData name="Weifeng Xu" userId="e7aed605-a3dd-4d5a-a692-a87037af107b" providerId="ADAL" clId="{E1DC02F5-E919-4A93-A2D0-6D7A4E94E8EF}" dt="2022-03-14T14:43:54.180" v="970" actId="478"/>
        <pc:sldMkLst>
          <pc:docMk/>
          <pc:sldMk cId="831770719" sldId="332"/>
        </pc:sldMkLst>
      </pc:sldChg>
      <pc:sldChg chg="addSp modSp mod modNotesTx">
        <pc:chgData name="Weifeng Xu" userId="e7aed605-a3dd-4d5a-a692-a87037af107b" providerId="ADAL" clId="{E1DC02F5-E919-4A93-A2D0-6D7A4E94E8EF}" dt="2022-10-10T14:30:10.469" v="1390" actId="20577"/>
        <pc:sldMkLst>
          <pc:docMk/>
          <pc:sldMk cId="122673006" sldId="333"/>
        </pc:sldMkLst>
      </pc:sldChg>
      <pc:sldChg chg="addSp modSp mod">
        <pc:chgData name="Weifeng Xu" userId="e7aed605-a3dd-4d5a-a692-a87037af107b" providerId="ADAL" clId="{E1DC02F5-E919-4A93-A2D0-6D7A4E94E8EF}" dt="2022-10-06T12:44:51.528" v="1292" actId="1076"/>
        <pc:sldMkLst>
          <pc:docMk/>
          <pc:sldMk cId="687037807" sldId="338"/>
        </pc:sldMkLst>
      </pc:sldChg>
      <pc:sldChg chg="addSp modSp mod">
        <pc:chgData name="Weifeng Xu" userId="e7aed605-a3dd-4d5a-a692-a87037af107b" providerId="ADAL" clId="{E1DC02F5-E919-4A93-A2D0-6D7A4E94E8EF}" dt="2022-10-06T02:26:39.517" v="1213" actId="1076"/>
        <pc:sldMkLst>
          <pc:docMk/>
          <pc:sldMk cId="3407532157" sldId="348"/>
        </pc:sldMkLst>
      </pc:sldChg>
      <pc:sldChg chg="delSp mod">
        <pc:chgData name="Weifeng Xu" userId="e7aed605-a3dd-4d5a-a692-a87037af107b" providerId="ADAL" clId="{E1DC02F5-E919-4A93-A2D0-6D7A4E94E8EF}" dt="2022-03-08T13:12:54.466" v="969" actId="478"/>
        <pc:sldMkLst>
          <pc:docMk/>
          <pc:sldMk cId="3990954786" sldId="351"/>
        </pc:sldMkLst>
      </pc:sldChg>
      <pc:sldChg chg="modNotesTx">
        <pc:chgData name="Weifeng Xu" userId="e7aed605-a3dd-4d5a-a692-a87037af107b" providerId="ADAL" clId="{E1DC02F5-E919-4A93-A2D0-6D7A4E94E8EF}" dt="2021-09-22T19:14:27.481" v="529" actId="20577"/>
        <pc:sldMkLst>
          <pc:docMk/>
          <pc:sldMk cId="708597567" sldId="352"/>
        </pc:sldMkLst>
      </pc:sldChg>
      <pc:sldChg chg="addSp delSp modSp new mod modClrScheme chgLayout">
        <pc:chgData name="Weifeng Xu" userId="e7aed605-a3dd-4d5a-a692-a87037af107b" providerId="ADAL" clId="{E1DC02F5-E919-4A93-A2D0-6D7A4E94E8EF}" dt="2021-09-13T19:29:04.665" v="486" actId="20577"/>
        <pc:sldMkLst>
          <pc:docMk/>
          <pc:sldMk cId="3427908052" sldId="353"/>
        </pc:sldMkLst>
      </pc:sldChg>
      <pc:sldChg chg="addSp delSp modSp new mod modClrScheme chgLayout">
        <pc:chgData name="Weifeng Xu" userId="e7aed605-a3dd-4d5a-a692-a87037af107b" providerId="ADAL" clId="{E1DC02F5-E919-4A93-A2D0-6D7A4E94E8EF}" dt="2021-09-26T14:01:51.614" v="549" actId="20577"/>
        <pc:sldMkLst>
          <pc:docMk/>
          <pc:sldMk cId="1820608806" sldId="354"/>
        </pc:sldMkLst>
      </pc:sldChg>
      <pc:sldChg chg="addSp delSp modSp new mod modClrScheme chgLayout">
        <pc:chgData name="Weifeng Xu" userId="e7aed605-a3dd-4d5a-a692-a87037af107b" providerId="ADAL" clId="{E1DC02F5-E919-4A93-A2D0-6D7A4E94E8EF}" dt="2022-10-06T13:18:18.954" v="1388" actId="313"/>
        <pc:sldMkLst>
          <pc:docMk/>
          <pc:sldMk cId="59612101" sldId="355"/>
        </pc:sldMkLst>
      </pc:sldChg>
      <pc:sldChg chg="addSp modSp new mod">
        <pc:chgData name="Weifeng Xu" userId="e7aed605-a3dd-4d5a-a692-a87037af107b" providerId="ADAL" clId="{E1DC02F5-E919-4A93-A2D0-6D7A4E94E8EF}" dt="2021-09-26T13:50:22.651" v="548" actId="313"/>
        <pc:sldMkLst>
          <pc:docMk/>
          <pc:sldMk cId="655236940" sldId="356"/>
        </pc:sldMkLst>
      </pc:sldChg>
      <pc:sldChg chg="addSp delSp modSp new mod">
        <pc:chgData name="Weifeng Xu" userId="e7aed605-a3dd-4d5a-a692-a87037af107b" providerId="ADAL" clId="{E1DC02F5-E919-4A93-A2D0-6D7A4E94E8EF}" dt="2021-12-13T15:00:30.994" v="796" actId="20577"/>
        <pc:sldMkLst>
          <pc:docMk/>
          <pc:sldMk cId="1655981096" sldId="357"/>
        </pc:sldMkLst>
      </pc:sldChg>
      <pc:sldChg chg="addSp modSp new del mod">
        <pc:chgData name="Weifeng Xu" userId="e7aed605-a3dd-4d5a-a692-a87037af107b" providerId="ADAL" clId="{E1DC02F5-E919-4A93-A2D0-6D7A4E94E8EF}" dt="2021-09-13T19:26:23.211" v="439" actId="47"/>
        <pc:sldMkLst>
          <pc:docMk/>
          <pc:sldMk cId="3175629398" sldId="358"/>
        </pc:sldMkLst>
      </pc:sldChg>
      <pc:sldChg chg="modSp new mod">
        <pc:chgData name="Weifeng Xu" userId="e7aed605-a3dd-4d5a-a692-a87037af107b" providerId="ADAL" clId="{E1DC02F5-E919-4A93-A2D0-6D7A4E94E8EF}" dt="2023-03-06T22:32:37.056" v="1827" actId="6549"/>
        <pc:sldMkLst>
          <pc:docMk/>
          <pc:sldMk cId="4131676587" sldId="358"/>
        </pc:sldMkLst>
      </pc:sldChg>
      <pc:sldChg chg="addSp modSp new mod">
        <pc:chgData name="Weifeng Xu" userId="e7aed605-a3dd-4d5a-a692-a87037af107b" providerId="ADAL" clId="{E1DC02F5-E919-4A93-A2D0-6D7A4E94E8EF}" dt="2021-12-13T14:58:40.868" v="719" actId="20577"/>
        <pc:sldMkLst>
          <pc:docMk/>
          <pc:sldMk cId="3992522744" sldId="359"/>
        </pc:sldMkLst>
      </pc:sldChg>
      <pc:sldChg chg="addSp delSp modSp new mod">
        <pc:chgData name="Weifeng Xu" userId="e7aed605-a3dd-4d5a-a692-a87037af107b" providerId="ADAL" clId="{E1DC02F5-E919-4A93-A2D0-6D7A4E94E8EF}" dt="2021-12-13T15:00:05.283" v="788" actId="20577"/>
        <pc:sldMkLst>
          <pc:docMk/>
          <pc:sldMk cId="2603918265" sldId="360"/>
        </pc:sldMkLst>
      </pc:sldChg>
      <pc:sldChg chg="addSp delSp modSp new mod modClrScheme chgLayout">
        <pc:chgData name="Weifeng Xu" userId="e7aed605-a3dd-4d5a-a692-a87037af107b" providerId="ADAL" clId="{E1DC02F5-E919-4A93-A2D0-6D7A4E94E8EF}" dt="2021-12-13T15:00:42.177" v="802" actId="20577"/>
        <pc:sldMkLst>
          <pc:docMk/>
          <pc:sldMk cId="3328413051" sldId="361"/>
        </pc:sldMkLst>
      </pc:sldChg>
      <pc:sldChg chg="addSp modSp new mod modClrScheme chgLayout">
        <pc:chgData name="Weifeng Xu" userId="e7aed605-a3dd-4d5a-a692-a87037af107b" providerId="ADAL" clId="{E1DC02F5-E919-4A93-A2D0-6D7A4E94E8EF}" dt="2021-12-13T14:58:25.195" v="689"/>
        <pc:sldMkLst>
          <pc:docMk/>
          <pc:sldMk cId="2344545590" sldId="362"/>
        </pc:sldMkLst>
      </pc:sldChg>
      <pc:sldChg chg="addSp modSp new mod modClrScheme chgLayout modNotesTx">
        <pc:chgData name="Weifeng Xu" userId="e7aed605-a3dd-4d5a-a692-a87037af107b" providerId="ADAL" clId="{E1DC02F5-E919-4A93-A2D0-6D7A4E94E8EF}" dt="2025-02-24T01:31:19.990" v="2251"/>
        <pc:sldMkLst>
          <pc:docMk/>
          <pc:sldMk cId="3376442847" sldId="363"/>
        </pc:sldMkLst>
        <pc:spChg chg="mod">
          <ac:chgData name="Weifeng Xu" userId="e7aed605-a3dd-4d5a-a692-a87037af107b" providerId="ADAL" clId="{E1DC02F5-E919-4A93-A2D0-6D7A4E94E8EF}" dt="2025-02-24T01:26:00.033" v="2250" actId="20577"/>
          <ac:spMkLst>
            <pc:docMk/>
            <pc:sldMk cId="3376442847" sldId="363"/>
            <ac:spMk id="3" creationId="{F2AD0191-A8F3-4FF5-B489-0CA6106CADF0}"/>
          </ac:spMkLst>
        </pc:spChg>
      </pc:sldChg>
      <pc:sldChg chg="addSp delSp modSp new mod modClrScheme chgLayout modNotesTx">
        <pc:chgData name="Weifeng Xu" userId="e7aed605-a3dd-4d5a-a692-a87037af107b" providerId="ADAL" clId="{E1DC02F5-E919-4A93-A2D0-6D7A4E94E8EF}" dt="2023-02-24T15:23:41.236" v="1823" actId="20577"/>
        <pc:sldMkLst>
          <pc:docMk/>
          <pc:sldMk cId="2682292851" sldId="364"/>
        </pc:sldMkLst>
      </pc:sldChg>
      <pc:sldChg chg="addSp delSp modSp new mod modClrScheme chgLayout">
        <pc:chgData name="Weifeng Xu" userId="e7aed605-a3dd-4d5a-a692-a87037af107b" providerId="ADAL" clId="{E1DC02F5-E919-4A93-A2D0-6D7A4E94E8EF}" dt="2022-10-06T12:55:56.353" v="1376" actId="1076"/>
        <pc:sldMkLst>
          <pc:docMk/>
          <pc:sldMk cId="614827596" sldId="365"/>
        </pc:sldMkLst>
      </pc:sldChg>
      <pc:sldChg chg="addSp delSp modSp new mod modClrScheme chgLayout modNotesTx">
        <pc:chgData name="Weifeng Xu" userId="e7aed605-a3dd-4d5a-a692-a87037af107b" providerId="ADAL" clId="{E1DC02F5-E919-4A93-A2D0-6D7A4E94E8EF}" dt="2023-02-24T15:16:35.230" v="1679"/>
        <pc:sldMkLst>
          <pc:docMk/>
          <pc:sldMk cId="260622771" sldId="366"/>
        </pc:sldMkLst>
      </pc:sldChg>
      <pc:sldChg chg="addSp delSp modSp new mod modClrScheme chgLayout">
        <pc:chgData name="Weifeng Xu" userId="e7aed605-a3dd-4d5a-a692-a87037af107b" providerId="ADAL" clId="{E1DC02F5-E919-4A93-A2D0-6D7A4E94E8EF}" dt="2023-02-24T15:02:44.072" v="1526" actId="11529"/>
        <pc:sldMkLst>
          <pc:docMk/>
          <pc:sldMk cId="2870197608" sldId="367"/>
        </pc:sldMkLst>
      </pc:sldChg>
      <pc:sldChg chg="addSp delSp modSp new mod modClrScheme chgLayout">
        <pc:chgData name="Weifeng Xu" userId="e7aed605-a3dd-4d5a-a692-a87037af107b" providerId="ADAL" clId="{E1DC02F5-E919-4A93-A2D0-6D7A4E94E8EF}" dt="2023-02-24T15:07:39.062" v="1536" actId="21"/>
        <pc:sldMkLst>
          <pc:docMk/>
          <pc:sldMk cId="1839003812" sldId="368"/>
        </pc:sldMkLst>
      </pc:sldChg>
      <pc:sldChg chg="addSp modSp new mod modClrScheme chgLayout">
        <pc:chgData name="Weifeng Xu" userId="e7aed605-a3dd-4d5a-a692-a87037af107b" providerId="ADAL" clId="{E1DC02F5-E919-4A93-A2D0-6D7A4E94E8EF}" dt="2025-02-26T14:09:08.319" v="2266" actId="20577"/>
        <pc:sldMkLst>
          <pc:docMk/>
          <pc:sldMk cId="1757214868" sldId="369"/>
        </pc:sldMkLst>
        <pc:spChg chg="add mod">
          <ac:chgData name="Weifeng Xu" userId="e7aed605-a3dd-4d5a-a692-a87037af107b" providerId="ADAL" clId="{E1DC02F5-E919-4A93-A2D0-6D7A4E94E8EF}" dt="2025-02-26T14:09:08.319" v="2266" actId="20577"/>
          <ac:spMkLst>
            <pc:docMk/>
            <pc:sldMk cId="1757214868" sldId="369"/>
            <ac:spMk id="2" creationId="{9D11A4DC-6666-D9E1-21D4-8DE1CB2D21E2}"/>
          </ac:spMkLst>
        </pc:spChg>
        <pc:spChg chg="add mod">
          <ac:chgData name="Weifeng Xu" userId="e7aed605-a3dd-4d5a-a692-a87037af107b" providerId="ADAL" clId="{E1DC02F5-E919-4A93-A2D0-6D7A4E94E8EF}" dt="2025-02-21T12:50:14.478" v="2223" actId="6549"/>
          <ac:spMkLst>
            <pc:docMk/>
            <pc:sldMk cId="1757214868" sldId="369"/>
            <ac:spMk id="3" creationId="{F24F1495-7FAF-5183-C405-0731A9226958}"/>
          </ac:spMkLst>
        </pc:spChg>
      </pc:sldChg>
      <pc:sldChg chg="addSp modSp new mod">
        <pc:chgData name="Weifeng Xu" userId="e7aed605-a3dd-4d5a-a692-a87037af107b" providerId="ADAL" clId="{E1DC02F5-E919-4A93-A2D0-6D7A4E94E8EF}" dt="2023-02-24T15:15:30.716" v="1674" actId="20577"/>
        <pc:sldMkLst>
          <pc:docMk/>
          <pc:sldMk cId="3047968691" sldId="370"/>
        </pc:sldMkLst>
      </pc:sldChg>
      <pc:sldChg chg="addSp modSp new mod modClrScheme chgLayout">
        <pc:chgData name="Weifeng Xu" userId="e7aed605-a3dd-4d5a-a692-a87037af107b" providerId="ADAL" clId="{E1DC02F5-E919-4A93-A2D0-6D7A4E94E8EF}" dt="2023-03-07T01:01:37.547" v="1830" actId="20577"/>
        <pc:sldMkLst>
          <pc:docMk/>
          <pc:sldMk cId="2158831621" sldId="371"/>
        </pc:sldMkLst>
      </pc:sldChg>
      <pc:sldChg chg="modSp add mod">
        <pc:chgData name="Weifeng Xu" userId="e7aed605-a3dd-4d5a-a692-a87037af107b" providerId="ADAL" clId="{E1DC02F5-E919-4A93-A2D0-6D7A4E94E8EF}" dt="2025-02-26T14:13:15.714" v="2357" actId="207"/>
        <pc:sldMkLst>
          <pc:docMk/>
          <pc:sldMk cId="1974078832" sldId="372"/>
        </pc:sldMkLst>
        <pc:spChg chg="mod">
          <ac:chgData name="Weifeng Xu" userId="e7aed605-a3dd-4d5a-a692-a87037af107b" providerId="ADAL" clId="{E1DC02F5-E919-4A93-A2D0-6D7A4E94E8EF}" dt="2025-02-26T14:09:37.373" v="2303" actId="20577"/>
          <ac:spMkLst>
            <pc:docMk/>
            <pc:sldMk cId="1974078832" sldId="372"/>
            <ac:spMk id="2" creationId="{057E7C3D-3E7E-262F-7347-C454998ED461}"/>
          </ac:spMkLst>
        </pc:spChg>
        <pc:spChg chg="mod">
          <ac:chgData name="Weifeng Xu" userId="e7aed605-a3dd-4d5a-a692-a87037af107b" providerId="ADAL" clId="{E1DC02F5-E919-4A93-A2D0-6D7A4E94E8EF}" dt="2025-02-26T14:13:15.714" v="2357" actId="207"/>
          <ac:spMkLst>
            <pc:docMk/>
            <pc:sldMk cId="1974078832" sldId="372"/>
            <ac:spMk id="3" creationId="{35927650-08FE-0161-FFBA-C46C379C052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16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4574 24575,'1'-18'0,"1"0"0,0 0 0,2 0 0,0 1 0,9-26 0,-5 18 0,-1-2 0,-1 7 0,0 0 0,1 0 0,18-34 0,22-46 0,-24 58 0,2 2 0,45-56 0,-59 82 0,-1-1 0,11-19 0,-12 18 0,1 0 0,13-16 0,-17 25 0,-1-1 0,0 0 0,-1 0 0,6-13 0,-6 12 0,0 1 0,0 0 0,1-1 0,9-10 0,11-9 0,-15 17 0,0 1 0,-1-1 0,0-1 0,-1 1 0,7-16 0,-6 12 0,1 0 0,0 0 0,20-22 0,-16 20 0,22-33 0,6-6 0,-13 18 0,-21 25 0,0-1 0,-1 0 0,8-24 0,-9 23 0,0 0 0,1 0 0,13-21 0,12-6 0,48-48 0,-49 58 0,-2-1 0,42-63 0,-61 80 0,50-75 0,-52 82 0,0-1 0,0 1 0,1 0 0,1 1 0,-1 0 0,20-11 0,-13 7 0,1-1 0,-2 0 0,0-2 0,17-20 0,-30 33 0,103-133 0,112-106 0,-194 218 0,-16 17 0,-1-1 0,1 1 0,-1-2 0,-1 1 0,1 0 0,-1-1 0,5-11 0,-7 13 0,1 1 0,-1-1 0,1 1 0,0 0 0,1 1 0,-1-1 0,1 1 0,9-8 0,15-14 0,7-10 0,53-43 0,-50 47 0,48-51 0,-76 73 0,0 1 0,0 0 0,1 0 0,0 1 0,1 1 0,18-9 0,-14 7 0,1-1 0,24-18 0,48-34 0,-75 52 0,-8 5 0,-1 0 0,0 0 0,-1 0 0,6-8 0,-6 8 0,0 0 0,0 0 0,0 0 0,1 0 0,8-5 0,52-36 0,-54 37 0,0 0 0,0 0 0,1 1 0,0 1 0,0 0 0,1 1 0,21-8 0,-28 12 0,-1-1 0,1 0 0,-1 0 0,0-1 0,0 1 0,-1-1 0,1-1 0,-1 1 0,1-1 0,-2 0 0,1 0 0,7-11 0,-5 7 0,0 1 0,1 0 0,0 0 0,11-7 0,13-7 0,59-37 0,-65 43 0,30-24 0,-38 26 0,0 1 0,0 1 0,40-20 0,-27 17 0,-1-1 0,41-30 0,-29 19 0,-8 10 0,-28 14 0,-1 1 0,0 0 0,1-1 0,-1 0 0,0 0 0,0-1 0,-1 1 0,6-6 0,0-3 0,1 1 0,0 0 0,1 0 0,0 1 0,0 1 0,1 0 0,28-15 0,-3 6 0,13-4 0,66-21 0,-96 33 0,31-20 0,16-8 0,-36 25 0,7-4 0,73-41 0,-78 40 0,1 1 0,1 1 0,62-18 0,4-2 0,-88 31 0,-1 1 0,1 1 0,16-2 0,34-9 0,31-13 10,21-8-170,136-44-565,-149 49 697,6-1 28,124-41 0,-203 64 0,1 1 0,-1 1 0,52-3 0,-41 5 0,58-12 0,-2-9 0,-20 4 0,80-11 0,-143 30 0,202-34-10,23-1-1034,-74 15 999,8 5 45,-113 14 0,65-12 0,-67 7 0,88-2 0,-74 7 0,25-7 24,28-1-439,1143 10 258,-577 3-461,-527 9 618,-14 0 0,140 14 0,-130-8 0,50 5-147,-114-10 147,161 42 0,-234-49 0,108 22 0,-67-15 0,78 24 0,-102-25-36,1-2 1,57 6-1,-63-10 28,22 0 8,-40-5 0,0 2 0,0 0 0,-1 1 0,22 6 0,113 34 591,-99-31-228,-2 3-1,0 2 1,68 32-1,-67-25-362,85 27 0,25 12 0,-133-52 0,0 0 0,42 8 0,-41-12 0,0 2 0,44 18 0,143 69 0,-166-73 158,50 31 0,-57-29 17,73 30 0,-88-42-117,0 0 0,-1 2 0,46 33 0,51 23 472,-10-8-569,-73-34 39,-22-15 0,1-1 0,0-1 0,39 18 0,-24-15 0,0 1 0,-1 2 0,-1 2 0,-1 0 0,57 50 0,-53-42 0,44 25 0,-21-15 0,-15-11 0,-28-17 0,0 0 0,30 25 0,92 84 0,-38-36 0,140 113 0,-214-174 0,42 45 0,13 11 0,-29-41 0,-35-26 0,-1 1 0,26 24 0,32 29 0,-52-48 0,-1 2 0,0 1 0,21 27 0,-11-12 0,1-1 0,56 45 0,-62-56 0,-13-12 0,-1 0 0,0 1 0,-1 0 0,-1 1 0,0 0 0,0 1 0,-2 0 0,1 0 0,-2 1 0,9 23 0,-10-25 0,0 0 0,1-1 0,1 1 0,0-2 0,1 1 0,0-1 0,16 15 0,18 25 0,3 15 0,-26-36 0,48 56 0,-59-77 0,2 2 0,1 1 0,-2 0 0,0 1 0,-1 0 0,14 25 0,28 58 0,-48-90-195,-1 0 0,1-1 0,0 0 0,1 1 0,-1-1 0,7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18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313 1 24575,'0'19'0,"-1"1"0,-1-1 0,-8 36 0,4-19 0,2 1 0,1 0 0,2 0 0,4 42 0,-1 7 0,-2 295 0,5-337 0,-3-38 0,-1 0 0,0 0 0,-1 1 0,1-1 0,-1 0 0,-1 8 0,0-11 0,0 0 0,0 0 0,0-1 0,0 1 0,0 0 0,-1-1 0,1 1 0,-1-1 0,0 1 0,0-1 0,0 0 0,0 0 0,0 0 0,0 0 0,0 0 0,-1 0 0,-3 2 0,-12 6 0,-40 17 0,42-21 0,1 1 0,0 1 0,0 0 0,-18 13 0,24-15 34,0 0-1,-1 0 1,-15 6-1,-18 10-1532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40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24575,'2'14'0,"1"0"0,0-1 0,1 1 0,0 0 0,1-1 0,0 0 0,1 0 0,12 18 0,47 98 0,-2-25 0,33 30 0,-46-51 0,-8 2 0,-11-34 0,2-1 0,3-2 0,58 62 0,19 22 0,-80-91 0,-27-33 0,0 0 0,0 0 0,1-1 0,13 12 0,-9-9 0,0 0 0,-1 1 0,15 19 0,14 15 0,14 4 0,104 76 0,-120-99 0,17 12 0,70 37 0,-60-33 0,-49-32 0,0 0 0,0 0 0,23 9 0,30 15 0,-50-24 0,0-1 0,0 0 0,29 8 0,-35-13 0,0 1 0,-1 0 0,1 0 0,-1 1 0,-1 1 0,20 15 0,1 0 0,-19-15 0,1 0 0,0-1 0,0-1 0,1 0 0,22 5 0,-20-6 0,0 1 0,0 0 0,24 13 0,6 4 0,1-1 0,65 18 0,4 2 0,-92-32 0,1-1 0,1-1 0,-1-1 0,41 4 0,-29-4 0,0 2 0,0 1 0,60 25 0,34 9 0,-90-33 0,66 6 0,-73-10 0,-1 1 0,47 15 0,6 2 0,-4 3 0,-15-5 0,-20-11 0,68 6 0,-66-10 0,1-2 0,-26-3 0,1 2 0,47 12 0,-50-11 0,0 0 0,1-2 0,-1 0 0,0-2 0,32-1 0,33 3 0,20 16 0,61 4 0,-105-14 0,-35-4 0,51 3 0,33 2 0,-6 0 0,-75-8 0,33 7 0,-34-4 0,42 1 0,-43-5 0,40 8 0,24 1 0,-76-9 0,8-1 0,0 1 0,-1 1 0,29 7 0,43 5 0,-41-7 0,-9-2 0,1-2 0,53-4 0,55 2 0,-85 10 0,-45-7 0,49 4 0,-39-8 0,0 2 0,43 8 0,-24-4 0,-1-1 0,107-6 0,-59-1 0,1436 2 0,-1514-1 0,46-9 0,-44 6 0,36-3 0,16 8 0,-45 0 0,0-1 0,-1-1 0,44-8 0,-29 2 0,1 2 0,-1 3 0,63 3 0,41-2 0,-62-9 0,-51 5 0,41-1 0,-8 6 0,-4 1 0,115-14 0,-1-9 0,28 2 0,-155 11 0,-10 1 0,0 2 0,56-1 0,-69 5 0,1-1 0,0-1 0,30-9 0,-29 6 0,0 1 0,47-2 0,-49 6 0,33-6 0,-35 3 0,41-1 0,96-8 0,-97 6 0,-41 4 0,47-13 0,15-3 0,59-2 0,-130 19 0,-1-1 0,25-8 0,25-6 0,97-18 0,-27 5 0,11 7 0,-132 22 0,-1-2 0,1 0 0,21-9 0,32-8 0,140-18-551,1 1 546,-140 25-83,152-34-375,-63 10 667,-36 6 102,263-50 291,-267 50-719,-74 17 19,80-12 1,19 5 429,-114 16-327,-1-1 0,44-16 0,31-7 0,-73 21 0,0-1 0,35-15 0,-36 12 0,0 1 0,40-8 0,-28 9 0,62-23 0,-60 17 0,49-10 0,-56 17 0,56-24 0,-64 21 0,-6 4 0,-1 1 0,1 1 0,1 1 0,32-3 0,-41 4 0,1 0 0,0-1 0,-1 0 0,0-1 0,0-1 0,-1 0 0,21-14 0,34-16 0,79-24 0,-103 37 0,-38 19 0,1 1 0,0-1 0,1 1 0,-1 1 0,16-5 0,10-2 0,0-2 0,-1-1 0,41-21 0,-25 10 0,-37 19 0,-1 2 0,1-1 0,13-2 0,26-7 0,112-59 0,-58 29 0,-82 33 0,-13 6 0,0 0 0,-1-1 0,1 0 0,-1-1 0,0 0 0,14-12 0,-7 6 0,0 0 0,1 0 0,1 2 0,0 0 0,0 1 0,24-8 0,-23 9 0,51-17 0,-54 21 0,0-1 0,-1-1 0,0 0 0,0-1 0,-1-1 0,0 0 0,22-17 0,-16 10 0,0 1 0,35-19 0,-5 4 0,113-62 0,-135 76 0,81-32 0,-51 28 0,7-2 0,-29 7 0,-26 11 0,-1-1 0,1 0 0,0 0 0,-1-1 0,0-1 0,0 1 0,-1-1 0,0-1 0,11-10 0,-12 10-170,0 1-1,1 0 0,0 0 1,-1 1-1,2 0 0,-1 0 1,15-6-1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42.0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24575,'45'17'0,"22"6"0,77 21 0,-135-41 0,0 0 0,0 1 0,0 0 0,-1 0 0,1 1 0,-1 0 0,12 10 0,-11-8 0,0-1 0,0 0 0,1 0 0,0-1 0,12 5 0,106 32 0,-125-41 0,-1 0 0,1 0 0,-1 0 0,0 1 0,1-1 0,-1 1 0,0 0 0,0 0 0,0 0 0,0 0 0,0 0 0,0 0 0,-1 0 0,1 0 0,-1 1 0,1-1 0,-1 1 0,0-1 0,0 1 0,0 0 0,0-1 0,-1 1 0,1 0 0,0 5 0,0 8 0,0 0 0,-1 0 0,-3 21 0,1-7 0,2-8 0,0-1 0,-2 1 0,-1 0 0,-1-1 0,0 0 0,-13 33 0,12-39 0,2-1 0,-1 1 0,2 0 0,-2 24 0,-5 28 0,3-32-1365,5-18-5461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49.1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24575,'1082'0'0,"-1038"2"0,0 2 0,48 11 0,-50-7 0,1-1 0,55 0 0,-51-6 0,72 13 0,156 26 0,-84-19 0,-156-17 0,0-1 0,64-3 0,28 1 0,-58 9 0,-43-5 0,47 2 0,51-10 0,91 5 0,-144 8 0,-45-5 0,47 2 0,-42-7 0,-5-1 0,1 2 0,-1 0 0,42 9 0,-32-4 0,0-2 0,0-1 0,1-2 0,41-4 0,8 1 0,-37 1 0,0 0 0,0 2 0,79 12 0,-77-6 0,1-3 0,0-1 0,53-6 0,-5 1 0,-71 3 0,48 9 0,-47-5 0,45 2 0,-40-6 0,36 8 0,-37-4 0,39 1 0,-46-5 0,40 8 0,-40-5 0,41 3 0,-23-7 0,75 11 0,-50-3 0,1-3 0,97-7 0,-49 0 0,2633 2 0,-2728 1 0,46 8 0,-44-4 0,36 1 0,91-5 0,163 10 0,-244-5-251,88-5 0,38 1-143,-115 8 394,-42-4 0,45 1 0,-32-8 0,-11 1 0,1 1 0,69 10 0,-61 0 0,1-3 0,96 3 0,232-11 896,-356 1-896,46 9 0,-46-6 0,44 3 0,-57-7 0,62 0 0,77 11 0,37 15 0,-105-20 0,-50-4 0,40 7 0,-32-3 0,1-3 0,-1-1 0,56-4 0,64 2 0,-91 10 0,-44-5 0,47 2 0,11-9 0,64 3 0,-91 9 0,-41-6 0,-1-1 0,24 1 0,521-2 0,-272-4 0,156 2 0,-428 1 0,0 0 0,27 7 0,-25-4 0,-1-1 0,20 1 0,63-4 0,-53-1 0,-1 2 0,79 11 0,-89-7 0,-1-1 0,43-2 0,-43-2 0,1 2 0,41 6 0,-49-3 0,36 0 0,-39-4 0,0 1 0,32 7 0,-22-3 0,1-2 0,0-1 0,0-2 0,45-4 0,4 1 0,-61 3 0,47 9 0,-46-6 0,44 3 0,-51-6 0,0 1 0,22 5 0,-21-3 0,35 2 0,16-6 0,-40-1 0,0 2 0,0 0 0,52 10 0,163 54 0,-180-53 0,81 6 0,-90-8 0,-39-6 0,0-2 0,20 2 0,-5-4-28,-21-1-239,0 1-1,0 0 1,0 1-1,15 3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50.3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1 24575,'2'6'0,"0"-1"0,0 1 0,1 0 0,0-1 0,0 0 0,0 1 0,5 5 0,-6-8 0,26 34 0,-17-23 0,-1 0 0,13 23 0,-18-28 0,0-1 0,1-1 0,0 1 0,11 11 0,-12-15 0,0 2 0,0-1 0,0 0 0,-1 1 0,0 0 0,0 0 0,0 0 0,-1 0 0,0 1 0,3 9 0,-2-1 0,0 0 0,1 0 0,1 0 0,0-1 0,1 0 0,12 17 0,-17-27 0,-1-1 0,1 0 0,0 1 0,-1-1 0,0 1 0,1 0 0,-2-1 0,1 1 0,0 0 0,-1 0 0,1-1 0,-1 1 0,0 0 0,-1 0 0,1 0 0,0-1 0,-1 1 0,0 0 0,0-1 0,0 1 0,-1 0 0,1-1 0,-1 1 0,0-1 0,0 0 0,-3 5 0,-6 6 0,-1 1 0,-1-2 0,0 0 0,-20 15 0,4-2 0,4-2 0,1 1 0,-37 50 0,56-69 0,-1 0 0,0 0 0,0-1 0,0 0 0,0 0 0,-1 0 0,0-1 0,-9 5 0,8-5 0,0 0 0,1 1 0,0 0 0,0 0 0,0 1 0,0 0 0,-6 7 0,4-1-341,-1 0 0,-1-1-1,-12 11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52.7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57.3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2:55.5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24575,'17'44'0,"10"123"0,-18-110 0,-5-35 0,-1-1 0,1 28 0,-5-32 0,0 1 0,-2 0 0,-5 23 0,4-25 0,4-16 0,0 0 0,0 0 0,0 0 0,1 1 0,-1-1 0,0 0 0,0 0 0,0 0 0,0 0 0,0 0 0,1 0 0,-1 1 0,0-1 0,0 0 0,0 0 0,0 0 0,1 0 0,-1 0 0,0 0 0,0 0 0,0 0 0,0 0 0,1 0 0,-1 0 0,0 0 0,0 0 0,0 0 0,1 0 0,-1 0 0,0 0 0,0 0 0,0 0 0,0 0 0,1 0 0,-1 0 0,0 0 0,0 0 0,0-1 0,0 1 0,0 0 0,1 0 0,-1 0 0,0 0 0,0 0 0,0 0 0,0-1 0,0 1 0,0 0 0,1 0 0,20-11 0,-13 6 0,0 1 0,0 0 0,0 0 0,0 1 0,0 0 0,1 1 0,10-2 0,-13 4 0,1 1 0,-1 0 0,0 0 0,1 0 0,-1 1 0,0 0 0,0 0 0,0 1 0,0 0 0,0 0 0,0 0 0,-1 1 0,0-1 0,0 1 0,7 7 0,3 5 0,-1 0 0,-1 1 0,15 26 0,-24-35 0,-1-1 0,0 0 0,0 0 0,-1 1 0,0 0 0,0-1 0,0 12 0,0-9 0,-1-1 0,2 1 0,-1-1 0,7 15 0,-5-13 0,1 1 0,-1 0 0,-1-1 0,0 1 0,-1 1 0,0-1 0,-1 0 0,0 0 0,-1 1 0,0-1 0,-1 0 0,-1 1 0,0-1 0,-6 22 0,5-30 0,0 1 0,-1-1 0,0 0 0,1 0 0,-1 0 0,-1 0 0,1 0 0,0-1 0,-1 0 0,-8 5 0,-17 12 0,25-16 0,1-1 0,-1 0 0,-1 0 0,1 0 0,0-1 0,-1 0 0,1 0 0,-1 0 0,0-1 0,1 1 0,-1-1 0,-7 0 0,-11 0 0,-41-3 0,24 0 0,39 3-52,-1-1-1,0 0 1,1 0-1,-1 0 1,1 0-1,-1 0 1,1-1-1,-1 1 1,1-1-1,-1 1 1,1-1-1,-1 0 1,1 0-1,0 0 1,0-1-1,-1 1 1,1 0-1,0-1 1,0 1-1,0-1 0,0 0 1,1 0-1,-1 1 1,0-1-1,-1-3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2:56.9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0 124 24575,'2'-3'0,"-1"1"0,1-1 0,0 1 0,0-1 0,0 1 0,0 0 0,0 0 0,1 0 0,-1 0 0,1 0 0,-1 1 0,6-3 0,3-4 0,-5 4 0,0 0 0,0 1 0,0 0 0,0 0 0,0 0 0,0 1 0,1 0 0,-1 0 0,1 1 0,-1 0 0,11-1 0,12 1 0,41 3 0,-22 1 0,-40-3 0,0 0 0,-1-1 0,1 1 0,-1-1 0,1-1 0,-1 1 0,1-1 0,-1-1 0,0 1 0,12-7 0,-7 4 0,1 0 0,0 1 0,0 0 0,1 1 0,-1 1 0,18-1 0,29-6 0,-43 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2:58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24575,'0'34'0,"-2"0"0,-8 46 0,0 2 0,9-54 0,-10 41 0,5-31 0,2-1 0,2 0 0,4 75 0,0-27 0,0-10 0,-4 83 0,-1-142 120,3-15-158,0-1 0,0 1 0,0-1 0,0 0 0,0 1 0,-1-1-1,1 0 1,0 1 0,0-1 0,0 0 0,0 1 0,0-1 0,0 0 0,0 1 0,-1-1 0,1 0 0,0 1 0,0-1 0,-1 0-1,1 0 1,0 1 0,0-1 0,-1 0 0,1 0 0,0 1 0,-1-1 0,1 0 0,0 0 0,-1 0 0,1 0 0,0 1 0,-1-1-1,1 0 1,0 0 0,-1 0 0,1 0 0,0 0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00.0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 24575,'3'-1'0,"0"0"0,-1 0 0,1 0 0,0 0 0,-1 0 0,1-1 0,-1 1 0,0-1 0,4-2 0,10-7 0,-4 7 0,2-1 0,-1 2 0,0 0 0,1 0 0,-1 1 0,1 1 0,0 0 0,-1 1 0,1 1 0,0 0 0,23 5 0,-32-5 0,0 1 0,-1 0 0,1 0 0,-1 0 0,1 1 0,-1-1 0,0 1 0,0 0 0,0 0 0,-1 0 0,1 1 0,-1 0 0,1-1 0,-1 1 0,-1 0 0,1 1 0,0-1 0,-1 0 0,0 1 0,0-1 0,0 1 0,-1 0 0,1 0 0,0 7 0,2 12 0,-2 0 0,0 0 0,-3 46 0,0-33 0,0-25 0,1-1 0,-1 1 0,-1-1 0,0 1 0,-1-1 0,0 0 0,0 0 0,-10 19 0,-4 7 0,6-9 0,-23 35 0,-45 47 0,78-109 0,1-1 0,0 0 0,0 1 0,-1-1 0,1 1 0,0-1 0,0 0 0,-1 1 0,1-1 0,0 1 0,0-1 0,0 1 0,0-1 0,0 1 0,0-1 0,0 1 0,0-1 0,0 1 0,0-1 0,0 1 0,0-1 0,0 1 0,0-1 0,0 0 0,1 1 0,-1-1 0,0 1 0,0-1 0,1 1 0,-1-1 0,0 0 0,0 1 0,1 0 0,19 6 0,32-7 0,-44 0 0,25-2 0,49 3 0,-74 0 0,0 0 0,0 0 0,-1 1 0,1 0 0,0 1 0,-1 0 0,0 0 0,9 5 0,-10-5 12,1 0-1,-1-1 1,0 0 0,1 0-1,0 0 1,-1-1 0,1 0-1,0 0 1,11-1-1,30 6-1492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22.3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24575,'17'44'0,"10"123"0,-18-110 0,-5-35 0,-1-1 0,1 28 0,-5-32 0,0 1 0,-2 0 0,-5 23 0,4-25 0,4-16 0,0 0 0,0 0 0,0 0 0,1 1 0,-1-1 0,0 0 0,0 0 0,0 0 0,0 0 0,0 0 0,1 0 0,-1 1 0,0-1 0,0 0 0,0 0 0,0 0 0,1 0 0,-1 0 0,0 0 0,0 0 0,0 0 0,0 0 0,1 0 0,-1 0 0,0 0 0,0 0 0,0 0 0,1 0 0,-1 0 0,0 0 0,0 0 0,0 0 0,0 0 0,1 0 0,-1 0 0,0 0 0,0 0 0,0-1 0,0 1 0,0 0 0,1 0 0,-1 0 0,0 0 0,0 0 0,0 0 0,0-1 0,0 1 0,0 0 0,1 0 0,20-11 0,-13 6 0,0 1 0,0 0 0,0 0 0,0 1 0,0 0 0,1 1 0,10-2 0,-13 4 0,1 1 0,-1 0 0,0 0 0,1 0 0,-1 1 0,0 0 0,0 0 0,0 1 0,0 0 0,0 0 0,0 0 0,-1 1 0,0-1 0,0 1 0,7 7 0,3 5 0,-1 0 0,-1 1 0,15 26 0,-24-35 0,-1-1 0,0 0 0,0 0 0,-1 1 0,0 0 0,0-1 0,0 12 0,0-9 0,-1-1 0,2 1 0,-1-1 0,7 15 0,-5-13 0,1 1 0,-1 0 0,-1-1 0,0 1 0,-1 1 0,0-1 0,-1 0 0,0 0 0,-1 1 0,0-1 0,-1 0 0,-1 1 0,0-1 0,-6 22 0,5-30 0,0 1 0,-1-1 0,0 0 0,1 0 0,-1 0 0,-1 0 0,1 0 0,0-1 0,-1 0 0,-8 5 0,-17 12 0,25-16 0,1-1 0,-1 0 0,-1 0 0,1 0 0,0-1 0,-1 0 0,1 0 0,-1 0 0,0-1 0,1 1 0,-1-1 0,-7 0 0,-11 0 0,-41-3 0,24 0 0,39 3-52,-1-1-1,0 0 1,1 0-1,-1 0 1,1 0-1,-1 0 1,1-1-1,-1 1 1,1-1-1,-1 1 1,1-1-1,-1 0 1,1 0-1,0 0 1,0-1-1,-1 1 1,1 0-1,0-1 1,0 1-1,0-1 0,0 0 1,1 0-1,-1 1 1,0-1-1,-1-3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22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0 124 24575,'2'-3'0,"-1"1"0,1-1 0,0 1 0,0-1 0,0 1 0,0 0 0,0 0 0,1 0 0,-1 0 0,1 0 0,-1 1 0,6-3 0,3-4 0,-5 4 0,0 0 0,0 1 0,0 0 0,0 0 0,0 0 0,0 1 0,1 0 0,-1 0 0,1 1 0,-1 0 0,11-1 0,12 1 0,41 3 0,-22 1 0,-40-3 0,0 0 0,-1-1 0,1 1 0,-1-1 0,1-1 0,-1 1 0,1-1 0,-1-1 0,0 1 0,12-7 0,-7 4 0,1 0 0,0 1 0,0 0 0,1 1 0,-1 1 0,18-1 0,29-6 0,-43 6-1365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22.3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24575,'0'34'0,"-2"0"0,-8 46 0,0 2 0,9-54 0,-10 41 0,5-31 0,2-1 0,2 0 0,4 75 0,0-27 0,0-10 0,-4 83 0,-1-142 120,3-15-158,0-1 0,0 1 0,0-1 0,0 0 0,0 1 0,-1-1-1,1 0 1,0 1 0,0-1 0,0 0 0,0 1 0,0-1 0,0 0 0,0 1 0,-1-1 0,1 0 0,0 1 0,0-1 0,-1 0-1,1 0 1,0 1 0,0-1 0,-1 0 0,1 0 0,0 1 0,-1-1 0,1 0 0,0 0 0,-1 0 0,1 0 0,0 1 0,-1-1-1,1 0 1,0 0 0,-1 0 0,1 0 0,0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22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 24575,'3'-1'0,"0"0"0,-1 0 0,1 0 0,0 0 0,-1 0 0,1-1 0,-1 1 0,0-1 0,4-2 0,10-7 0,-4 7 0,2-1 0,-1 2 0,0 0 0,1 0 0,-1 1 0,1 1 0,0 0 0,-1 1 0,1 1 0,0 0 0,23 5 0,-32-5 0,0 1 0,-1 0 0,1 0 0,-1 0 0,1 1 0,-1-1 0,0 1 0,0 0 0,0 0 0,-1 0 0,1 1 0,-1 0 0,1-1 0,-1 1 0,-1 0 0,1 1 0,0-1 0,-1 0 0,0 1 0,0-1 0,0 1 0,-1 0 0,1 0 0,0 7 0,2 12 0,-2 0 0,0 0 0,-3 46 0,0-33 0,0-25 0,1-1 0,-1 1 0,-1-1 0,0 1 0,-1-1 0,0 0 0,0 0 0,-10 19 0,-4 7 0,6-9 0,-23 35 0,-45 47 0,78-109 0,1-1 0,0 0 0,0 1 0,-1-1 0,1 1 0,0-1 0,0 0 0,-1 1 0,1-1 0,0 1 0,0-1 0,0 1 0,0-1 0,0 1 0,0-1 0,0 1 0,0-1 0,0 1 0,0-1 0,0 1 0,0-1 0,0 1 0,0-1 0,0 0 0,1 1 0,-1-1 0,0 1 0,0-1 0,1 1 0,-1-1 0,0 0 0,0 1 0,1 0 0,19 6 0,32-7 0,-44 0 0,25-2 0,49 3 0,-74 0 0,0 0 0,0 0 0,-1 1 0,1 0 0,0 1 0,-1 0 0,0 0 0,9 5 0,-10-5 12,1 0-1,-1-1 1,0 0 0,1 0-1,0 0 1,-1-1 0,1 0-1,0 0 1,11-1-1,30 6-1492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https://www.youtube.com/watch?v=6G3qm60dfA8&amp;ab_channel=PrashantThombre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47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http://www.asrdata.com/forensic-software/smart-for-linux/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7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dd if=\\.\Volume{9be554f0-2f7c-4e5f-b8d5-7e6fb5364f59} of=m:\vusb.dd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72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83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If there are any errors, the above command will fail. If you give the parameter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“conv=</a:t>
            </a:r>
            <a:r>
              <a:rPr lang="en-U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noerror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then it will continue to copy if there are read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46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dd if=/dev/sda5 of=backup.dd status=progress</a:t>
            </a:r>
          </a:p>
          <a:p>
            <a:endParaRPr lang="en-GB" dirty="0"/>
          </a:p>
          <a:p>
            <a:r>
              <a:rPr lang="en-GB" dirty="0" err="1"/>
              <a:t>nc</a:t>
            </a:r>
            <a:r>
              <a:rPr lang="en-GB" dirty="0"/>
              <a:t> –</a:t>
            </a:r>
            <a:r>
              <a:rPr lang="en-GB" dirty="0" err="1"/>
              <a:t>lp</a:t>
            </a:r>
            <a:r>
              <a:rPr lang="en-GB" dirty="0"/>
              <a:t> 8080</a:t>
            </a:r>
          </a:p>
          <a:p>
            <a:r>
              <a:rPr lang="en-GB" dirty="0" err="1"/>
              <a:t>sudo</a:t>
            </a:r>
            <a:r>
              <a:rPr lang="en-GB" dirty="0"/>
              <a:t> dd if=/dev/sda5 | </a:t>
            </a:r>
            <a:r>
              <a:rPr lang="en-GB" dirty="0" err="1"/>
              <a:t>nc</a:t>
            </a:r>
            <a:r>
              <a:rPr lang="en-GB" dirty="0"/>
              <a:t> 192.168.14.134 8080</a:t>
            </a:r>
          </a:p>
          <a:p>
            <a:r>
              <a:rPr lang="en-GB" dirty="0"/>
              <a:t>md5sum /dev/sda5 | </a:t>
            </a:r>
            <a:r>
              <a:rPr lang="en-GB" dirty="0" err="1"/>
              <a:t>nc</a:t>
            </a:r>
            <a:r>
              <a:rPr lang="en-GB" dirty="0"/>
              <a:t> 192.168.14.134 8080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29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https://www.youtube.com/watch?v=ULSFaGmIaUo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https://www.youtube.com/watch?v=zdkl16oAS1k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7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E12190-198A-D47C-76A9-CC495AFC7C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rysocome.net/downloads/dd-0.5.zi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ankwxu/digital-forensics-la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customXml" Target="../ink/ink8.xml"/><Relationship Id="rId26" Type="http://schemas.openxmlformats.org/officeDocument/2006/relationships/image" Target="../media/image43.png"/><Relationship Id="rId3" Type="http://schemas.openxmlformats.org/officeDocument/2006/relationships/image" Target="../media/image33.gif"/><Relationship Id="rId21" Type="http://schemas.openxmlformats.org/officeDocument/2006/relationships/customXml" Target="../ink/ink10.xml"/><Relationship Id="rId7" Type="http://schemas.openxmlformats.org/officeDocument/2006/relationships/image" Target="../media/image34.png"/><Relationship Id="rId12" Type="http://schemas.openxmlformats.org/officeDocument/2006/relationships/customXml" Target="../ink/ink5.xml"/><Relationship Id="rId17" Type="http://schemas.openxmlformats.org/officeDocument/2006/relationships/image" Target="../media/image39.png"/><Relationship Id="rId25" Type="http://schemas.openxmlformats.org/officeDocument/2006/relationships/customXml" Target="../ink/ink12.xml"/><Relationship Id="rId33" Type="http://schemas.openxmlformats.org/officeDocument/2006/relationships/image" Target="../media/image46.png"/><Relationship Id="rId2" Type="http://schemas.openxmlformats.org/officeDocument/2006/relationships/image" Target="../media/image32.png"/><Relationship Id="rId16" Type="http://schemas.openxmlformats.org/officeDocument/2006/relationships/customXml" Target="../ink/ink7.xml"/><Relationship Id="rId20" Type="http://schemas.openxmlformats.org/officeDocument/2006/relationships/image" Target="../media/image40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36.png"/><Relationship Id="rId24" Type="http://schemas.openxmlformats.org/officeDocument/2006/relationships/image" Target="../media/image42.png"/><Relationship Id="rId32" Type="http://schemas.openxmlformats.org/officeDocument/2006/relationships/image" Target="../media/image45.png"/><Relationship Id="rId5" Type="http://schemas.openxmlformats.org/officeDocument/2006/relationships/image" Target="../media/image33.png"/><Relationship Id="rId15" Type="http://schemas.openxmlformats.org/officeDocument/2006/relationships/image" Target="../media/image38.png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10" Type="http://schemas.openxmlformats.org/officeDocument/2006/relationships/customXml" Target="../ink/ink4.xml"/><Relationship Id="rId19" Type="http://schemas.openxmlformats.org/officeDocument/2006/relationships/customXml" Target="../ink/ink9.xml"/><Relationship Id="rId31" Type="http://schemas.openxmlformats.org/officeDocument/2006/relationships/image" Target="../media/image44.png"/><Relationship Id="rId4" Type="http://schemas.openxmlformats.org/officeDocument/2006/relationships/customXml" Target="../ink/ink1.xml"/><Relationship Id="rId9" Type="http://schemas.openxmlformats.org/officeDocument/2006/relationships/image" Target="../media/image35.png"/><Relationship Id="rId14" Type="http://schemas.openxmlformats.org/officeDocument/2006/relationships/customXml" Target="../ink/ink6.xml"/><Relationship Id="rId22" Type="http://schemas.openxmlformats.org/officeDocument/2006/relationships/image" Target="../media/image41.png"/><Relationship Id="rId27" Type="http://schemas.openxmlformats.org/officeDocument/2006/relationships/customXml" Target="../ink/ink13.xml"/><Relationship Id="rId30" Type="http://schemas.openxmlformats.org/officeDocument/2006/relationships/customXml" Target="../ink/ink16.xml"/><Relationship Id="rId8" Type="http://schemas.openxmlformats.org/officeDocument/2006/relationships/customXml" Target="../ink/ink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Acquiring a USB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13A4-5641-49BC-BC65-986D4CDAB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8B4B-0AED-47A5-98E8-44AA44B78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a disk image?</a:t>
            </a:r>
          </a:p>
          <a:p>
            <a:r>
              <a:rPr lang="en-GB" dirty="0"/>
              <a:t>Acquisition a USB in Windows using </a:t>
            </a:r>
            <a:r>
              <a:rPr lang="en-GB" i="1" dirty="0">
                <a:solidFill>
                  <a:srgbClr val="7030A0"/>
                </a:solidFill>
              </a:rPr>
              <a:t>FTK Imager</a:t>
            </a:r>
          </a:p>
          <a:p>
            <a:r>
              <a:rPr lang="en-US" dirty="0"/>
              <a:t>Acquisition a USB in Linux using </a:t>
            </a:r>
            <a:r>
              <a:rPr lang="en-US" i="1" dirty="0">
                <a:solidFill>
                  <a:srgbClr val="7030A0"/>
                </a:solidFill>
              </a:rPr>
              <a:t>DD</a:t>
            </a:r>
            <a:endParaRPr lang="en-GB" i="1" dirty="0">
              <a:solidFill>
                <a:srgbClr val="7030A0"/>
              </a:solidFill>
            </a:endParaRPr>
          </a:p>
          <a:p>
            <a:r>
              <a:rPr lang="en-US" dirty="0"/>
              <a:t>Acquisition via Network</a:t>
            </a:r>
          </a:p>
        </p:txBody>
      </p:sp>
    </p:spTree>
    <p:extLst>
      <p:ext uri="{BB962C8B-B14F-4D97-AF65-F5344CB8AC3E}">
        <p14:creationId xmlns:p14="http://schemas.microsoft.com/office/powerpoint/2010/main" val="4131676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8A92-D781-4B3B-A14F-9EDE8CE2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disk image?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FF1C0-97E6-4D4F-A349-32811975D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disk image is a computer file </a:t>
            </a:r>
          </a:p>
          <a:p>
            <a:pPr lvl="1"/>
            <a:r>
              <a:rPr lang="en-GB" dirty="0"/>
              <a:t>containing the </a:t>
            </a:r>
            <a:r>
              <a:rPr lang="en-GB" dirty="0">
                <a:solidFill>
                  <a:srgbClr val="FF0000"/>
                </a:solidFill>
              </a:rPr>
              <a:t>contents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structure</a:t>
            </a:r>
            <a:r>
              <a:rPr lang="en-GB" dirty="0"/>
              <a:t> of a disk volume (partition) or</a:t>
            </a:r>
          </a:p>
          <a:p>
            <a:pPr lvl="1"/>
            <a:r>
              <a:rPr lang="en-GB" dirty="0"/>
              <a:t>containing an </a:t>
            </a:r>
            <a:r>
              <a:rPr lang="en-GB" dirty="0">
                <a:solidFill>
                  <a:srgbClr val="FF0000"/>
                </a:solidFill>
              </a:rPr>
              <a:t>entire</a:t>
            </a:r>
            <a:r>
              <a:rPr lang="en-GB" dirty="0"/>
              <a:t> data storage device, </a:t>
            </a:r>
          </a:p>
          <a:p>
            <a:r>
              <a:rPr lang="en-GB" dirty="0"/>
              <a:t>Storage devices</a:t>
            </a:r>
          </a:p>
          <a:p>
            <a:pPr lvl="1"/>
            <a:r>
              <a:rPr lang="en-GB" dirty="0"/>
              <a:t>a hard disk drive, tape drive, floppy disk, optical disc, or USB flash drive</a:t>
            </a:r>
          </a:p>
          <a:p>
            <a:r>
              <a:rPr lang="en-GB" dirty="0"/>
              <a:t>The file format </a:t>
            </a:r>
          </a:p>
          <a:p>
            <a:pPr lvl="1"/>
            <a:r>
              <a:rPr lang="en-GB" dirty="0"/>
              <a:t>open standard: such as the ISO image format for optical disc images, </a:t>
            </a:r>
          </a:p>
          <a:p>
            <a:pPr lvl="1"/>
            <a:r>
              <a:rPr lang="en-GB" dirty="0"/>
              <a:t>unique to a particular software application: encase, FTK</a:t>
            </a:r>
            <a:endParaRPr lang="en-US" dirty="0"/>
          </a:p>
          <a:p>
            <a:r>
              <a:rPr lang="en-US" dirty="0"/>
              <a:t>Image acquisition can be done in </a:t>
            </a:r>
          </a:p>
          <a:p>
            <a:pPr lvl="1"/>
            <a:r>
              <a:rPr lang="en-US" dirty="0"/>
              <a:t>Windows</a:t>
            </a:r>
          </a:p>
          <a:p>
            <a:pPr lvl="1"/>
            <a:r>
              <a:rPr lang="en-US" dirty="0"/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54208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B24BF6-8129-4B15-948E-E66DB75F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Acquisition in Windows using FTK Imager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D1376-CAC7-4891-AFBC-D685B414A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85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FD87366B-1983-4657-B256-4F5E57CB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100" y="804863"/>
            <a:ext cx="6816334" cy="58721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F1F1D8-9A92-42BA-87AD-36A474A98738}"/>
              </a:ext>
            </a:extLst>
          </p:cNvPr>
          <p:cNvSpPr txBox="1"/>
          <p:nvPr/>
        </p:nvSpPr>
        <p:spPr>
          <a:xfrm>
            <a:off x="5118100" y="180975"/>
            <a:ext cx="6816334" cy="52863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</a:rPr>
              <a:t>https://accessdata.com/product-download/ftk-imager-version-4-5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29B37-AD75-46AB-A23A-D3FFA4A3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Download and install FTK</a:t>
            </a:r>
          </a:p>
        </p:txBody>
      </p:sp>
    </p:spTree>
    <p:extLst>
      <p:ext uri="{BB962C8B-B14F-4D97-AF65-F5344CB8AC3E}">
        <p14:creationId xmlns:p14="http://schemas.microsoft.com/office/powerpoint/2010/main" val="228365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EE-E64A-4F89-852B-292FD45D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Plug in a Flash Drive to Your Computer</a:t>
            </a:r>
            <a:endParaRPr lang="en-US" dirty="0"/>
          </a:p>
        </p:txBody>
      </p:sp>
      <p:pic>
        <p:nvPicPr>
          <p:cNvPr id="3" name="Picture 2" descr="Image result for plug in usb to pc">
            <a:extLst>
              <a:ext uri="{FF2B5EF4-FFF2-40B4-BE49-F238E27FC236}">
                <a16:creationId xmlns:a16="http://schemas.microsoft.com/office/drawing/2014/main" id="{B0D825E8-84D8-4186-803A-BC9634B85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25544"/>
            <a:ext cx="6191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E8958B-5DB8-4E33-A185-988BEEF73963}"/>
              </a:ext>
            </a:extLst>
          </p:cNvPr>
          <p:cNvSpPr txBox="1"/>
          <p:nvPr/>
        </p:nvSpPr>
        <p:spPr>
          <a:xfrm>
            <a:off x="7541987" y="2371725"/>
            <a:ext cx="3811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can </a:t>
            </a:r>
            <a:r>
              <a:rPr lang="en-US" sz="2000" dirty="0">
                <a:solidFill>
                  <a:srgbClr val="FF0000"/>
                </a:solidFill>
              </a:rPr>
              <a:t>copy</a:t>
            </a:r>
            <a:r>
              <a:rPr lang="en-US" sz="2000" dirty="0"/>
              <a:t> come files to the USB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35B991-A049-4CA8-8ADD-67F840FF868F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610100" y="2571780"/>
            <a:ext cx="2931887" cy="1082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3F279F2-700C-4955-B57F-9F24A91C7FB5}"/>
              </a:ext>
            </a:extLst>
          </p:cNvPr>
          <p:cNvSpPr/>
          <p:nvPr/>
        </p:nvSpPr>
        <p:spPr>
          <a:xfrm>
            <a:off x="3404051" y="6492875"/>
            <a:ext cx="679383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https://www.howtogeek.com/wp-content/uploads/2017/09/ximg_59b9b8dfbb300.png.pagespeed.gp+jp+jw+pj+ws+js+rj+rp+rw+ri+cp+md.ic.2DjSUAOnqK.jpg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15BCE8-B4ED-9EDE-1CA9-C776AC63B71E}"/>
              </a:ext>
            </a:extLst>
          </p:cNvPr>
          <p:cNvSpPr txBox="1"/>
          <p:nvPr/>
        </p:nvSpPr>
        <p:spPr>
          <a:xfrm>
            <a:off x="838200" y="5428087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The Lab has to be done on your local host PC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880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your PC can read the USB drive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7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1330"/>
            <a:ext cx="4526409" cy="293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6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Acquiring a USB using FTK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8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34" y="1715140"/>
            <a:ext cx="1028700" cy="127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118" y="1859501"/>
            <a:ext cx="7033948" cy="42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68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8" y="1061011"/>
            <a:ext cx="5592193" cy="44075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439" y="1061011"/>
            <a:ext cx="5576079" cy="440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7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10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32" y="1078860"/>
            <a:ext cx="5004649" cy="45087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309" y="1078860"/>
            <a:ext cx="6224409" cy="4508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25623D-799D-DF74-626B-29239197721D}"/>
              </a:ext>
            </a:extLst>
          </p:cNvPr>
          <p:cNvSpPr txBox="1"/>
          <p:nvPr/>
        </p:nvSpPr>
        <p:spPr>
          <a:xfrm>
            <a:off x="7620000" y="2123777"/>
            <a:ext cx="31772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7030A0"/>
                </a:solidFill>
              </a:rPr>
              <a:t> created with an imaging tool called 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rgbClr val="7030A0"/>
                </a:solidFill>
              </a:rPr>
              <a:t>SMARTLinux</a:t>
            </a:r>
            <a:r>
              <a:rPr lang="en-GB" sz="1400" dirty="0">
                <a:solidFill>
                  <a:srgbClr val="7030A0"/>
                </a:solidFill>
              </a:rPr>
              <a:t> has been customized and designed for Data Forensics. http://www.asrdata.com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7030A0"/>
                </a:solidFill>
              </a:rPr>
              <a:t>EnCase image file format used by EnCase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7030A0"/>
                </a:solidFill>
              </a:rPr>
              <a:t>Advanced Forensics Format (AFF), an open file format</a:t>
            </a:r>
            <a:endParaRPr lang="en-US" sz="1400" dirty="0">
              <a:solidFill>
                <a:srgbClr val="7030A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038767-EC46-EB22-19A3-5C808840586B}"/>
              </a:ext>
            </a:extLst>
          </p:cNvPr>
          <p:cNvCxnSpPr/>
          <p:nvPr/>
        </p:nvCxnSpPr>
        <p:spPr>
          <a:xfrm flipH="1">
            <a:off x="7056120" y="2636520"/>
            <a:ext cx="563880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4F9A1A-5931-1B78-FB07-2E5721C076D7}"/>
              </a:ext>
            </a:extLst>
          </p:cNvPr>
          <p:cNvCxnSpPr/>
          <p:nvPr/>
        </p:nvCxnSpPr>
        <p:spPr>
          <a:xfrm flipH="1">
            <a:off x="6850380" y="3258354"/>
            <a:ext cx="6632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09F5E6-8F36-1BDC-BA44-FBBAE9877B42}"/>
              </a:ext>
            </a:extLst>
          </p:cNvPr>
          <p:cNvCxnSpPr/>
          <p:nvPr/>
        </p:nvCxnSpPr>
        <p:spPr>
          <a:xfrm flipH="1">
            <a:off x="6812280" y="3718560"/>
            <a:ext cx="8077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9C441D-165E-EC75-D324-5B53A86E8210}"/>
              </a:ext>
            </a:extLst>
          </p:cNvPr>
          <p:cNvCxnSpPr/>
          <p:nvPr/>
        </p:nvCxnSpPr>
        <p:spPr>
          <a:xfrm flipH="1">
            <a:off x="7265968" y="2263140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7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11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83" y="1116037"/>
            <a:ext cx="6004632" cy="442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34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12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250" y="641798"/>
            <a:ext cx="9276748" cy="546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7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13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22" y="1234903"/>
            <a:ext cx="5576079" cy="40899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801" y="783991"/>
            <a:ext cx="5525271" cy="499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8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14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4" y="1342823"/>
            <a:ext cx="5143500" cy="3695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186" y="1094463"/>
            <a:ext cx="6481277" cy="435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44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15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666" y="2411949"/>
            <a:ext cx="8230748" cy="198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11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747D-1BC8-47E8-B050-54475B04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(Windows version of dd)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D0191-A8F3-4FF5-B489-0CA6106CA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Download dd utility:</a:t>
            </a:r>
          </a:p>
          <a:p>
            <a:pPr lvl="1"/>
            <a:r>
              <a:rPr lang="en-GB" dirty="0">
                <a:hlinkClick r:id="rId3"/>
              </a:rPr>
              <a:t>http://www.chrysocome.net/downloads/dd-0.5.zip</a:t>
            </a:r>
            <a:endParaRPr lang="en-GB" dirty="0"/>
          </a:p>
          <a:p>
            <a:r>
              <a:rPr lang="en-GB" dirty="0"/>
              <a:t>Unzip it and make a copy on your Desktop</a:t>
            </a:r>
          </a:p>
          <a:p>
            <a:r>
              <a:rPr lang="en-GB" dirty="0"/>
              <a:t>Check disks </a:t>
            </a:r>
          </a:p>
          <a:p>
            <a:pPr lvl="1"/>
            <a:r>
              <a:rPr lang="en-GB" i="1" dirty="0">
                <a:solidFill>
                  <a:srgbClr val="7030A0"/>
                </a:solidFill>
              </a:rPr>
              <a:t>dd --list</a:t>
            </a:r>
          </a:p>
          <a:p>
            <a:r>
              <a:rPr lang="en-GB" dirty="0"/>
              <a:t>Acquire the disk image (</a:t>
            </a:r>
            <a:r>
              <a:rPr lang="en-GB" dirty="0" err="1"/>
              <a:t>cmd</a:t>
            </a:r>
            <a:r>
              <a:rPr lang="en-GB" dirty="0"/>
              <a:t> with admin)</a:t>
            </a:r>
          </a:p>
          <a:p>
            <a:pPr lvl="1"/>
            <a:r>
              <a:rPr lang="en-GB" i="1" dirty="0">
                <a:solidFill>
                  <a:srgbClr val="7030A0"/>
                </a:solidFill>
              </a:rPr>
              <a:t>dd if=\\.\Volume{6d634efd-0000-0000-0000-501f00000000} of=c:\usb.img</a:t>
            </a:r>
          </a:p>
          <a:p>
            <a:endParaRPr lang="en-GB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504FE-8A1D-4CD9-9D1D-3B5870781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980" y="5007134"/>
            <a:ext cx="5113020" cy="185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42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B24BF6-8129-4B15-948E-E66DB75F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Acquisition a USB in </a:t>
            </a:r>
            <a:r>
              <a:rPr lang="en-US"/>
              <a:t>Linux using DD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D1376-CAC7-4891-AFBC-D685B414A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2" descr="dd (Disk Dump) : 7 exemples pratiques d'utilisation - SysReseau.net">
            <a:extLst>
              <a:ext uri="{FF2B5EF4-FFF2-40B4-BE49-F238E27FC236}">
                <a16:creationId xmlns:a16="http://schemas.microsoft.com/office/drawing/2014/main" id="{EE631520-828C-C151-F00E-EF6B8D421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180" y="614474"/>
            <a:ext cx="4563758" cy="201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A876120F-6685-E55A-FA7E-6D4494850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050" y="247761"/>
            <a:ext cx="25527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037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5372BD-D20A-998E-3C78-C63BAF31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Lab has to be done on your local host PC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6A00C8-F81C-8E57-8CE4-108CFE918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 VirtualBox</a:t>
            </a:r>
          </a:p>
          <a:p>
            <a:r>
              <a:rPr lang="en-US" dirty="0"/>
              <a:t>Install VirtualBox Guest Additions</a:t>
            </a:r>
          </a:p>
          <a:p>
            <a:pPr lvl="1"/>
            <a:r>
              <a:rPr lang="en-US" dirty="0"/>
              <a:t>Your PC will recognize USB (see optional slides)</a:t>
            </a:r>
          </a:p>
          <a:p>
            <a:r>
              <a:rPr lang="en-US" dirty="0"/>
              <a:t>Install customized Kali from </a:t>
            </a:r>
          </a:p>
          <a:p>
            <a:pPr lvl="1"/>
            <a:r>
              <a:rPr lang="en-US" dirty="0"/>
              <a:t>Contains all necessary tools</a:t>
            </a:r>
          </a:p>
          <a:p>
            <a:pPr lvl="1"/>
            <a:r>
              <a:rPr lang="en-US" dirty="0">
                <a:hlinkClick r:id="rId3"/>
              </a:rPr>
              <a:t>https://github.com/frankwxu/digital-forensics-lab</a:t>
            </a:r>
            <a:endParaRPr lang="en-US" dirty="0"/>
          </a:p>
          <a:p>
            <a:r>
              <a:rPr lang="en-US" dirty="0"/>
              <a:t>Suggested reading</a:t>
            </a:r>
          </a:p>
          <a:p>
            <a:pPr lvl="1"/>
            <a:r>
              <a:rPr lang="en-US" dirty="0"/>
              <a:t>https://www.linuxbabe.com/virtualbox/access-usb-from-virtualbox-guest-os</a:t>
            </a:r>
          </a:p>
          <a:p>
            <a:pPr lvl="1"/>
            <a:r>
              <a:rPr lang="en-US" dirty="0"/>
              <a:t>https://www.net-usb.com/virtual-usb/virtualbox-usb-passthrough/virtualbox-usb-linux/</a:t>
            </a:r>
          </a:p>
        </p:txBody>
      </p:sp>
    </p:spTree>
    <p:extLst>
      <p:ext uri="{BB962C8B-B14F-4D97-AF65-F5344CB8AC3E}">
        <p14:creationId xmlns:p14="http://schemas.microsoft.com/office/powerpoint/2010/main" val="2682292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240" y="939453"/>
            <a:ext cx="8027520" cy="497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05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20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75" y="393277"/>
            <a:ext cx="11114051" cy="607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62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21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77" y="615558"/>
            <a:ext cx="8218047" cy="562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04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22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009" y="1697009"/>
            <a:ext cx="8269715" cy="320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70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23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89" y="1476531"/>
            <a:ext cx="5913335" cy="37314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042" y="2429652"/>
            <a:ext cx="3967295" cy="1949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9C4AA8-ECF8-456D-AA9B-07491B7DB9F3}"/>
              </a:ext>
            </a:extLst>
          </p:cNvPr>
          <p:cNvSpPr txBox="1"/>
          <p:nvPr/>
        </p:nvSpPr>
        <p:spPr>
          <a:xfrm>
            <a:off x="3760056" y="3514725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or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Kali</a:t>
            </a:r>
            <a:r>
              <a:rPr lang="en-US" dirty="0">
                <a:highlight>
                  <a:srgbClr val="FFFF00"/>
                </a:highlight>
              </a:rPr>
              <a:t> based on the 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E8C4D-1F91-35B4-EFFE-E24EF2544BFF}"/>
              </a:ext>
            </a:extLst>
          </p:cNvPr>
          <p:cNvSpPr txBox="1"/>
          <p:nvPr/>
        </p:nvSpPr>
        <p:spPr>
          <a:xfrm>
            <a:off x="7691499" y="2428580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or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Kali</a:t>
            </a:r>
            <a:r>
              <a:rPr lang="en-US" dirty="0">
                <a:highlight>
                  <a:srgbClr val="FFFF00"/>
                </a:highlight>
              </a:rPr>
              <a:t> based on the version</a:t>
            </a:r>
          </a:p>
        </p:txBody>
      </p:sp>
    </p:spTree>
    <p:extLst>
      <p:ext uri="{BB962C8B-B14F-4D97-AF65-F5344CB8AC3E}">
        <p14:creationId xmlns:p14="http://schemas.microsoft.com/office/powerpoint/2010/main" val="3407532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24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07" y="734405"/>
            <a:ext cx="9361207" cy="528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96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875411-47ED-7F53-A390-1C0B6E4C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" y="0"/>
            <a:ext cx="3856054" cy="2392887"/>
          </a:xfrm>
          <a:prstGeom prst="rect">
            <a:avLst/>
          </a:prstGeom>
        </p:spPr>
      </p:pic>
      <p:pic>
        <p:nvPicPr>
          <p:cNvPr id="1030" name="Picture 6" descr="Things To Consider When Putting Your Belongings In Storage | GEICO Living">
            <a:extLst>
              <a:ext uri="{FF2B5EF4-FFF2-40B4-BE49-F238E27FC236}">
                <a16:creationId xmlns:a16="http://schemas.microsoft.com/office/drawing/2014/main" id="{5F96BE48-55C4-83B3-25D4-616201889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260" y="3238294"/>
            <a:ext cx="3680460" cy="245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Things To Consider When Putting Your Belongings In Storage | GEICO Living">
            <a:extLst>
              <a:ext uri="{FF2B5EF4-FFF2-40B4-BE49-F238E27FC236}">
                <a16:creationId xmlns:a16="http://schemas.microsoft.com/office/drawing/2014/main" id="{416BD7EE-5AF2-0945-5F92-73F023A29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380" y="3238294"/>
            <a:ext cx="3680460" cy="245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7FE8C25-FB39-20ED-D730-DFB7C3D8A9C5}"/>
              </a:ext>
            </a:extLst>
          </p:cNvPr>
          <p:cNvGrpSpPr/>
          <p:nvPr/>
        </p:nvGrpSpPr>
        <p:grpSpPr>
          <a:xfrm>
            <a:off x="1592340" y="3001294"/>
            <a:ext cx="5649840" cy="1646640"/>
            <a:chOff x="609360" y="2765280"/>
            <a:chExt cx="5649840" cy="16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5957C1-D2BE-1148-DC60-F166B60B8248}"/>
                    </a:ext>
                  </a:extLst>
                </p14:cNvPr>
                <p14:cNvContentPartPr/>
                <p14:nvPr/>
              </p14:nvContentPartPr>
              <p14:xfrm>
                <a:off x="609360" y="2765280"/>
                <a:ext cx="5649840" cy="1646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5957C1-D2BE-1148-DC60-F166B60B82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1360" y="2747280"/>
                  <a:ext cx="5685480" cy="16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C1614A1-2277-ACC8-FF4F-52A3DDB1EB8E}"/>
                    </a:ext>
                  </a:extLst>
                </p14:cNvPr>
                <p14:cNvContentPartPr/>
                <p14:nvPr/>
              </p14:nvContentPartPr>
              <p14:xfrm>
                <a:off x="6105120" y="3626760"/>
                <a:ext cx="113040" cy="390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C1614A1-2277-ACC8-FF4F-52A3DDB1EB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7120" y="3609120"/>
                  <a:ext cx="148680" cy="4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02B0DD-9213-D27F-3D3B-47E2137E81C0}"/>
              </a:ext>
            </a:extLst>
          </p:cNvPr>
          <p:cNvGrpSpPr/>
          <p:nvPr/>
        </p:nvGrpSpPr>
        <p:grpSpPr>
          <a:xfrm>
            <a:off x="4663140" y="5082094"/>
            <a:ext cx="6068160" cy="954000"/>
            <a:chOff x="3680160" y="4846080"/>
            <a:chExt cx="6068160" cy="95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40CE8A8-4C2F-5D73-D575-B82C29940621}"/>
                    </a:ext>
                  </a:extLst>
                </p14:cNvPr>
                <p14:cNvContentPartPr/>
                <p14:nvPr/>
              </p14:nvContentPartPr>
              <p14:xfrm>
                <a:off x="3680160" y="4868760"/>
                <a:ext cx="6051960" cy="931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40CE8A8-4C2F-5D73-D575-B82C299406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62160" y="4851120"/>
                  <a:ext cx="608760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1C74CE1-AA80-2608-8517-E80D718FB0C3}"/>
                    </a:ext>
                  </a:extLst>
                </p14:cNvPr>
                <p14:cNvContentPartPr/>
                <p14:nvPr/>
              </p14:nvContentPartPr>
              <p14:xfrm>
                <a:off x="9539880" y="4846080"/>
                <a:ext cx="208440" cy="281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1C74CE1-AA80-2608-8517-E80D718FB0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21880" y="4828440"/>
                  <a:ext cx="24408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DB4EB1-0580-E57C-3BE0-8C480C31570E}"/>
              </a:ext>
            </a:extLst>
          </p:cNvPr>
          <p:cNvGrpSpPr/>
          <p:nvPr/>
        </p:nvGrpSpPr>
        <p:grpSpPr>
          <a:xfrm>
            <a:off x="3207660" y="4708774"/>
            <a:ext cx="5737320" cy="450360"/>
            <a:chOff x="2224680" y="4472760"/>
            <a:chExt cx="573732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8A4ECA-8368-75AF-E808-E7AA80CF6DC4}"/>
                    </a:ext>
                  </a:extLst>
                </p14:cNvPr>
                <p14:cNvContentPartPr/>
                <p14:nvPr/>
              </p14:nvContentPartPr>
              <p14:xfrm>
                <a:off x="2224680" y="4472760"/>
                <a:ext cx="5706360" cy="283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8A4ECA-8368-75AF-E808-E7AA80CF6D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6680" y="4455120"/>
                  <a:ext cx="57420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D1DF228-639B-87DC-C5D4-2545DCC1B8DE}"/>
                    </a:ext>
                  </a:extLst>
                </p14:cNvPr>
                <p14:cNvContentPartPr/>
                <p14:nvPr/>
              </p14:nvContentPartPr>
              <p14:xfrm>
                <a:off x="7809720" y="4602360"/>
                <a:ext cx="152280" cy="320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D1DF228-639B-87DC-C5D4-2545DCC1B8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92080" y="4584720"/>
                  <a:ext cx="187920" cy="35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9A591A0-978F-5347-0739-FFF1CB472CC4}"/>
                  </a:ext>
                </a:extLst>
              </p14:cNvPr>
              <p14:cNvContentPartPr/>
              <p14:nvPr/>
            </p14:nvContentPartPr>
            <p14:xfrm>
              <a:off x="10263840" y="210288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9A591A0-978F-5347-0739-FFF1CB472CC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45840" y="208524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2141EB9-E937-8297-1717-98886F61513C}"/>
                  </a:ext>
                </a:extLst>
              </p14:cNvPr>
              <p14:cNvContentPartPr/>
              <p14:nvPr/>
            </p14:nvContentPartPr>
            <p14:xfrm>
              <a:off x="12298260" y="476232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2141EB9-E937-8297-1717-98886F61513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280260" y="474468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FBE1A5AB-5B66-A6B2-6523-DEFBB0125D57}"/>
              </a:ext>
            </a:extLst>
          </p:cNvPr>
          <p:cNvGrpSpPr/>
          <p:nvPr/>
        </p:nvGrpSpPr>
        <p:grpSpPr>
          <a:xfrm>
            <a:off x="9029220" y="4838374"/>
            <a:ext cx="684360" cy="366120"/>
            <a:chOff x="2811540" y="4801920"/>
            <a:chExt cx="68436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674BF6-FCBC-BC38-5BFC-AC4E81B1BC8B}"/>
                    </a:ext>
                  </a:extLst>
                </p14:cNvPr>
                <p14:cNvContentPartPr/>
                <p14:nvPr/>
              </p14:nvContentPartPr>
              <p14:xfrm>
                <a:off x="2811540" y="4808040"/>
                <a:ext cx="139320" cy="36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674BF6-FCBC-BC38-5BFC-AC4E81B1BC8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93540" y="4790400"/>
                  <a:ext cx="1749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C72A4D-8648-944E-992B-06831401BC13}"/>
                    </a:ext>
                  </a:extLst>
                </p14:cNvPr>
                <p14:cNvContentPartPr/>
                <p14:nvPr/>
              </p14:nvContentPartPr>
              <p14:xfrm>
                <a:off x="2857260" y="4801920"/>
                <a:ext cx="200160" cy="44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C72A4D-8648-944E-992B-06831401BC1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39260" y="4784280"/>
                  <a:ext cx="235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011B55-8B5C-B061-A9D7-D0A8A19DFB76}"/>
                    </a:ext>
                  </a:extLst>
                </p14:cNvPr>
                <p14:cNvContentPartPr/>
                <p14:nvPr/>
              </p14:nvContentPartPr>
              <p14:xfrm>
                <a:off x="3172620" y="4838280"/>
                <a:ext cx="20160" cy="322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011B55-8B5C-B061-A9D7-D0A8A19DFB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4980" y="4820640"/>
                  <a:ext cx="55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E590E3E-07C6-15B9-7413-F8F4B9D516AF}"/>
                    </a:ext>
                  </a:extLst>
                </p14:cNvPr>
                <p14:cNvContentPartPr/>
                <p14:nvPr/>
              </p14:nvContentPartPr>
              <p14:xfrm>
                <a:off x="3299340" y="4875000"/>
                <a:ext cx="196560" cy="255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E590E3E-07C6-15B9-7413-F8F4B9D516A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81340" y="4857000"/>
                  <a:ext cx="23220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AB4999-912B-3320-1C30-1F25BFC405A6}"/>
              </a:ext>
            </a:extLst>
          </p:cNvPr>
          <p:cNvGrpSpPr/>
          <p:nvPr/>
        </p:nvGrpSpPr>
        <p:grpSpPr>
          <a:xfrm>
            <a:off x="2963940" y="4954320"/>
            <a:ext cx="684360" cy="366120"/>
            <a:chOff x="2811540" y="4801920"/>
            <a:chExt cx="68436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4BA065-B9D7-D9F4-C6C4-19D2BDC22555}"/>
                    </a:ext>
                  </a:extLst>
                </p14:cNvPr>
                <p14:cNvContentPartPr/>
                <p14:nvPr/>
              </p14:nvContentPartPr>
              <p14:xfrm>
                <a:off x="2811540" y="4808040"/>
                <a:ext cx="139320" cy="360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4BA065-B9D7-D9F4-C6C4-19D2BDC225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93540" y="4790400"/>
                  <a:ext cx="1749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C99D72-F7AF-5633-DC58-A80F85EE3336}"/>
                    </a:ext>
                  </a:extLst>
                </p14:cNvPr>
                <p14:cNvContentPartPr/>
                <p14:nvPr/>
              </p14:nvContentPartPr>
              <p14:xfrm>
                <a:off x="2857260" y="4801920"/>
                <a:ext cx="200160" cy="4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C99D72-F7AF-5633-DC58-A80F85EE33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39260" y="4784280"/>
                  <a:ext cx="235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7B8EF13-931D-C930-D032-BD4F105CCD45}"/>
                    </a:ext>
                  </a:extLst>
                </p14:cNvPr>
                <p14:cNvContentPartPr/>
                <p14:nvPr/>
              </p14:nvContentPartPr>
              <p14:xfrm>
                <a:off x="3172620" y="4838280"/>
                <a:ext cx="20160" cy="322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7B8EF13-931D-C930-D032-BD4F105CCD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4980" y="4820640"/>
                  <a:ext cx="55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271AC79-BA62-5993-1E52-9400813E728D}"/>
                    </a:ext>
                  </a:extLst>
                </p14:cNvPr>
                <p14:cNvContentPartPr/>
                <p14:nvPr/>
              </p14:nvContentPartPr>
              <p14:xfrm>
                <a:off x="3299340" y="4875000"/>
                <a:ext cx="196560" cy="255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271AC79-BA62-5993-1E52-9400813E728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81340" y="4857000"/>
                  <a:ext cx="232200" cy="291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2AF36134-50D7-5AA2-B9CF-5B30D8919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85" y="5924556"/>
            <a:ext cx="1659949" cy="61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CA66925-C9E4-27C9-80E2-E469DC93E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781" y="5982956"/>
            <a:ext cx="2068638" cy="64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4CD2615-2B2D-588E-6249-A32D57FD8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323" y="4315912"/>
            <a:ext cx="1191393" cy="30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03529080-5064-9963-14EF-1B27DA88E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560" y="4386574"/>
            <a:ext cx="1310640" cy="33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827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dd</a:t>
            </a:r>
            <a:r>
              <a:rPr lang="en-US" dirty="0"/>
              <a:t> command to clone a USB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25" y="1590018"/>
            <a:ext cx="8885248" cy="470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54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dcfldd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27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84" y="2243246"/>
            <a:ext cx="11803296" cy="25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97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0B724-9E29-496F-AE5E-2198AFE0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1: Kali =&gt; Windows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DB7A9B-F03A-42F0-BCA0-606BD3EB5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Set up a listener in Windows to listen to network traffic</a:t>
            </a:r>
          </a:p>
          <a:p>
            <a:r>
              <a:rPr lang="en-US" dirty="0"/>
              <a:t>Acquire a disk image(volume) in Kali using DD and send the image to Windows</a:t>
            </a:r>
          </a:p>
          <a:p>
            <a:r>
              <a:rPr lang="en-US" dirty="0"/>
              <a:t>Verify hash code of images at both 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C20A92-53DF-4C26-B2DA-1A4AA84DA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45" y="3429000"/>
            <a:ext cx="6437955" cy="269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2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E026C-30BF-4536-AF9A-67B5688E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Acquisition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75432-1975-4E73-A29B-6B705B488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2951"/>
            <a:ext cx="8343900" cy="37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36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D77894-4F76-4758-B448-DF4C796B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guest addition for Linux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FF31E-4885-897B-9C43-2FED0212D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2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CFA696-18AA-D77B-D9C7-3B947520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98" y="1799830"/>
            <a:ext cx="7565638" cy="4139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EFEEEF-5570-E984-6885-9FD670A5EAD7}"/>
              </a:ext>
            </a:extLst>
          </p:cNvPr>
          <p:cNvSpPr txBox="1"/>
          <p:nvPr/>
        </p:nvSpPr>
        <p:spPr>
          <a:xfrm>
            <a:off x="8900718" y="1430498"/>
            <a:ext cx="1809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</a:t>
            </a:r>
            <a:r>
              <a:rPr lang="en-US" b="1" dirty="0"/>
              <a:t>control + N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8D0304C-70BF-7A4A-C792-459553161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Guest Additions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A2A5CB-A315-2FCC-E29B-1B3741A32173}"/>
              </a:ext>
            </a:extLst>
          </p:cNvPr>
          <p:cNvCxnSpPr/>
          <p:nvPr/>
        </p:nvCxnSpPr>
        <p:spPr>
          <a:xfrm flipH="1">
            <a:off x="8565160" y="1862356"/>
            <a:ext cx="1132513" cy="570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197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CB7CE1-CFCF-5074-796A-E9B49B052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050" y="408309"/>
            <a:ext cx="6143776" cy="604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03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40C29-AC97-F9FE-6B3A-322FD0A09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50" y="1100716"/>
            <a:ext cx="3465208" cy="2412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FACD27-3689-C653-D43A-3F5D2FED1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263" y="1100715"/>
            <a:ext cx="5549497" cy="2328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8E4949-817A-B1A1-4972-60BE65D55FF1}"/>
              </a:ext>
            </a:extLst>
          </p:cNvPr>
          <p:cNvSpPr txBox="1"/>
          <p:nvPr/>
        </p:nvSpPr>
        <p:spPr>
          <a:xfrm>
            <a:off x="1275127" y="4496499"/>
            <a:ext cx="46474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cd /media/</a:t>
            </a:r>
            <a:r>
              <a:rPr lang="en-US" dirty="0" err="1">
                <a:latin typeface="OCRB" panose="020B0609020202020204" pitchFamily="49" charset="0"/>
              </a:rPr>
              <a:t>cdrom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apt update</a:t>
            </a:r>
          </a:p>
          <a:p>
            <a:r>
              <a:rPr lang="en-US" dirty="0" err="1">
                <a:latin typeface="OCRB" panose="020B0609020202020204" pitchFamily="49" charset="0"/>
              </a:rPr>
              <a:t>sud</a:t>
            </a:r>
            <a:r>
              <a:rPr lang="en-US" dirty="0">
                <a:latin typeface="OCRB" panose="020B0609020202020204" pitchFamily="49" charset="0"/>
              </a:rPr>
              <a:t> apt install </a:t>
            </a:r>
            <a:r>
              <a:rPr lang="en-US" dirty="0" err="1">
                <a:latin typeface="OCRB" panose="020B0609020202020204" pitchFamily="49" charset="0"/>
              </a:rPr>
              <a:t>gcc</a:t>
            </a:r>
            <a:r>
              <a:rPr lang="en-US" dirty="0">
                <a:latin typeface="OCRB" panose="020B0609020202020204" pitchFamily="49" charset="0"/>
              </a:rPr>
              <a:t> make </a:t>
            </a:r>
            <a:r>
              <a:rPr lang="en-US" dirty="0" err="1">
                <a:latin typeface="OCRB" panose="020B0609020202020204" pitchFamily="49" charset="0"/>
              </a:rPr>
              <a:t>perl</a:t>
            </a:r>
            <a:r>
              <a:rPr lang="en-US" dirty="0">
                <a:latin typeface="OCRB" panose="020B0609020202020204" pitchFamily="49" charset="0"/>
              </a:rPr>
              <a:t> –y</a:t>
            </a: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./</a:t>
            </a:r>
            <a:r>
              <a:rPr lang="en-US" dirty="0" err="1">
                <a:latin typeface="OCRB" panose="020B0609020202020204" pitchFamily="49" charset="0"/>
              </a:rPr>
              <a:t>VBoxLinuxAdditions.run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reboot</a:t>
            </a:r>
          </a:p>
        </p:txBody>
      </p:sp>
    </p:spTree>
    <p:extLst>
      <p:ext uri="{BB962C8B-B14F-4D97-AF65-F5344CB8AC3E}">
        <p14:creationId xmlns:p14="http://schemas.microsoft.com/office/powerpoint/2010/main" val="3047968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79AF-C9E0-7DD0-2227-142353AC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installation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5873E-113A-3FDE-5040-81EE9AF144CE}"/>
              </a:ext>
            </a:extLst>
          </p:cNvPr>
          <p:cNvSpPr txBox="1"/>
          <p:nvPr/>
        </p:nvSpPr>
        <p:spPr>
          <a:xfrm>
            <a:off x="911530" y="2248250"/>
            <a:ext cx="86918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cd /media/</a:t>
            </a:r>
            <a:r>
              <a:rPr lang="en-US" dirty="0" err="1">
                <a:latin typeface="OCRB" panose="020B0609020202020204" pitchFamily="49" charset="0"/>
              </a:rPr>
              <a:t>cdrom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apt update</a:t>
            </a: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apt install –y build-essential </a:t>
            </a:r>
            <a:r>
              <a:rPr lang="en-US" dirty="0" err="1">
                <a:latin typeface="OCRB" panose="020B0609020202020204" pitchFamily="49" charset="0"/>
              </a:rPr>
              <a:t>linux</a:t>
            </a:r>
            <a:r>
              <a:rPr lang="en-US" dirty="0">
                <a:latin typeface="OCRB" panose="020B0609020202020204" pitchFamily="49" charset="0"/>
              </a:rPr>
              <a:t>-headers-$(</a:t>
            </a:r>
            <a:r>
              <a:rPr lang="en-US" dirty="0" err="1">
                <a:latin typeface="OCRB" panose="020B0609020202020204" pitchFamily="49" charset="0"/>
              </a:rPr>
              <a:t>uname</a:t>
            </a:r>
            <a:r>
              <a:rPr lang="en-US" dirty="0">
                <a:latin typeface="OCRB" panose="020B0609020202020204" pitchFamily="49" charset="0"/>
              </a:rPr>
              <a:t> –r)</a:t>
            </a:r>
          </a:p>
          <a:p>
            <a:r>
              <a:rPr lang="en-US" dirty="0">
                <a:latin typeface="OCRB" panose="020B0609020202020204" pitchFamily="49" charset="0"/>
              </a:rPr>
              <a:t>Click insert Guest Addition CD image</a:t>
            </a:r>
          </a:p>
          <a:p>
            <a:r>
              <a:rPr lang="en-US" dirty="0">
                <a:latin typeface="OCRB" panose="020B0609020202020204" pitchFamily="49" charset="0"/>
              </a:rPr>
              <a:t>cd /media/</a:t>
            </a:r>
            <a:r>
              <a:rPr lang="en-US" dirty="0" err="1">
                <a:latin typeface="OCRB" panose="020B0609020202020204" pitchFamily="49" charset="0"/>
              </a:rPr>
              <a:t>cdrom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./</a:t>
            </a:r>
            <a:r>
              <a:rPr lang="en-US" dirty="0" err="1">
                <a:latin typeface="OCRB" panose="020B0609020202020204" pitchFamily="49" charset="0"/>
              </a:rPr>
              <a:t>VBoxLinuxAdditions.run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reboot</a:t>
            </a:r>
          </a:p>
        </p:txBody>
      </p:sp>
    </p:spTree>
    <p:extLst>
      <p:ext uri="{BB962C8B-B14F-4D97-AF65-F5344CB8AC3E}">
        <p14:creationId xmlns:p14="http://schemas.microsoft.com/office/powerpoint/2010/main" val="2158831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A4DC-6666-D9E1-21D4-8DE1CB2D2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 create a disk image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1495-7FAF-5183-C405-0731A9226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text file with your </a:t>
            </a:r>
            <a:r>
              <a:rPr lang="en-US" i="1" dirty="0"/>
              <a:t>firstname_lastname.txt</a:t>
            </a:r>
          </a:p>
          <a:p>
            <a:r>
              <a:rPr lang="en-US" dirty="0"/>
              <a:t>Save the file to a USB</a:t>
            </a:r>
          </a:p>
          <a:p>
            <a:r>
              <a:rPr lang="en-US" dirty="0"/>
              <a:t>Pick any one platform (Windows, Mac, your own VM) to create a disk image of your USB</a:t>
            </a:r>
          </a:p>
          <a:p>
            <a:r>
              <a:rPr lang="en-US" dirty="0"/>
              <a:t>Calculate the hash code of the USB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1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21707</TotalTime>
  <Words>770</Words>
  <Application>Microsoft Office PowerPoint</Application>
  <PresentationFormat>Widescreen</PresentationFormat>
  <Paragraphs>112</Paragraphs>
  <Slides>35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OCRB</vt:lpstr>
      <vt:lpstr>Office Theme</vt:lpstr>
      <vt:lpstr>Acquiring a USB image</vt:lpstr>
      <vt:lpstr>Overview</vt:lpstr>
      <vt:lpstr>What is a disk image?</vt:lpstr>
      <vt:lpstr>Acquisition in Windows using FTK Imager</vt:lpstr>
      <vt:lpstr>Download and install FTK</vt:lpstr>
      <vt:lpstr>Plug in a Flash Drive to Your Computer</vt:lpstr>
      <vt:lpstr>Verify your PC can read the USB drive</vt:lpstr>
      <vt:lpstr>Acquiring a USB using FTK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Alternative (Windows version of dd)</vt:lpstr>
      <vt:lpstr>Acquisition a USB in Linux using DD</vt:lpstr>
      <vt:lpstr>The Lab has to be done on your local host PC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dd command to clone a USB</vt:lpstr>
      <vt:lpstr>Use dcfldd</vt:lpstr>
      <vt:lpstr>Goal 1: Kali =&gt; Windows</vt:lpstr>
      <vt:lpstr>Network Acquisition </vt:lpstr>
      <vt:lpstr>Install guest addition for Linux (Optional)</vt:lpstr>
      <vt:lpstr>Check Guest Additions</vt:lpstr>
      <vt:lpstr>PowerPoint Presentation</vt:lpstr>
      <vt:lpstr>PowerPoint Presentation</vt:lpstr>
      <vt:lpstr>Alternative installation</vt:lpstr>
      <vt:lpstr>Assignment- create a disk image (part 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1740</cp:revision>
  <dcterms:created xsi:type="dcterms:W3CDTF">2020-09-14T14:43:27Z</dcterms:created>
  <dcterms:modified xsi:type="dcterms:W3CDTF">2025-11-17T07:49:38Z</dcterms:modified>
</cp:coreProperties>
</file>