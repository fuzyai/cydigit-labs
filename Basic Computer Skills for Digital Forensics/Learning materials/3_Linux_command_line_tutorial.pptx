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0"/>
  </p:notesMasterIdLst>
  <p:sldIdLst>
    <p:sldId id="256" r:id="rId2"/>
    <p:sldId id="431" r:id="rId3"/>
    <p:sldId id="493" r:id="rId4"/>
    <p:sldId id="507" r:id="rId5"/>
    <p:sldId id="497" r:id="rId6"/>
    <p:sldId id="494" r:id="rId7"/>
    <p:sldId id="495" r:id="rId8"/>
    <p:sldId id="496" r:id="rId9"/>
    <p:sldId id="467" r:id="rId10"/>
    <p:sldId id="505" r:id="rId11"/>
    <p:sldId id="447" r:id="rId12"/>
    <p:sldId id="491" r:id="rId13"/>
    <p:sldId id="448" r:id="rId14"/>
    <p:sldId id="490" r:id="rId15"/>
    <p:sldId id="462" r:id="rId16"/>
    <p:sldId id="450" r:id="rId17"/>
    <p:sldId id="449" r:id="rId18"/>
    <p:sldId id="456" r:id="rId19"/>
    <p:sldId id="455" r:id="rId20"/>
    <p:sldId id="457" r:id="rId21"/>
    <p:sldId id="430" r:id="rId22"/>
    <p:sldId id="451" r:id="rId23"/>
    <p:sldId id="458" r:id="rId24"/>
    <p:sldId id="452" r:id="rId25"/>
    <p:sldId id="463" r:id="rId26"/>
    <p:sldId id="460" r:id="rId27"/>
    <p:sldId id="461" r:id="rId28"/>
    <p:sldId id="465" r:id="rId29"/>
    <p:sldId id="466" r:id="rId30"/>
    <p:sldId id="506" r:id="rId31"/>
    <p:sldId id="459" r:id="rId32"/>
    <p:sldId id="394" r:id="rId33"/>
    <p:sldId id="464" r:id="rId34"/>
    <p:sldId id="468" r:id="rId35"/>
    <p:sldId id="469" r:id="rId36"/>
    <p:sldId id="396" r:id="rId37"/>
    <p:sldId id="470" r:id="rId38"/>
    <p:sldId id="471" r:id="rId39"/>
    <p:sldId id="472" r:id="rId40"/>
    <p:sldId id="416" r:id="rId41"/>
    <p:sldId id="404" r:id="rId42"/>
    <p:sldId id="475" r:id="rId43"/>
    <p:sldId id="476" r:id="rId44"/>
    <p:sldId id="477" r:id="rId45"/>
    <p:sldId id="478" r:id="rId46"/>
    <p:sldId id="434" r:id="rId47"/>
    <p:sldId id="482" r:id="rId48"/>
    <p:sldId id="484" r:id="rId49"/>
    <p:sldId id="411" r:id="rId50"/>
    <p:sldId id="414" r:id="rId51"/>
    <p:sldId id="418" r:id="rId52"/>
    <p:sldId id="500" r:id="rId53"/>
    <p:sldId id="504" r:id="rId54"/>
    <p:sldId id="481" r:id="rId55"/>
    <p:sldId id="442" r:id="rId56"/>
    <p:sldId id="485" r:id="rId57"/>
    <p:sldId id="486" r:id="rId58"/>
    <p:sldId id="487" r:id="rId59"/>
    <p:sldId id="488" r:id="rId60"/>
    <p:sldId id="489" r:id="rId61"/>
    <p:sldId id="439" r:id="rId62"/>
    <p:sldId id="440" r:id="rId63"/>
    <p:sldId id="441" r:id="rId64"/>
    <p:sldId id="443" r:id="rId65"/>
    <p:sldId id="508" r:id="rId66"/>
    <p:sldId id="509" r:id="rId67"/>
    <p:sldId id="499" r:id="rId68"/>
    <p:sldId id="498"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9D4B80-49CA-4DE0-902A-7241A9E9D65F}" v="1" dt="2026-06-19T08:03:33.5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667" autoAdjust="0"/>
  </p:normalViewPr>
  <p:slideViewPr>
    <p:cSldViewPr snapToGrid="0">
      <p:cViewPr varScale="1">
        <p:scale>
          <a:sx n="55" d="100"/>
          <a:sy n="55" d="100"/>
        </p:scale>
        <p:origin x="1072"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inu Idris" userId="a674908a5e2e2f2a" providerId="LiveId" clId="{406A531A-CF7A-4425-A148-9DDE587F8289}"/>
    <pc:docChg chg="modSld">
      <pc:chgData name="Aminu Idris" userId="a674908a5e2e2f2a" providerId="LiveId" clId="{406A531A-CF7A-4425-A148-9DDE587F8289}" dt="2026-06-19T08:03:33.537" v="0" actId="1076"/>
      <pc:docMkLst>
        <pc:docMk/>
      </pc:docMkLst>
      <pc:sldChg chg="modSp">
        <pc:chgData name="Aminu Idris" userId="a674908a5e2e2f2a" providerId="LiveId" clId="{406A531A-CF7A-4425-A148-9DDE587F8289}" dt="2026-06-19T08:03:33.537" v="0" actId="1076"/>
        <pc:sldMkLst>
          <pc:docMk/>
          <pc:sldMk cId="845034085" sldId="498"/>
        </pc:sldMkLst>
        <pc:picChg chg="mod">
          <ac:chgData name="Aminu Idris" userId="a674908a5e2e2f2a" providerId="LiveId" clId="{406A531A-CF7A-4425-A148-9DDE587F8289}" dt="2026-06-19T08:03:33.537" v="0" actId="1076"/>
          <ac:picMkLst>
            <pc:docMk/>
            <pc:sldMk cId="845034085" sldId="498"/>
            <ac:picMk id="1026" creationId="{C7820181-0969-943E-62EB-510D898E4C61}"/>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30T13:30:04.321"/>
    </inkml:context>
    <inkml:brush xml:id="br0">
      <inkml:brushProperty name="width" value="0.1" units="cm"/>
      <inkml:brushProperty name="height" value="0.1" units="cm"/>
      <inkml:brushProperty name="color" value="#E71224"/>
    </inkml:brush>
  </inkml:definitions>
  <inkml:trace contextRef="#ctx0" brushRef="#br0">7973 5814 24575,'-6'-2'0,"0"0"0,0-1 0,1 1 0,-1-1 0,0 0 0,1-1 0,-6-4 0,7 5 0,-34-24 0,25 17 0,-1 0 0,0 0 0,-30-13 0,36 20 0,1-1 0,-1 0 0,1 0 0,0-1 0,0 0 0,0 0 0,1 0 0,0-1 0,0 0 0,0 0 0,1-1 0,-8-11 0,-60-70 0,20 25 0,30 36 0,-38-34 0,44 47 0,1-2 0,1 0 0,0 0 0,1-1 0,1-1 0,-18-31 0,19 29 0,0 1 0,-1 1 0,-2 0 0,0 1 0,0 1 0,-2 0 0,0 1 0,-33-23 0,22 16 0,0-1 0,1-2 0,-23-28 0,-22-20 0,-19-4 0,72 60 0,0 0 0,-28-17 0,29 22 0,0-2 0,1 0 0,-28-29 0,10 3 0,-55-49 0,52 52 0,28 26 0,-1 0 0,0 1 0,-1 0 0,-20-12 0,22 15 0,0-1 0,0 0 0,1 0 0,0-1 0,0 0 0,-12-17 0,12 15 0,1 0 0,-2 1 0,1 0 0,-2 1 0,-11-9 0,-86-66 0,82 63 0,-104-82 0,57 47 0,36 26 0,-1 3 0,-45-27 0,70 47 0,1-2 0,0 0 0,1 0 0,0-1 0,-12-13 0,13 12 0,-1 0 0,0 1 0,-1 0 0,-21-14 0,9 11 0,0 0 0,1-2 0,1 0 0,1-2 0,-35-33 0,-19-15 0,45 37 0,-1 2 0,-2 1 0,0 1 0,-40-21 0,52 32 0,0 0 0,1-2 0,0-1 0,-32-32 0,37 33 0,-1 1 0,0 1 0,-1 0 0,-22-12 0,-34-25 0,35 20 0,18 14 0,-1 0 0,2-2 0,-27-30 0,21 21 0,-1 0 0,-2 2 0,-48-35 0,39 32 0,-94-66 0,116 83 0,-1 2 0,-24-13 0,24 14 0,0 0 0,-24-18 0,-68-40 0,70 40 0,-11-10 0,25 17 0,0 1 0,-1 1 0,-32-16 0,0-1 0,50 30 0,0 1 0,-1-1 0,1 2 0,-15-5 0,16 6 0,-1-1 0,0 0 0,1-1 0,-1 0 0,1 0 0,-12-7 0,-62-50 0,-116-65 0,181 116 0,1 0 0,0-1 0,0-1 0,1 0 0,-21-23 0,29 30 0,0-1 0,0 1 0,0 0 0,-1 0 0,0 1 0,0 0 0,0 0 0,-10-4 0,8 5 0,1-1 0,0-1 0,0 1 0,0-1 0,-8-7 0,-50-39 0,41 32 0,0 0 0,-38-39 0,38 33 0,-1 2 0,-1 1 0,0 1 0,-55-30 0,-39-28 0,48 6 0,-14 6 0,79 60 0,-1 0 0,1-1 0,0 0 0,1-1 0,-7-8 0,10 10 0,-1 0 0,-1 1 0,1-1 0,-1 1 0,0 1 0,0-1 0,0 1 0,0-1 0,-1 1 0,0 1 0,0-1 0,-11-4 0,10 6 0,0 0 0,0-1 0,0 0 0,0 0 0,1-1 0,-1 0 0,1 0 0,0 0 0,1-1 0,-11-9 0,-12-7 0,-6-5 0,20 10 0,-2 0 0,0 1 0,-1 1 0,-1 1 0,-32-20 0,28 19 0,1-1 0,-20-19 0,-23-16 0,22 28 0,34 19 0,0-1 0,0 0 0,0 0 0,1-1 0,-10-8 0,-128-97 0,29 25 0,106 78 0,0 1 0,0 0 0,-17-7 0,-15-9 0,30 15 0,0 1 0,-1 1 0,-22-7 0,24 9 0,1-1 0,0 0 0,-1 0 0,2-1 0,-1 0 0,-13-10 0,-5-4 0,0 0 0,0 2 0,-43-18 0,33 17 0,-48-32 0,54 30 0,-44-20 0,-3-1 0,64 33 0,0 0 0,0 2 0,-1-1 0,0 2 0,-25-6 0,23 5 0,-1 0 0,2-2 0,-1 0 0,1-1 0,-19-13 0,-35-18 0,-3 6 0,20 10 0,-57-34 0,88 45 0,0 1 0,-26-8 0,-26-13 0,63 28 0,0 0 0,0 1 0,-23-5 0,25 7 0,0 0 0,1-1 0,-1 0 0,0-1 0,1 0 0,-13-8 0,9 4 0,0 1 0,-27-10 0,30 13 0,0 0 0,1 0 0,0-1 0,-1 0 0,2 0 0,-1-1 0,-13-12 0,-30-37-1365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30T13:30:05.736"/>
    </inkml:context>
    <inkml:brush xml:id="br0">
      <inkml:brushProperty name="width" value="0.1" units="cm"/>
      <inkml:brushProperty name="height" value="0.1" units="cm"/>
      <inkml:brushProperty name="color" value="#E71224"/>
    </inkml:brush>
  </inkml:definitions>
  <inkml:trace contextRef="#ctx0" brushRef="#br0">644 0 24575,'-4'1'0,"1"-1"0,-1 1 0,1 0 0,0 0 0,-1 0 0,1 1 0,0-1 0,0 1 0,0 0 0,0 0 0,0 0 0,-4 3 0,-17 11 0,-43 29 0,27-26 0,-46 32 0,56-33 0,18-12 0,1 1 0,0 0 0,-17 15 0,20-15 0,-1 1 0,0-1 0,0-1 0,0 0 0,-1 0 0,0 0 0,-1-2 0,1 1 0,-1-1 0,0-1 0,0 0 0,0 0 0,0-1 0,-15 1 0,-35 7 0,56-9 0,0 0 0,1 1 0,-1-1 0,0 1 0,0 1 0,1-1 0,-1 1 0,1-1 0,-7 7 0,10-8 0,0 0 0,0 1 0,0-1 0,1 1 0,-1-1 0,0 1 0,1 0 0,-1-1 0,1 1 0,-1 0 0,1 0 0,0-1 0,-1 1 0,1 0 0,0-1 0,0 1 0,1 0 0,-1 0 0,0-1 0,0 1 0,1 0 0,-1 0 0,1-1 0,1 3 0,23 43 0,-17-33 0,36 81 0,-34-76 0,0 0 0,23 33 0,-20-34 0,0 1 0,14 33 0,48 110-1365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30T13:30:08.254"/>
    </inkml:context>
    <inkml:brush xml:id="br0">
      <inkml:brushProperty name="width" value="0.1" units="cm"/>
      <inkml:brushProperty name="height" value="0.1" units="cm"/>
      <inkml:brushProperty name="color" value="#E71224"/>
    </inkml:brush>
  </inkml:definitions>
  <inkml:trace contextRef="#ctx0" brushRef="#br0">14005 2 24575,'-11'0'0,"8"0"0,0-1 0,0 1 0,0 0 0,0 0 0,0 0 0,0 0 0,-1 0 0,1 1 0,0 0 0,0-1 0,0 1 0,0 0 0,0 1 0,1-1 0,-1 0 0,0 1 0,0-1 0,1 1 0,-1 0 0,1 0 0,0 0 0,-1 0 0,-1 4 0,-15 18 0,-27 29 0,-8 9 0,43-50 0,0-1 0,-1 0 0,-1 0 0,1-1 0,-2-1 0,1 0 0,-1 0 0,0-2 0,-31 12 0,13-4 0,-21 11 0,-56 24 0,55-29 0,23-8 0,0-2 0,-45 11 0,64-20 0,-18 3 0,-53 18 0,47-12 0,0-2 0,-54 6 0,52-9 0,-1 1 0,-39 14 0,38-10-186,0-2 0,-62 8-1,62-12 118,0 1-1,-63 20 1,52-11-412,-97 15-1,77-17 1228,-52 21-746,21-4 0,71-21 0,-40 16 0,47-15 0,0-1 0,-1-1 0,-34 5 0,33-7 0,1 0 0,0 1 0,-46 21 0,-21 7 0,75-31 0,0-1 0,-21 2 0,22-4 0,0 1 0,1 1 0,-19 6 0,-16 8 246,0 2 0,2 3 0,-64 37 0,79-41-246,-60 25 0,55-27 0,-38 22 0,52-25 0,0-1 0,-1-2 0,-1 0 0,1-2 0,-1 0 0,-1-2 0,-35 4 0,46-7 0,0 0 0,-26 11 0,27-9 0,0 0 0,-30 5 0,-149 24 0,-2-1 0,81-11 52,20-2-639,-10 1 535,-163 57 0,120-32 48,-126 36 4,91-11 0,119-45 0,-213 81 0,207-84 0,-2-2 0,0-4 0,-110 12 0,160-25 0,-41 14 0,-1-1 0,-365 80-1034,307-74 837,-5 0-155,71-11 127,-91 7-1,86-13 171,-66 14-1,-183 28 56,217-37 0,-3-4 0,60-5 0,0 1 0,-46 10 0,-85 13-36,119-20-10,0 1 0,-64 18 0,70-13 199,-69 8 0,-14 4-172,22-1 279,-54 16-238,108-26 633,-81 13 1,-23 4 292,126-24-907,0-1 0,-32 1 0,-21 4-30,-59 12-11,116-18 0,-1-1 0,-31 0 0,36-3 0,0 1 0,0 1 0,1 1 0,-35 9 0,5 2 0,-93 15 0,97-22 0,1 1 0,0 3 0,-43 15 0,60-17 0,0-2 0,-1-1 0,0-1 0,0-2 0,0 0 0,-29-2 0,-19 3 0,5 6 0,45-6 0,-39 3 0,16-6 0,21-2 0,0 2 0,0 1 0,-40 8 0,32-2 0,-138 40 0,98-29 0,58-15 0,-1 0 0,1 0 0,-24 11 0,16-5 0,-1-2 0,0 0 0,-53 7 0,-32 9 0,63-12 0,-2-2 0,-69 6 0,2 4 39,84-12-445,-1-2 1,-65 3 0,70-7 283,-43 7 1,-20 1 6,67-8 251,0 2 0,1 0 0,-26 8 1,25-5 67,-1-2 0,-39 4 0,-24 2 211,59-6-433,-46 1-1,40-6 19,1 2 0,-46 8 0,51-6 0,1-1 0,-51-2 0,-19 1 0,39 8 0,45-6 0,0-1 0,-26 2 0,-38-4 0,40-2 0,0 2 0,-69 10 0,-26 12 0,-50 5 0,160-26 0,-35 8 0,37-6 0,0 0 0,-27 0 0,29-3 0,1 1 0,-29 7 0,3-1 0,20-2 0,-37 11 0,37-9 0,-36 6 0,52-12-118,9-1 84,-1-1 1,0 1-1,0-1 0,0 0 1,0 1-1,0-1 0,0 0 0,-1 0 1,1 1-1,0-1 0,0 0 1,0 0-1,0 0 0,0-1 0,0 1 1,0 0-1,0 0 0,0 0 1,0-1-1,0 1 0,0 0 1,0-1-1,0 1 0,0-1 0,0 0 1,0 1-1,0-1 0,1 1 1,-1-1-1,0 0 0,0 0 0,1 0 1,-1 1-1,0-1 0,1 0 1,-1-2-1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30T13:30:09.850"/>
    </inkml:context>
    <inkml:brush xml:id="br0">
      <inkml:brushProperty name="width" value="0.1" units="cm"/>
      <inkml:brushProperty name="height" value="0.1" units="cm"/>
      <inkml:brushProperty name="color" value="#E71224"/>
    </inkml:brush>
  </inkml:definitions>
  <inkml:trace contextRef="#ctx0" brushRef="#br0">207 0 24575,'1'38'0,"-1"-6"0,-4 44 0,2-65 0,0 1 0,0-1 0,-1 0 0,-1 0 0,0 0 0,0-1 0,-10 16 0,-12 12 0,20-29 0,0-1 0,0 1 0,1 0 0,0 0 0,0 0 0,1 1 0,-3 11 0,1-1 0,-1-1 0,-1 1 0,-1-1 0,0-1 0,-2 1 0,-20 27 0,29-44 0,0 1 0,0 0 0,0 0 0,1 0 0,-1 0 0,1 0 0,0 0 0,0 1 0,0-1 0,0 0 0,1 1 0,-1-1 0,1 0 0,0 1 0,0-1 0,0 1 0,0-1 0,1 0 0,1 5 0,0-3 0,0 0 0,0 0 0,1 0 0,0-1 0,-1 1 0,2-1 0,-1 0 0,1 0 0,-1 0 0,1 0 0,9 6 0,18 15 0,49 49 0,-69-64 0,0 0 0,0-1 0,1-1 0,17 10 0,-15-10 0,-2 0 0,1 1 0,-1 0 0,12 13 0,119 125 0,-114-122 0,10 12 0,-30-28 0,0 0 0,1-1 0,0 0 0,0-1 0,15 8 0,-25-14-50,1-1-1,0 0 1,-1 1-1,1-1 0,0 0 1,-1 1-1,1-1 1,0 0-1,-1 0 1,1 0-1,0 0 0,-1 0 1,1 0-1,0 0 1,0 0-1,-1 0 1,1 0-1,0 0 0,-1 0 1,1 0-1,0 0 1,0-1-1,-1 1 1,1 0-1,-1-1 1,2 1-1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29T13:56:24.279"/>
    </inkml:context>
    <inkml:brush xml:id="br0">
      <inkml:brushProperty name="width" value="0.1" units="cm"/>
      <inkml:brushProperty name="height" value="0.1" units="cm"/>
      <inkml:brushProperty name="color" value="#008C3A"/>
    </inkml:brush>
  </inkml:definitions>
  <inkml:trace contextRef="#ctx0" brushRef="#br0">223 24 24575,'-28'4'0,"-48"17"0,72-20 0,-1 2 0,1-1 0,-1 0 0,1 1 0,0 0 0,0 0 0,0 0 0,-6 7 0,-23 16 0,30-24 0,0 1 0,0-1 0,0 1 0,1-1 0,-1 1 0,1 0 0,-1 0 0,1 0 0,0 0 0,0 1 0,0-1 0,0 0 0,1 1 0,0-1 0,-1 1 0,1 0 0,0 0 0,1-1 0,-1 8 0,-1 9 0,2 0 0,2 34 0,1-16 0,-3-11 0,7 47 0,-4-62 0,-1 0 0,2-1 0,0 1 0,0-1 0,1 0 0,9 15 0,0 5 0,-13-26 0,1-1 0,0 0 0,-1 0 0,1 0 0,0-1 0,1 1 0,-1 0 0,1-1 0,0 1 0,0-1 0,0 0 0,6 5 0,48 32 0,89 56 0,-132-89 0,0 0 0,1-1 0,0-1 0,0-1 0,1 0 0,-1-1 0,31 3 0,117-6 0,-76-3 0,-48 4 0,-21 0 0,-1 0 0,0-2 0,22-2 0,-35 2 0,1 0 0,0 0 0,-1-1 0,1 1 0,-1-1 0,1 0 0,-1 0 0,0-1 0,0 1 0,0-1 0,0 0 0,-1 0 0,1 0 0,-1 0 0,1-1 0,2-4 0,0-1 0,-1 1 0,-1-1 0,1 0 0,-2 0 0,1-1 0,-1 1 0,-1-1 0,1 0 0,1-19 0,-3-6 0,-3-54 0,0 21 0,2 36 0,1 15 0,-1 0 0,-4-28 0,3 40 0,0-1 0,0 1 0,-1 0 0,0 0 0,0 0 0,0 0 0,0 0 0,-1 0 0,0 0 0,0 1 0,-1-1 0,-4-4 0,-25-24 0,3 3 0,-34-42 0,57 64-72,-1-1 1,-1 1-1,1 0 0,-2 1 0,1 0 0,-1 0 0,0 1 0,0 0 1,0 1-1,-1 0 0,0 1 0,0 0 0,0 0 0,0 1 0,-1 1 1,0 0-1,1 1 0,-13-1 0,6 2-6754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29T13:56:27.726"/>
    </inkml:context>
    <inkml:brush xml:id="br0">
      <inkml:brushProperty name="width" value="0.1" units="cm"/>
      <inkml:brushProperty name="height" value="0.1" units="cm"/>
      <inkml:brushProperty name="color" value="#008C3A"/>
    </inkml:brush>
  </inkml:definitions>
  <inkml:trace contextRef="#ctx0" brushRef="#br0">0 6418 24575,'7'1'0,"0"0"0,0 0 0,0 0 0,13 5 0,19 4 0,-14-9 0,0-1 0,1-1 0,-1-1 0,47-9 0,-65 9 0,40-3 0,0 2 0,85 4 0,-38 1 0,-57-1 0,-15 0 0,0-1 0,30-5 0,-45 4 0,0 0 0,0-1 0,0 0 0,-1 0 0,1-1 0,0 0 0,-1 0 0,0-1 0,0 0 0,0 0 0,7-6 0,32-20 0,-35 25 0,-1-1 0,0 0 0,10-8 0,-8 2 0,1-1 0,-1 0 0,-1-1 0,-1 0 0,0-1 0,10-20 0,10-18 0,-20 40 0,0 0 0,1 1 0,1 0 0,-1 0 0,2 1 0,0 1 0,0 0 0,1 1 0,0 0 0,28-14 0,84-47 0,-82 44 0,63-28 0,-80 43 0,-1-1 0,-1-1 0,0-1 0,0-2 0,22-19 0,-40 28 0,0-1 0,-1 1 0,0-1 0,0 0 0,-1 0 0,0-1 0,-1 1 0,5-18 0,9-17 0,58-140 0,-5 11 0,-51 130 0,1-3 0,50-84 0,-65 122 0,0 0 0,-1-1 0,0 0 0,0 1 0,-1-1 0,0-1 0,0 1 0,-1 0 0,2-15 0,-1 7 0,1 1 0,9-23 0,-8 26 0,-1 1 0,0-2 0,-1 1 0,3-25 0,4-56 0,-4 56 0,0-49 0,-7-480 0,-1 550 0,0 1 0,0-1 0,-2 0 0,0 1 0,0 0 0,-10-21 0,6 18 0,2 1 0,0-1 0,2-1 0,-4-20 0,5 13 0,-2 0 0,-1 0 0,-1 0 0,-1 1 0,-15-33 0,13 32 0,-13-46 0,16 44 0,-18-42 0,21 60 0,1-1 0,0 1 0,0-1 0,0-12 0,1 13 0,1 0 0,-2 0 0,1 0 0,-1 0 0,-6-12 0,5 12 0,0-1 0,0 1 0,1-1 0,1 0 0,-3-18 0,4 16 0,-1 1 0,-1 0 0,0 0 0,-6-16 0,6 22 0,-5-9 0,1 0 0,1-1 0,0 0 0,2 0 0,-1 0 0,2-1 0,-3-31 0,3 11 0,0 1 0,-3-1 0,0 1 0,-14-40 0,15 60 0,-3-11 0,-6-34 0,5 15 0,5 23 0,0-1 0,-1-35 0,5 34 0,0 0 0,-2-1 0,-8-38 0,5 37 0,-3-47 0,-1-11 0,4 43 0,2 0 0,3-84 0,-1-33 0,-9 101 0,6 41 0,1 1 0,-1-23 0,4 25 0,-1-12 0,0 0 0,-10-47 0,-2-17 0,4 15 0,2 22 0,2-1 0,3 1 0,5-54 0,-1 4 0,-1 59 0,-3 1 0,-10-65 0,5 55 0,3 0 0,2 0 0,5-55 0,-1 6 0,-2-302 0,-1 416 0,0 0 0,-1-1 0,0 0 0,-1 1 0,-7 20 0,-28 53 0,15-53 0,20-29 0,0 0 0,1 0 0,-1 0 0,1 1 0,-1-1 0,1 1 0,0-1 0,1 1 0,-1 0 0,0 0 0,-1 7 0,-2 13 0,-2 0 0,-1 0 0,-1-1 0,-22 42 0,18-39 0,-4 12-24,12-24-311,-2 0-1,0 0 1,-15 22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29T13:56:29.559"/>
    </inkml:context>
    <inkml:brush xml:id="br0">
      <inkml:brushProperty name="width" value="0.1" units="cm"/>
      <inkml:brushProperty name="height" value="0.1" units="cm"/>
      <inkml:brushProperty name="color" value="#008C3A"/>
    </inkml:brush>
  </inkml:definitions>
  <inkml:trace contextRef="#ctx0" brushRef="#br0">0 1 24575,'4'1'0,"-1"0"0,0 0 0,0 0 0,-1 0 0,1 1 0,0 0 0,0-1 0,-1 1 0,1 0 0,-1 0 0,1 1 0,-1-1 0,3 5 0,10 6 0,1 0 0,1-2 0,1 0 0,0 0 0,1-2 0,-1-1 0,2 0 0,38 10 0,-47-15-12,-1 1-1,0 0 0,0 1 1,0 0-1,-1 0 0,0 1 1,16 12-1,2 2-1251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29T13:56:39.826"/>
    </inkml:context>
    <inkml:brush xml:id="br0">
      <inkml:brushProperty name="width" value="0.1" units="cm"/>
      <inkml:brushProperty name="height" value="0.1" units="cm"/>
      <inkml:brushProperty name="color" value="#008C3A"/>
    </inkml:brush>
  </inkml:definitions>
  <inkml:trace contextRef="#ctx0" brushRef="#br0">1 90 24575,'6'-1'0,"1"0"0,0 0 0,0 0 0,13-5 0,19-4 0,50 5 0,91 6 0,-57 1 0,-81-1 0,6-1 0,-1-1 0,77-12 0,-71 7 0,-1 1 0,1 3 0,56 5 0,-8-1 0,464-2 0,-547-1 0,0-1 0,29-6 0,22-3 0,2 0 0,-52 6 0,1 2 0,21-1 0,618 3 0,-318 3 0,570-2 0,-894 1 0,-1 0 0,29 8 0,-27-5 0,0-1 0,20 1 0,261-4 0,-142-1 0,-141 2 0,-1 1 0,0 0 0,16 5 0,-14-3 0,0-1 0,24 1 0,12-3 0,-13-1 0,-1 2 0,47 8 0,-22-2-1365,-45-7-5461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29T13:56:41.559"/>
    </inkml:context>
    <inkml:brush xml:id="br0">
      <inkml:brushProperty name="width" value="0.1" units="cm"/>
      <inkml:brushProperty name="height" value="0.1" units="cm"/>
      <inkml:brushProperty name="color" value="#008C3A"/>
    </inkml:brush>
  </inkml:definitions>
  <inkml:trace contextRef="#ctx0" brushRef="#br0">28 0 24575,'1'3'0,"1"0"0,-1 0 0,1 0 0,0-1 0,-1 1 0,1 0 0,0-1 0,1 0 0,-1 1 0,0-1 0,4 2 0,2 5 0,46 58 0,-38-44 0,36 39 0,-46-57 0,-1 0 0,0 1 0,-1-1 0,1 1 0,-1 0 0,-1 1 0,1-1 0,-1 1 0,0-1 0,3 10 0,-5-13 0,-1 1 0,1-1 0,-1 0 0,1 0 0,-1 0 0,0 0 0,-1 0 0,1 0 0,0 0 0,-1 1 0,1-1 0,-1 0 0,0 0 0,0 0 0,-1-1 0,1 1 0,0 0 0,-1 0 0,0-1 0,1 1 0,-1-1 0,0 1 0,0-1 0,-1 0 0,-4 4 0,-19 15 0,5-6 0,0 2 0,2 0 0,0 1 0,1 0 0,-27 38 0,43-54-97,0 1-1,1-1 1,-1 1-1,0-1 1,-1 0-1,1 0 1,0 0-1,0 0 1,-1 0-1,1 0 1,-1-1-1,0 0 0,-3 2 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23T13:56:23.793"/>
    </inkml:context>
    <inkml:brush xml:id="br0">
      <inkml:brushProperty name="width" value="0.1" units="cm"/>
      <inkml:brushProperty name="height" value="0.1" units="cm"/>
      <inkml:brushProperty name="color" value="#FF0066"/>
    </inkml:brush>
  </inkml:definitions>
  <inkml:trace contextRef="#ctx0" brushRef="#br0">29 1 24575,'28'10'0,"-9"-2"0,66 24 0,-60-21 0,0-2 0,40 10 0,-50-14 0,-1 0 0,1 1 0,-1 0 0,-1 1 0,1 0 0,-1 1 0,0 1 0,-1 0 0,20 20 0,42 54 0,-52-56 0,36 35 0,-38-41 0,0 2 0,-1 0 0,17 27 0,21 26 0,-7-6 0,-34-45 0,30 33 0,-36-45 0,-1 1 0,0 1 0,0-1 0,-2 1 0,0 1 0,0-1 0,-2 1 0,5 18 0,-3-10 0,1-1 0,20 40 0,-18-43 0,-1 1 0,12 41 0,-13-35 0,15 33 0,47 98 0,-49-107 0,-14-31 0,20 37 0,-18-39 0,-1 1 0,-1 0 0,-1 0 0,0 1 0,-1 0 0,-1 0 0,2 36 0,-1-31 0,0 1 0,2-1 0,1 0 0,13 26 0,-3-2 0,9 14 0,-17-41 0,-1 0 0,-1 1 0,6 26 0,-8-26 0,0-1 0,12 24 0,-9-23 0,11 41 0,-9-19 0,-6-29 0,0 1 0,-2-1 0,2 24 0,-2-13 0,1 1 0,12 40 0,-9-41 0,-1 0 0,3 41 0,3 23 0,-7-60 0,1 47 0,-7 836 0,1-903 0,-1-1 0,0 1 0,0 0 0,-2-1 0,1 1 0,-1-1 0,-5 13 0,-5 3 0,-21 34 0,29-51 0,1-1 0,0 1 0,1 0 0,0 0 0,1 0 0,0 0 0,0 1 0,1-1 0,0 0 0,1 1 0,1 18 0,0-18 0,-1 0 0,0 1 0,0-1 0,-1 1 0,-1-1 0,0 0 0,0 1 0,-7 14 0,-30 76 0,14-35 0,12-35 0,-1 0 0,-2-1 0,-1-1 0,-1-1 0,-26 32 0,28-38 0,-24 42 0,5-5 0,-54 88 0,36-44 0,38-79 0,-2 0 0,-34 36 0,8-9 0,-34 29 0,57-61 0,1 1 0,0 1 0,-20 29 0,21-20 0,-2-2 0,0-1 0,-2 0 0,-1-2 0,-2 0 0,-50 39 0,-3 5 0,69-60 0,0 0 0,0 1 0,1 0 0,-13 20 0,14-18 0,-1-2 0,0 1 0,0-1 0,-15 14 0,-8 1 0,0-1 0,-2-1 0,0-2 0,-41 18 0,73-38 3,-1 0 0,1 0 0,-1 0 0,0 0 0,1-1-1,-1 1 1,0 0 0,1-1 0,-1 0 0,0 1 0,0-1-1,0 0 1,1 0 0,-1 0 0,0 0 0,0 0 0,0 0 0,1-1-1,-1 1 1,0-1 0,0 1 0,1-1 0,-1 0 0,0 1 0,1-1-1,-1 0 1,1 0 0,-1 0 0,-2-3 0,1 0-90,0-1-1,0 0 1,0 0 0,1 0 0,0-1-1,0 1 1,-2-9 0,-1 0-666</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23T13:56:25.254"/>
    </inkml:context>
    <inkml:brush xml:id="br0">
      <inkml:brushProperty name="width" value="0.1" units="cm"/>
      <inkml:brushProperty name="height" value="0.1" units="cm"/>
      <inkml:brushProperty name="color" value="#FF0066"/>
    </inkml:brush>
  </inkml:definitions>
  <inkml:trace contextRef="#ctx0" brushRef="#br0">78 1 24575,'1'16'0,"0"1"0,8 30 0,-5-29 0,-1 0 0,1 22 0,-4 295 0,-1-320 0,0-1 0,-1-1 0,-5 18 0,-4 31 0,11-56 0,-1 0 0,1 0 0,-1 0 0,-1 0 0,1 0 0,-1 0 0,0 0 0,-1 0 0,1-1 0,-1 1 0,0-1 0,-1 0 0,1 0 0,-1 0 0,0 0 0,0-1 0,0 1 0,-10 7 0,13-12 0,1 1 0,0-1 0,-1 0 0,1 1 0,-1-1 0,1 1 0,0-1 0,-1 0 0,1 1 0,-1-1 0,1 0 0,-1 1 0,1-1 0,-1 0 0,1 0 0,-1 0 0,0 1 0,1-1 0,-1 0 0,1 0 0,-1 0 0,1 0 0,-1 0 0,0 0 0,1 0 0,-1 0 0,1 0 0,-1 0 0,1-1 0,-1 1 0,1 0 0,-1 0 0,0 0 0,1-1 0,-1 1 0,1 0 0,-1-1 0,1 0 0,-1 0 0,1 0 0,0 0 0,0 0 0,0 0 0,1 0 0,-1 0 0,0 0 0,0 1 0,0-1 0,1 0 0,-1 0 0,0 0 0,1 0 0,-1 0 0,1 1 0,-1-1 0,1 0 0,-1 0 0,1 1 0,0-1 0,-1 0 0,2 0 0,7-5 0,0 0 0,0 0 0,1 1 0,-1 0 0,1 1 0,1 0 0,-1 0 0,0 1 0,1 1 0,15-3 0,22-6 0,80-15 0,-100 21 0,-1 2 0,1 0 0,-1 2 0,55 5 0,30 18 0,-99-19 0,-1 0 0,0 1 0,16 7 0,-18-6 0,1-1 0,0 0 0,0-1 0,16 3 0,46 11-1365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658D5F-65FB-4E17-9D5B-8CF1DE5A98DF}" type="datetimeFigureOut">
              <a:rPr lang="en-US" smtClean="0"/>
              <a:t>6/19/2026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49544B-F866-4ED0-8997-24601187AE87}" type="slidenum">
              <a:rPr lang="en-US" smtClean="0"/>
              <a:t>‹#›</a:t>
            </a:fld>
            <a:endParaRPr lang="en-US"/>
          </a:p>
        </p:txBody>
      </p:sp>
    </p:spTree>
    <p:extLst>
      <p:ext uri="{BB962C8B-B14F-4D97-AF65-F5344CB8AC3E}">
        <p14:creationId xmlns:p14="http://schemas.microsoft.com/office/powerpoint/2010/main" val="1595199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49544B-F866-4ED0-8997-24601187AE87}" type="slidenum">
              <a:rPr lang="en-US" smtClean="0"/>
              <a:t>4</a:t>
            </a:fld>
            <a:endParaRPr lang="en-US"/>
          </a:p>
        </p:txBody>
      </p:sp>
    </p:spTree>
    <p:extLst>
      <p:ext uri="{BB962C8B-B14F-4D97-AF65-F5344CB8AC3E}">
        <p14:creationId xmlns:p14="http://schemas.microsoft.com/office/powerpoint/2010/main" val="6958644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https://www.geeksforgeeks.org/file-systems-in-operating-system/</a:t>
            </a:r>
          </a:p>
        </p:txBody>
      </p:sp>
      <p:sp>
        <p:nvSpPr>
          <p:cNvPr id="4" name="Slide Number Placeholder 3"/>
          <p:cNvSpPr>
            <a:spLocks noGrp="1"/>
          </p:cNvSpPr>
          <p:nvPr>
            <p:ph type="sldNum" sz="quarter" idx="5"/>
          </p:nvPr>
        </p:nvSpPr>
        <p:spPr/>
        <p:txBody>
          <a:bodyPr/>
          <a:lstStyle/>
          <a:p>
            <a:fld id="{8349544B-F866-4ED0-8997-24601187AE87}" type="slidenum">
              <a:rPr lang="en-US" smtClean="0"/>
              <a:t>9</a:t>
            </a:fld>
            <a:endParaRPr lang="en-US"/>
          </a:p>
        </p:txBody>
      </p:sp>
    </p:spTree>
    <p:extLst>
      <p:ext uri="{BB962C8B-B14F-4D97-AF65-F5344CB8AC3E}">
        <p14:creationId xmlns:p14="http://schemas.microsoft.com/office/powerpoint/2010/main" val="783003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https://www.geeksforgeeks.org/file-systems-in-operating-system/</a:t>
            </a:r>
          </a:p>
        </p:txBody>
      </p:sp>
      <p:sp>
        <p:nvSpPr>
          <p:cNvPr id="4" name="Slide Number Placeholder 3"/>
          <p:cNvSpPr>
            <a:spLocks noGrp="1"/>
          </p:cNvSpPr>
          <p:nvPr>
            <p:ph type="sldNum" sz="quarter" idx="5"/>
          </p:nvPr>
        </p:nvSpPr>
        <p:spPr/>
        <p:txBody>
          <a:bodyPr/>
          <a:lstStyle/>
          <a:p>
            <a:fld id="{8349544B-F866-4ED0-8997-24601187AE87}" type="slidenum">
              <a:rPr lang="en-US" smtClean="0"/>
              <a:t>10</a:t>
            </a:fld>
            <a:endParaRPr lang="en-US"/>
          </a:p>
        </p:txBody>
      </p:sp>
    </p:spTree>
    <p:extLst>
      <p:ext uri="{BB962C8B-B14F-4D97-AF65-F5344CB8AC3E}">
        <p14:creationId xmlns:p14="http://schemas.microsoft.com/office/powerpoint/2010/main" val="15072014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525960"/>
                </a:solidFill>
                <a:effectLst/>
                <a:latin typeface="-apple-system"/>
              </a:rPr>
              <a:t>The "Everything is a file" phrase defines the architecture of the operating system. It means that everything in the system from processes, files, directories, sockets, pipes, ... is represented by a file descriptor abstracted over the virtual filesystem layer in the kernel</a:t>
            </a:r>
          </a:p>
          <a:p>
            <a:r>
              <a:rPr lang="en-GB" b="1" i="0" dirty="0">
                <a:solidFill>
                  <a:srgbClr val="232629"/>
                </a:solidFill>
                <a:effectLst/>
                <a:latin typeface="-apple-system"/>
              </a:rPr>
              <a:t>Devices can be represented as file-like object under /dev/ filesystem</a:t>
            </a:r>
            <a:r>
              <a:rPr lang="en-GB" b="0" i="0" dirty="0">
                <a:solidFill>
                  <a:srgbClr val="232629"/>
                </a:solidFill>
                <a:effectLst/>
                <a:latin typeface="-apple-system"/>
              </a:rPr>
              <a:t>.</a:t>
            </a:r>
          </a:p>
          <a:p>
            <a:r>
              <a:rPr lang="en-GB" b="0" i="0" dirty="0">
                <a:solidFill>
                  <a:srgbClr val="232629"/>
                </a:solidFill>
                <a:effectLst/>
                <a:latin typeface="-apple-system"/>
              </a:rPr>
              <a:t>Unix has no direct equivalent of the Windows registry. The same information is scattered through the filesystem, largely in </a:t>
            </a:r>
            <a:r>
              <a:rPr lang="en-GB" dirty="0"/>
              <a:t>/etc</a:t>
            </a:r>
            <a:r>
              <a:rPr lang="en-GB" b="0" i="0" dirty="0">
                <a:solidFill>
                  <a:srgbClr val="232629"/>
                </a:solidFill>
                <a:effectLst/>
                <a:latin typeface="-apple-system"/>
              </a:rPr>
              <a:t>, </a:t>
            </a:r>
            <a:r>
              <a:rPr lang="en-GB" dirty="0"/>
              <a:t>/proc</a:t>
            </a:r>
            <a:r>
              <a:rPr lang="en-GB" b="0" i="0" dirty="0">
                <a:solidFill>
                  <a:srgbClr val="232629"/>
                </a:solidFill>
                <a:effectLst/>
                <a:latin typeface="-apple-system"/>
              </a:rPr>
              <a:t> and </a:t>
            </a:r>
            <a:r>
              <a:rPr lang="en-GB" dirty="0"/>
              <a:t>/sys</a:t>
            </a:r>
            <a:r>
              <a:rPr lang="en-GB" b="0" i="0" dirty="0">
                <a:solidFill>
                  <a:srgbClr val="232629"/>
                </a:solidFill>
                <a:effectLst/>
                <a:latin typeface="-apple-system"/>
              </a:rPr>
              <a:t>.</a:t>
            </a:r>
            <a:endParaRPr lang="en-US" dirty="0"/>
          </a:p>
        </p:txBody>
      </p:sp>
      <p:sp>
        <p:nvSpPr>
          <p:cNvPr id="4" name="Slide Number Placeholder 3"/>
          <p:cNvSpPr>
            <a:spLocks noGrp="1"/>
          </p:cNvSpPr>
          <p:nvPr>
            <p:ph type="sldNum" sz="quarter" idx="5"/>
          </p:nvPr>
        </p:nvSpPr>
        <p:spPr/>
        <p:txBody>
          <a:bodyPr/>
          <a:lstStyle/>
          <a:p>
            <a:fld id="{8349544B-F866-4ED0-8997-24601187AE87}" type="slidenum">
              <a:rPr lang="en-US" smtClean="0"/>
              <a:t>13</a:t>
            </a:fld>
            <a:endParaRPr lang="en-US"/>
          </a:p>
        </p:txBody>
      </p:sp>
    </p:spTree>
    <p:extLst>
      <p:ext uri="{BB962C8B-B14F-4D97-AF65-F5344CB8AC3E}">
        <p14:creationId xmlns:p14="http://schemas.microsoft.com/office/powerpoint/2010/main" val="20922261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49544B-F866-4ED0-8997-24601187AE87}" type="slidenum">
              <a:rPr lang="en-US" smtClean="0"/>
              <a:t>17</a:t>
            </a:fld>
            <a:endParaRPr lang="en-US"/>
          </a:p>
        </p:txBody>
      </p:sp>
    </p:spTree>
    <p:extLst>
      <p:ext uri="{BB962C8B-B14F-4D97-AF65-F5344CB8AC3E}">
        <p14:creationId xmlns:p14="http://schemas.microsoft.com/office/powerpoint/2010/main" val="20237118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74151"/>
                </a:solidFill>
                <a:effectLst/>
                <a:latin typeface="Söhne"/>
              </a:rPr>
              <a:t>Windows </a:t>
            </a:r>
            <a:r>
              <a:rPr lang="en-GB" b="0" i="0" dirty="0" err="1">
                <a:solidFill>
                  <a:srgbClr val="374151"/>
                </a:solidFill>
                <a:effectLst/>
                <a:latin typeface="Söhne"/>
              </a:rPr>
              <a:t>cmd</a:t>
            </a:r>
            <a:r>
              <a:rPr lang="en-GB" b="0" i="0" dirty="0">
                <a:solidFill>
                  <a:srgbClr val="374151"/>
                </a:solidFill>
                <a:effectLst/>
                <a:latin typeface="Söhne"/>
              </a:rPr>
              <a:t>: </a:t>
            </a:r>
          </a:p>
          <a:p>
            <a:endParaRPr lang="en-GB" b="0" i="0" dirty="0">
              <a:solidFill>
                <a:srgbClr val="374151"/>
              </a:solidFill>
              <a:effectLst/>
              <a:latin typeface="Söhne"/>
            </a:endParaRPr>
          </a:p>
          <a:p>
            <a:r>
              <a:rPr lang="en-GB" b="0" i="0" dirty="0">
                <a:solidFill>
                  <a:srgbClr val="374151"/>
                </a:solidFill>
                <a:effectLst/>
                <a:latin typeface="Söhne"/>
              </a:rPr>
              <a:t>wmic </a:t>
            </a:r>
            <a:r>
              <a:rPr lang="en-GB" b="0" i="0" dirty="0" err="1">
                <a:solidFill>
                  <a:srgbClr val="374151"/>
                </a:solidFill>
                <a:effectLst/>
                <a:latin typeface="Söhne"/>
              </a:rPr>
              <a:t>logicaldisk</a:t>
            </a:r>
            <a:r>
              <a:rPr lang="en-GB" b="0" i="0" dirty="0">
                <a:solidFill>
                  <a:srgbClr val="374151"/>
                </a:solidFill>
                <a:effectLst/>
                <a:latin typeface="Söhne"/>
              </a:rPr>
              <a:t> get size, </a:t>
            </a:r>
            <a:r>
              <a:rPr lang="en-GB" b="0" i="0" dirty="0" err="1">
                <a:solidFill>
                  <a:srgbClr val="374151"/>
                </a:solidFill>
                <a:effectLst/>
                <a:latin typeface="Söhne"/>
              </a:rPr>
              <a:t>freespace</a:t>
            </a:r>
            <a:r>
              <a:rPr lang="en-GB" b="0" i="0" dirty="0">
                <a:solidFill>
                  <a:srgbClr val="374151"/>
                </a:solidFill>
                <a:effectLst/>
                <a:latin typeface="Söhne"/>
              </a:rPr>
              <a:t>, caption</a:t>
            </a:r>
            <a:endParaRPr lang="en-US" dirty="0"/>
          </a:p>
        </p:txBody>
      </p:sp>
      <p:sp>
        <p:nvSpPr>
          <p:cNvPr id="4" name="Slide Number Placeholder 3"/>
          <p:cNvSpPr>
            <a:spLocks noGrp="1"/>
          </p:cNvSpPr>
          <p:nvPr>
            <p:ph type="sldNum" sz="quarter" idx="5"/>
          </p:nvPr>
        </p:nvSpPr>
        <p:spPr/>
        <p:txBody>
          <a:bodyPr/>
          <a:lstStyle/>
          <a:p>
            <a:fld id="{8349544B-F866-4ED0-8997-24601187AE87}" type="slidenum">
              <a:rPr lang="en-US" smtClean="0"/>
              <a:t>19</a:t>
            </a:fld>
            <a:endParaRPr lang="en-US"/>
          </a:p>
        </p:txBody>
      </p:sp>
    </p:spTree>
    <p:extLst>
      <p:ext uri="{BB962C8B-B14F-4D97-AF65-F5344CB8AC3E}">
        <p14:creationId xmlns:p14="http://schemas.microsoft.com/office/powerpoint/2010/main" val="5664319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a:t>
            </a:r>
          </a:p>
        </p:txBody>
      </p:sp>
      <p:sp>
        <p:nvSpPr>
          <p:cNvPr id="4" name="Slide Number Placeholder 3"/>
          <p:cNvSpPr>
            <a:spLocks noGrp="1"/>
          </p:cNvSpPr>
          <p:nvPr>
            <p:ph type="sldNum" sz="quarter" idx="5"/>
          </p:nvPr>
        </p:nvSpPr>
        <p:spPr/>
        <p:txBody>
          <a:bodyPr/>
          <a:lstStyle/>
          <a:p>
            <a:fld id="{8349544B-F866-4ED0-8997-24601187AE87}" type="slidenum">
              <a:rPr lang="en-US" smtClean="0"/>
              <a:t>24</a:t>
            </a:fld>
            <a:endParaRPr lang="en-US"/>
          </a:p>
        </p:txBody>
      </p:sp>
    </p:spTree>
    <p:extLst>
      <p:ext uri="{BB962C8B-B14F-4D97-AF65-F5344CB8AC3E}">
        <p14:creationId xmlns:p14="http://schemas.microsoft.com/office/powerpoint/2010/main" val="42515690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Windows path</a:t>
            </a:r>
          </a:p>
        </p:txBody>
      </p:sp>
      <p:sp>
        <p:nvSpPr>
          <p:cNvPr id="4" name="Slide Number Placeholder 3"/>
          <p:cNvSpPr>
            <a:spLocks noGrp="1"/>
          </p:cNvSpPr>
          <p:nvPr>
            <p:ph type="sldNum" sz="quarter" idx="5"/>
          </p:nvPr>
        </p:nvSpPr>
        <p:spPr/>
        <p:txBody>
          <a:bodyPr/>
          <a:lstStyle/>
          <a:p>
            <a:fld id="{8349544B-F866-4ED0-8997-24601187AE87}" type="slidenum">
              <a:rPr lang="en-US" smtClean="0"/>
              <a:t>33</a:t>
            </a:fld>
            <a:endParaRPr lang="en-US"/>
          </a:p>
        </p:txBody>
      </p:sp>
    </p:spTree>
    <p:extLst>
      <p:ext uri="{BB962C8B-B14F-4D97-AF65-F5344CB8AC3E}">
        <p14:creationId xmlns:p14="http://schemas.microsoft.com/office/powerpoint/2010/main" val="31696324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export PATH=/some/new/path:$PATH</a:t>
            </a:r>
          </a:p>
          <a:p>
            <a:endParaRPr lang="en-GB" dirty="0"/>
          </a:p>
          <a:p>
            <a:r>
              <a:rPr lang="en-GB" dirty="0"/>
              <a:t>In Windows </a:t>
            </a:r>
            <a:r>
              <a:rPr lang="en-GB" b="0" i="0" dirty="0" err="1">
                <a:solidFill>
                  <a:srgbClr val="374151"/>
                </a:solidFill>
                <a:effectLst/>
                <a:latin typeface="Söhne"/>
              </a:rPr>
              <a:t>setx</a:t>
            </a:r>
            <a:r>
              <a:rPr lang="en-GB" b="0" i="0" dirty="0">
                <a:solidFill>
                  <a:srgbClr val="374151"/>
                </a:solidFill>
                <a:effectLst/>
                <a:latin typeface="Söhne"/>
              </a:rPr>
              <a:t> path "%path%;C:\Program Files\Java\jdk1.8.0_202\bin" -m</a:t>
            </a:r>
            <a:endParaRPr lang="en-US" dirty="0"/>
          </a:p>
        </p:txBody>
      </p:sp>
      <p:sp>
        <p:nvSpPr>
          <p:cNvPr id="4" name="Slide Number Placeholder 3"/>
          <p:cNvSpPr>
            <a:spLocks noGrp="1"/>
          </p:cNvSpPr>
          <p:nvPr>
            <p:ph type="sldNum" sz="quarter" idx="5"/>
          </p:nvPr>
        </p:nvSpPr>
        <p:spPr/>
        <p:txBody>
          <a:bodyPr/>
          <a:lstStyle/>
          <a:p>
            <a:fld id="{8349544B-F866-4ED0-8997-24601187AE87}" type="slidenum">
              <a:rPr lang="en-US" smtClean="0"/>
              <a:t>34</a:t>
            </a:fld>
            <a:endParaRPr lang="en-US"/>
          </a:p>
        </p:txBody>
      </p:sp>
    </p:spTree>
    <p:extLst>
      <p:ext uri="{BB962C8B-B14F-4D97-AF65-F5344CB8AC3E}">
        <p14:creationId xmlns:p14="http://schemas.microsoft.com/office/powerpoint/2010/main" val="19938514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cat my_first_file.txt </a:t>
            </a:r>
          </a:p>
          <a:p>
            <a:r>
              <a:rPr lang="en-GB" dirty="0"/>
              <a:t>grep "hello" my_first_file.txt</a:t>
            </a:r>
          </a:p>
          <a:p>
            <a:endParaRPr lang="en-US" dirty="0"/>
          </a:p>
          <a:p>
            <a:r>
              <a:rPr lang="en-US" dirty="0"/>
              <a:t>https://sites.cs.ucsb.edu/~pconrad/topics/BackslashVsForwardSlash/</a:t>
            </a:r>
          </a:p>
        </p:txBody>
      </p:sp>
      <p:sp>
        <p:nvSpPr>
          <p:cNvPr id="4" name="Slide Number Placeholder 3"/>
          <p:cNvSpPr>
            <a:spLocks noGrp="1"/>
          </p:cNvSpPr>
          <p:nvPr>
            <p:ph type="sldNum" sz="quarter" idx="5"/>
          </p:nvPr>
        </p:nvSpPr>
        <p:spPr/>
        <p:txBody>
          <a:bodyPr/>
          <a:lstStyle/>
          <a:p>
            <a:fld id="{8349544B-F866-4ED0-8997-24601187AE87}" type="slidenum">
              <a:rPr lang="en-US" smtClean="0"/>
              <a:t>47</a:t>
            </a:fld>
            <a:endParaRPr lang="en-US"/>
          </a:p>
        </p:txBody>
      </p:sp>
    </p:spTree>
    <p:extLst>
      <p:ext uri="{BB962C8B-B14F-4D97-AF65-F5344CB8AC3E}">
        <p14:creationId xmlns:p14="http://schemas.microsoft.com/office/powerpoint/2010/main" val="33035232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nmap</a:t>
            </a:r>
            <a:r>
              <a:rPr lang="en-US" dirty="0"/>
              <a:t> localhost -p 21</a:t>
            </a:r>
          </a:p>
        </p:txBody>
      </p:sp>
      <p:sp>
        <p:nvSpPr>
          <p:cNvPr id="4" name="Slide Number Placeholder 3"/>
          <p:cNvSpPr>
            <a:spLocks noGrp="1"/>
          </p:cNvSpPr>
          <p:nvPr>
            <p:ph type="sldNum" sz="quarter" idx="5"/>
          </p:nvPr>
        </p:nvSpPr>
        <p:spPr/>
        <p:txBody>
          <a:bodyPr/>
          <a:lstStyle/>
          <a:p>
            <a:fld id="{8349544B-F866-4ED0-8997-24601187AE87}" type="slidenum">
              <a:rPr lang="en-US" smtClean="0"/>
              <a:t>53</a:t>
            </a:fld>
            <a:endParaRPr lang="en-US"/>
          </a:p>
        </p:txBody>
      </p:sp>
    </p:spTree>
    <p:extLst>
      <p:ext uri="{BB962C8B-B14F-4D97-AF65-F5344CB8AC3E}">
        <p14:creationId xmlns:p14="http://schemas.microsoft.com/office/powerpoint/2010/main" val="26640832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#!/bin/sh</a:t>
            </a:r>
          </a:p>
          <a:p>
            <a:r>
              <a:rPr lang="en-US"/>
              <a:t>echo </a:t>
            </a:r>
            <a:r>
              <a:rPr lang="en-US" dirty="0"/>
              <a:t>"Hello World" &gt; myFile.txt</a:t>
            </a:r>
          </a:p>
          <a:p>
            <a:r>
              <a:rPr lang="en-US" dirty="0"/>
              <a:t>ls myFile.txt -l</a:t>
            </a:r>
          </a:p>
        </p:txBody>
      </p:sp>
      <p:sp>
        <p:nvSpPr>
          <p:cNvPr id="4" name="Slide Number Placeholder 3"/>
          <p:cNvSpPr>
            <a:spLocks noGrp="1"/>
          </p:cNvSpPr>
          <p:nvPr>
            <p:ph type="sldNum" sz="quarter" idx="5"/>
          </p:nvPr>
        </p:nvSpPr>
        <p:spPr/>
        <p:txBody>
          <a:bodyPr/>
          <a:lstStyle/>
          <a:p>
            <a:fld id="{8349544B-F866-4ED0-8997-24601187AE87}" type="slidenum">
              <a:rPr lang="en-US" smtClean="0"/>
              <a:t>56</a:t>
            </a:fld>
            <a:endParaRPr lang="en-US"/>
          </a:p>
        </p:txBody>
      </p:sp>
    </p:spTree>
    <p:extLst>
      <p:ext uri="{BB962C8B-B14F-4D97-AF65-F5344CB8AC3E}">
        <p14:creationId xmlns:p14="http://schemas.microsoft.com/office/powerpoint/2010/main" val="42399576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export PATH=/home/kali/</a:t>
            </a:r>
            <a:r>
              <a:rPr lang="en-GB" dirty="0" err="1"/>
              <a:t>myfolder</a:t>
            </a:r>
            <a:r>
              <a:rPr lang="en-GB" dirty="0"/>
              <a:t>:$PATH</a:t>
            </a:r>
            <a:endParaRPr lang="en-US" dirty="0"/>
          </a:p>
        </p:txBody>
      </p:sp>
      <p:sp>
        <p:nvSpPr>
          <p:cNvPr id="4" name="Slide Number Placeholder 3"/>
          <p:cNvSpPr>
            <a:spLocks noGrp="1"/>
          </p:cNvSpPr>
          <p:nvPr>
            <p:ph type="sldNum" sz="quarter" idx="5"/>
          </p:nvPr>
        </p:nvSpPr>
        <p:spPr/>
        <p:txBody>
          <a:bodyPr/>
          <a:lstStyle/>
          <a:p>
            <a:fld id="{8349544B-F866-4ED0-8997-24601187AE87}" type="slidenum">
              <a:rPr lang="en-US" smtClean="0"/>
              <a:t>59</a:t>
            </a:fld>
            <a:endParaRPr lang="en-US"/>
          </a:p>
        </p:txBody>
      </p:sp>
    </p:spTree>
    <p:extLst>
      <p:ext uri="{BB962C8B-B14F-4D97-AF65-F5344CB8AC3E}">
        <p14:creationId xmlns:p14="http://schemas.microsoft.com/office/powerpoint/2010/main" val="4363221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263717A-E3C1-4BED-ABE0-B7069385E023}"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0"/>
            <a:ext cx="2766646" cy="365125"/>
          </a:xfrm>
        </p:spPr>
        <p:txBody>
          <a:bodyPr/>
          <a:lstStyle/>
          <a:p>
            <a:fld id="{3FE6F5B0-BCF1-4291-802C-4ED5F9057036}" type="slidenum">
              <a:rPr lang="en-US" smtClean="0"/>
              <a:t>‹#›</a:t>
            </a:fld>
            <a:endParaRPr lang="en-US" dirty="0"/>
          </a:p>
        </p:txBody>
      </p:sp>
    </p:spTree>
    <p:extLst>
      <p:ext uri="{BB962C8B-B14F-4D97-AF65-F5344CB8AC3E}">
        <p14:creationId xmlns:p14="http://schemas.microsoft.com/office/powerpoint/2010/main" val="821171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430622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63717A-E3C1-4BED-ABE0-B7069385E023}"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993569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263717A-E3C1-4BED-ABE0-B7069385E023}"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858911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263717A-E3C1-4BED-ABE0-B7069385E023}" type="datetimeFigureOut">
              <a:rPr lang="en-US" smtClean="0"/>
              <a:t>6/19/2026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771692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263717A-E3C1-4BED-ABE0-B7069385E023}" type="datetimeFigureOut">
              <a:rPr lang="en-US" smtClean="0"/>
              <a:t>6/19/2026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600089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63717A-E3C1-4BED-ABE0-B7069385E023}" type="datetimeFigureOut">
              <a:rPr lang="en-US" smtClean="0"/>
              <a:t>6/19/2026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1996400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63717A-E3C1-4BED-ABE0-B7069385E023}"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330900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63717A-E3C1-4BED-ABE0-B7069385E023}"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1948037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1769651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7959005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92"/>
        <p:cNvGrpSpPr/>
        <p:nvPr/>
      </p:nvGrpSpPr>
      <p:grpSpPr>
        <a:xfrm>
          <a:off x="0" y="0"/>
          <a:ext cx="0" cy="0"/>
          <a:chOff x="0" y="0"/>
          <a:chExt cx="0" cy="0"/>
        </a:xfrm>
      </p:grpSpPr>
      <p:sp>
        <p:nvSpPr>
          <p:cNvPr id="193" name="Google Shape;193;p3"/>
          <p:cNvSpPr txBox="1">
            <a:spLocks noGrp="1"/>
          </p:cNvSpPr>
          <p:nvPr>
            <p:ph type="ctrTitle"/>
          </p:nvPr>
        </p:nvSpPr>
        <p:spPr>
          <a:xfrm>
            <a:off x="4281247" y="2215683"/>
            <a:ext cx="7068800" cy="1546400"/>
          </a:xfrm>
          <a:prstGeom prst="rect">
            <a:avLst/>
          </a:prstGeom>
        </p:spPr>
        <p:txBody>
          <a:bodyPr spcFirstLastPara="1" wrap="square" lIns="91425" tIns="91425" rIns="91425" bIns="91425" anchor="b" anchorCtr="0"/>
          <a:lstStyle>
            <a:lvl1pPr lvl="0" algn="r" rtl="0">
              <a:spcBef>
                <a:spcPts val="0"/>
              </a:spcBef>
              <a:spcAft>
                <a:spcPts val="0"/>
              </a:spcAft>
              <a:buSzPts val="3700"/>
              <a:buNone/>
              <a:defRPr sz="4933" b="0"/>
            </a:lvl1pPr>
            <a:lvl2pPr lvl="1" algn="r" rtl="0">
              <a:spcBef>
                <a:spcPts val="0"/>
              </a:spcBef>
              <a:spcAft>
                <a:spcPts val="0"/>
              </a:spcAft>
              <a:buSzPts val="3700"/>
              <a:buNone/>
              <a:defRPr sz="4933" b="0"/>
            </a:lvl2pPr>
            <a:lvl3pPr lvl="2" algn="r" rtl="0">
              <a:spcBef>
                <a:spcPts val="0"/>
              </a:spcBef>
              <a:spcAft>
                <a:spcPts val="0"/>
              </a:spcAft>
              <a:buSzPts val="3700"/>
              <a:buNone/>
              <a:defRPr sz="4933" b="0"/>
            </a:lvl3pPr>
            <a:lvl4pPr lvl="3" algn="r" rtl="0">
              <a:spcBef>
                <a:spcPts val="0"/>
              </a:spcBef>
              <a:spcAft>
                <a:spcPts val="0"/>
              </a:spcAft>
              <a:buSzPts val="3700"/>
              <a:buNone/>
              <a:defRPr sz="4933" b="0"/>
            </a:lvl4pPr>
            <a:lvl5pPr lvl="4" algn="r" rtl="0">
              <a:spcBef>
                <a:spcPts val="0"/>
              </a:spcBef>
              <a:spcAft>
                <a:spcPts val="0"/>
              </a:spcAft>
              <a:buSzPts val="3700"/>
              <a:buNone/>
              <a:defRPr sz="4933" b="0"/>
            </a:lvl5pPr>
            <a:lvl6pPr lvl="5" algn="r" rtl="0">
              <a:spcBef>
                <a:spcPts val="0"/>
              </a:spcBef>
              <a:spcAft>
                <a:spcPts val="0"/>
              </a:spcAft>
              <a:buSzPts val="3700"/>
              <a:buNone/>
              <a:defRPr sz="4933" b="0"/>
            </a:lvl6pPr>
            <a:lvl7pPr lvl="6" algn="r" rtl="0">
              <a:spcBef>
                <a:spcPts val="0"/>
              </a:spcBef>
              <a:spcAft>
                <a:spcPts val="0"/>
              </a:spcAft>
              <a:buSzPts val="3700"/>
              <a:buNone/>
              <a:defRPr sz="4933" b="0"/>
            </a:lvl7pPr>
            <a:lvl8pPr lvl="7" algn="r" rtl="0">
              <a:spcBef>
                <a:spcPts val="0"/>
              </a:spcBef>
              <a:spcAft>
                <a:spcPts val="0"/>
              </a:spcAft>
              <a:buSzPts val="3700"/>
              <a:buNone/>
              <a:defRPr sz="4933" b="0"/>
            </a:lvl8pPr>
            <a:lvl9pPr lvl="8" algn="r" rtl="0">
              <a:spcBef>
                <a:spcPts val="0"/>
              </a:spcBef>
              <a:spcAft>
                <a:spcPts val="0"/>
              </a:spcAft>
              <a:buSzPts val="3700"/>
              <a:buNone/>
              <a:defRPr sz="4933" b="0"/>
            </a:lvl9pPr>
          </a:lstStyle>
          <a:p>
            <a:endParaRPr/>
          </a:p>
        </p:txBody>
      </p:sp>
      <p:sp>
        <p:nvSpPr>
          <p:cNvPr id="194" name="Google Shape;194;p3"/>
          <p:cNvSpPr txBox="1">
            <a:spLocks noGrp="1"/>
          </p:cNvSpPr>
          <p:nvPr>
            <p:ph type="subTitle" idx="1"/>
          </p:nvPr>
        </p:nvSpPr>
        <p:spPr>
          <a:xfrm>
            <a:off x="4281180" y="3818903"/>
            <a:ext cx="7068800" cy="1046400"/>
          </a:xfrm>
          <a:prstGeom prst="rect">
            <a:avLst/>
          </a:prstGeom>
        </p:spPr>
        <p:txBody>
          <a:bodyPr spcFirstLastPara="1" wrap="square" lIns="91425" tIns="91425" rIns="91425" bIns="91425" anchor="t" anchorCtr="0"/>
          <a:lstStyle>
            <a:lvl1pPr lvl="0" algn="r" rtl="0">
              <a:spcBef>
                <a:spcPts val="0"/>
              </a:spcBef>
              <a:spcAft>
                <a:spcPts val="0"/>
              </a:spcAft>
              <a:buClr>
                <a:srgbClr val="1C4587"/>
              </a:buClr>
              <a:buSzPts val="2600"/>
              <a:buNone/>
              <a:defRPr>
                <a:solidFill>
                  <a:srgbClr val="1C4587"/>
                </a:solidFill>
              </a:defRPr>
            </a:lvl1pPr>
            <a:lvl2pPr lvl="1" algn="r" rtl="0">
              <a:spcBef>
                <a:spcPts val="0"/>
              </a:spcBef>
              <a:spcAft>
                <a:spcPts val="0"/>
              </a:spcAft>
              <a:buClr>
                <a:srgbClr val="1C4587"/>
              </a:buClr>
              <a:buSzPts val="3000"/>
              <a:buNone/>
              <a:defRPr sz="4000">
                <a:solidFill>
                  <a:srgbClr val="1C4587"/>
                </a:solidFill>
              </a:defRPr>
            </a:lvl2pPr>
            <a:lvl3pPr lvl="2" algn="r" rtl="0">
              <a:spcBef>
                <a:spcPts val="0"/>
              </a:spcBef>
              <a:spcAft>
                <a:spcPts val="0"/>
              </a:spcAft>
              <a:buClr>
                <a:srgbClr val="1C4587"/>
              </a:buClr>
              <a:buSzPts val="3000"/>
              <a:buNone/>
              <a:defRPr sz="4000">
                <a:solidFill>
                  <a:srgbClr val="1C4587"/>
                </a:solidFill>
              </a:defRPr>
            </a:lvl3pPr>
            <a:lvl4pPr lvl="3" algn="r" rtl="0">
              <a:spcBef>
                <a:spcPts val="0"/>
              </a:spcBef>
              <a:spcAft>
                <a:spcPts val="0"/>
              </a:spcAft>
              <a:buClr>
                <a:srgbClr val="1C4587"/>
              </a:buClr>
              <a:buSzPts val="3000"/>
              <a:buNone/>
              <a:defRPr sz="4000">
                <a:solidFill>
                  <a:srgbClr val="1C4587"/>
                </a:solidFill>
              </a:defRPr>
            </a:lvl4pPr>
            <a:lvl5pPr lvl="4" algn="r" rtl="0">
              <a:spcBef>
                <a:spcPts val="0"/>
              </a:spcBef>
              <a:spcAft>
                <a:spcPts val="0"/>
              </a:spcAft>
              <a:buClr>
                <a:srgbClr val="1C4587"/>
              </a:buClr>
              <a:buSzPts val="3000"/>
              <a:buNone/>
              <a:defRPr sz="4000">
                <a:solidFill>
                  <a:srgbClr val="1C4587"/>
                </a:solidFill>
              </a:defRPr>
            </a:lvl5pPr>
            <a:lvl6pPr lvl="5" algn="r" rtl="0">
              <a:spcBef>
                <a:spcPts val="0"/>
              </a:spcBef>
              <a:spcAft>
                <a:spcPts val="0"/>
              </a:spcAft>
              <a:buClr>
                <a:srgbClr val="1C4587"/>
              </a:buClr>
              <a:buSzPts val="3000"/>
              <a:buNone/>
              <a:defRPr sz="4000">
                <a:solidFill>
                  <a:srgbClr val="1C4587"/>
                </a:solidFill>
              </a:defRPr>
            </a:lvl6pPr>
            <a:lvl7pPr lvl="6" algn="r" rtl="0">
              <a:spcBef>
                <a:spcPts val="0"/>
              </a:spcBef>
              <a:spcAft>
                <a:spcPts val="0"/>
              </a:spcAft>
              <a:buClr>
                <a:srgbClr val="1C4587"/>
              </a:buClr>
              <a:buSzPts val="3000"/>
              <a:buNone/>
              <a:defRPr sz="4000">
                <a:solidFill>
                  <a:srgbClr val="1C4587"/>
                </a:solidFill>
              </a:defRPr>
            </a:lvl7pPr>
            <a:lvl8pPr lvl="7" algn="r" rtl="0">
              <a:spcBef>
                <a:spcPts val="0"/>
              </a:spcBef>
              <a:spcAft>
                <a:spcPts val="0"/>
              </a:spcAft>
              <a:buClr>
                <a:srgbClr val="1C4587"/>
              </a:buClr>
              <a:buSzPts val="3000"/>
              <a:buNone/>
              <a:defRPr sz="4000">
                <a:solidFill>
                  <a:srgbClr val="1C4587"/>
                </a:solidFill>
              </a:defRPr>
            </a:lvl8pPr>
            <a:lvl9pPr lvl="8" algn="r" rtl="0">
              <a:spcBef>
                <a:spcPts val="0"/>
              </a:spcBef>
              <a:spcAft>
                <a:spcPts val="0"/>
              </a:spcAft>
              <a:buClr>
                <a:srgbClr val="1C4587"/>
              </a:buClr>
              <a:buSzPts val="3000"/>
              <a:buNone/>
              <a:defRPr sz="4000">
                <a:solidFill>
                  <a:srgbClr val="1C4587"/>
                </a:solidFill>
              </a:defRPr>
            </a:lvl9pPr>
          </a:lstStyle>
          <a:p>
            <a:endParaRPr/>
          </a:p>
        </p:txBody>
      </p:sp>
      <p:sp>
        <p:nvSpPr>
          <p:cNvPr id="195" name="Google Shape;195;p3"/>
          <p:cNvSpPr/>
          <p:nvPr/>
        </p:nvSpPr>
        <p:spPr>
          <a:xfrm>
            <a:off x="5882774" y="6215517"/>
            <a:ext cx="600733" cy="744979"/>
          </a:xfrm>
          <a:custGeom>
            <a:avLst/>
            <a:gdLst/>
            <a:ahLst/>
            <a:cxnLst/>
            <a:rect l="l" t="t" r="r" b="b"/>
            <a:pathLst>
              <a:path w="15884" h="19698" extrusionOk="0">
                <a:moveTo>
                  <a:pt x="9355" y="4108"/>
                </a:moveTo>
                <a:lnTo>
                  <a:pt x="9465" y="4145"/>
                </a:lnTo>
                <a:lnTo>
                  <a:pt x="9538" y="4182"/>
                </a:lnTo>
                <a:lnTo>
                  <a:pt x="9648" y="4328"/>
                </a:lnTo>
                <a:lnTo>
                  <a:pt x="9721" y="4549"/>
                </a:lnTo>
                <a:lnTo>
                  <a:pt x="9721" y="4769"/>
                </a:lnTo>
                <a:lnTo>
                  <a:pt x="9721" y="4842"/>
                </a:lnTo>
                <a:lnTo>
                  <a:pt x="9685" y="4879"/>
                </a:lnTo>
                <a:lnTo>
                  <a:pt x="9575" y="4952"/>
                </a:lnTo>
                <a:lnTo>
                  <a:pt x="9391" y="4952"/>
                </a:lnTo>
                <a:lnTo>
                  <a:pt x="9355" y="4915"/>
                </a:lnTo>
                <a:lnTo>
                  <a:pt x="9281" y="4842"/>
                </a:lnTo>
                <a:lnTo>
                  <a:pt x="9208" y="4695"/>
                </a:lnTo>
                <a:lnTo>
                  <a:pt x="9171" y="4549"/>
                </a:lnTo>
                <a:lnTo>
                  <a:pt x="9171" y="4438"/>
                </a:lnTo>
                <a:lnTo>
                  <a:pt x="9171" y="4328"/>
                </a:lnTo>
                <a:lnTo>
                  <a:pt x="9245" y="4108"/>
                </a:lnTo>
                <a:close/>
                <a:moveTo>
                  <a:pt x="9355" y="3705"/>
                </a:moveTo>
                <a:lnTo>
                  <a:pt x="9245" y="3742"/>
                </a:lnTo>
                <a:lnTo>
                  <a:pt x="9135" y="3778"/>
                </a:lnTo>
                <a:lnTo>
                  <a:pt x="9025" y="3852"/>
                </a:lnTo>
                <a:lnTo>
                  <a:pt x="8988" y="3925"/>
                </a:lnTo>
                <a:lnTo>
                  <a:pt x="8914" y="3998"/>
                </a:lnTo>
                <a:lnTo>
                  <a:pt x="8841" y="4218"/>
                </a:lnTo>
                <a:lnTo>
                  <a:pt x="8804" y="4475"/>
                </a:lnTo>
                <a:lnTo>
                  <a:pt x="8804" y="4659"/>
                </a:lnTo>
                <a:lnTo>
                  <a:pt x="8841" y="4805"/>
                </a:lnTo>
                <a:lnTo>
                  <a:pt x="8878" y="4952"/>
                </a:lnTo>
                <a:lnTo>
                  <a:pt x="8988" y="5099"/>
                </a:lnTo>
                <a:lnTo>
                  <a:pt x="9098" y="5209"/>
                </a:lnTo>
                <a:lnTo>
                  <a:pt x="9245" y="5282"/>
                </a:lnTo>
                <a:lnTo>
                  <a:pt x="9391" y="5355"/>
                </a:lnTo>
                <a:lnTo>
                  <a:pt x="9538" y="5355"/>
                </a:lnTo>
                <a:lnTo>
                  <a:pt x="9721" y="5319"/>
                </a:lnTo>
                <a:lnTo>
                  <a:pt x="9868" y="5245"/>
                </a:lnTo>
                <a:lnTo>
                  <a:pt x="10015" y="5135"/>
                </a:lnTo>
                <a:lnTo>
                  <a:pt x="10088" y="4989"/>
                </a:lnTo>
                <a:lnTo>
                  <a:pt x="10125" y="4805"/>
                </a:lnTo>
                <a:lnTo>
                  <a:pt x="10125" y="4659"/>
                </a:lnTo>
                <a:lnTo>
                  <a:pt x="10088" y="4475"/>
                </a:lnTo>
                <a:lnTo>
                  <a:pt x="10052" y="4292"/>
                </a:lnTo>
                <a:lnTo>
                  <a:pt x="9978" y="4145"/>
                </a:lnTo>
                <a:lnTo>
                  <a:pt x="9905" y="3998"/>
                </a:lnTo>
                <a:lnTo>
                  <a:pt x="9795" y="3888"/>
                </a:lnTo>
                <a:lnTo>
                  <a:pt x="9648" y="3778"/>
                </a:lnTo>
                <a:lnTo>
                  <a:pt x="9501" y="3742"/>
                </a:lnTo>
                <a:lnTo>
                  <a:pt x="9355" y="3705"/>
                </a:lnTo>
                <a:close/>
                <a:moveTo>
                  <a:pt x="11262" y="6676"/>
                </a:moveTo>
                <a:lnTo>
                  <a:pt x="11262" y="6786"/>
                </a:lnTo>
                <a:lnTo>
                  <a:pt x="11225" y="6859"/>
                </a:lnTo>
                <a:lnTo>
                  <a:pt x="11152" y="6933"/>
                </a:lnTo>
                <a:lnTo>
                  <a:pt x="11042" y="7006"/>
                </a:lnTo>
                <a:lnTo>
                  <a:pt x="10785" y="7116"/>
                </a:lnTo>
                <a:lnTo>
                  <a:pt x="10602" y="7190"/>
                </a:lnTo>
                <a:lnTo>
                  <a:pt x="9795" y="7556"/>
                </a:lnTo>
                <a:lnTo>
                  <a:pt x="9721" y="7263"/>
                </a:lnTo>
                <a:lnTo>
                  <a:pt x="10639" y="6823"/>
                </a:lnTo>
                <a:lnTo>
                  <a:pt x="11079" y="6676"/>
                </a:lnTo>
                <a:close/>
                <a:moveTo>
                  <a:pt x="11115" y="6273"/>
                </a:moveTo>
                <a:lnTo>
                  <a:pt x="10859" y="6346"/>
                </a:lnTo>
                <a:lnTo>
                  <a:pt x="10052" y="6639"/>
                </a:lnTo>
                <a:lnTo>
                  <a:pt x="9648" y="6823"/>
                </a:lnTo>
                <a:lnTo>
                  <a:pt x="9281" y="7006"/>
                </a:lnTo>
                <a:lnTo>
                  <a:pt x="9208" y="7080"/>
                </a:lnTo>
                <a:lnTo>
                  <a:pt x="9208" y="7116"/>
                </a:lnTo>
                <a:lnTo>
                  <a:pt x="9208" y="7190"/>
                </a:lnTo>
                <a:lnTo>
                  <a:pt x="9208" y="7263"/>
                </a:lnTo>
                <a:lnTo>
                  <a:pt x="9318" y="7336"/>
                </a:lnTo>
                <a:lnTo>
                  <a:pt x="9465" y="7336"/>
                </a:lnTo>
                <a:lnTo>
                  <a:pt x="9465" y="7593"/>
                </a:lnTo>
                <a:lnTo>
                  <a:pt x="9538" y="7813"/>
                </a:lnTo>
                <a:lnTo>
                  <a:pt x="9575" y="7887"/>
                </a:lnTo>
                <a:lnTo>
                  <a:pt x="9648" y="7923"/>
                </a:lnTo>
                <a:lnTo>
                  <a:pt x="9758" y="7923"/>
                </a:lnTo>
                <a:lnTo>
                  <a:pt x="10492" y="7630"/>
                </a:lnTo>
                <a:lnTo>
                  <a:pt x="10859" y="7483"/>
                </a:lnTo>
                <a:lnTo>
                  <a:pt x="11225" y="7336"/>
                </a:lnTo>
                <a:lnTo>
                  <a:pt x="11409" y="7190"/>
                </a:lnTo>
                <a:lnTo>
                  <a:pt x="11556" y="7006"/>
                </a:lnTo>
                <a:lnTo>
                  <a:pt x="11629" y="6896"/>
                </a:lnTo>
                <a:lnTo>
                  <a:pt x="11629" y="6786"/>
                </a:lnTo>
                <a:lnTo>
                  <a:pt x="11629" y="6676"/>
                </a:lnTo>
                <a:lnTo>
                  <a:pt x="11592" y="6566"/>
                </a:lnTo>
                <a:lnTo>
                  <a:pt x="11556" y="6419"/>
                </a:lnTo>
                <a:lnTo>
                  <a:pt x="11482" y="6346"/>
                </a:lnTo>
                <a:lnTo>
                  <a:pt x="11372" y="6273"/>
                </a:lnTo>
                <a:close/>
                <a:moveTo>
                  <a:pt x="10198" y="2861"/>
                </a:moveTo>
                <a:lnTo>
                  <a:pt x="10235" y="3228"/>
                </a:lnTo>
                <a:lnTo>
                  <a:pt x="10345" y="3595"/>
                </a:lnTo>
                <a:lnTo>
                  <a:pt x="10565" y="4292"/>
                </a:lnTo>
                <a:lnTo>
                  <a:pt x="10822" y="5062"/>
                </a:lnTo>
                <a:lnTo>
                  <a:pt x="10895" y="5282"/>
                </a:lnTo>
                <a:lnTo>
                  <a:pt x="9025" y="6052"/>
                </a:lnTo>
                <a:lnTo>
                  <a:pt x="7154" y="6786"/>
                </a:lnTo>
                <a:lnTo>
                  <a:pt x="5173" y="7593"/>
                </a:lnTo>
                <a:lnTo>
                  <a:pt x="4146" y="7997"/>
                </a:lnTo>
                <a:lnTo>
                  <a:pt x="3816" y="8143"/>
                </a:lnTo>
                <a:lnTo>
                  <a:pt x="3486" y="8290"/>
                </a:lnTo>
                <a:lnTo>
                  <a:pt x="3266" y="7887"/>
                </a:lnTo>
                <a:lnTo>
                  <a:pt x="3045" y="7446"/>
                </a:lnTo>
                <a:lnTo>
                  <a:pt x="2679" y="6566"/>
                </a:lnTo>
                <a:lnTo>
                  <a:pt x="2532" y="6162"/>
                </a:lnTo>
                <a:lnTo>
                  <a:pt x="2385" y="5869"/>
                </a:lnTo>
                <a:lnTo>
                  <a:pt x="2238" y="5612"/>
                </a:lnTo>
                <a:lnTo>
                  <a:pt x="2715" y="5539"/>
                </a:lnTo>
                <a:lnTo>
                  <a:pt x="3192" y="5429"/>
                </a:lnTo>
                <a:lnTo>
                  <a:pt x="3669" y="5282"/>
                </a:lnTo>
                <a:lnTo>
                  <a:pt x="4146" y="5099"/>
                </a:lnTo>
                <a:lnTo>
                  <a:pt x="5210" y="4659"/>
                </a:lnTo>
                <a:lnTo>
                  <a:pt x="6273" y="4218"/>
                </a:lnTo>
                <a:lnTo>
                  <a:pt x="6824" y="4035"/>
                </a:lnTo>
                <a:lnTo>
                  <a:pt x="7374" y="3852"/>
                </a:lnTo>
                <a:lnTo>
                  <a:pt x="8474" y="3558"/>
                </a:lnTo>
                <a:lnTo>
                  <a:pt x="9025" y="3411"/>
                </a:lnTo>
                <a:lnTo>
                  <a:pt x="9538" y="3191"/>
                </a:lnTo>
                <a:lnTo>
                  <a:pt x="9868" y="3081"/>
                </a:lnTo>
                <a:lnTo>
                  <a:pt x="10015" y="2971"/>
                </a:lnTo>
                <a:lnTo>
                  <a:pt x="10198" y="2861"/>
                </a:lnTo>
                <a:close/>
                <a:moveTo>
                  <a:pt x="8658" y="7740"/>
                </a:moveTo>
                <a:lnTo>
                  <a:pt x="8694" y="7923"/>
                </a:lnTo>
                <a:lnTo>
                  <a:pt x="8071" y="8253"/>
                </a:lnTo>
                <a:lnTo>
                  <a:pt x="7704" y="8437"/>
                </a:lnTo>
                <a:lnTo>
                  <a:pt x="7594" y="8437"/>
                </a:lnTo>
                <a:lnTo>
                  <a:pt x="7557" y="8363"/>
                </a:lnTo>
                <a:lnTo>
                  <a:pt x="7557" y="8180"/>
                </a:lnTo>
                <a:lnTo>
                  <a:pt x="8658" y="7740"/>
                </a:lnTo>
                <a:close/>
                <a:moveTo>
                  <a:pt x="10198" y="2384"/>
                </a:moveTo>
                <a:lnTo>
                  <a:pt x="9978" y="2458"/>
                </a:lnTo>
                <a:lnTo>
                  <a:pt x="9795" y="2568"/>
                </a:lnTo>
                <a:lnTo>
                  <a:pt x="9391" y="2788"/>
                </a:lnTo>
                <a:lnTo>
                  <a:pt x="8841" y="2971"/>
                </a:lnTo>
                <a:lnTo>
                  <a:pt x="8328" y="3155"/>
                </a:lnTo>
                <a:lnTo>
                  <a:pt x="7264" y="3411"/>
                </a:lnTo>
                <a:lnTo>
                  <a:pt x="6750" y="3558"/>
                </a:lnTo>
                <a:lnTo>
                  <a:pt x="6237" y="3742"/>
                </a:lnTo>
                <a:lnTo>
                  <a:pt x="5210" y="4145"/>
                </a:lnTo>
                <a:lnTo>
                  <a:pt x="4219" y="4585"/>
                </a:lnTo>
                <a:lnTo>
                  <a:pt x="3669" y="4805"/>
                </a:lnTo>
                <a:lnTo>
                  <a:pt x="3119" y="4989"/>
                </a:lnTo>
                <a:lnTo>
                  <a:pt x="2018" y="5319"/>
                </a:lnTo>
                <a:lnTo>
                  <a:pt x="1945" y="5355"/>
                </a:lnTo>
                <a:lnTo>
                  <a:pt x="1908" y="5392"/>
                </a:lnTo>
                <a:lnTo>
                  <a:pt x="1908" y="5466"/>
                </a:lnTo>
                <a:lnTo>
                  <a:pt x="1945" y="5539"/>
                </a:lnTo>
                <a:lnTo>
                  <a:pt x="1982" y="5576"/>
                </a:lnTo>
                <a:lnTo>
                  <a:pt x="1945" y="5686"/>
                </a:lnTo>
                <a:lnTo>
                  <a:pt x="1945" y="5759"/>
                </a:lnTo>
                <a:lnTo>
                  <a:pt x="2018" y="5979"/>
                </a:lnTo>
                <a:lnTo>
                  <a:pt x="2165" y="6456"/>
                </a:lnTo>
                <a:lnTo>
                  <a:pt x="2385" y="6933"/>
                </a:lnTo>
                <a:lnTo>
                  <a:pt x="2752" y="7850"/>
                </a:lnTo>
                <a:lnTo>
                  <a:pt x="2972" y="8290"/>
                </a:lnTo>
                <a:lnTo>
                  <a:pt x="3192" y="8694"/>
                </a:lnTo>
                <a:lnTo>
                  <a:pt x="3266" y="8767"/>
                </a:lnTo>
                <a:lnTo>
                  <a:pt x="3302" y="8804"/>
                </a:lnTo>
                <a:lnTo>
                  <a:pt x="3412" y="8804"/>
                </a:lnTo>
                <a:lnTo>
                  <a:pt x="3522" y="8730"/>
                </a:lnTo>
                <a:lnTo>
                  <a:pt x="3596" y="8620"/>
                </a:lnTo>
                <a:lnTo>
                  <a:pt x="3999" y="8510"/>
                </a:lnTo>
                <a:lnTo>
                  <a:pt x="4403" y="8363"/>
                </a:lnTo>
                <a:lnTo>
                  <a:pt x="5173" y="8033"/>
                </a:lnTo>
                <a:lnTo>
                  <a:pt x="7300" y="7190"/>
                </a:lnTo>
                <a:lnTo>
                  <a:pt x="9281" y="6419"/>
                </a:lnTo>
                <a:lnTo>
                  <a:pt x="10235" y="6052"/>
                </a:lnTo>
                <a:lnTo>
                  <a:pt x="10712" y="5832"/>
                </a:lnTo>
                <a:lnTo>
                  <a:pt x="11152" y="5612"/>
                </a:lnTo>
                <a:lnTo>
                  <a:pt x="11262" y="5612"/>
                </a:lnTo>
                <a:lnTo>
                  <a:pt x="11335" y="5539"/>
                </a:lnTo>
                <a:lnTo>
                  <a:pt x="11372" y="5392"/>
                </a:lnTo>
                <a:lnTo>
                  <a:pt x="11372" y="5282"/>
                </a:lnTo>
                <a:lnTo>
                  <a:pt x="11299" y="5025"/>
                </a:lnTo>
                <a:lnTo>
                  <a:pt x="11042" y="4255"/>
                </a:lnTo>
                <a:lnTo>
                  <a:pt x="10785" y="3485"/>
                </a:lnTo>
                <a:lnTo>
                  <a:pt x="10639" y="3118"/>
                </a:lnTo>
                <a:lnTo>
                  <a:pt x="10455" y="2751"/>
                </a:lnTo>
                <a:lnTo>
                  <a:pt x="10418" y="2714"/>
                </a:lnTo>
                <a:lnTo>
                  <a:pt x="10345" y="2678"/>
                </a:lnTo>
                <a:lnTo>
                  <a:pt x="10382" y="2568"/>
                </a:lnTo>
                <a:lnTo>
                  <a:pt x="10382" y="2494"/>
                </a:lnTo>
                <a:lnTo>
                  <a:pt x="10308" y="2421"/>
                </a:lnTo>
                <a:lnTo>
                  <a:pt x="10198" y="2384"/>
                </a:lnTo>
                <a:close/>
                <a:moveTo>
                  <a:pt x="8694" y="7263"/>
                </a:moveTo>
                <a:lnTo>
                  <a:pt x="7337" y="7813"/>
                </a:lnTo>
                <a:lnTo>
                  <a:pt x="7264" y="7850"/>
                </a:lnTo>
                <a:lnTo>
                  <a:pt x="7227" y="7923"/>
                </a:lnTo>
                <a:lnTo>
                  <a:pt x="7190" y="7997"/>
                </a:lnTo>
                <a:lnTo>
                  <a:pt x="7227" y="8070"/>
                </a:lnTo>
                <a:lnTo>
                  <a:pt x="7190" y="8143"/>
                </a:lnTo>
                <a:lnTo>
                  <a:pt x="7154" y="8363"/>
                </a:lnTo>
                <a:lnTo>
                  <a:pt x="7190" y="8620"/>
                </a:lnTo>
                <a:lnTo>
                  <a:pt x="7227" y="8730"/>
                </a:lnTo>
                <a:lnTo>
                  <a:pt x="7300" y="8840"/>
                </a:lnTo>
                <a:lnTo>
                  <a:pt x="7411" y="8877"/>
                </a:lnTo>
                <a:lnTo>
                  <a:pt x="7557" y="8877"/>
                </a:lnTo>
                <a:lnTo>
                  <a:pt x="7704" y="8840"/>
                </a:lnTo>
                <a:lnTo>
                  <a:pt x="7887" y="8804"/>
                </a:lnTo>
                <a:lnTo>
                  <a:pt x="8218" y="8620"/>
                </a:lnTo>
                <a:lnTo>
                  <a:pt x="9061" y="8217"/>
                </a:lnTo>
                <a:lnTo>
                  <a:pt x="9098" y="8180"/>
                </a:lnTo>
                <a:lnTo>
                  <a:pt x="9171" y="8107"/>
                </a:lnTo>
                <a:lnTo>
                  <a:pt x="9171" y="8033"/>
                </a:lnTo>
                <a:lnTo>
                  <a:pt x="9171" y="7960"/>
                </a:lnTo>
                <a:lnTo>
                  <a:pt x="8951" y="7410"/>
                </a:lnTo>
                <a:lnTo>
                  <a:pt x="8914" y="7336"/>
                </a:lnTo>
                <a:lnTo>
                  <a:pt x="8841" y="7300"/>
                </a:lnTo>
                <a:lnTo>
                  <a:pt x="8768" y="7263"/>
                </a:lnTo>
                <a:close/>
                <a:moveTo>
                  <a:pt x="11702" y="8327"/>
                </a:moveTo>
                <a:lnTo>
                  <a:pt x="11886" y="8694"/>
                </a:lnTo>
                <a:lnTo>
                  <a:pt x="12106" y="9060"/>
                </a:lnTo>
                <a:lnTo>
                  <a:pt x="11702" y="9244"/>
                </a:lnTo>
                <a:lnTo>
                  <a:pt x="11335" y="9390"/>
                </a:lnTo>
                <a:lnTo>
                  <a:pt x="10932" y="9500"/>
                </a:lnTo>
                <a:lnTo>
                  <a:pt x="10528" y="9611"/>
                </a:lnTo>
                <a:lnTo>
                  <a:pt x="10382" y="9244"/>
                </a:lnTo>
                <a:lnTo>
                  <a:pt x="10198" y="8877"/>
                </a:lnTo>
                <a:lnTo>
                  <a:pt x="10162" y="8840"/>
                </a:lnTo>
                <a:lnTo>
                  <a:pt x="10565" y="8730"/>
                </a:lnTo>
                <a:lnTo>
                  <a:pt x="10932" y="8620"/>
                </a:lnTo>
                <a:lnTo>
                  <a:pt x="11702" y="8327"/>
                </a:lnTo>
                <a:close/>
                <a:moveTo>
                  <a:pt x="11776" y="7887"/>
                </a:moveTo>
                <a:lnTo>
                  <a:pt x="11299" y="8070"/>
                </a:lnTo>
                <a:lnTo>
                  <a:pt x="10822" y="8217"/>
                </a:lnTo>
                <a:lnTo>
                  <a:pt x="9868" y="8510"/>
                </a:lnTo>
                <a:lnTo>
                  <a:pt x="9832" y="8510"/>
                </a:lnTo>
                <a:lnTo>
                  <a:pt x="9795" y="8583"/>
                </a:lnTo>
                <a:lnTo>
                  <a:pt x="9758" y="8694"/>
                </a:lnTo>
                <a:lnTo>
                  <a:pt x="9832" y="8804"/>
                </a:lnTo>
                <a:lnTo>
                  <a:pt x="9868" y="8840"/>
                </a:lnTo>
                <a:lnTo>
                  <a:pt x="9942" y="8877"/>
                </a:lnTo>
                <a:lnTo>
                  <a:pt x="9905" y="8950"/>
                </a:lnTo>
                <a:lnTo>
                  <a:pt x="9905" y="9024"/>
                </a:lnTo>
                <a:lnTo>
                  <a:pt x="10088" y="9427"/>
                </a:lnTo>
                <a:lnTo>
                  <a:pt x="10198" y="9867"/>
                </a:lnTo>
                <a:lnTo>
                  <a:pt x="10235" y="9941"/>
                </a:lnTo>
                <a:lnTo>
                  <a:pt x="10272" y="9977"/>
                </a:lnTo>
                <a:lnTo>
                  <a:pt x="10308" y="10014"/>
                </a:lnTo>
                <a:lnTo>
                  <a:pt x="10382" y="10051"/>
                </a:lnTo>
                <a:lnTo>
                  <a:pt x="10932" y="9904"/>
                </a:lnTo>
                <a:lnTo>
                  <a:pt x="11446" y="9757"/>
                </a:lnTo>
                <a:lnTo>
                  <a:pt x="11959" y="9574"/>
                </a:lnTo>
                <a:lnTo>
                  <a:pt x="12436" y="9317"/>
                </a:lnTo>
                <a:lnTo>
                  <a:pt x="12509" y="9280"/>
                </a:lnTo>
                <a:lnTo>
                  <a:pt x="12583" y="9207"/>
                </a:lnTo>
                <a:lnTo>
                  <a:pt x="12583" y="9097"/>
                </a:lnTo>
                <a:lnTo>
                  <a:pt x="12546" y="9024"/>
                </a:lnTo>
                <a:lnTo>
                  <a:pt x="12253" y="8547"/>
                </a:lnTo>
                <a:lnTo>
                  <a:pt x="11996" y="7997"/>
                </a:lnTo>
                <a:lnTo>
                  <a:pt x="11959" y="7923"/>
                </a:lnTo>
                <a:lnTo>
                  <a:pt x="11922" y="7887"/>
                </a:lnTo>
                <a:close/>
                <a:moveTo>
                  <a:pt x="8914" y="9354"/>
                </a:moveTo>
                <a:lnTo>
                  <a:pt x="9061" y="9757"/>
                </a:lnTo>
                <a:lnTo>
                  <a:pt x="9281" y="10161"/>
                </a:lnTo>
                <a:lnTo>
                  <a:pt x="8658" y="10491"/>
                </a:lnTo>
                <a:lnTo>
                  <a:pt x="7961" y="10784"/>
                </a:lnTo>
                <a:lnTo>
                  <a:pt x="7814" y="10858"/>
                </a:lnTo>
                <a:lnTo>
                  <a:pt x="7741" y="10858"/>
                </a:lnTo>
                <a:lnTo>
                  <a:pt x="7704" y="10821"/>
                </a:lnTo>
                <a:lnTo>
                  <a:pt x="7631" y="10674"/>
                </a:lnTo>
                <a:lnTo>
                  <a:pt x="7594" y="10491"/>
                </a:lnTo>
                <a:lnTo>
                  <a:pt x="7521" y="10161"/>
                </a:lnTo>
                <a:lnTo>
                  <a:pt x="7374" y="9867"/>
                </a:lnTo>
                <a:lnTo>
                  <a:pt x="8914" y="9354"/>
                </a:lnTo>
                <a:close/>
                <a:moveTo>
                  <a:pt x="8951" y="8950"/>
                </a:moveTo>
                <a:lnTo>
                  <a:pt x="7154" y="9537"/>
                </a:lnTo>
                <a:lnTo>
                  <a:pt x="7117" y="9574"/>
                </a:lnTo>
                <a:lnTo>
                  <a:pt x="7080" y="9611"/>
                </a:lnTo>
                <a:lnTo>
                  <a:pt x="7044" y="9721"/>
                </a:lnTo>
                <a:lnTo>
                  <a:pt x="7080" y="9831"/>
                </a:lnTo>
                <a:lnTo>
                  <a:pt x="7190" y="9904"/>
                </a:lnTo>
                <a:lnTo>
                  <a:pt x="7190" y="10124"/>
                </a:lnTo>
                <a:lnTo>
                  <a:pt x="7227" y="10381"/>
                </a:lnTo>
                <a:lnTo>
                  <a:pt x="7374" y="10858"/>
                </a:lnTo>
                <a:lnTo>
                  <a:pt x="7411" y="11004"/>
                </a:lnTo>
                <a:lnTo>
                  <a:pt x="7521" y="11114"/>
                </a:lnTo>
                <a:lnTo>
                  <a:pt x="7631" y="11188"/>
                </a:lnTo>
                <a:lnTo>
                  <a:pt x="7777" y="11225"/>
                </a:lnTo>
                <a:lnTo>
                  <a:pt x="8034" y="11151"/>
                </a:lnTo>
                <a:lnTo>
                  <a:pt x="8291" y="11078"/>
                </a:lnTo>
                <a:lnTo>
                  <a:pt x="8768" y="10858"/>
                </a:lnTo>
                <a:lnTo>
                  <a:pt x="9245" y="10601"/>
                </a:lnTo>
                <a:lnTo>
                  <a:pt x="9685" y="10344"/>
                </a:lnTo>
                <a:lnTo>
                  <a:pt x="9721" y="10271"/>
                </a:lnTo>
                <a:lnTo>
                  <a:pt x="9758" y="10197"/>
                </a:lnTo>
                <a:lnTo>
                  <a:pt x="9758" y="10161"/>
                </a:lnTo>
                <a:lnTo>
                  <a:pt x="9721" y="10087"/>
                </a:lnTo>
                <a:lnTo>
                  <a:pt x="9538" y="9867"/>
                </a:lnTo>
                <a:lnTo>
                  <a:pt x="9391" y="9611"/>
                </a:lnTo>
                <a:lnTo>
                  <a:pt x="9281" y="9354"/>
                </a:lnTo>
                <a:lnTo>
                  <a:pt x="9208" y="9060"/>
                </a:lnTo>
                <a:lnTo>
                  <a:pt x="9171" y="8987"/>
                </a:lnTo>
                <a:lnTo>
                  <a:pt x="9098" y="8950"/>
                </a:lnTo>
                <a:close/>
                <a:moveTo>
                  <a:pt x="12473" y="10344"/>
                </a:moveTo>
                <a:lnTo>
                  <a:pt x="12619" y="10711"/>
                </a:lnTo>
                <a:lnTo>
                  <a:pt x="11959" y="11078"/>
                </a:lnTo>
                <a:lnTo>
                  <a:pt x="11299" y="11445"/>
                </a:lnTo>
                <a:lnTo>
                  <a:pt x="11152" y="10894"/>
                </a:lnTo>
                <a:lnTo>
                  <a:pt x="11189" y="10858"/>
                </a:lnTo>
                <a:lnTo>
                  <a:pt x="11189" y="10784"/>
                </a:lnTo>
                <a:lnTo>
                  <a:pt x="11482" y="10674"/>
                </a:lnTo>
                <a:lnTo>
                  <a:pt x="11776" y="10601"/>
                </a:lnTo>
                <a:lnTo>
                  <a:pt x="12473" y="10344"/>
                </a:lnTo>
                <a:close/>
                <a:moveTo>
                  <a:pt x="6273" y="10418"/>
                </a:moveTo>
                <a:lnTo>
                  <a:pt x="6347" y="10454"/>
                </a:lnTo>
                <a:lnTo>
                  <a:pt x="6420" y="10564"/>
                </a:lnTo>
                <a:lnTo>
                  <a:pt x="6567" y="10894"/>
                </a:lnTo>
                <a:lnTo>
                  <a:pt x="5797" y="11261"/>
                </a:lnTo>
                <a:lnTo>
                  <a:pt x="5100" y="11738"/>
                </a:lnTo>
                <a:lnTo>
                  <a:pt x="4953" y="11298"/>
                </a:lnTo>
                <a:lnTo>
                  <a:pt x="4843" y="11078"/>
                </a:lnTo>
                <a:lnTo>
                  <a:pt x="4733" y="10894"/>
                </a:lnTo>
                <a:lnTo>
                  <a:pt x="5613" y="10601"/>
                </a:lnTo>
                <a:lnTo>
                  <a:pt x="5943" y="10491"/>
                </a:lnTo>
                <a:lnTo>
                  <a:pt x="6237" y="10418"/>
                </a:lnTo>
                <a:close/>
                <a:moveTo>
                  <a:pt x="12583" y="9867"/>
                </a:moveTo>
                <a:lnTo>
                  <a:pt x="12509" y="9904"/>
                </a:lnTo>
                <a:lnTo>
                  <a:pt x="11519" y="10271"/>
                </a:lnTo>
                <a:lnTo>
                  <a:pt x="11115" y="10381"/>
                </a:lnTo>
                <a:lnTo>
                  <a:pt x="10932" y="10491"/>
                </a:lnTo>
                <a:lnTo>
                  <a:pt x="10859" y="10564"/>
                </a:lnTo>
                <a:lnTo>
                  <a:pt x="10785" y="10638"/>
                </a:lnTo>
                <a:lnTo>
                  <a:pt x="10785" y="10748"/>
                </a:lnTo>
                <a:lnTo>
                  <a:pt x="10822" y="10821"/>
                </a:lnTo>
                <a:lnTo>
                  <a:pt x="10859" y="10858"/>
                </a:lnTo>
                <a:lnTo>
                  <a:pt x="10859" y="10894"/>
                </a:lnTo>
                <a:lnTo>
                  <a:pt x="10895" y="11335"/>
                </a:lnTo>
                <a:lnTo>
                  <a:pt x="11005" y="11738"/>
                </a:lnTo>
                <a:lnTo>
                  <a:pt x="11005" y="11848"/>
                </a:lnTo>
                <a:lnTo>
                  <a:pt x="11079" y="11885"/>
                </a:lnTo>
                <a:lnTo>
                  <a:pt x="11152" y="11921"/>
                </a:lnTo>
                <a:lnTo>
                  <a:pt x="11225" y="11921"/>
                </a:lnTo>
                <a:lnTo>
                  <a:pt x="12142" y="11445"/>
                </a:lnTo>
                <a:lnTo>
                  <a:pt x="12986" y="10931"/>
                </a:lnTo>
                <a:lnTo>
                  <a:pt x="13060" y="10858"/>
                </a:lnTo>
                <a:lnTo>
                  <a:pt x="13096" y="10784"/>
                </a:lnTo>
                <a:lnTo>
                  <a:pt x="13096" y="10711"/>
                </a:lnTo>
                <a:lnTo>
                  <a:pt x="13060" y="10638"/>
                </a:lnTo>
                <a:lnTo>
                  <a:pt x="12876" y="10344"/>
                </a:lnTo>
                <a:lnTo>
                  <a:pt x="12766" y="10014"/>
                </a:lnTo>
                <a:lnTo>
                  <a:pt x="12729" y="9941"/>
                </a:lnTo>
                <a:lnTo>
                  <a:pt x="12656" y="9904"/>
                </a:lnTo>
                <a:lnTo>
                  <a:pt x="12583" y="9867"/>
                </a:lnTo>
                <a:close/>
                <a:moveTo>
                  <a:pt x="6200" y="9977"/>
                </a:moveTo>
                <a:lnTo>
                  <a:pt x="5980" y="10014"/>
                </a:lnTo>
                <a:lnTo>
                  <a:pt x="5760" y="10087"/>
                </a:lnTo>
                <a:lnTo>
                  <a:pt x="5356" y="10234"/>
                </a:lnTo>
                <a:lnTo>
                  <a:pt x="4843" y="10381"/>
                </a:lnTo>
                <a:lnTo>
                  <a:pt x="4329" y="10564"/>
                </a:lnTo>
                <a:lnTo>
                  <a:pt x="4293" y="10601"/>
                </a:lnTo>
                <a:lnTo>
                  <a:pt x="4256" y="10638"/>
                </a:lnTo>
                <a:lnTo>
                  <a:pt x="4219" y="10784"/>
                </a:lnTo>
                <a:lnTo>
                  <a:pt x="4256" y="10894"/>
                </a:lnTo>
                <a:lnTo>
                  <a:pt x="4293" y="10931"/>
                </a:lnTo>
                <a:lnTo>
                  <a:pt x="4366" y="10968"/>
                </a:lnTo>
                <a:lnTo>
                  <a:pt x="4513" y="11298"/>
                </a:lnTo>
                <a:lnTo>
                  <a:pt x="4659" y="11701"/>
                </a:lnTo>
                <a:lnTo>
                  <a:pt x="4769" y="12142"/>
                </a:lnTo>
                <a:lnTo>
                  <a:pt x="4843" y="12215"/>
                </a:lnTo>
                <a:lnTo>
                  <a:pt x="4916" y="12252"/>
                </a:lnTo>
                <a:lnTo>
                  <a:pt x="4990" y="12252"/>
                </a:lnTo>
                <a:lnTo>
                  <a:pt x="5100" y="12215"/>
                </a:lnTo>
                <a:lnTo>
                  <a:pt x="5540" y="11921"/>
                </a:lnTo>
                <a:lnTo>
                  <a:pt x="5980" y="11665"/>
                </a:lnTo>
                <a:lnTo>
                  <a:pt x="6420" y="11445"/>
                </a:lnTo>
                <a:lnTo>
                  <a:pt x="6934" y="11225"/>
                </a:lnTo>
                <a:lnTo>
                  <a:pt x="6970" y="11188"/>
                </a:lnTo>
                <a:lnTo>
                  <a:pt x="7044" y="11114"/>
                </a:lnTo>
                <a:lnTo>
                  <a:pt x="7044" y="11041"/>
                </a:lnTo>
                <a:lnTo>
                  <a:pt x="7044" y="10931"/>
                </a:lnTo>
                <a:lnTo>
                  <a:pt x="6897" y="10601"/>
                </a:lnTo>
                <a:lnTo>
                  <a:pt x="6750" y="10307"/>
                </a:lnTo>
                <a:lnTo>
                  <a:pt x="6677" y="10161"/>
                </a:lnTo>
                <a:lnTo>
                  <a:pt x="6530" y="10051"/>
                </a:lnTo>
                <a:lnTo>
                  <a:pt x="6383" y="10014"/>
                </a:lnTo>
                <a:lnTo>
                  <a:pt x="6200" y="9977"/>
                </a:lnTo>
                <a:close/>
                <a:moveTo>
                  <a:pt x="9832" y="11371"/>
                </a:moveTo>
                <a:lnTo>
                  <a:pt x="10125" y="11921"/>
                </a:lnTo>
                <a:lnTo>
                  <a:pt x="9721" y="12142"/>
                </a:lnTo>
                <a:lnTo>
                  <a:pt x="9318" y="12288"/>
                </a:lnTo>
                <a:lnTo>
                  <a:pt x="8914" y="12435"/>
                </a:lnTo>
                <a:lnTo>
                  <a:pt x="8511" y="12545"/>
                </a:lnTo>
                <a:lnTo>
                  <a:pt x="8328" y="12032"/>
                </a:lnTo>
                <a:lnTo>
                  <a:pt x="8694" y="11921"/>
                </a:lnTo>
                <a:lnTo>
                  <a:pt x="9098" y="11738"/>
                </a:lnTo>
                <a:lnTo>
                  <a:pt x="9832" y="11371"/>
                </a:lnTo>
                <a:close/>
                <a:moveTo>
                  <a:pt x="9868" y="10894"/>
                </a:moveTo>
                <a:lnTo>
                  <a:pt x="8951" y="11298"/>
                </a:lnTo>
                <a:lnTo>
                  <a:pt x="8474" y="11481"/>
                </a:lnTo>
                <a:lnTo>
                  <a:pt x="8071" y="11738"/>
                </a:lnTo>
                <a:lnTo>
                  <a:pt x="7997" y="11738"/>
                </a:lnTo>
                <a:lnTo>
                  <a:pt x="7924" y="11775"/>
                </a:lnTo>
                <a:lnTo>
                  <a:pt x="7887" y="11885"/>
                </a:lnTo>
                <a:lnTo>
                  <a:pt x="7887" y="11958"/>
                </a:lnTo>
                <a:lnTo>
                  <a:pt x="8034" y="12398"/>
                </a:lnTo>
                <a:lnTo>
                  <a:pt x="8181" y="12839"/>
                </a:lnTo>
                <a:lnTo>
                  <a:pt x="8254" y="12949"/>
                </a:lnTo>
                <a:lnTo>
                  <a:pt x="8328" y="12985"/>
                </a:lnTo>
                <a:lnTo>
                  <a:pt x="8364" y="12985"/>
                </a:lnTo>
                <a:lnTo>
                  <a:pt x="8951" y="12839"/>
                </a:lnTo>
                <a:lnTo>
                  <a:pt x="9465" y="12655"/>
                </a:lnTo>
                <a:lnTo>
                  <a:pt x="10015" y="12472"/>
                </a:lnTo>
                <a:lnTo>
                  <a:pt x="10528" y="12215"/>
                </a:lnTo>
                <a:lnTo>
                  <a:pt x="10565" y="12142"/>
                </a:lnTo>
                <a:lnTo>
                  <a:pt x="10602" y="12105"/>
                </a:lnTo>
                <a:lnTo>
                  <a:pt x="10602" y="12032"/>
                </a:lnTo>
                <a:lnTo>
                  <a:pt x="10602" y="11958"/>
                </a:lnTo>
                <a:lnTo>
                  <a:pt x="10125" y="11041"/>
                </a:lnTo>
                <a:lnTo>
                  <a:pt x="10088" y="10968"/>
                </a:lnTo>
                <a:lnTo>
                  <a:pt x="10015" y="10894"/>
                </a:lnTo>
                <a:close/>
                <a:moveTo>
                  <a:pt x="13133" y="12288"/>
                </a:moveTo>
                <a:lnTo>
                  <a:pt x="13243" y="12325"/>
                </a:lnTo>
                <a:lnTo>
                  <a:pt x="13353" y="12472"/>
                </a:lnTo>
                <a:lnTo>
                  <a:pt x="13610" y="12985"/>
                </a:lnTo>
                <a:lnTo>
                  <a:pt x="12839" y="13242"/>
                </a:lnTo>
                <a:lnTo>
                  <a:pt x="12106" y="13572"/>
                </a:lnTo>
                <a:lnTo>
                  <a:pt x="11996" y="13352"/>
                </a:lnTo>
                <a:lnTo>
                  <a:pt x="11886" y="13132"/>
                </a:lnTo>
                <a:lnTo>
                  <a:pt x="11739" y="12692"/>
                </a:lnTo>
                <a:lnTo>
                  <a:pt x="12032" y="12618"/>
                </a:lnTo>
                <a:lnTo>
                  <a:pt x="12289" y="12545"/>
                </a:lnTo>
                <a:lnTo>
                  <a:pt x="12839" y="12362"/>
                </a:lnTo>
                <a:lnTo>
                  <a:pt x="13023" y="12288"/>
                </a:lnTo>
                <a:close/>
                <a:moveTo>
                  <a:pt x="7044" y="12325"/>
                </a:moveTo>
                <a:lnTo>
                  <a:pt x="7337" y="13022"/>
                </a:lnTo>
                <a:lnTo>
                  <a:pt x="5833" y="13792"/>
                </a:lnTo>
                <a:lnTo>
                  <a:pt x="5613" y="13132"/>
                </a:lnTo>
                <a:lnTo>
                  <a:pt x="5943" y="12875"/>
                </a:lnTo>
                <a:lnTo>
                  <a:pt x="6273" y="12655"/>
                </a:lnTo>
                <a:lnTo>
                  <a:pt x="6677" y="12472"/>
                </a:lnTo>
                <a:lnTo>
                  <a:pt x="7044" y="12325"/>
                </a:lnTo>
                <a:close/>
                <a:moveTo>
                  <a:pt x="13060" y="11885"/>
                </a:moveTo>
                <a:lnTo>
                  <a:pt x="12839" y="11921"/>
                </a:lnTo>
                <a:lnTo>
                  <a:pt x="12473" y="12068"/>
                </a:lnTo>
                <a:lnTo>
                  <a:pt x="11922" y="12215"/>
                </a:lnTo>
                <a:lnTo>
                  <a:pt x="11666" y="12288"/>
                </a:lnTo>
                <a:lnTo>
                  <a:pt x="11446" y="12398"/>
                </a:lnTo>
                <a:lnTo>
                  <a:pt x="11372" y="12435"/>
                </a:lnTo>
                <a:lnTo>
                  <a:pt x="11372" y="12472"/>
                </a:lnTo>
                <a:lnTo>
                  <a:pt x="11372" y="12582"/>
                </a:lnTo>
                <a:lnTo>
                  <a:pt x="11446" y="12655"/>
                </a:lnTo>
                <a:lnTo>
                  <a:pt x="11519" y="12692"/>
                </a:lnTo>
                <a:lnTo>
                  <a:pt x="11482" y="12839"/>
                </a:lnTo>
                <a:lnTo>
                  <a:pt x="11482" y="13022"/>
                </a:lnTo>
                <a:lnTo>
                  <a:pt x="11519" y="13169"/>
                </a:lnTo>
                <a:lnTo>
                  <a:pt x="11556" y="13315"/>
                </a:lnTo>
                <a:lnTo>
                  <a:pt x="11702" y="13646"/>
                </a:lnTo>
                <a:lnTo>
                  <a:pt x="11886" y="13902"/>
                </a:lnTo>
                <a:lnTo>
                  <a:pt x="11996" y="13976"/>
                </a:lnTo>
                <a:lnTo>
                  <a:pt x="12106" y="13976"/>
                </a:lnTo>
                <a:lnTo>
                  <a:pt x="13023" y="13609"/>
                </a:lnTo>
                <a:lnTo>
                  <a:pt x="13940" y="13279"/>
                </a:lnTo>
                <a:lnTo>
                  <a:pt x="14013" y="13205"/>
                </a:lnTo>
                <a:lnTo>
                  <a:pt x="14050" y="13169"/>
                </a:lnTo>
                <a:lnTo>
                  <a:pt x="14087" y="13095"/>
                </a:lnTo>
                <a:lnTo>
                  <a:pt x="14050" y="13022"/>
                </a:lnTo>
                <a:lnTo>
                  <a:pt x="13646" y="12142"/>
                </a:lnTo>
                <a:lnTo>
                  <a:pt x="13573" y="12032"/>
                </a:lnTo>
                <a:lnTo>
                  <a:pt x="13463" y="11958"/>
                </a:lnTo>
                <a:lnTo>
                  <a:pt x="13353" y="11885"/>
                </a:lnTo>
                <a:close/>
                <a:moveTo>
                  <a:pt x="7190" y="11848"/>
                </a:moveTo>
                <a:lnTo>
                  <a:pt x="7117" y="11885"/>
                </a:lnTo>
                <a:lnTo>
                  <a:pt x="6640" y="12032"/>
                </a:lnTo>
                <a:lnTo>
                  <a:pt x="6163" y="12215"/>
                </a:lnTo>
                <a:lnTo>
                  <a:pt x="5723" y="12508"/>
                </a:lnTo>
                <a:lnTo>
                  <a:pt x="5320" y="12802"/>
                </a:lnTo>
                <a:lnTo>
                  <a:pt x="5246" y="12839"/>
                </a:lnTo>
                <a:lnTo>
                  <a:pt x="5210" y="12875"/>
                </a:lnTo>
                <a:lnTo>
                  <a:pt x="5173" y="12912"/>
                </a:lnTo>
                <a:lnTo>
                  <a:pt x="5173" y="12985"/>
                </a:lnTo>
                <a:lnTo>
                  <a:pt x="5246" y="13279"/>
                </a:lnTo>
                <a:lnTo>
                  <a:pt x="5320" y="13572"/>
                </a:lnTo>
                <a:lnTo>
                  <a:pt x="5540" y="14159"/>
                </a:lnTo>
                <a:lnTo>
                  <a:pt x="5576" y="14196"/>
                </a:lnTo>
                <a:lnTo>
                  <a:pt x="5650" y="14269"/>
                </a:lnTo>
                <a:lnTo>
                  <a:pt x="5797" y="14269"/>
                </a:lnTo>
                <a:lnTo>
                  <a:pt x="7667" y="13315"/>
                </a:lnTo>
                <a:lnTo>
                  <a:pt x="7741" y="13279"/>
                </a:lnTo>
                <a:lnTo>
                  <a:pt x="7777" y="13205"/>
                </a:lnTo>
                <a:lnTo>
                  <a:pt x="7814" y="13132"/>
                </a:lnTo>
                <a:lnTo>
                  <a:pt x="7777" y="13059"/>
                </a:lnTo>
                <a:lnTo>
                  <a:pt x="7374" y="11995"/>
                </a:lnTo>
                <a:lnTo>
                  <a:pt x="7337" y="11921"/>
                </a:lnTo>
                <a:lnTo>
                  <a:pt x="7264" y="11885"/>
                </a:lnTo>
                <a:lnTo>
                  <a:pt x="7190" y="11848"/>
                </a:lnTo>
                <a:close/>
                <a:moveTo>
                  <a:pt x="10528" y="13279"/>
                </a:moveTo>
                <a:lnTo>
                  <a:pt x="10895" y="13976"/>
                </a:lnTo>
                <a:lnTo>
                  <a:pt x="9318" y="14599"/>
                </a:lnTo>
                <a:lnTo>
                  <a:pt x="9025" y="13902"/>
                </a:lnTo>
                <a:lnTo>
                  <a:pt x="9098" y="13829"/>
                </a:lnTo>
                <a:lnTo>
                  <a:pt x="9098" y="13792"/>
                </a:lnTo>
                <a:lnTo>
                  <a:pt x="9135" y="13756"/>
                </a:lnTo>
                <a:lnTo>
                  <a:pt x="9465" y="13609"/>
                </a:lnTo>
                <a:lnTo>
                  <a:pt x="9758" y="13535"/>
                </a:lnTo>
                <a:lnTo>
                  <a:pt x="10528" y="13279"/>
                </a:lnTo>
                <a:close/>
                <a:moveTo>
                  <a:pt x="10639" y="12839"/>
                </a:moveTo>
                <a:lnTo>
                  <a:pt x="10565" y="12875"/>
                </a:lnTo>
                <a:lnTo>
                  <a:pt x="9501" y="13242"/>
                </a:lnTo>
                <a:lnTo>
                  <a:pt x="9061" y="13352"/>
                </a:lnTo>
                <a:lnTo>
                  <a:pt x="8878" y="13462"/>
                </a:lnTo>
                <a:lnTo>
                  <a:pt x="8768" y="13499"/>
                </a:lnTo>
                <a:lnTo>
                  <a:pt x="8731" y="13572"/>
                </a:lnTo>
                <a:lnTo>
                  <a:pt x="8658" y="13682"/>
                </a:lnTo>
                <a:lnTo>
                  <a:pt x="8694" y="13829"/>
                </a:lnTo>
                <a:lnTo>
                  <a:pt x="8731" y="13866"/>
                </a:lnTo>
                <a:lnTo>
                  <a:pt x="8731" y="13902"/>
                </a:lnTo>
                <a:lnTo>
                  <a:pt x="8768" y="14159"/>
                </a:lnTo>
                <a:lnTo>
                  <a:pt x="8841" y="14416"/>
                </a:lnTo>
                <a:lnTo>
                  <a:pt x="9025" y="14893"/>
                </a:lnTo>
                <a:lnTo>
                  <a:pt x="9098" y="14929"/>
                </a:lnTo>
                <a:lnTo>
                  <a:pt x="9135" y="14966"/>
                </a:lnTo>
                <a:lnTo>
                  <a:pt x="9208" y="15003"/>
                </a:lnTo>
                <a:lnTo>
                  <a:pt x="9281" y="15003"/>
                </a:lnTo>
                <a:lnTo>
                  <a:pt x="11225" y="14269"/>
                </a:lnTo>
                <a:lnTo>
                  <a:pt x="11262" y="14232"/>
                </a:lnTo>
                <a:lnTo>
                  <a:pt x="11299" y="14159"/>
                </a:lnTo>
                <a:lnTo>
                  <a:pt x="11335" y="14086"/>
                </a:lnTo>
                <a:lnTo>
                  <a:pt x="11335" y="14012"/>
                </a:lnTo>
                <a:lnTo>
                  <a:pt x="10822" y="12985"/>
                </a:lnTo>
                <a:lnTo>
                  <a:pt x="10785" y="12912"/>
                </a:lnTo>
                <a:lnTo>
                  <a:pt x="10712" y="12875"/>
                </a:lnTo>
                <a:lnTo>
                  <a:pt x="10639" y="12839"/>
                </a:lnTo>
                <a:close/>
                <a:moveTo>
                  <a:pt x="7997" y="14342"/>
                </a:moveTo>
                <a:lnTo>
                  <a:pt x="8107" y="14489"/>
                </a:lnTo>
                <a:lnTo>
                  <a:pt x="8144" y="14599"/>
                </a:lnTo>
                <a:lnTo>
                  <a:pt x="8107" y="14746"/>
                </a:lnTo>
                <a:lnTo>
                  <a:pt x="8034" y="14893"/>
                </a:lnTo>
                <a:lnTo>
                  <a:pt x="7924" y="15003"/>
                </a:lnTo>
                <a:lnTo>
                  <a:pt x="7814" y="15149"/>
                </a:lnTo>
                <a:lnTo>
                  <a:pt x="7557" y="15296"/>
                </a:lnTo>
                <a:lnTo>
                  <a:pt x="7044" y="15516"/>
                </a:lnTo>
                <a:lnTo>
                  <a:pt x="6787" y="15590"/>
                </a:lnTo>
                <a:lnTo>
                  <a:pt x="6567" y="15736"/>
                </a:lnTo>
                <a:lnTo>
                  <a:pt x="6310" y="15113"/>
                </a:lnTo>
                <a:lnTo>
                  <a:pt x="6383" y="15076"/>
                </a:lnTo>
                <a:lnTo>
                  <a:pt x="6457" y="14966"/>
                </a:lnTo>
                <a:lnTo>
                  <a:pt x="6457" y="14929"/>
                </a:lnTo>
                <a:lnTo>
                  <a:pt x="6530" y="15003"/>
                </a:lnTo>
                <a:lnTo>
                  <a:pt x="6604" y="14966"/>
                </a:lnTo>
                <a:lnTo>
                  <a:pt x="6787" y="14929"/>
                </a:lnTo>
                <a:lnTo>
                  <a:pt x="7227" y="14783"/>
                </a:lnTo>
                <a:lnTo>
                  <a:pt x="7631" y="14599"/>
                </a:lnTo>
                <a:lnTo>
                  <a:pt x="7997" y="14342"/>
                </a:lnTo>
                <a:close/>
                <a:moveTo>
                  <a:pt x="15150" y="15370"/>
                </a:moveTo>
                <a:lnTo>
                  <a:pt x="15150" y="15443"/>
                </a:lnTo>
                <a:lnTo>
                  <a:pt x="15224" y="15480"/>
                </a:lnTo>
                <a:lnTo>
                  <a:pt x="15260" y="15516"/>
                </a:lnTo>
                <a:lnTo>
                  <a:pt x="15150" y="15736"/>
                </a:lnTo>
                <a:lnTo>
                  <a:pt x="15004" y="15993"/>
                </a:lnTo>
                <a:lnTo>
                  <a:pt x="14857" y="15626"/>
                </a:lnTo>
                <a:lnTo>
                  <a:pt x="15150" y="15370"/>
                </a:lnTo>
                <a:close/>
                <a:moveTo>
                  <a:pt x="7997" y="13902"/>
                </a:moveTo>
                <a:lnTo>
                  <a:pt x="7887" y="13939"/>
                </a:lnTo>
                <a:lnTo>
                  <a:pt x="7631" y="14122"/>
                </a:lnTo>
                <a:lnTo>
                  <a:pt x="7337" y="14269"/>
                </a:lnTo>
                <a:lnTo>
                  <a:pt x="7044" y="14416"/>
                </a:lnTo>
                <a:lnTo>
                  <a:pt x="6750" y="14526"/>
                </a:lnTo>
                <a:lnTo>
                  <a:pt x="6347" y="14599"/>
                </a:lnTo>
                <a:lnTo>
                  <a:pt x="6163" y="14673"/>
                </a:lnTo>
                <a:lnTo>
                  <a:pt x="6090" y="14746"/>
                </a:lnTo>
                <a:lnTo>
                  <a:pt x="6017" y="14819"/>
                </a:lnTo>
                <a:lnTo>
                  <a:pt x="6017" y="14929"/>
                </a:lnTo>
                <a:lnTo>
                  <a:pt x="5943" y="15003"/>
                </a:lnTo>
                <a:lnTo>
                  <a:pt x="5943" y="15113"/>
                </a:lnTo>
                <a:lnTo>
                  <a:pt x="6127" y="15590"/>
                </a:lnTo>
                <a:lnTo>
                  <a:pt x="6273" y="16103"/>
                </a:lnTo>
                <a:lnTo>
                  <a:pt x="6347" y="16177"/>
                </a:lnTo>
                <a:lnTo>
                  <a:pt x="6420" y="16213"/>
                </a:lnTo>
                <a:lnTo>
                  <a:pt x="6493" y="16213"/>
                </a:lnTo>
                <a:lnTo>
                  <a:pt x="6567" y="16177"/>
                </a:lnTo>
                <a:lnTo>
                  <a:pt x="6787" y="16030"/>
                </a:lnTo>
                <a:lnTo>
                  <a:pt x="7007" y="15920"/>
                </a:lnTo>
                <a:lnTo>
                  <a:pt x="7484" y="15736"/>
                </a:lnTo>
                <a:lnTo>
                  <a:pt x="7704" y="15663"/>
                </a:lnTo>
                <a:lnTo>
                  <a:pt x="7924" y="15553"/>
                </a:lnTo>
                <a:lnTo>
                  <a:pt x="8144" y="15406"/>
                </a:lnTo>
                <a:lnTo>
                  <a:pt x="8328" y="15223"/>
                </a:lnTo>
                <a:lnTo>
                  <a:pt x="8438" y="15076"/>
                </a:lnTo>
                <a:lnTo>
                  <a:pt x="8511" y="14893"/>
                </a:lnTo>
                <a:lnTo>
                  <a:pt x="8511" y="14709"/>
                </a:lnTo>
                <a:lnTo>
                  <a:pt x="8511" y="14526"/>
                </a:lnTo>
                <a:lnTo>
                  <a:pt x="8474" y="14342"/>
                </a:lnTo>
                <a:lnTo>
                  <a:pt x="8364" y="14159"/>
                </a:lnTo>
                <a:lnTo>
                  <a:pt x="8254" y="14049"/>
                </a:lnTo>
                <a:lnTo>
                  <a:pt x="8071" y="13939"/>
                </a:lnTo>
                <a:lnTo>
                  <a:pt x="7997" y="13902"/>
                </a:lnTo>
                <a:close/>
                <a:moveTo>
                  <a:pt x="14710" y="15736"/>
                </a:moveTo>
                <a:lnTo>
                  <a:pt x="14747" y="15993"/>
                </a:lnTo>
                <a:lnTo>
                  <a:pt x="14820" y="16250"/>
                </a:lnTo>
                <a:lnTo>
                  <a:pt x="14490" y="16507"/>
                </a:lnTo>
                <a:lnTo>
                  <a:pt x="14417" y="16397"/>
                </a:lnTo>
                <a:lnTo>
                  <a:pt x="14307" y="15993"/>
                </a:lnTo>
                <a:lnTo>
                  <a:pt x="14380" y="15956"/>
                </a:lnTo>
                <a:lnTo>
                  <a:pt x="14710" y="15736"/>
                </a:lnTo>
                <a:close/>
                <a:moveTo>
                  <a:pt x="14123" y="16103"/>
                </a:moveTo>
                <a:lnTo>
                  <a:pt x="14160" y="16397"/>
                </a:lnTo>
                <a:lnTo>
                  <a:pt x="14233" y="16690"/>
                </a:lnTo>
                <a:lnTo>
                  <a:pt x="13830" y="16873"/>
                </a:lnTo>
                <a:lnTo>
                  <a:pt x="13720" y="16727"/>
                </a:lnTo>
                <a:lnTo>
                  <a:pt x="13500" y="16433"/>
                </a:lnTo>
                <a:lnTo>
                  <a:pt x="14123" y="16103"/>
                </a:lnTo>
                <a:close/>
                <a:moveTo>
                  <a:pt x="13426" y="16470"/>
                </a:moveTo>
                <a:lnTo>
                  <a:pt x="13500" y="16727"/>
                </a:lnTo>
                <a:lnTo>
                  <a:pt x="13536" y="16873"/>
                </a:lnTo>
                <a:lnTo>
                  <a:pt x="13573" y="16984"/>
                </a:lnTo>
                <a:lnTo>
                  <a:pt x="13096" y="17167"/>
                </a:lnTo>
                <a:lnTo>
                  <a:pt x="12986" y="17057"/>
                </a:lnTo>
                <a:lnTo>
                  <a:pt x="12876" y="16873"/>
                </a:lnTo>
                <a:lnTo>
                  <a:pt x="12839" y="16727"/>
                </a:lnTo>
                <a:lnTo>
                  <a:pt x="13426" y="16470"/>
                </a:lnTo>
                <a:close/>
                <a:moveTo>
                  <a:pt x="12583" y="16837"/>
                </a:moveTo>
                <a:lnTo>
                  <a:pt x="12656" y="17094"/>
                </a:lnTo>
                <a:lnTo>
                  <a:pt x="12803" y="17277"/>
                </a:lnTo>
                <a:lnTo>
                  <a:pt x="12399" y="17460"/>
                </a:lnTo>
                <a:lnTo>
                  <a:pt x="12326" y="17387"/>
                </a:lnTo>
                <a:lnTo>
                  <a:pt x="12253" y="17277"/>
                </a:lnTo>
                <a:lnTo>
                  <a:pt x="12216" y="17167"/>
                </a:lnTo>
                <a:lnTo>
                  <a:pt x="12216" y="17020"/>
                </a:lnTo>
                <a:lnTo>
                  <a:pt x="12583" y="16837"/>
                </a:lnTo>
                <a:close/>
                <a:moveTo>
                  <a:pt x="12032" y="17094"/>
                </a:moveTo>
                <a:lnTo>
                  <a:pt x="11996" y="17240"/>
                </a:lnTo>
                <a:lnTo>
                  <a:pt x="12032" y="17387"/>
                </a:lnTo>
                <a:lnTo>
                  <a:pt x="12106" y="17570"/>
                </a:lnTo>
                <a:lnTo>
                  <a:pt x="11812" y="17644"/>
                </a:lnTo>
                <a:lnTo>
                  <a:pt x="11776" y="17644"/>
                </a:lnTo>
                <a:lnTo>
                  <a:pt x="11739" y="17497"/>
                </a:lnTo>
                <a:lnTo>
                  <a:pt x="11666" y="17240"/>
                </a:lnTo>
                <a:lnTo>
                  <a:pt x="12032" y="17094"/>
                </a:lnTo>
                <a:close/>
                <a:moveTo>
                  <a:pt x="11446" y="17350"/>
                </a:moveTo>
                <a:lnTo>
                  <a:pt x="11482" y="17607"/>
                </a:lnTo>
                <a:lnTo>
                  <a:pt x="11519" y="17791"/>
                </a:lnTo>
                <a:lnTo>
                  <a:pt x="11189" y="17901"/>
                </a:lnTo>
                <a:lnTo>
                  <a:pt x="11115" y="17937"/>
                </a:lnTo>
                <a:lnTo>
                  <a:pt x="11115" y="17864"/>
                </a:lnTo>
                <a:lnTo>
                  <a:pt x="11115" y="17827"/>
                </a:lnTo>
                <a:lnTo>
                  <a:pt x="11115" y="17717"/>
                </a:lnTo>
                <a:lnTo>
                  <a:pt x="11005" y="17607"/>
                </a:lnTo>
                <a:lnTo>
                  <a:pt x="10969" y="17534"/>
                </a:lnTo>
                <a:lnTo>
                  <a:pt x="11446" y="17350"/>
                </a:lnTo>
                <a:close/>
                <a:moveTo>
                  <a:pt x="10639" y="17644"/>
                </a:moveTo>
                <a:lnTo>
                  <a:pt x="10749" y="17791"/>
                </a:lnTo>
                <a:lnTo>
                  <a:pt x="10859" y="17901"/>
                </a:lnTo>
                <a:lnTo>
                  <a:pt x="10932" y="17974"/>
                </a:lnTo>
                <a:lnTo>
                  <a:pt x="10969" y="17974"/>
                </a:lnTo>
                <a:lnTo>
                  <a:pt x="10455" y="18194"/>
                </a:lnTo>
                <a:lnTo>
                  <a:pt x="10418" y="18121"/>
                </a:lnTo>
                <a:lnTo>
                  <a:pt x="10345" y="18121"/>
                </a:lnTo>
                <a:lnTo>
                  <a:pt x="10235" y="18157"/>
                </a:lnTo>
                <a:lnTo>
                  <a:pt x="10162" y="17901"/>
                </a:lnTo>
                <a:lnTo>
                  <a:pt x="10125" y="17827"/>
                </a:lnTo>
                <a:lnTo>
                  <a:pt x="10639" y="17644"/>
                </a:lnTo>
                <a:close/>
                <a:moveTo>
                  <a:pt x="10272" y="440"/>
                </a:moveTo>
                <a:lnTo>
                  <a:pt x="10455" y="477"/>
                </a:lnTo>
                <a:lnTo>
                  <a:pt x="10565" y="550"/>
                </a:lnTo>
                <a:lnTo>
                  <a:pt x="10675" y="624"/>
                </a:lnTo>
                <a:lnTo>
                  <a:pt x="10785" y="734"/>
                </a:lnTo>
                <a:lnTo>
                  <a:pt x="10969" y="990"/>
                </a:lnTo>
                <a:lnTo>
                  <a:pt x="11005" y="1210"/>
                </a:lnTo>
                <a:lnTo>
                  <a:pt x="11042" y="1431"/>
                </a:lnTo>
                <a:lnTo>
                  <a:pt x="11335" y="2348"/>
                </a:lnTo>
                <a:lnTo>
                  <a:pt x="11886" y="3998"/>
                </a:lnTo>
                <a:lnTo>
                  <a:pt x="13060" y="7300"/>
                </a:lnTo>
                <a:lnTo>
                  <a:pt x="14233" y="10564"/>
                </a:lnTo>
                <a:lnTo>
                  <a:pt x="14857" y="12215"/>
                </a:lnTo>
                <a:lnTo>
                  <a:pt x="15187" y="13095"/>
                </a:lnTo>
                <a:lnTo>
                  <a:pt x="15407" y="13646"/>
                </a:lnTo>
                <a:lnTo>
                  <a:pt x="15334" y="13682"/>
                </a:lnTo>
                <a:lnTo>
                  <a:pt x="15297" y="13829"/>
                </a:lnTo>
                <a:lnTo>
                  <a:pt x="15297" y="13939"/>
                </a:lnTo>
                <a:lnTo>
                  <a:pt x="15260" y="14196"/>
                </a:lnTo>
                <a:lnTo>
                  <a:pt x="15224" y="14379"/>
                </a:lnTo>
                <a:lnTo>
                  <a:pt x="15187" y="14526"/>
                </a:lnTo>
                <a:lnTo>
                  <a:pt x="15004" y="14856"/>
                </a:lnTo>
                <a:lnTo>
                  <a:pt x="14747" y="15149"/>
                </a:lnTo>
                <a:lnTo>
                  <a:pt x="14453" y="15370"/>
                </a:lnTo>
                <a:lnTo>
                  <a:pt x="14123" y="15590"/>
                </a:lnTo>
                <a:lnTo>
                  <a:pt x="13793" y="15773"/>
                </a:lnTo>
                <a:lnTo>
                  <a:pt x="13060" y="16140"/>
                </a:lnTo>
                <a:lnTo>
                  <a:pt x="12326" y="16470"/>
                </a:lnTo>
                <a:lnTo>
                  <a:pt x="10859" y="17094"/>
                </a:lnTo>
                <a:lnTo>
                  <a:pt x="10015" y="17424"/>
                </a:lnTo>
                <a:lnTo>
                  <a:pt x="9978" y="17387"/>
                </a:lnTo>
                <a:lnTo>
                  <a:pt x="9942" y="17387"/>
                </a:lnTo>
                <a:lnTo>
                  <a:pt x="9905" y="17424"/>
                </a:lnTo>
                <a:lnTo>
                  <a:pt x="9905" y="17460"/>
                </a:lnTo>
                <a:lnTo>
                  <a:pt x="8841" y="17791"/>
                </a:lnTo>
                <a:lnTo>
                  <a:pt x="7777" y="18121"/>
                </a:lnTo>
                <a:lnTo>
                  <a:pt x="6970" y="18304"/>
                </a:lnTo>
                <a:lnTo>
                  <a:pt x="6163" y="18487"/>
                </a:lnTo>
                <a:lnTo>
                  <a:pt x="5797" y="18524"/>
                </a:lnTo>
                <a:lnTo>
                  <a:pt x="5613" y="18524"/>
                </a:lnTo>
                <a:lnTo>
                  <a:pt x="5430" y="18451"/>
                </a:lnTo>
                <a:lnTo>
                  <a:pt x="5283" y="18377"/>
                </a:lnTo>
                <a:lnTo>
                  <a:pt x="5173" y="18231"/>
                </a:lnTo>
                <a:lnTo>
                  <a:pt x="5063" y="18121"/>
                </a:lnTo>
                <a:lnTo>
                  <a:pt x="4953" y="17974"/>
                </a:lnTo>
                <a:lnTo>
                  <a:pt x="4879" y="17680"/>
                </a:lnTo>
                <a:lnTo>
                  <a:pt x="4769" y="17387"/>
                </a:lnTo>
                <a:lnTo>
                  <a:pt x="4476" y="16507"/>
                </a:lnTo>
                <a:lnTo>
                  <a:pt x="3926" y="14819"/>
                </a:lnTo>
                <a:lnTo>
                  <a:pt x="3376" y="13169"/>
                </a:lnTo>
                <a:lnTo>
                  <a:pt x="2752" y="11518"/>
                </a:lnTo>
                <a:lnTo>
                  <a:pt x="2165" y="9867"/>
                </a:lnTo>
                <a:lnTo>
                  <a:pt x="1505" y="8253"/>
                </a:lnTo>
                <a:lnTo>
                  <a:pt x="845" y="6603"/>
                </a:lnTo>
                <a:lnTo>
                  <a:pt x="588" y="6052"/>
                </a:lnTo>
                <a:lnTo>
                  <a:pt x="478" y="5796"/>
                </a:lnTo>
                <a:lnTo>
                  <a:pt x="331" y="5539"/>
                </a:lnTo>
                <a:lnTo>
                  <a:pt x="368" y="5502"/>
                </a:lnTo>
                <a:lnTo>
                  <a:pt x="404" y="5429"/>
                </a:lnTo>
                <a:lnTo>
                  <a:pt x="368" y="5209"/>
                </a:lnTo>
                <a:lnTo>
                  <a:pt x="404" y="5025"/>
                </a:lnTo>
                <a:lnTo>
                  <a:pt x="404" y="4879"/>
                </a:lnTo>
                <a:lnTo>
                  <a:pt x="478" y="4695"/>
                </a:lnTo>
                <a:lnTo>
                  <a:pt x="624" y="4402"/>
                </a:lnTo>
                <a:lnTo>
                  <a:pt x="845" y="4145"/>
                </a:lnTo>
                <a:lnTo>
                  <a:pt x="1101" y="3888"/>
                </a:lnTo>
                <a:lnTo>
                  <a:pt x="1395" y="3668"/>
                </a:lnTo>
                <a:lnTo>
                  <a:pt x="1725" y="3485"/>
                </a:lnTo>
                <a:lnTo>
                  <a:pt x="2018" y="3301"/>
                </a:lnTo>
                <a:lnTo>
                  <a:pt x="2789" y="2935"/>
                </a:lnTo>
                <a:lnTo>
                  <a:pt x="3596" y="2641"/>
                </a:lnTo>
                <a:lnTo>
                  <a:pt x="5210" y="2017"/>
                </a:lnTo>
                <a:lnTo>
                  <a:pt x="6787" y="1394"/>
                </a:lnTo>
                <a:lnTo>
                  <a:pt x="7557" y="1100"/>
                </a:lnTo>
                <a:lnTo>
                  <a:pt x="8364" y="807"/>
                </a:lnTo>
                <a:lnTo>
                  <a:pt x="9135" y="587"/>
                </a:lnTo>
                <a:lnTo>
                  <a:pt x="9538" y="514"/>
                </a:lnTo>
                <a:lnTo>
                  <a:pt x="9942" y="440"/>
                </a:lnTo>
                <a:close/>
                <a:moveTo>
                  <a:pt x="9868" y="17937"/>
                </a:moveTo>
                <a:lnTo>
                  <a:pt x="9868" y="17974"/>
                </a:lnTo>
                <a:lnTo>
                  <a:pt x="9905" y="18157"/>
                </a:lnTo>
                <a:lnTo>
                  <a:pt x="10015" y="18341"/>
                </a:lnTo>
                <a:lnTo>
                  <a:pt x="9575" y="18524"/>
                </a:lnTo>
                <a:lnTo>
                  <a:pt x="9575" y="18487"/>
                </a:lnTo>
                <a:lnTo>
                  <a:pt x="9538" y="18341"/>
                </a:lnTo>
                <a:lnTo>
                  <a:pt x="9465" y="18231"/>
                </a:lnTo>
                <a:lnTo>
                  <a:pt x="9391" y="18084"/>
                </a:lnTo>
                <a:lnTo>
                  <a:pt x="9868" y="17937"/>
                </a:lnTo>
                <a:close/>
                <a:moveTo>
                  <a:pt x="9098" y="18194"/>
                </a:moveTo>
                <a:lnTo>
                  <a:pt x="9171" y="18414"/>
                </a:lnTo>
                <a:lnTo>
                  <a:pt x="9245" y="18524"/>
                </a:lnTo>
                <a:lnTo>
                  <a:pt x="9318" y="18598"/>
                </a:lnTo>
                <a:lnTo>
                  <a:pt x="8841" y="18781"/>
                </a:lnTo>
                <a:lnTo>
                  <a:pt x="8768" y="18708"/>
                </a:lnTo>
                <a:lnTo>
                  <a:pt x="8694" y="18598"/>
                </a:lnTo>
                <a:lnTo>
                  <a:pt x="8621" y="18487"/>
                </a:lnTo>
                <a:lnTo>
                  <a:pt x="8584" y="18341"/>
                </a:lnTo>
                <a:lnTo>
                  <a:pt x="9098" y="18194"/>
                </a:lnTo>
                <a:close/>
                <a:moveTo>
                  <a:pt x="8254" y="18414"/>
                </a:moveTo>
                <a:lnTo>
                  <a:pt x="8291" y="18561"/>
                </a:lnTo>
                <a:lnTo>
                  <a:pt x="8364" y="18744"/>
                </a:lnTo>
                <a:lnTo>
                  <a:pt x="8511" y="18928"/>
                </a:lnTo>
                <a:lnTo>
                  <a:pt x="8181" y="19038"/>
                </a:lnTo>
                <a:lnTo>
                  <a:pt x="8144" y="18964"/>
                </a:lnTo>
                <a:lnTo>
                  <a:pt x="8107" y="18928"/>
                </a:lnTo>
                <a:lnTo>
                  <a:pt x="7997" y="18854"/>
                </a:lnTo>
                <a:lnTo>
                  <a:pt x="7961" y="18818"/>
                </a:lnTo>
                <a:lnTo>
                  <a:pt x="7851" y="18634"/>
                </a:lnTo>
                <a:lnTo>
                  <a:pt x="7851" y="18561"/>
                </a:lnTo>
                <a:lnTo>
                  <a:pt x="8254" y="18414"/>
                </a:lnTo>
                <a:close/>
                <a:moveTo>
                  <a:pt x="5246" y="18818"/>
                </a:moveTo>
                <a:lnTo>
                  <a:pt x="5430" y="18891"/>
                </a:lnTo>
                <a:lnTo>
                  <a:pt x="5650" y="18928"/>
                </a:lnTo>
                <a:lnTo>
                  <a:pt x="5870" y="18964"/>
                </a:lnTo>
                <a:lnTo>
                  <a:pt x="5943" y="19221"/>
                </a:lnTo>
                <a:lnTo>
                  <a:pt x="5760" y="19148"/>
                </a:lnTo>
                <a:lnTo>
                  <a:pt x="5576" y="19038"/>
                </a:lnTo>
                <a:lnTo>
                  <a:pt x="5393" y="18928"/>
                </a:lnTo>
                <a:lnTo>
                  <a:pt x="5246" y="18818"/>
                </a:lnTo>
                <a:close/>
                <a:moveTo>
                  <a:pt x="7557" y="18634"/>
                </a:moveTo>
                <a:lnTo>
                  <a:pt x="7557" y="18781"/>
                </a:lnTo>
                <a:lnTo>
                  <a:pt x="7631" y="18928"/>
                </a:lnTo>
                <a:lnTo>
                  <a:pt x="7704" y="19038"/>
                </a:lnTo>
                <a:lnTo>
                  <a:pt x="7777" y="19148"/>
                </a:lnTo>
                <a:lnTo>
                  <a:pt x="7704" y="19184"/>
                </a:lnTo>
                <a:lnTo>
                  <a:pt x="7227" y="19294"/>
                </a:lnTo>
                <a:lnTo>
                  <a:pt x="7154" y="19184"/>
                </a:lnTo>
                <a:lnTo>
                  <a:pt x="7080" y="19074"/>
                </a:lnTo>
                <a:lnTo>
                  <a:pt x="6970" y="18928"/>
                </a:lnTo>
                <a:lnTo>
                  <a:pt x="6897" y="18781"/>
                </a:lnTo>
                <a:lnTo>
                  <a:pt x="7117" y="18708"/>
                </a:lnTo>
                <a:lnTo>
                  <a:pt x="7557" y="18634"/>
                </a:lnTo>
                <a:close/>
                <a:moveTo>
                  <a:pt x="6604" y="18854"/>
                </a:moveTo>
                <a:lnTo>
                  <a:pt x="6677" y="19111"/>
                </a:lnTo>
                <a:lnTo>
                  <a:pt x="6750" y="19221"/>
                </a:lnTo>
                <a:lnTo>
                  <a:pt x="6824" y="19331"/>
                </a:lnTo>
                <a:lnTo>
                  <a:pt x="6493" y="19331"/>
                </a:lnTo>
                <a:lnTo>
                  <a:pt x="6493" y="19258"/>
                </a:lnTo>
                <a:lnTo>
                  <a:pt x="6493" y="19221"/>
                </a:lnTo>
                <a:lnTo>
                  <a:pt x="6420" y="19184"/>
                </a:lnTo>
                <a:lnTo>
                  <a:pt x="6383" y="19184"/>
                </a:lnTo>
                <a:lnTo>
                  <a:pt x="6310" y="19221"/>
                </a:lnTo>
                <a:lnTo>
                  <a:pt x="6273" y="19221"/>
                </a:lnTo>
                <a:lnTo>
                  <a:pt x="6200" y="19184"/>
                </a:lnTo>
                <a:lnTo>
                  <a:pt x="6163" y="19074"/>
                </a:lnTo>
                <a:lnTo>
                  <a:pt x="6127" y="18928"/>
                </a:lnTo>
                <a:lnTo>
                  <a:pt x="6604" y="18854"/>
                </a:lnTo>
                <a:close/>
                <a:moveTo>
                  <a:pt x="10125" y="0"/>
                </a:moveTo>
                <a:lnTo>
                  <a:pt x="9721" y="37"/>
                </a:lnTo>
                <a:lnTo>
                  <a:pt x="9318" y="110"/>
                </a:lnTo>
                <a:lnTo>
                  <a:pt x="8804" y="220"/>
                </a:lnTo>
                <a:lnTo>
                  <a:pt x="8291" y="403"/>
                </a:lnTo>
                <a:lnTo>
                  <a:pt x="7300" y="734"/>
                </a:lnTo>
                <a:lnTo>
                  <a:pt x="5320" y="1504"/>
                </a:lnTo>
                <a:lnTo>
                  <a:pt x="3376" y="2274"/>
                </a:lnTo>
                <a:lnTo>
                  <a:pt x="2422" y="2678"/>
                </a:lnTo>
                <a:lnTo>
                  <a:pt x="1945" y="2898"/>
                </a:lnTo>
                <a:lnTo>
                  <a:pt x="1505" y="3118"/>
                </a:lnTo>
                <a:lnTo>
                  <a:pt x="1248" y="3301"/>
                </a:lnTo>
                <a:lnTo>
                  <a:pt x="955" y="3485"/>
                </a:lnTo>
                <a:lnTo>
                  <a:pt x="698" y="3742"/>
                </a:lnTo>
                <a:lnTo>
                  <a:pt x="441" y="3998"/>
                </a:lnTo>
                <a:lnTo>
                  <a:pt x="221" y="4292"/>
                </a:lnTo>
                <a:lnTo>
                  <a:pt x="74" y="4622"/>
                </a:lnTo>
                <a:lnTo>
                  <a:pt x="38" y="4769"/>
                </a:lnTo>
                <a:lnTo>
                  <a:pt x="38" y="4915"/>
                </a:lnTo>
                <a:lnTo>
                  <a:pt x="38" y="5099"/>
                </a:lnTo>
                <a:lnTo>
                  <a:pt x="74" y="5245"/>
                </a:lnTo>
                <a:lnTo>
                  <a:pt x="1" y="5282"/>
                </a:lnTo>
                <a:lnTo>
                  <a:pt x="1" y="5319"/>
                </a:lnTo>
                <a:lnTo>
                  <a:pt x="38" y="5722"/>
                </a:lnTo>
                <a:lnTo>
                  <a:pt x="148" y="6052"/>
                </a:lnTo>
                <a:lnTo>
                  <a:pt x="441" y="6786"/>
                </a:lnTo>
                <a:lnTo>
                  <a:pt x="1065" y="8400"/>
                </a:lnTo>
                <a:lnTo>
                  <a:pt x="2348" y="11665"/>
                </a:lnTo>
                <a:lnTo>
                  <a:pt x="2935" y="13315"/>
                </a:lnTo>
                <a:lnTo>
                  <a:pt x="3522" y="15003"/>
                </a:lnTo>
                <a:lnTo>
                  <a:pt x="4072" y="16653"/>
                </a:lnTo>
                <a:lnTo>
                  <a:pt x="4293" y="17424"/>
                </a:lnTo>
                <a:lnTo>
                  <a:pt x="4439" y="17827"/>
                </a:lnTo>
                <a:lnTo>
                  <a:pt x="4513" y="18047"/>
                </a:lnTo>
                <a:lnTo>
                  <a:pt x="4623" y="18231"/>
                </a:lnTo>
                <a:lnTo>
                  <a:pt x="4659" y="18451"/>
                </a:lnTo>
                <a:lnTo>
                  <a:pt x="4733" y="18634"/>
                </a:lnTo>
                <a:lnTo>
                  <a:pt x="4806" y="18781"/>
                </a:lnTo>
                <a:lnTo>
                  <a:pt x="4916" y="18928"/>
                </a:lnTo>
                <a:lnTo>
                  <a:pt x="5026" y="19074"/>
                </a:lnTo>
                <a:lnTo>
                  <a:pt x="5173" y="19221"/>
                </a:lnTo>
                <a:lnTo>
                  <a:pt x="5503" y="19404"/>
                </a:lnTo>
                <a:lnTo>
                  <a:pt x="5833" y="19551"/>
                </a:lnTo>
                <a:lnTo>
                  <a:pt x="6237" y="19661"/>
                </a:lnTo>
                <a:lnTo>
                  <a:pt x="6604" y="19698"/>
                </a:lnTo>
                <a:lnTo>
                  <a:pt x="7007" y="19698"/>
                </a:lnTo>
                <a:lnTo>
                  <a:pt x="7484" y="19625"/>
                </a:lnTo>
                <a:lnTo>
                  <a:pt x="7924" y="19515"/>
                </a:lnTo>
                <a:lnTo>
                  <a:pt x="8841" y="19184"/>
                </a:lnTo>
                <a:lnTo>
                  <a:pt x="11079" y="18341"/>
                </a:lnTo>
                <a:lnTo>
                  <a:pt x="13206" y="17570"/>
                </a:lnTo>
                <a:lnTo>
                  <a:pt x="13830" y="17314"/>
                </a:lnTo>
                <a:lnTo>
                  <a:pt x="14417" y="17020"/>
                </a:lnTo>
                <a:lnTo>
                  <a:pt x="14527" y="17020"/>
                </a:lnTo>
                <a:lnTo>
                  <a:pt x="14674" y="16947"/>
                </a:lnTo>
                <a:lnTo>
                  <a:pt x="14710" y="16873"/>
                </a:lnTo>
                <a:lnTo>
                  <a:pt x="14710" y="16837"/>
                </a:lnTo>
                <a:lnTo>
                  <a:pt x="14894" y="16690"/>
                </a:lnTo>
                <a:lnTo>
                  <a:pt x="15187" y="16433"/>
                </a:lnTo>
                <a:lnTo>
                  <a:pt x="15407" y="16103"/>
                </a:lnTo>
                <a:lnTo>
                  <a:pt x="15554" y="15773"/>
                </a:lnTo>
                <a:lnTo>
                  <a:pt x="15701" y="15406"/>
                </a:lnTo>
                <a:lnTo>
                  <a:pt x="15774" y="15039"/>
                </a:lnTo>
                <a:lnTo>
                  <a:pt x="15811" y="14636"/>
                </a:lnTo>
                <a:lnTo>
                  <a:pt x="15847" y="13866"/>
                </a:lnTo>
                <a:lnTo>
                  <a:pt x="15884" y="13829"/>
                </a:lnTo>
                <a:lnTo>
                  <a:pt x="15884" y="13756"/>
                </a:lnTo>
                <a:lnTo>
                  <a:pt x="15847" y="13572"/>
                </a:lnTo>
                <a:lnTo>
                  <a:pt x="15811" y="13389"/>
                </a:lnTo>
                <a:lnTo>
                  <a:pt x="15664" y="13059"/>
                </a:lnTo>
                <a:lnTo>
                  <a:pt x="15334" y="12178"/>
                </a:lnTo>
                <a:lnTo>
                  <a:pt x="14710" y="10564"/>
                </a:lnTo>
                <a:lnTo>
                  <a:pt x="13500" y="7263"/>
                </a:lnTo>
                <a:lnTo>
                  <a:pt x="12326" y="3962"/>
                </a:lnTo>
                <a:lnTo>
                  <a:pt x="11776" y="2311"/>
                </a:lnTo>
                <a:lnTo>
                  <a:pt x="11446" y="1431"/>
                </a:lnTo>
                <a:lnTo>
                  <a:pt x="11372" y="1174"/>
                </a:lnTo>
                <a:lnTo>
                  <a:pt x="11409" y="1027"/>
                </a:lnTo>
                <a:lnTo>
                  <a:pt x="11409" y="917"/>
                </a:lnTo>
                <a:lnTo>
                  <a:pt x="11372" y="770"/>
                </a:lnTo>
                <a:lnTo>
                  <a:pt x="11299" y="624"/>
                </a:lnTo>
                <a:lnTo>
                  <a:pt x="11152" y="403"/>
                </a:lnTo>
                <a:lnTo>
                  <a:pt x="10895" y="220"/>
                </a:lnTo>
                <a:lnTo>
                  <a:pt x="10712" y="110"/>
                </a:lnTo>
                <a:lnTo>
                  <a:pt x="10528" y="37"/>
                </a:lnTo>
                <a:lnTo>
                  <a:pt x="10345"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196" name="Google Shape;196;p3"/>
          <p:cNvSpPr/>
          <p:nvPr/>
        </p:nvSpPr>
        <p:spPr>
          <a:xfrm>
            <a:off x="5291768" y="5333718"/>
            <a:ext cx="591013" cy="672893"/>
          </a:xfrm>
          <a:custGeom>
            <a:avLst/>
            <a:gdLst/>
            <a:ahLst/>
            <a:cxnLst/>
            <a:rect l="l" t="t" r="r" b="b"/>
            <a:pathLst>
              <a:path w="15627" h="17792" extrusionOk="0">
                <a:moveTo>
                  <a:pt x="10528" y="1"/>
                </a:moveTo>
                <a:lnTo>
                  <a:pt x="10455" y="37"/>
                </a:lnTo>
                <a:lnTo>
                  <a:pt x="10308" y="221"/>
                </a:lnTo>
                <a:lnTo>
                  <a:pt x="10198" y="441"/>
                </a:lnTo>
                <a:lnTo>
                  <a:pt x="10015" y="881"/>
                </a:lnTo>
                <a:lnTo>
                  <a:pt x="9831" y="1468"/>
                </a:lnTo>
                <a:lnTo>
                  <a:pt x="9685" y="2091"/>
                </a:lnTo>
                <a:lnTo>
                  <a:pt x="9685" y="2201"/>
                </a:lnTo>
                <a:lnTo>
                  <a:pt x="9721" y="2311"/>
                </a:lnTo>
                <a:lnTo>
                  <a:pt x="9795" y="2348"/>
                </a:lnTo>
                <a:lnTo>
                  <a:pt x="9868" y="2385"/>
                </a:lnTo>
                <a:lnTo>
                  <a:pt x="9941" y="2421"/>
                </a:lnTo>
                <a:lnTo>
                  <a:pt x="10051" y="2385"/>
                </a:lnTo>
                <a:lnTo>
                  <a:pt x="10125" y="2311"/>
                </a:lnTo>
                <a:lnTo>
                  <a:pt x="10198" y="2238"/>
                </a:lnTo>
                <a:lnTo>
                  <a:pt x="10235" y="2055"/>
                </a:lnTo>
                <a:lnTo>
                  <a:pt x="10235" y="2018"/>
                </a:lnTo>
                <a:lnTo>
                  <a:pt x="10235" y="1981"/>
                </a:lnTo>
                <a:lnTo>
                  <a:pt x="10455" y="1138"/>
                </a:lnTo>
                <a:lnTo>
                  <a:pt x="10638" y="624"/>
                </a:lnTo>
                <a:lnTo>
                  <a:pt x="10675" y="367"/>
                </a:lnTo>
                <a:lnTo>
                  <a:pt x="10712" y="111"/>
                </a:lnTo>
                <a:lnTo>
                  <a:pt x="10675" y="37"/>
                </a:lnTo>
                <a:lnTo>
                  <a:pt x="10602" y="1"/>
                </a:lnTo>
                <a:close/>
                <a:moveTo>
                  <a:pt x="3559" y="1028"/>
                </a:moveTo>
                <a:lnTo>
                  <a:pt x="3522" y="1064"/>
                </a:lnTo>
                <a:lnTo>
                  <a:pt x="3485" y="1101"/>
                </a:lnTo>
                <a:lnTo>
                  <a:pt x="3485" y="1138"/>
                </a:lnTo>
                <a:lnTo>
                  <a:pt x="3559" y="1321"/>
                </a:lnTo>
                <a:lnTo>
                  <a:pt x="3669" y="1468"/>
                </a:lnTo>
                <a:lnTo>
                  <a:pt x="3889" y="1761"/>
                </a:lnTo>
                <a:lnTo>
                  <a:pt x="4109" y="2055"/>
                </a:lnTo>
                <a:lnTo>
                  <a:pt x="4366" y="2348"/>
                </a:lnTo>
                <a:lnTo>
                  <a:pt x="4476" y="2605"/>
                </a:lnTo>
                <a:lnTo>
                  <a:pt x="4586" y="2862"/>
                </a:lnTo>
                <a:lnTo>
                  <a:pt x="4696" y="2972"/>
                </a:lnTo>
                <a:lnTo>
                  <a:pt x="4769" y="3045"/>
                </a:lnTo>
                <a:lnTo>
                  <a:pt x="4916" y="3082"/>
                </a:lnTo>
                <a:lnTo>
                  <a:pt x="5063" y="3082"/>
                </a:lnTo>
                <a:lnTo>
                  <a:pt x="5136" y="3045"/>
                </a:lnTo>
                <a:lnTo>
                  <a:pt x="5209" y="3008"/>
                </a:lnTo>
                <a:lnTo>
                  <a:pt x="5246" y="2935"/>
                </a:lnTo>
                <a:lnTo>
                  <a:pt x="5246" y="2862"/>
                </a:lnTo>
                <a:lnTo>
                  <a:pt x="5209" y="2715"/>
                </a:lnTo>
                <a:lnTo>
                  <a:pt x="5173" y="2642"/>
                </a:lnTo>
                <a:lnTo>
                  <a:pt x="5099" y="2605"/>
                </a:lnTo>
                <a:lnTo>
                  <a:pt x="4989" y="2605"/>
                </a:lnTo>
                <a:lnTo>
                  <a:pt x="4989" y="2568"/>
                </a:lnTo>
                <a:lnTo>
                  <a:pt x="4989" y="2495"/>
                </a:lnTo>
                <a:lnTo>
                  <a:pt x="4953" y="2385"/>
                </a:lnTo>
                <a:lnTo>
                  <a:pt x="4806" y="2128"/>
                </a:lnTo>
                <a:lnTo>
                  <a:pt x="4623" y="1871"/>
                </a:lnTo>
                <a:lnTo>
                  <a:pt x="4402" y="1615"/>
                </a:lnTo>
                <a:lnTo>
                  <a:pt x="4146" y="1394"/>
                </a:lnTo>
                <a:lnTo>
                  <a:pt x="3889" y="1174"/>
                </a:lnTo>
                <a:lnTo>
                  <a:pt x="3595" y="1028"/>
                </a:lnTo>
                <a:close/>
                <a:moveTo>
                  <a:pt x="15334" y="3999"/>
                </a:moveTo>
                <a:lnTo>
                  <a:pt x="15260" y="4035"/>
                </a:lnTo>
                <a:lnTo>
                  <a:pt x="15187" y="4109"/>
                </a:lnTo>
                <a:lnTo>
                  <a:pt x="15077" y="4182"/>
                </a:lnTo>
                <a:lnTo>
                  <a:pt x="14967" y="4256"/>
                </a:lnTo>
                <a:lnTo>
                  <a:pt x="14820" y="4329"/>
                </a:lnTo>
                <a:lnTo>
                  <a:pt x="14673" y="4329"/>
                </a:lnTo>
                <a:lnTo>
                  <a:pt x="14527" y="4402"/>
                </a:lnTo>
                <a:lnTo>
                  <a:pt x="14490" y="4439"/>
                </a:lnTo>
                <a:lnTo>
                  <a:pt x="14453" y="4549"/>
                </a:lnTo>
                <a:lnTo>
                  <a:pt x="14417" y="4586"/>
                </a:lnTo>
                <a:lnTo>
                  <a:pt x="14380" y="4622"/>
                </a:lnTo>
                <a:lnTo>
                  <a:pt x="14233" y="4732"/>
                </a:lnTo>
                <a:lnTo>
                  <a:pt x="13940" y="4842"/>
                </a:lnTo>
                <a:lnTo>
                  <a:pt x="13720" y="4989"/>
                </a:lnTo>
                <a:lnTo>
                  <a:pt x="13536" y="5173"/>
                </a:lnTo>
                <a:lnTo>
                  <a:pt x="13499" y="5246"/>
                </a:lnTo>
                <a:lnTo>
                  <a:pt x="13499" y="5319"/>
                </a:lnTo>
                <a:lnTo>
                  <a:pt x="13573" y="5356"/>
                </a:lnTo>
                <a:lnTo>
                  <a:pt x="13830" y="5356"/>
                </a:lnTo>
                <a:lnTo>
                  <a:pt x="14013" y="5319"/>
                </a:lnTo>
                <a:lnTo>
                  <a:pt x="14380" y="5173"/>
                </a:lnTo>
                <a:lnTo>
                  <a:pt x="14673" y="5026"/>
                </a:lnTo>
                <a:lnTo>
                  <a:pt x="14783" y="4953"/>
                </a:lnTo>
                <a:lnTo>
                  <a:pt x="14857" y="4806"/>
                </a:lnTo>
                <a:lnTo>
                  <a:pt x="15077" y="4769"/>
                </a:lnTo>
                <a:lnTo>
                  <a:pt x="15260" y="4659"/>
                </a:lnTo>
                <a:lnTo>
                  <a:pt x="15370" y="4696"/>
                </a:lnTo>
                <a:lnTo>
                  <a:pt x="15444" y="4696"/>
                </a:lnTo>
                <a:lnTo>
                  <a:pt x="15554" y="4622"/>
                </a:lnTo>
                <a:lnTo>
                  <a:pt x="15627" y="4549"/>
                </a:lnTo>
                <a:lnTo>
                  <a:pt x="15627" y="4476"/>
                </a:lnTo>
                <a:lnTo>
                  <a:pt x="15590" y="4366"/>
                </a:lnTo>
                <a:lnTo>
                  <a:pt x="15627" y="4329"/>
                </a:lnTo>
                <a:lnTo>
                  <a:pt x="15627" y="4256"/>
                </a:lnTo>
                <a:lnTo>
                  <a:pt x="15590" y="4182"/>
                </a:lnTo>
                <a:lnTo>
                  <a:pt x="15554" y="4109"/>
                </a:lnTo>
                <a:lnTo>
                  <a:pt x="15480" y="4035"/>
                </a:lnTo>
                <a:lnTo>
                  <a:pt x="15407" y="4035"/>
                </a:lnTo>
                <a:lnTo>
                  <a:pt x="15334" y="3999"/>
                </a:lnTo>
                <a:close/>
                <a:moveTo>
                  <a:pt x="2238" y="7447"/>
                </a:moveTo>
                <a:lnTo>
                  <a:pt x="2128" y="7484"/>
                </a:lnTo>
                <a:lnTo>
                  <a:pt x="1064" y="7960"/>
                </a:lnTo>
                <a:lnTo>
                  <a:pt x="477" y="8217"/>
                </a:lnTo>
                <a:lnTo>
                  <a:pt x="257" y="8364"/>
                </a:lnTo>
                <a:lnTo>
                  <a:pt x="147" y="8474"/>
                </a:lnTo>
                <a:lnTo>
                  <a:pt x="111" y="8437"/>
                </a:lnTo>
                <a:lnTo>
                  <a:pt x="74" y="8437"/>
                </a:lnTo>
                <a:lnTo>
                  <a:pt x="1" y="8511"/>
                </a:lnTo>
                <a:lnTo>
                  <a:pt x="1" y="8584"/>
                </a:lnTo>
                <a:lnTo>
                  <a:pt x="37" y="8621"/>
                </a:lnTo>
                <a:lnTo>
                  <a:pt x="111" y="8694"/>
                </a:lnTo>
                <a:lnTo>
                  <a:pt x="221" y="8731"/>
                </a:lnTo>
                <a:lnTo>
                  <a:pt x="367" y="8694"/>
                </a:lnTo>
                <a:lnTo>
                  <a:pt x="514" y="8657"/>
                </a:lnTo>
                <a:lnTo>
                  <a:pt x="808" y="8547"/>
                </a:lnTo>
                <a:lnTo>
                  <a:pt x="1028" y="8474"/>
                </a:lnTo>
                <a:lnTo>
                  <a:pt x="2385" y="7887"/>
                </a:lnTo>
                <a:lnTo>
                  <a:pt x="2458" y="7850"/>
                </a:lnTo>
                <a:lnTo>
                  <a:pt x="2532" y="7777"/>
                </a:lnTo>
                <a:lnTo>
                  <a:pt x="2532" y="7667"/>
                </a:lnTo>
                <a:lnTo>
                  <a:pt x="2495" y="7594"/>
                </a:lnTo>
                <a:lnTo>
                  <a:pt x="2422" y="7520"/>
                </a:lnTo>
                <a:lnTo>
                  <a:pt x="2348" y="7484"/>
                </a:lnTo>
                <a:lnTo>
                  <a:pt x="2238" y="7447"/>
                </a:lnTo>
                <a:close/>
                <a:moveTo>
                  <a:pt x="6677" y="7814"/>
                </a:moveTo>
                <a:lnTo>
                  <a:pt x="6603" y="7887"/>
                </a:lnTo>
                <a:lnTo>
                  <a:pt x="6603" y="7960"/>
                </a:lnTo>
                <a:lnTo>
                  <a:pt x="6603" y="8070"/>
                </a:lnTo>
                <a:lnTo>
                  <a:pt x="6933" y="8474"/>
                </a:lnTo>
                <a:lnTo>
                  <a:pt x="7044" y="8694"/>
                </a:lnTo>
                <a:lnTo>
                  <a:pt x="7154" y="8914"/>
                </a:lnTo>
                <a:lnTo>
                  <a:pt x="7227" y="8951"/>
                </a:lnTo>
                <a:lnTo>
                  <a:pt x="7264" y="8987"/>
                </a:lnTo>
                <a:lnTo>
                  <a:pt x="7410" y="8987"/>
                </a:lnTo>
                <a:lnTo>
                  <a:pt x="7594" y="8877"/>
                </a:lnTo>
                <a:lnTo>
                  <a:pt x="7777" y="8767"/>
                </a:lnTo>
                <a:lnTo>
                  <a:pt x="7924" y="8621"/>
                </a:lnTo>
                <a:lnTo>
                  <a:pt x="7924" y="8657"/>
                </a:lnTo>
                <a:lnTo>
                  <a:pt x="7997" y="8767"/>
                </a:lnTo>
                <a:lnTo>
                  <a:pt x="8071" y="8877"/>
                </a:lnTo>
                <a:lnTo>
                  <a:pt x="8181" y="8951"/>
                </a:lnTo>
                <a:lnTo>
                  <a:pt x="8327" y="9024"/>
                </a:lnTo>
                <a:lnTo>
                  <a:pt x="8584" y="9061"/>
                </a:lnTo>
                <a:lnTo>
                  <a:pt x="8768" y="9061"/>
                </a:lnTo>
                <a:lnTo>
                  <a:pt x="8951" y="8987"/>
                </a:lnTo>
                <a:lnTo>
                  <a:pt x="9281" y="8841"/>
                </a:lnTo>
                <a:lnTo>
                  <a:pt x="9611" y="8657"/>
                </a:lnTo>
                <a:lnTo>
                  <a:pt x="9721" y="8547"/>
                </a:lnTo>
                <a:lnTo>
                  <a:pt x="9758" y="8474"/>
                </a:lnTo>
                <a:lnTo>
                  <a:pt x="9758" y="8364"/>
                </a:lnTo>
                <a:lnTo>
                  <a:pt x="9685" y="8254"/>
                </a:lnTo>
                <a:lnTo>
                  <a:pt x="9648" y="8217"/>
                </a:lnTo>
                <a:lnTo>
                  <a:pt x="9464" y="8217"/>
                </a:lnTo>
                <a:lnTo>
                  <a:pt x="9428" y="8291"/>
                </a:lnTo>
                <a:lnTo>
                  <a:pt x="9244" y="8437"/>
                </a:lnTo>
                <a:lnTo>
                  <a:pt x="8988" y="8547"/>
                </a:lnTo>
                <a:lnTo>
                  <a:pt x="8768" y="8621"/>
                </a:lnTo>
                <a:lnTo>
                  <a:pt x="8584" y="8657"/>
                </a:lnTo>
                <a:lnTo>
                  <a:pt x="8474" y="8657"/>
                </a:lnTo>
                <a:lnTo>
                  <a:pt x="8401" y="8621"/>
                </a:lnTo>
                <a:lnTo>
                  <a:pt x="8364" y="8584"/>
                </a:lnTo>
                <a:lnTo>
                  <a:pt x="8327" y="8547"/>
                </a:lnTo>
                <a:lnTo>
                  <a:pt x="8254" y="8254"/>
                </a:lnTo>
                <a:lnTo>
                  <a:pt x="8181" y="8144"/>
                </a:lnTo>
                <a:lnTo>
                  <a:pt x="8071" y="8107"/>
                </a:lnTo>
                <a:lnTo>
                  <a:pt x="7961" y="8107"/>
                </a:lnTo>
                <a:lnTo>
                  <a:pt x="7887" y="8144"/>
                </a:lnTo>
                <a:lnTo>
                  <a:pt x="7740" y="8254"/>
                </a:lnTo>
                <a:lnTo>
                  <a:pt x="7630" y="8401"/>
                </a:lnTo>
                <a:lnTo>
                  <a:pt x="7410" y="8547"/>
                </a:lnTo>
                <a:lnTo>
                  <a:pt x="7264" y="8364"/>
                </a:lnTo>
                <a:lnTo>
                  <a:pt x="7117" y="8180"/>
                </a:lnTo>
                <a:lnTo>
                  <a:pt x="6970" y="7997"/>
                </a:lnTo>
                <a:lnTo>
                  <a:pt x="6787" y="7850"/>
                </a:lnTo>
                <a:lnTo>
                  <a:pt x="6713" y="7814"/>
                </a:lnTo>
                <a:close/>
                <a:moveTo>
                  <a:pt x="12876" y="11005"/>
                </a:moveTo>
                <a:lnTo>
                  <a:pt x="12803" y="11042"/>
                </a:lnTo>
                <a:lnTo>
                  <a:pt x="12766" y="11078"/>
                </a:lnTo>
                <a:lnTo>
                  <a:pt x="12766" y="11152"/>
                </a:lnTo>
                <a:lnTo>
                  <a:pt x="12729" y="11225"/>
                </a:lnTo>
                <a:lnTo>
                  <a:pt x="12766" y="11298"/>
                </a:lnTo>
                <a:lnTo>
                  <a:pt x="12986" y="11702"/>
                </a:lnTo>
                <a:lnTo>
                  <a:pt x="13279" y="12069"/>
                </a:lnTo>
                <a:lnTo>
                  <a:pt x="13499" y="12399"/>
                </a:lnTo>
                <a:lnTo>
                  <a:pt x="13646" y="12509"/>
                </a:lnTo>
                <a:lnTo>
                  <a:pt x="13830" y="12619"/>
                </a:lnTo>
                <a:lnTo>
                  <a:pt x="13976" y="12619"/>
                </a:lnTo>
                <a:lnTo>
                  <a:pt x="14013" y="12582"/>
                </a:lnTo>
                <a:lnTo>
                  <a:pt x="14086" y="12546"/>
                </a:lnTo>
                <a:lnTo>
                  <a:pt x="14160" y="12436"/>
                </a:lnTo>
                <a:lnTo>
                  <a:pt x="14160" y="12325"/>
                </a:lnTo>
                <a:lnTo>
                  <a:pt x="14160" y="12252"/>
                </a:lnTo>
                <a:lnTo>
                  <a:pt x="14123" y="12142"/>
                </a:lnTo>
                <a:lnTo>
                  <a:pt x="14086" y="12069"/>
                </a:lnTo>
                <a:lnTo>
                  <a:pt x="14050" y="12032"/>
                </a:lnTo>
                <a:lnTo>
                  <a:pt x="13903" y="12032"/>
                </a:lnTo>
                <a:lnTo>
                  <a:pt x="13830" y="11885"/>
                </a:lnTo>
                <a:lnTo>
                  <a:pt x="13573" y="11592"/>
                </a:lnTo>
                <a:lnTo>
                  <a:pt x="13316" y="11298"/>
                </a:lnTo>
                <a:lnTo>
                  <a:pt x="13059" y="11042"/>
                </a:lnTo>
                <a:lnTo>
                  <a:pt x="13023" y="11005"/>
                </a:lnTo>
                <a:close/>
                <a:moveTo>
                  <a:pt x="8181" y="3192"/>
                </a:moveTo>
                <a:lnTo>
                  <a:pt x="8511" y="3228"/>
                </a:lnTo>
                <a:lnTo>
                  <a:pt x="8878" y="3265"/>
                </a:lnTo>
                <a:lnTo>
                  <a:pt x="9208" y="3339"/>
                </a:lnTo>
                <a:lnTo>
                  <a:pt x="9538" y="3412"/>
                </a:lnTo>
                <a:lnTo>
                  <a:pt x="9868" y="3522"/>
                </a:lnTo>
                <a:lnTo>
                  <a:pt x="10198" y="3669"/>
                </a:lnTo>
                <a:lnTo>
                  <a:pt x="10528" y="3852"/>
                </a:lnTo>
                <a:lnTo>
                  <a:pt x="10822" y="4035"/>
                </a:lnTo>
                <a:lnTo>
                  <a:pt x="11078" y="4256"/>
                </a:lnTo>
                <a:lnTo>
                  <a:pt x="11335" y="4476"/>
                </a:lnTo>
                <a:lnTo>
                  <a:pt x="11592" y="4732"/>
                </a:lnTo>
                <a:lnTo>
                  <a:pt x="11812" y="4989"/>
                </a:lnTo>
                <a:lnTo>
                  <a:pt x="11996" y="5319"/>
                </a:lnTo>
                <a:lnTo>
                  <a:pt x="12142" y="5576"/>
                </a:lnTo>
                <a:lnTo>
                  <a:pt x="12252" y="5870"/>
                </a:lnTo>
                <a:lnTo>
                  <a:pt x="12362" y="6200"/>
                </a:lnTo>
                <a:lnTo>
                  <a:pt x="12436" y="6530"/>
                </a:lnTo>
                <a:lnTo>
                  <a:pt x="12509" y="6823"/>
                </a:lnTo>
                <a:lnTo>
                  <a:pt x="12509" y="7153"/>
                </a:lnTo>
                <a:lnTo>
                  <a:pt x="12509" y="7484"/>
                </a:lnTo>
                <a:lnTo>
                  <a:pt x="12472" y="7814"/>
                </a:lnTo>
                <a:lnTo>
                  <a:pt x="12399" y="8144"/>
                </a:lnTo>
                <a:lnTo>
                  <a:pt x="12289" y="8511"/>
                </a:lnTo>
                <a:lnTo>
                  <a:pt x="12142" y="8804"/>
                </a:lnTo>
                <a:lnTo>
                  <a:pt x="11996" y="9134"/>
                </a:lnTo>
                <a:lnTo>
                  <a:pt x="11812" y="9428"/>
                </a:lnTo>
                <a:lnTo>
                  <a:pt x="11592" y="9721"/>
                </a:lnTo>
                <a:lnTo>
                  <a:pt x="11115" y="10271"/>
                </a:lnTo>
                <a:lnTo>
                  <a:pt x="10345" y="11115"/>
                </a:lnTo>
                <a:lnTo>
                  <a:pt x="9941" y="11555"/>
                </a:lnTo>
                <a:lnTo>
                  <a:pt x="9575" y="12032"/>
                </a:lnTo>
                <a:lnTo>
                  <a:pt x="9281" y="12509"/>
                </a:lnTo>
                <a:lnTo>
                  <a:pt x="8988" y="13022"/>
                </a:lnTo>
                <a:lnTo>
                  <a:pt x="8914" y="13279"/>
                </a:lnTo>
                <a:lnTo>
                  <a:pt x="8804" y="13573"/>
                </a:lnTo>
                <a:lnTo>
                  <a:pt x="8768" y="13829"/>
                </a:lnTo>
                <a:lnTo>
                  <a:pt x="8731" y="14123"/>
                </a:lnTo>
                <a:lnTo>
                  <a:pt x="8217" y="14013"/>
                </a:lnTo>
                <a:lnTo>
                  <a:pt x="7704" y="13939"/>
                </a:lnTo>
                <a:lnTo>
                  <a:pt x="8584" y="11665"/>
                </a:lnTo>
                <a:lnTo>
                  <a:pt x="9061" y="10418"/>
                </a:lnTo>
                <a:lnTo>
                  <a:pt x="9318" y="9831"/>
                </a:lnTo>
                <a:lnTo>
                  <a:pt x="9391" y="9538"/>
                </a:lnTo>
                <a:lnTo>
                  <a:pt x="9391" y="9391"/>
                </a:lnTo>
                <a:lnTo>
                  <a:pt x="9354" y="9244"/>
                </a:lnTo>
                <a:lnTo>
                  <a:pt x="9318" y="9208"/>
                </a:lnTo>
                <a:lnTo>
                  <a:pt x="9281" y="9208"/>
                </a:lnTo>
                <a:lnTo>
                  <a:pt x="9171" y="9281"/>
                </a:lnTo>
                <a:lnTo>
                  <a:pt x="9098" y="9391"/>
                </a:lnTo>
                <a:lnTo>
                  <a:pt x="8988" y="9611"/>
                </a:lnTo>
                <a:lnTo>
                  <a:pt x="8768" y="10088"/>
                </a:lnTo>
                <a:lnTo>
                  <a:pt x="8217" y="11445"/>
                </a:lnTo>
                <a:lnTo>
                  <a:pt x="7337" y="13719"/>
                </a:lnTo>
                <a:lnTo>
                  <a:pt x="7227" y="13903"/>
                </a:lnTo>
                <a:lnTo>
                  <a:pt x="6970" y="13829"/>
                </a:lnTo>
                <a:lnTo>
                  <a:pt x="6420" y="13683"/>
                </a:lnTo>
                <a:lnTo>
                  <a:pt x="6420" y="13646"/>
                </a:lnTo>
                <a:lnTo>
                  <a:pt x="6493" y="13389"/>
                </a:lnTo>
                <a:lnTo>
                  <a:pt x="6530" y="13096"/>
                </a:lnTo>
                <a:lnTo>
                  <a:pt x="6530" y="12546"/>
                </a:lnTo>
                <a:lnTo>
                  <a:pt x="6603" y="11372"/>
                </a:lnTo>
                <a:lnTo>
                  <a:pt x="6677" y="10125"/>
                </a:lnTo>
                <a:lnTo>
                  <a:pt x="6713" y="9501"/>
                </a:lnTo>
                <a:lnTo>
                  <a:pt x="6677" y="8877"/>
                </a:lnTo>
                <a:lnTo>
                  <a:pt x="6677" y="8804"/>
                </a:lnTo>
                <a:lnTo>
                  <a:pt x="6640" y="8767"/>
                </a:lnTo>
                <a:lnTo>
                  <a:pt x="6530" y="8694"/>
                </a:lnTo>
                <a:lnTo>
                  <a:pt x="6420" y="8731"/>
                </a:lnTo>
                <a:lnTo>
                  <a:pt x="6383" y="8767"/>
                </a:lnTo>
                <a:lnTo>
                  <a:pt x="6347" y="8841"/>
                </a:lnTo>
                <a:lnTo>
                  <a:pt x="6273" y="9391"/>
                </a:lnTo>
                <a:lnTo>
                  <a:pt x="6237" y="9978"/>
                </a:lnTo>
                <a:lnTo>
                  <a:pt x="6200" y="11115"/>
                </a:lnTo>
                <a:lnTo>
                  <a:pt x="6090" y="12289"/>
                </a:lnTo>
                <a:lnTo>
                  <a:pt x="6016" y="12912"/>
                </a:lnTo>
                <a:lnTo>
                  <a:pt x="6016" y="13206"/>
                </a:lnTo>
                <a:lnTo>
                  <a:pt x="6016" y="13536"/>
                </a:lnTo>
                <a:lnTo>
                  <a:pt x="5540" y="13353"/>
                </a:lnTo>
                <a:lnTo>
                  <a:pt x="5099" y="13206"/>
                </a:lnTo>
                <a:lnTo>
                  <a:pt x="4623" y="13132"/>
                </a:lnTo>
                <a:lnTo>
                  <a:pt x="4182" y="13132"/>
                </a:lnTo>
                <a:lnTo>
                  <a:pt x="4329" y="12876"/>
                </a:lnTo>
                <a:lnTo>
                  <a:pt x="4439" y="12619"/>
                </a:lnTo>
                <a:lnTo>
                  <a:pt x="4549" y="12362"/>
                </a:lnTo>
                <a:lnTo>
                  <a:pt x="4623" y="12069"/>
                </a:lnTo>
                <a:lnTo>
                  <a:pt x="4696" y="11482"/>
                </a:lnTo>
                <a:lnTo>
                  <a:pt x="4696" y="10895"/>
                </a:lnTo>
                <a:lnTo>
                  <a:pt x="4623" y="10161"/>
                </a:lnTo>
                <a:lnTo>
                  <a:pt x="4512" y="9428"/>
                </a:lnTo>
                <a:lnTo>
                  <a:pt x="4366" y="8694"/>
                </a:lnTo>
                <a:lnTo>
                  <a:pt x="4219" y="7960"/>
                </a:lnTo>
                <a:lnTo>
                  <a:pt x="4182" y="7594"/>
                </a:lnTo>
                <a:lnTo>
                  <a:pt x="4182" y="7190"/>
                </a:lnTo>
                <a:lnTo>
                  <a:pt x="4182" y="6823"/>
                </a:lnTo>
                <a:lnTo>
                  <a:pt x="4219" y="6456"/>
                </a:lnTo>
                <a:lnTo>
                  <a:pt x="4292" y="6090"/>
                </a:lnTo>
                <a:lnTo>
                  <a:pt x="4439" y="5760"/>
                </a:lnTo>
                <a:lnTo>
                  <a:pt x="4586" y="5429"/>
                </a:lnTo>
                <a:lnTo>
                  <a:pt x="4769" y="5063"/>
                </a:lnTo>
                <a:lnTo>
                  <a:pt x="5026" y="4769"/>
                </a:lnTo>
                <a:lnTo>
                  <a:pt x="5246" y="4476"/>
                </a:lnTo>
                <a:lnTo>
                  <a:pt x="5503" y="4219"/>
                </a:lnTo>
                <a:lnTo>
                  <a:pt x="5796" y="3999"/>
                </a:lnTo>
                <a:lnTo>
                  <a:pt x="6090" y="3779"/>
                </a:lnTo>
                <a:lnTo>
                  <a:pt x="6420" y="3595"/>
                </a:lnTo>
                <a:lnTo>
                  <a:pt x="6787" y="3449"/>
                </a:lnTo>
                <a:lnTo>
                  <a:pt x="7117" y="3339"/>
                </a:lnTo>
                <a:lnTo>
                  <a:pt x="7484" y="3265"/>
                </a:lnTo>
                <a:lnTo>
                  <a:pt x="7814" y="3228"/>
                </a:lnTo>
                <a:lnTo>
                  <a:pt x="8181" y="3192"/>
                </a:lnTo>
                <a:close/>
                <a:moveTo>
                  <a:pt x="3962" y="13426"/>
                </a:moveTo>
                <a:lnTo>
                  <a:pt x="4623" y="13536"/>
                </a:lnTo>
                <a:lnTo>
                  <a:pt x="5246" y="13719"/>
                </a:lnTo>
                <a:lnTo>
                  <a:pt x="5943" y="13939"/>
                </a:lnTo>
                <a:lnTo>
                  <a:pt x="6603" y="14196"/>
                </a:lnTo>
                <a:lnTo>
                  <a:pt x="6860" y="14270"/>
                </a:lnTo>
                <a:lnTo>
                  <a:pt x="7154" y="14306"/>
                </a:lnTo>
                <a:lnTo>
                  <a:pt x="7704" y="14380"/>
                </a:lnTo>
                <a:lnTo>
                  <a:pt x="8217" y="14490"/>
                </a:lnTo>
                <a:lnTo>
                  <a:pt x="8474" y="14563"/>
                </a:lnTo>
                <a:lnTo>
                  <a:pt x="8731" y="14636"/>
                </a:lnTo>
                <a:lnTo>
                  <a:pt x="8768" y="14783"/>
                </a:lnTo>
                <a:lnTo>
                  <a:pt x="8841" y="14857"/>
                </a:lnTo>
                <a:lnTo>
                  <a:pt x="8951" y="14893"/>
                </a:lnTo>
                <a:lnTo>
                  <a:pt x="9061" y="14893"/>
                </a:lnTo>
                <a:lnTo>
                  <a:pt x="9061" y="15003"/>
                </a:lnTo>
                <a:lnTo>
                  <a:pt x="9024" y="15150"/>
                </a:lnTo>
                <a:lnTo>
                  <a:pt x="8914" y="15223"/>
                </a:lnTo>
                <a:lnTo>
                  <a:pt x="8768" y="15333"/>
                </a:lnTo>
                <a:lnTo>
                  <a:pt x="8034" y="15040"/>
                </a:lnTo>
                <a:lnTo>
                  <a:pt x="6383" y="14490"/>
                </a:lnTo>
                <a:lnTo>
                  <a:pt x="5576" y="14270"/>
                </a:lnTo>
                <a:lnTo>
                  <a:pt x="4769" y="14086"/>
                </a:lnTo>
                <a:lnTo>
                  <a:pt x="4292" y="14013"/>
                </a:lnTo>
                <a:lnTo>
                  <a:pt x="4072" y="14013"/>
                </a:lnTo>
                <a:lnTo>
                  <a:pt x="3852" y="14050"/>
                </a:lnTo>
                <a:lnTo>
                  <a:pt x="3742" y="14013"/>
                </a:lnTo>
                <a:lnTo>
                  <a:pt x="3669" y="13939"/>
                </a:lnTo>
                <a:lnTo>
                  <a:pt x="3632" y="13829"/>
                </a:lnTo>
                <a:lnTo>
                  <a:pt x="3632" y="13719"/>
                </a:lnTo>
                <a:lnTo>
                  <a:pt x="3632" y="13609"/>
                </a:lnTo>
                <a:lnTo>
                  <a:pt x="3705" y="13536"/>
                </a:lnTo>
                <a:lnTo>
                  <a:pt x="3816" y="13463"/>
                </a:lnTo>
                <a:lnTo>
                  <a:pt x="3926" y="13426"/>
                </a:lnTo>
                <a:close/>
                <a:moveTo>
                  <a:pt x="4256" y="15737"/>
                </a:moveTo>
                <a:lnTo>
                  <a:pt x="4696" y="15847"/>
                </a:lnTo>
                <a:lnTo>
                  <a:pt x="4476" y="16067"/>
                </a:lnTo>
                <a:lnTo>
                  <a:pt x="4292" y="16287"/>
                </a:lnTo>
                <a:lnTo>
                  <a:pt x="4292" y="16250"/>
                </a:lnTo>
                <a:lnTo>
                  <a:pt x="4256" y="16140"/>
                </a:lnTo>
                <a:lnTo>
                  <a:pt x="4256" y="15994"/>
                </a:lnTo>
                <a:lnTo>
                  <a:pt x="4256" y="15737"/>
                </a:lnTo>
                <a:close/>
                <a:moveTo>
                  <a:pt x="4843" y="15920"/>
                </a:moveTo>
                <a:lnTo>
                  <a:pt x="4989" y="15957"/>
                </a:lnTo>
                <a:lnTo>
                  <a:pt x="5136" y="15994"/>
                </a:lnTo>
                <a:lnTo>
                  <a:pt x="4879" y="16140"/>
                </a:lnTo>
                <a:lnTo>
                  <a:pt x="4623" y="16360"/>
                </a:lnTo>
                <a:lnTo>
                  <a:pt x="4623" y="16360"/>
                </a:lnTo>
                <a:lnTo>
                  <a:pt x="4733" y="16140"/>
                </a:lnTo>
                <a:lnTo>
                  <a:pt x="4843" y="15920"/>
                </a:lnTo>
                <a:close/>
                <a:moveTo>
                  <a:pt x="4146" y="14453"/>
                </a:moveTo>
                <a:lnTo>
                  <a:pt x="4659" y="14490"/>
                </a:lnTo>
                <a:lnTo>
                  <a:pt x="5356" y="14673"/>
                </a:lnTo>
                <a:lnTo>
                  <a:pt x="6053" y="14857"/>
                </a:lnTo>
                <a:lnTo>
                  <a:pt x="7410" y="15333"/>
                </a:lnTo>
                <a:lnTo>
                  <a:pt x="8034" y="15553"/>
                </a:lnTo>
                <a:lnTo>
                  <a:pt x="8401" y="15663"/>
                </a:lnTo>
                <a:lnTo>
                  <a:pt x="8694" y="15774"/>
                </a:lnTo>
                <a:lnTo>
                  <a:pt x="8731" y="15847"/>
                </a:lnTo>
                <a:lnTo>
                  <a:pt x="8768" y="15884"/>
                </a:lnTo>
                <a:lnTo>
                  <a:pt x="8841" y="15957"/>
                </a:lnTo>
                <a:lnTo>
                  <a:pt x="8951" y="15957"/>
                </a:lnTo>
                <a:lnTo>
                  <a:pt x="8914" y="16067"/>
                </a:lnTo>
                <a:lnTo>
                  <a:pt x="8841" y="16214"/>
                </a:lnTo>
                <a:lnTo>
                  <a:pt x="8694" y="16397"/>
                </a:lnTo>
                <a:lnTo>
                  <a:pt x="8547" y="16507"/>
                </a:lnTo>
                <a:lnTo>
                  <a:pt x="8401" y="16581"/>
                </a:lnTo>
                <a:lnTo>
                  <a:pt x="7227" y="16140"/>
                </a:lnTo>
                <a:lnTo>
                  <a:pt x="6016" y="15774"/>
                </a:lnTo>
                <a:lnTo>
                  <a:pt x="4733" y="15370"/>
                </a:lnTo>
                <a:lnTo>
                  <a:pt x="4072" y="15223"/>
                </a:lnTo>
                <a:lnTo>
                  <a:pt x="3449" y="15113"/>
                </a:lnTo>
                <a:lnTo>
                  <a:pt x="3449" y="15040"/>
                </a:lnTo>
                <a:lnTo>
                  <a:pt x="3449" y="14857"/>
                </a:lnTo>
                <a:lnTo>
                  <a:pt x="3522" y="14673"/>
                </a:lnTo>
                <a:lnTo>
                  <a:pt x="3632" y="14563"/>
                </a:lnTo>
                <a:lnTo>
                  <a:pt x="3705" y="14490"/>
                </a:lnTo>
                <a:lnTo>
                  <a:pt x="3926" y="14490"/>
                </a:lnTo>
                <a:lnTo>
                  <a:pt x="3962" y="14526"/>
                </a:lnTo>
                <a:lnTo>
                  <a:pt x="3999" y="14526"/>
                </a:lnTo>
                <a:lnTo>
                  <a:pt x="4036" y="14490"/>
                </a:lnTo>
                <a:lnTo>
                  <a:pt x="4146" y="14453"/>
                </a:lnTo>
                <a:close/>
                <a:moveTo>
                  <a:pt x="5503" y="16067"/>
                </a:moveTo>
                <a:lnTo>
                  <a:pt x="5723" y="16140"/>
                </a:lnTo>
                <a:lnTo>
                  <a:pt x="5503" y="16287"/>
                </a:lnTo>
                <a:lnTo>
                  <a:pt x="5246" y="16434"/>
                </a:lnTo>
                <a:lnTo>
                  <a:pt x="5026" y="16617"/>
                </a:lnTo>
                <a:lnTo>
                  <a:pt x="4843" y="16837"/>
                </a:lnTo>
                <a:lnTo>
                  <a:pt x="4659" y="16764"/>
                </a:lnTo>
                <a:lnTo>
                  <a:pt x="4733" y="16691"/>
                </a:lnTo>
                <a:lnTo>
                  <a:pt x="5503" y="16067"/>
                </a:lnTo>
                <a:close/>
                <a:moveTo>
                  <a:pt x="5980" y="16214"/>
                </a:moveTo>
                <a:lnTo>
                  <a:pt x="6200" y="16287"/>
                </a:lnTo>
                <a:lnTo>
                  <a:pt x="6200" y="16324"/>
                </a:lnTo>
                <a:lnTo>
                  <a:pt x="5943" y="16434"/>
                </a:lnTo>
                <a:lnTo>
                  <a:pt x="5723" y="16581"/>
                </a:lnTo>
                <a:lnTo>
                  <a:pt x="5540" y="16727"/>
                </a:lnTo>
                <a:lnTo>
                  <a:pt x="5393" y="16947"/>
                </a:lnTo>
                <a:lnTo>
                  <a:pt x="5246" y="16911"/>
                </a:lnTo>
                <a:lnTo>
                  <a:pt x="5613" y="16544"/>
                </a:lnTo>
                <a:lnTo>
                  <a:pt x="5980" y="16214"/>
                </a:lnTo>
                <a:close/>
                <a:moveTo>
                  <a:pt x="6383" y="16360"/>
                </a:moveTo>
                <a:lnTo>
                  <a:pt x="6897" y="16544"/>
                </a:lnTo>
                <a:lnTo>
                  <a:pt x="6420" y="16801"/>
                </a:lnTo>
                <a:lnTo>
                  <a:pt x="6200" y="16947"/>
                </a:lnTo>
                <a:lnTo>
                  <a:pt x="5980" y="17131"/>
                </a:lnTo>
                <a:lnTo>
                  <a:pt x="5796" y="17057"/>
                </a:lnTo>
                <a:lnTo>
                  <a:pt x="5833" y="16984"/>
                </a:lnTo>
                <a:lnTo>
                  <a:pt x="5833" y="16911"/>
                </a:lnTo>
                <a:lnTo>
                  <a:pt x="5833" y="16874"/>
                </a:lnTo>
                <a:lnTo>
                  <a:pt x="6090" y="16617"/>
                </a:lnTo>
                <a:lnTo>
                  <a:pt x="6383" y="16397"/>
                </a:lnTo>
                <a:lnTo>
                  <a:pt x="6383" y="16360"/>
                </a:lnTo>
                <a:close/>
                <a:moveTo>
                  <a:pt x="7080" y="16581"/>
                </a:moveTo>
                <a:lnTo>
                  <a:pt x="7410" y="16691"/>
                </a:lnTo>
                <a:lnTo>
                  <a:pt x="7154" y="16911"/>
                </a:lnTo>
                <a:lnTo>
                  <a:pt x="6787" y="17314"/>
                </a:lnTo>
                <a:lnTo>
                  <a:pt x="6457" y="17241"/>
                </a:lnTo>
                <a:lnTo>
                  <a:pt x="6493" y="17167"/>
                </a:lnTo>
                <a:lnTo>
                  <a:pt x="6457" y="17131"/>
                </a:lnTo>
                <a:lnTo>
                  <a:pt x="6750" y="16837"/>
                </a:lnTo>
                <a:lnTo>
                  <a:pt x="7080" y="16581"/>
                </a:lnTo>
                <a:close/>
                <a:moveTo>
                  <a:pt x="8034" y="2678"/>
                </a:moveTo>
                <a:lnTo>
                  <a:pt x="7704" y="2715"/>
                </a:lnTo>
                <a:lnTo>
                  <a:pt x="7374" y="2752"/>
                </a:lnTo>
                <a:lnTo>
                  <a:pt x="7044" y="2825"/>
                </a:lnTo>
                <a:lnTo>
                  <a:pt x="6750" y="2898"/>
                </a:lnTo>
                <a:lnTo>
                  <a:pt x="6420" y="3008"/>
                </a:lnTo>
                <a:lnTo>
                  <a:pt x="6126" y="3155"/>
                </a:lnTo>
                <a:lnTo>
                  <a:pt x="5833" y="3302"/>
                </a:lnTo>
                <a:lnTo>
                  <a:pt x="5576" y="3522"/>
                </a:lnTo>
                <a:lnTo>
                  <a:pt x="5026" y="3962"/>
                </a:lnTo>
                <a:lnTo>
                  <a:pt x="4806" y="4219"/>
                </a:lnTo>
                <a:lnTo>
                  <a:pt x="4586" y="4512"/>
                </a:lnTo>
                <a:lnTo>
                  <a:pt x="4366" y="4769"/>
                </a:lnTo>
                <a:lnTo>
                  <a:pt x="4182" y="5099"/>
                </a:lnTo>
                <a:lnTo>
                  <a:pt x="3999" y="5393"/>
                </a:lnTo>
                <a:lnTo>
                  <a:pt x="3852" y="5723"/>
                </a:lnTo>
                <a:lnTo>
                  <a:pt x="3742" y="6163"/>
                </a:lnTo>
                <a:lnTo>
                  <a:pt x="3669" y="6603"/>
                </a:lnTo>
                <a:lnTo>
                  <a:pt x="3632" y="7043"/>
                </a:lnTo>
                <a:lnTo>
                  <a:pt x="3632" y="7520"/>
                </a:lnTo>
                <a:lnTo>
                  <a:pt x="3705" y="7960"/>
                </a:lnTo>
                <a:lnTo>
                  <a:pt x="3779" y="8437"/>
                </a:lnTo>
                <a:lnTo>
                  <a:pt x="3962" y="9318"/>
                </a:lnTo>
                <a:lnTo>
                  <a:pt x="4109" y="10308"/>
                </a:lnTo>
                <a:lnTo>
                  <a:pt x="4182" y="10785"/>
                </a:lnTo>
                <a:lnTo>
                  <a:pt x="4219" y="11262"/>
                </a:lnTo>
                <a:lnTo>
                  <a:pt x="4182" y="11739"/>
                </a:lnTo>
                <a:lnTo>
                  <a:pt x="4109" y="12215"/>
                </a:lnTo>
                <a:lnTo>
                  <a:pt x="3999" y="12619"/>
                </a:lnTo>
                <a:lnTo>
                  <a:pt x="3816" y="13059"/>
                </a:lnTo>
                <a:lnTo>
                  <a:pt x="3595" y="13132"/>
                </a:lnTo>
                <a:lnTo>
                  <a:pt x="3449" y="13279"/>
                </a:lnTo>
                <a:lnTo>
                  <a:pt x="3302" y="13426"/>
                </a:lnTo>
                <a:lnTo>
                  <a:pt x="3229" y="13646"/>
                </a:lnTo>
                <a:lnTo>
                  <a:pt x="3229" y="13829"/>
                </a:lnTo>
                <a:lnTo>
                  <a:pt x="3265" y="13976"/>
                </a:lnTo>
                <a:lnTo>
                  <a:pt x="3339" y="14160"/>
                </a:lnTo>
                <a:lnTo>
                  <a:pt x="3412" y="14270"/>
                </a:lnTo>
                <a:lnTo>
                  <a:pt x="3339" y="14343"/>
                </a:lnTo>
                <a:lnTo>
                  <a:pt x="3265" y="14416"/>
                </a:lnTo>
                <a:lnTo>
                  <a:pt x="3192" y="14526"/>
                </a:lnTo>
                <a:lnTo>
                  <a:pt x="3119" y="14673"/>
                </a:lnTo>
                <a:lnTo>
                  <a:pt x="3082" y="14857"/>
                </a:lnTo>
                <a:lnTo>
                  <a:pt x="3045" y="15040"/>
                </a:lnTo>
                <a:lnTo>
                  <a:pt x="3045" y="15187"/>
                </a:lnTo>
                <a:lnTo>
                  <a:pt x="3082" y="15370"/>
                </a:lnTo>
                <a:lnTo>
                  <a:pt x="3192" y="15480"/>
                </a:lnTo>
                <a:lnTo>
                  <a:pt x="3302" y="15590"/>
                </a:lnTo>
                <a:lnTo>
                  <a:pt x="3412" y="15627"/>
                </a:lnTo>
                <a:lnTo>
                  <a:pt x="3485" y="15590"/>
                </a:lnTo>
                <a:lnTo>
                  <a:pt x="3522" y="15553"/>
                </a:lnTo>
                <a:lnTo>
                  <a:pt x="3559" y="15553"/>
                </a:lnTo>
                <a:lnTo>
                  <a:pt x="4072" y="15700"/>
                </a:lnTo>
                <a:lnTo>
                  <a:pt x="3999" y="15810"/>
                </a:lnTo>
                <a:lnTo>
                  <a:pt x="3926" y="15957"/>
                </a:lnTo>
                <a:lnTo>
                  <a:pt x="3926" y="16140"/>
                </a:lnTo>
                <a:lnTo>
                  <a:pt x="3926" y="16324"/>
                </a:lnTo>
                <a:lnTo>
                  <a:pt x="3999" y="16507"/>
                </a:lnTo>
                <a:lnTo>
                  <a:pt x="4072" y="16654"/>
                </a:lnTo>
                <a:lnTo>
                  <a:pt x="4146" y="16801"/>
                </a:lnTo>
                <a:lnTo>
                  <a:pt x="4292" y="16874"/>
                </a:lnTo>
                <a:lnTo>
                  <a:pt x="4256" y="16947"/>
                </a:lnTo>
                <a:lnTo>
                  <a:pt x="4292" y="17021"/>
                </a:lnTo>
                <a:lnTo>
                  <a:pt x="4329" y="17057"/>
                </a:lnTo>
                <a:lnTo>
                  <a:pt x="4402" y="17094"/>
                </a:lnTo>
                <a:lnTo>
                  <a:pt x="4586" y="17167"/>
                </a:lnTo>
                <a:lnTo>
                  <a:pt x="4806" y="17277"/>
                </a:lnTo>
                <a:lnTo>
                  <a:pt x="5283" y="17388"/>
                </a:lnTo>
                <a:lnTo>
                  <a:pt x="5393" y="17424"/>
                </a:lnTo>
                <a:lnTo>
                  <a:pt x="5576" y="17461"/>
                </a:lnTo>
                <a:lnTo>
                  <a:pt x="6310" y="17681"/>
                </a:lnTo>
                <a:lnTo>
                  <a:pt x="6677" y="17754"/>
                </a:lnTo>
                <a:lnTo>
                  <a:pt x="6860" y="17791"/>
                </a:lnTo>
                <a:lnTo>
                  <a:pt x="7044" y="17754"/>
                </a:lnTo>
                <a:lnTo>
                  <a:pt x="7117" y="17718"/>
                </a:lnTo>
                <a:lnTo>
                  <a:pt x="7154" y="17681"/>
                </a:lnTo>
                <a:lnTo>
                  <a:pt x="7154" y="17608"/>
                </a:lnTo>
                <a:lnTo>
                  <a:pt x="7117" y="17534"/>
                </a:lnTo>
                <a:lnTo>
                  <a:pt x="7447" y="17204"/>
                </a:lnTo>
                <a:lnTo>
                  <a:pt x="7594" y="17021"/>
                </a:lnTo>
                <a:lnTo>
                  <a:pt x="7740" y="16837"/>
                </a:lnTo>
                <a:lnTo>
                  <a:pt x="8327" y="17021"/>
                </a:lnTo>
                <a:lnTo>
                  <a:pt x="8437" y="17021"/>
                </a:lnTo>
                <a:lnTo>
                  <a:pt x="8547" y="16984"/>
                </a:lnTo>
                <a:lnTo>
                  <a:pt x="8731" y="16911"/>
                </a:lnTo>
                <a:lnTo>
                  <a:pt x="8914" y="16764"/>
                </a:lnTo>
                <a:lnTo>
                  <a:pt x="9098" y="16581"/>
                </a:lnTo>
                <a:lnTo>
                  <a:pt x="9208" y="16360"/>
                </a:lnTo>
                <a:lnTo>
                  <a:pt x="9281" y="16140"/>
                </a:lnTo>
                <a:lnTo>
                  <a:pt x="9318" y="15884"/>
                </a:lnTo>
                <a:lnTo>
                  <a:pt x="9281" y="15700"/>
                </a:lnTo>
                <a:lnTo>
                  <a:pt x="9208" y="15590"/>
                </a:lnTo>
                <a:lnTo>
                  <a:pt x="9171" y="15517"/>
                </a:lnTo>
                <a:lnTo>
                  <a:pt x="9244" y="15407"/>
                </a:lnTo>
                <a:lnTo>
                  <a:pt x="9354" y="15260"/>
                </a:lnTo>
                <a:lnTo>
                  <a:pt x="9391" y="15113"/>
                </a:lnTo>
                <a:lnTo>
                  <a:pt x="9428" y="15003"/>
                </a:lnTo>
                <a:lnTo>
                  <a:pt x="9501" y="14930"/>
                </a:lnTo>
                <a:lnTo>
                  <a:pt x="9575" y="14857"/>
                </a:lnTo>
                <a:lnTo>
                  <a:pt x="9575" y="14783"/>
                </a:lnTo>
                <a:lnTo>
                  <a:pt x="9538" y="14673"/>
                </a:lnTo>
                <a:lnTo>
                  <a:pt x="9391" y="14526"/>
                </a:lnTo>
                <a:lnTo>
                  <a:pt x="9244" y="14380"/>
                </a:lnTo>
                <a:lnTo>
                  <a:pt x="9244" y="14050"/>
                </a:lnTo>
                <a:lnTo>
                  <a:pt x="9318" y="13683"/>
                </a:lnTo>
                <a:lnTo>
                  <a:pt x="9428" y="13353"/>
                </a:lnTo>
                <a:lnTo>
                  <a:pt x="9538" y="13059"/>
                </a:lnTo>
                <a:lnTo>
                  <a:pt x="9721" y="12766"/>
                </a:lnTo>
                <a:lnTo>
                  <a:pt x="9905" y="12472"/>
                </a:lnTo>
                <a:lnTo>
                  <a:pt x="10308" y="11885"/>
                </a:lnTo>
                <a:lnTo>
                  <a:pt x="10785" y="11335"/>
                </a:lnTo>
                <a:lnTo>
                  <a:pt x="11299" y="10822"/>
                </a:lnTo>
                <a:lnTo>
                  <a:pt x="11775" y="10308"/>
                </a:lnTo>
                <a:lnTo>
                  <a:pt x="12179" y="9758"/>
                </a:lnTo>
                <a:lnTo>
                  <a:pt x="12362" y="9501"/>
                </a:lnTo>
                <a:lnTo>
                  <a:pt x="12546" y="9208"/>
                </a:lnTo>
                <a:lnTo>
                  <a:pt x="12656" y="8951"/>
                </a:lnTo>
                <a:lnTo>
                  <a:pt x="12803" y="8657"/>
                </a:lnTo>
                <a:lnTo>
                  <a:pt x="12876" y="8364"/>
                </a:lnTo>
                <a:lnTo>
                  <a:pt x="12949" y="8034"/>
                </a:lnTo>
                <a:lnTo>
                  <a:pt x="12986" y="7740"/>
                </a:lnTo>
                <a:lnTo>
                  <a:pt x="13023" y="7447"/>
                </a:lnTo>
                <a:lnTo>
                  <a:pt x="13023" y="6823"/>
                </a:lnTo>
                <a:lnTo>
                  <a:pt x="12913" y="6236"/>
                </a:lnTo>
                <a:lnTo>
                  <a:pt x="12729" y="5613"/>
                </a:lnTo>
                <a:lnTo>
                  <a:pt x="12436" y="5026"/>
                </a:lnTo>
                <a:lnTo>
                  <a:pt x="12252" y="4769"/>
                </a:lnTo>
                <a:lnTo>
                  <a:pt x="12069" y="4476"/>
                </a:lnTo>
                <a:lnTo>
                  <a:pt x="11849" y="4256"/>
                </a:lnTo>
                <a:lnTo>
                  <a:pt x="11629" y="3999"/>
                </a:lnTo>
                <a:lnTo>
                  <a:pt x="11372" y="3815"/>
                </a:lnTo>
                <a:lnTo>
                  <a:pt x="11115" y="3595"/>
                </a:lnTo>
                <a:lnTo>
                  <a:pt x="10565" y="3265"/>
                </a:lnTo>
                <a:lnTo>
                  <a:pt x="9978" y="3008"/>
                </a:lnTo>
                <a:lnTo>
                  <a:pt x="9354" y="2825"/>
                </a:lnTo>
                <a:lnTo>
                  <a:pt x="8694" y="2715"/>
                </a:lnTo>
                <a:lnTo>
                  <a:pt x="8034" y="2678"/>
                </a:lnTo>
                <a:close/>
              </a:path>
            </a:pathLst>
          </a:custGeom>
          <a:solidFill>
            <a:srgbClr val="3C78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197" name="Google Shape;197;p3"/>
          <p:cNvSpPr/>
          <p:nvPr/>
        </p:nvSpPr>
        <p:spPr>
          <a:xfrm>
            <a:off x="8377819" y="5612687"/>
            <a:ext cx="280284" cy="611852"/>
          </a:xfrm>
          <a:custGeom>
            <a:avLst/>
            <a:gdLst/>
            <a:ahLst/>
            <a:cxnLst/>
            <a:rect l="l" t="t" r="r" b="b"/>
            <a:pathLst>
              <a:path w="7411" h="16178" extrusionOk="0">
                <a:moveTo>
                  <a:pt x="3339" y="147"/>
                </a:moveTo>
                <a:lnTo>
                  <a:pt x="3229" y="441"/>
                </a:lnTo>
                <a:lnTo>
                  <a:pt x="3155" y="734"/>
                </a:lnTo>
                <a:lnTo>
                  <a:pt x="3119" y="1358"/>
                </a:lnTo>
                <a:lnTo>
                  <a:pt x="3082" y="2972"/>
                </a:lnTo>
                <a:lnTo>
                  <a:pt x="3119" y="4476"/>
                </a:lnTo>
                <a:lnTo>
                  <a:pt x="3119" y="5283"/>
                </a:lnTo>
                <a:lnTo>
                  <a:pt x="3119" y="5576"/>
                </a:lnTo>
                <a:lnTo>
                  <a:pt x="3155" y="5723"/>
                </a:lnTo>
                <a:lnTo>
                  <a:pt x="3229" y="5870"/>
                </a:lnTo>
                <a:lnTo>
                  <a:pt x="3265" y="5906"/>
                </a:lnTo>
                <a:lnTo>
                  <a:pt x="3339" y="5943"/>
                </a:lnTo>
                <a:lnTo>
                  <a:pt x="3375" y="5943"/>
                </a:lnTo>
                <a:lnTo>
                  <a:pt x="3449" y="5870"/>
                </a:lnTo>
                <a:lnTo>
                  <a:pt x="3486" y="5760"/>
                </a:lnTo>
                <a:lnTo>
                  <a:pt x="3522" y="5649"/>
                </a:lnTo>
                <a:lnTo>
                  <a:pt x="3522" y="5393"/>
                </a:lnTo>
                <a:lnTo>
                  <a:pt x="3522" y="4586"/>
                </a:lnTo>
                <a:lnTo>
                  <a:pt x="3486" y="2972"/>
                </a:lnTo>
                <a:lnTo>
                  <a:pt x="3522" y="1504"/>
                </a:lnTo>
                <a:lnTo>
                  <a:pt x="3522" y="808"/>
                </a:lnTo>
                <a:lnTo>
                  <a:pt x="3486" y="477"/>
                </a:lnTo>
                <a:lnTo>
                  <a:pt x="3412" y="294"/>
                </a:lnTo>
                <a:lnTo>
                  <a:pt x="3375" y="147"/>
                </a:lnTo>
                <a:close/>
                <a:moveTo>
                  <a:pt x="1725" y="1"/>
                </a:moveTo>
                <a:lnTo>
                  <a:pt x="1688" y="37"/>
                </a:lnTo>
                <a:lnTo>
                  <a:pt x="1615" y="147"/>
                </a:lnTo>
                <a:lnTo>
                  <a:pt x="1578" y="294"/>
                </a:lnTo>
                <a:lnTo>
                  <a:pt x="1541" y="624"/>
                </a:lnTo>
                <a:lnTo>
                  <a:pt x="1578" y="1284"/>
                </a:lnTo>
                <a:lnTo>
                  <a:pt x="1615" y="2898"/>
                </a:lnTo>
                <a:lnTo>
                  <a:pt x="1725" y="6236"/>
                </a:lnTo>
                <a:lnTo>
                  <a:pt x="1761" y="6346"/>
                </a:lnTo>
                <a:lnTo>
                  <a:pt x="1798" y="6383"/>
                </a:lnTo>
                <a:lnTo>
                  <a:pt x="1872" y="6420"/>
                </a:lnTo>
                <a:lnTo>
                  <a:pt x="1945" y="6456"/>
                </a:lnTo>
                <a:lnTo>
                  <a:pt x="2018" y="6420"/>
                </a:lnTo>
                <a:lnTo>
                  <a:pt x="2092" y="6383"/>
                </a:lnTo>
                <a:lnTo>
                  <a:pt x="2165" y="6346"/>
                </a:lnTo>
                <a:lnTo>
                  <a:pt x="2165" y="6236"/>
                </a:lnTo>
                <a:lnTo>
                  <a:pt x="2165" y="5980"/>
                </a:lnTo>
                <a:lnTo>
                  <a:pt x="2165" y="5943"/>
                </a:lnTo>
                <a:lnTo>
                  <a:pt x="2055" y="3008"/>
                </a:lnTo>
                <a:lnTo>
                  <a:pt x="1982" y="1394"/>
                </a:lnTo>
                <a:lnTo>
                  <a:pt x="1945" y="587"/>
                </a:lnTo>
                <a:lnTo>
                  <a:pt x="1908" y="294"/>
                </a:lnTo>
                <a:lnTo>
                  <a:pt x="1872" y="147"/>
                </a:lnTo>
                <a:lnTo>
                  <a:pt x="1761" y="37"/>
                </a:lnTo>
                <a:lnTo>
                  <a:pt x="1725" y="1"/>
                </a:lnTo>
                <a:close/>
                <a:moveTo>
                  <a:pt x="4953" y="184"/>
                </a:moveTo>
                <a:lnTo>
                  <a:pt x="4879" y="221"/>
                </a:lnTo>
                <a:lnTo>
                  <a:pt x="4843" y="257"/>
                </a:lnTo>
                <a:lnTo>
                  <a:pt x="4843" y="331"/>
                </a:lnTo>
                <a:lnTo>
                  <a:pt x="4769" y="1101"/>
                </a:lnTo>
                <a:lnTo>
                  <a:pt x="4733" y="1908"/>
                </a:lnTo>
                <a:lnTo>
                  <a:pt x="4733" y="3522"/>
                </a:lnTo>
                <a:lnTo>
                  <a:pt x="4733" y="5136"/>
                </a:lnTo>
                <a:lnTo>
                  <a:pt x="4696" y="5870"/>
                </a:lnTo>
                <a:lnTo>
                  <a:pt x="4696" y="6273"/>
                </a:lnTo>
                <a:lnTo>
                  <a:pt x="4769" y="6640"/>
                </a:lnTo>
                <a:lnTo>
                  <a:pt x="4806" y="6713"/>
                </a:lnTo>
                <a:lnTo>
                  <a:pt x="4916" y="6750"/>
                </a:lnTo>
                <a:lnTo>
                  <a:pt x="5026" y="6713"/>
                </a:lnTo>
                <a:lnTo>
                  <a:pt x="5100" y="6640"/>
                </a:lnTo>
                <a:lnTo>
                  <a:pt x="5173" y="6273"/>
                </a:lnTo>
                <a:lnTo>
                  <a:pt x="5173" y="5870"/>
                </a:lnTo>
                <a:lnTo>
                  <a:pt x="5136" y="5136"/>
                </a:lnTo>
                <a:lnTo>
                  <a:pt x="5136" y="3522"/>
                </a:lnTo>
                <a:lnTo>
                  <a:pt x="5173" y="1908"/>
                </a:lnTo>
                <a:lnTo>
                  <a:pt x="5136" y="1138"/>
                </a:lnTo>
                <a:lnTo>
                  <a:pt x="5100" y="331"/>
                </a:lnTo>
                <a:lnTo>
                  <a:pt x="5100" y="257"/>
                </a:lnTo>
                <a:lnTo>
                  <a:pt x="5063" y="221"/>
                </a:lnTo>
                <a:lnTo>
                  <a:pt x="4953" y="184"/>
                </a:lnTo>
                <a:close/>
                <a:moveTo>
                  <a:pt x="6273" y="2678"/>
                </a:moveTo>
                <a:lnTo>
                  <a:pt x="6273" y="2715"/>
                </a:lnTo>
                <a:lnTo>
                  <a:pt x="6200" y="3008"/>
                </a:lnTo>
                <a:lnTo>
                  <a:pt x="6163" y="3302"/>
                </a:lnTo>
                <a:lnTo>
                  <a:pt x="6127" y="3925"/>
                </a:lnTo>
                <a:lnTo>
                  <a:pt x="6127" y="5173"/>
                </a:lnTo>
                <a:lnTo>
                  <a:pt x="6090" y="7667"/>
                </a:lnTo>
                <a:lnTo>
                  <a:pt x="6090" y="7887"/>
                </a:lnTo>
                <a:lnTo>
                  <a:pt x="6127" y="7960"/>
                </a:lnTo>
                <a:lnTo>
                  <a:pt x="6163" y="8034"/>
                </a:lnTo>
                <a:lnTo>
                  <a:pt x="6237" y="8070"/>
                </a:lnTo>
                <a:lnTo>
                  <a:pt x="6383" y="8070"/>
                </a:lnTo>
                <a:lnTo>
                  <a:pt x="6457" y="8034"/>
                </a:lnTo>
                <a:lnTo>
                  <a:pt x="6493" y="7960"/>
                </a:lnTo>
                <a:lnTo>
                  <a:pt x="6530" y="7887"/>
                </a:lnTo>
                <a:lnTo>
                  <a:pt x="6530" y="5283"/>
                </a:lnTo>
                <a:lnTo>
                  <a:pt x="6530" y="3962"/>
                </a:lnTo>
                <a:lnTo>
                  <a:pt x="6493" y="3339"/>
                </a:lnTo>
                <a:lnTo>
                  <a:pt x="6457" y="3008"/>
                </a:lnTo>
                <a:lnTo>
                  <a:pt x="6383" y="2715"/>
                </a:lnTo>
                <a:lnTo>
                  <a:pt x="6347" y="2678"/>
                </a:lnTo>
                <a:close/>
                <a:moveTo>
                  <a:pt x="3265" y="7887"/>
                </a:moveTo>
                <a:lnTo>
                  <a:pt x="3082" y="8107"/>
                </a:lnTo>
                <a:lnTo>
                  <a:pt x="2862" y="8291"/>
                </a:lnTo>
                <a:lnTo>
                  <a:pt x="2679" y="8401"/>
                </a:lnTo>
                <a:lnTo>
                  <a:pt x="2458" y="8474"/>
                </a:lnTo>
                <a:lnTo>
                  <a:pt x="2458" y="8474"/>
                </a:lnTo>
                <a:lnTo>
                  <a:pt x="2605" y="8291"/>
                </a:lnTo>
                <a:lnTo>
                  <a:pt x="2752" y="8144"/>
                </a:lnTo>
                <a:lnTo>
                  <a:pt x="2972" y="7997"/>
                </a:lnTo>
                <a:lnTo>
                  <a:pt x="3192" y="7924"/>
                </a:lnTo>
                <a:lnTo>
                  <a:pt x="3265" y="7887"/>
                </a:lnTo>
                <a:close/>
                <a:moveTo>
                  <a:pt x="4806" y="9501"/>
                </a:moveTo>
                <a:lnTo>
                  <a:pt x="4513" y="9538"/>
                </a:lnTo>
                <a:lnTo>
                  <a:pt x="4329" y="9574"/>
                </a:lnTo>
                <a:lnTo>
                  <a:pt x="4072" y="9574"/>
                </a:lnTo>
                <a:lnTo>
                  <a:pt x="4072" y="9611"/>
                </a:lnTo>
                <a:lnTo>
                  <a:pt x="4072" y="9684"/>
                </a:lnTo>
                <a:lnTo>
                  <a:pt x="4109" y="9758"/>
                </a:lnTo>
                <a:lnTo>
                  <a:pt x="4146" y="9831"/>
                </a:lnTo>
                <a:lnTo>
                  <a:pt x="4219" y="9868"/>
                </a:lnTo>
                <a:lnTo>
                  <a:pt x="4293" y="9905"/>
                </a:lnTo>
                <a:lnTo>
                  <a:pt x="4476" y="9941"/>
                </a:lnTo>
                <a:lnTo>
                  <a:pt x="4659" y="9905"/>
                </a:lnTo>
                <a:lnTo>
                  <a:pt x="4806" y="9941"/>
                </a:lnTo>
                <a:lnTo>
                  <a:pt x="4953" y="9978"/>
                </a:lnTo>
                <a:lnTo>
                  <a:pt x="5100" y="10015"/>
                </a:lnTo>
                <a:lnTo>
                  <a:pt x="5246" y="10125"/>
                </a:lnTo>
                <a:lnTo>
                  <a:pt x="5320" y="10235"/>
                </a:lnTo>
                <a:lnTo>
                  <a:pt x="5430" y="10381"/>
                </a:lnTo>
                <a:lnTo>
                  <a:pt x="5466" y="10528"/>
                </a:lnTo>
                <a:lnTo>
                  <a:pt x="5503" y="10675"/>
                </a:lnTo>
                <a:lnTo>
                  <a:pt x="5540" y="10748"/>
                </a:lnTo>
                <a:lnTo>
                  <a:pt x="5613" y="10822"/>
                </a:lnTo>
                <a:lnTo>
                  <a:pt x="5833" y="10822"/>
                </a:lnTo>
                <a:lnTo>
                  <a:pt x="5907" y="10748"/>
                </a:lnTo>
                <a:lnTo>
                  <a:pt x="5943" y="10711"/>
                </a:lnTo>
                <a:lnTo>
                  <a:pt x="5980" y="10601"/>
                </a:lnTo>
                <a:lnTo>
                  <a:pt x="5907" y="10308"/>
                </a:lnTo>
                <a:lnTo>
                  <a:pt x="5760" y="10051"/>
                </a:lnTo>
                <a:lnTo>
                  <a:pt x="5576" y="9831"/>
                </a:lnTo>
                <a:lnTo>
                  <a:pt x="5356" y="9648"/>
                </a:lnTo>
                <a:lnTo>
                  <a:pt x="5100" y="9538"/>
                </a:lnTo>
                <a:lnTo>
                  <a:pt x="4806" y="9501"/>
                </a:lnTo>
                <a:close/>
                <a:moveTo>
                  <a:pt x="4879" y="8547"/>
                </a:moveTo>
                <a:lnTo>
                  <a:pt x="5136" y="8621"/>
                </a:lnTo>
                <a:lnTo>
                  <a:pt x="5393" y="8731"/>
                </a:lnTo>
                <a:lnTo>
                  <a:pt x="5650" y="8877"/>
                </a:lnTo>
                <a:lnTo>
                  <a:pt x="5907" y="9061"/>
                </a:lnTo>
                <a:lnTo>
                  <a:pt x="6090" y="9244"/>
                </a:lnTo>
                <a:lnTo>
                  <a:pt x="6310" y="9464"/>
                </a:lnTo>
                <a:lnTo>
                  <a:pt x="6457" y="9684"/>
                </a:lnTo>
                <a:lnTo>
                  <a:pt x="6603" y="9941"/>
                </a:lnTo>
                <a:lnTo>
                  <a:pt x="6714" y="10198"/>
                </a:lnTo>
                <a:lnTo>
                  <a:pt x="6787" y="10491"/>
                </a:lnTo>
                <a:lnTo>
                  <a:pt x="6860" y="10748"/>
                </a:lnTo>
                <a:lnTo>
                  <a:pt x="6934" y="11078"/>
                </a:lnTo>
                <a:lnTo>
                  <a:pt x="6934" y="11372"/>
                </a:lnTo>
                <a:lnTo>
                  <a:pt x="6934" y="11665"/>
                </a:lnTo>
                <a:lnTo>
                  <a:pt x="6934" y="11995"/>
                </a:lnTo>
                <a:lnTo>
                  <a:pt x="6824" y="12619"/>
                </a:lnTo>
                <a:lnTo>
                  <a:pt x="6677" y="13206"/>
                </a:lnTo>
                <a:lnTo>
                  <a:pt x="6530" y="13499"/>
                </a:lnTo>
                <a:lnTo>
                  <a:pt x="6383" y="13793"/>
                </a:lnTo>
                <a:lnTo>
                  <a:pt x="6310" y="13939"/>
                </a:lnTo>
                <a:lnTo>
                  <a:pt x="6163" y="14050"/>
                </a:lnTo>
                <a:lnTo>
                  <a:pt x="5907" y="14270"/>
                </a:lnTo>
                <a:lnTo>
                  <a:pt x="5540" y="14526"/>
                </a:lnTo>
                <a:lnTo>
                  <a:pt x="5173" y="14857"/>
                </a:lnTo>
                <a:lnTo>
                  <a:pt x="5026" y="14967"/>
                </a:lnTo>
                <a:lnTo>
                  <a:pt x="4659" y="15187"/>
                </a:lnTo>
                <a:lnTo>
                  <a:pt x="4659" y="15187"/>
                </a:lnTo>
                <a:lnTo>
                  <a:pt x="4806" y="14857"/>
                </a:lnTo>
                <a:lnTo>
                  <a:pt x="4916" y="14636"/>
                </a:lnTo>
                <a:lnTo>
                  <a:pt x="4953" y="14490"/>
                </a:lnTo>
                <a:lnTo>
                  <a:pt x="4989" y="14380"/>
                </a:lnTo>
                <a:lnTo>
                  <a:pt x="4953" y="14270"/>
                </a:lnTo>
                <a:lnTo>
                  <a:pt x="4916" y="14160"/>
                </a:lnTo>
                <a:lnTo>
                  <a:pt x="4843" y="14123"/>
                </a:lnTo>
                <a:lnTo>
                  <a:pt x="4659" y="14123"/>
                </a:lnTo>
                <a:lnTo>
                  <a:pt x="4586" y="14160"/>
                </a:lnTo>
                <a:lnTo>
                  <a:pt x="4549" y="14233"/>
                </a:lnTo>
                <a:lnTo>
                  <a:pt x="4513" y="14343"/>
                </a:lnTo>
                <a:lnTo>
                  <a:pt x="4549" y="14453"/>
                </a:lnTo>
                <a:lnTo>
                  <a:pt x="4513" y="14526"/>
                </a:lnTo>
                <a:lnTo>
                  <a:pt x="4439" y="14783"/>
                </a:lnTo>
                <a:lnTo>
                  <a:pt x="4366" y="15003"/>
                </a:lnTo>
                <a:lnTo>
                  <a:pt x="4329" y="15260"/>
                </a:lnTo>
                <a:lnTo>
                  <a:pt x="4366" y="15333"/>
                </a:lnTo>
                <a:lnTo>
                  <a:pt x="4293" y="15370"/>
                </a:lnTo>
                <a:lnTo>
                  <a:pt x="3999" y="15480"/>
                </a:lnTo>
                <a:lnTo>
                  <a:pt x="3632" y="15590"/>
                </a:lnTo>
                <a:lnTo>
                  <a:pt x="3816" y="15333"/>
                </a:lnTo>
                <a:lnTo>
                  <a:pt x="4109" y="14746"/>
                </a:lnTo>
                <a:lnTo>
                  <a:pt x="4109" y="14673"/>
                </a:lnTo>
                <a:lnTo>
                  <a:pt x="4109" y="14600"/>
                </a:lnTo>
                <a:lnTo>
                  <a:pt x="4072" y="14526"/>
                </a:lnTo>
                <a:lnTo>
                  <a:pt x="4036" y="14490"/>
                </a:lnTo>
                <a:lnTo>
                  <a:pt x="3962" y="14453"/>
                </a:lnTo>
                <a:lnTo>
                  <a:pt x="3889" y="14453"/>
                </a:lnTo>
                <a:lnTo>
                  <a:pt x="3816" y="14490"/>
                </a:lnTo>
                <a:lnTo>
                  <a:pt x="3779" y="14563"/>
                </a:lnTo>
                <a:lnTo>
                  <a:pt x="3486" y="15150"/>
                </a:lnTo>
                <a:lnTo>
                  <a:pt x="3339" y="15407"/>
                </a:lnTo>
                <a:lnTo>
                  <a:pt x="3229" y="15663"/>
                </a:lnTo>
                <a:lnTo>
                  <a:pt x="2899" y="15700"/>
                </a:lnTo>
                <a:lnTo>
                  <a:pt x="2532" y="15627"/>
                </a:lnTo>
                <a:lnTo>
                  <a:pt x="2752" y="15407"/>
                </a:lnTo>
                <a:lnTo>
                  <a:pt x="2935" y="15187"/>
                </a:lnTo>
                <a:lnTo>
                  <a:pt x="3119" y="14893"/>
                </a:lnTo>
                <a:lnTo>
                  <a:pt x="3265" y="14600"/>
                </a:lnTo>
                <a:lnTo>
                  <a:pt x="3339" y="14600"/>
                </a:lnTo>
                <a:lnTo>
                  <a:pt x="3375" y="14526"/>
                </a:lnTo>
                <a:lnTo>
                  <a:pt x="3412" y="14490"/>
                </a:lnTo>
                <a:lnTo>
                  <a:pt x="3449" y="14380"/>
                </a:lnTo>
                <a:lnTo>
                  <a:pt x="3412" y="14343"/>
                </a:lnTo>
                <a:lnTo>
                  <a:pt x="3412" y="14270"/>
                </a:lnTo>
                <a:lnTo>
                  <a:pt x="3339" y="14233"/>
                </a:lnTo>
                <a:lnTo>
                  <a:pt x="3229" y="14196"/>
                </a:lnTo>
                <a:lnTo>
                  <a:pt x="3155" y="14196"/>
                </a:lnTo>
                <a:lnTo>
                  <a:pt x="3045" y="14233"/>
                </a:lnTo>
                <a:lnTo>
                  <a:pt x="2935" y="14380"/>
                </a:lnTo>
                <a:lnTo>
                  <a:pt x="2752" y="14673"/>
                </a:lnTo>
                <a:lnTo>
                  <a:pt x="2495" y="15077"/>
                </a:lnTo>
                <a:lnTo>
                  <a:pt x="2238" y="15443"/>
                </a:lnTo>
                <a:lnTo>
                  <a:pt x="2202" y="15553"/>
                </a:lnTo>
                <a:lnTo>
                  <a:pt x="1908" y="15370"/>
                </a:lnTo>
                <a:lnTo>
                  <a:pt x="1615" y="15187"/>
                </a:lnTo>
                <a:lnTo>
                  <a:pt x="1761" y="15077"/>
                </a:lnTo>
                <a:lnTo>
                  <a:pt x="1872" y="14967"/>
                </a:lnTo>
                <a:lnTo>
                  <a:pt x="2238" y="14563"/>
                </a:lnTo>
                <a:lnTo>
                  <a:pt x="2568" y="14196"/>
                </a:lnTo>
                <a:lnTo>
                  <a:pt x="2715" y="13976"/>
                </a:lnTo>
                <a:lnTo>
                  <a:pt x="2789" y="13756"/>
                </a:lnTo>
                <a:lnTo>
                  <a:pt x="2789" y="13683"/>
                </a:lnTo>
                <a:lnTo>
                  <a:pt x="2752" y="13609"/>
                </a:lnTo>
                <a:lnTo>
                  <a:pt x="2642" y="13609"/>
                </a:lnTo>
                <a:lnTo>
                  <a:pt x="2422" y="13719"/>
                </a:lnTo>
                <a:lnTo>
                  <a:pt x="2238" y="13866"/>
                </a:lnTo>
                <a:lnTo>
                  <a:pt x="1945" y="14233"/>
                </a:lnTo>
                <a:lnTo>
                  <a:pt x="1578" y="14673"/>
                </a:lnTo>
                <a:lnTo>
                  <a:pt x="1505" y="14820"/>
                </a:lnTo>
                <a:lnTo>
                  <a:pt x="1431" y="15003"/>
                </a:lnTo>
                <a:lnTo>
                  <a:pt x="1138" y="14636"/>
                </a:lnTo>
                <a:lnTo>
                  <a:pt x="1468" y="14306"/>
                </a:lnTo>
                <a:lnTo>
                  <a:pt x="1761" y="13939"/>
                </a:lnTo>
                <a:lnTo>
                  <a:pt x="2312" y="13206"/>
                </a:lnTo>
                <a:lnTo>
                  <a:pt x="2312" y="13132"/>
                </a:lnTo>
                <a:lnTo>
                  <a:pt x="2312" y="13059"/>
                </a:lnTo>
                <a:lnTo>
                  <a:pt x="2238" y="12949"/>
                </a:lnTo>
                <a:lnTo>
                  <a:pt x="2202" y="12912"/>
                </a:lnTo>
                <a:lnTo>
                  <a:pt x="2055" y="12912"/>
                </a:lnTo>
                <a:lnTo>
                  <a:pt x="1982" y="12949"/>
                </a:lnTo>
                <a:lnTo>
                  <a:pt x="1431" y="13646"/>
                </a:lnTo>
                <a:lnTo>
                  <a:pt x="1211" y="14013"/>
                </a:lnTo>
                <a:lnTo>
                  <a:pt x="991" y="14380"/>
                </a:lnTo>
                <a:lnTo>
                  <a:pt x="844" y="14050"/>
                </a:lnTo>
                <a:lnTo>
                  <a:pt x="698" y="13719"/>
                </a:lnTo>
                <a:lnTo>
                  <a:pt x="1028" y="13426"/>
                </a:lnTo>
                <a:lnTo>
                  <a:pt x="1358" y="13096"/>
                </a:lnTo>
                <a:lnTo>
                  <a:pt x="1872" y="12436"/>
                </a:lnTo>
                <a:lnTo>
                  <a:pt x="1908" y="12362"/>
                </a:lnTo>
                <a:lnTo>
                  <a:pt x="1908" y="12289"/>
                </a:lnTo>
                <a:lnTo>
                  <a:pt x="1872" y="12215"/>
                </a:lnTo>
                <a:lnTo>
                  <a:pt x="1835" y="12179"/>
                </a:lnTo>
                <a:lnTo>
                  <a:pt x="1761" y="12142"/>
                </a:lnTo>
                <a:lnTo>
                  <a:pt x="1688" y="12105"/>
                </a:lnTo>
                <a:lnTo>
                  <a:pt x="1615" y="12105"/>
                </a:lnTo>
                <a:lnTo>
                  <a:pt x="1541" y="12179"/>
                </a:lnTo>
                <a:lnTo>
                  <a:pt x="1065" y="12729"/>
                </a:lnTo>
                <a:lnTo>
                  <a:pt x="808" y="13022"/>
                </a:lnTo>
                <a:lnTo>
                  <a:pt x="624" y="13353"/>
                </a:lnTo>
                <a:lnTo>
                  <a:pt x="588" y="13206"/>
                </a:lnTo>
                <a:lnTo>
                  <a:pt x="551" y="12876"/>
                </a:lnTo>
                <a:lnTo>
                  <a:pt x="771" y="12656"/>
                </a:lnTo>
                <a:lnTo>
                  <a:pt x="1028" y="12399"/>
                </a:lnTo>
                <a:lnTo>
                  <a:pt x="1321" y="12069"/>
                </a:lnTo>
                <a:lnTo>
                  <a:pt x="1468" y="11885"/>
                </a:lnTo>
                <a:lnTo>
                  <a:pt x="1505" y="11775"/>
                </a:lnTo>
                <a:lnTo>
                  <a:pt x="1505" y="11665"/>
                </a:lnTo>
                <a:lnTo>
                  <a:pt x="1505" y="11592"/>
                </a:lnTo>
                <a:lnTo>
                  <a:pt x="1468" y="11555"/>
                </a:lnTo>
                <a:lnTo>
                  <a:pt x="1395" y="11518"/>
                </a:lnTo>
                <a:lnTo>
                  <a:pt x="1358" y="11555"/>
                </a:lnTo>
                <a:lnTo>
                  <a:pt x="1175" y="11629"/>
                </a:lnTo>
                <a:lnTo>
                  <a:pt x="1028" y="11775"/>
                </a:lnTo>
                <a:lnTo>
                  <a:pt x="771" y="12105"/>
                </a:lnTo>
                <a:lnTo>
                  <a:pt x="514" y="12436"/>
                </a:lnTo>
                <a:lnTo>
                  <a:pt x="514" y="11922"/>
                </a:lnTo>
                <a:lnTo>
                  <a:pt x="624" y="11812"/>
                </a:lnTo>
                <a:lnTo>
                  <a:pt x="734" y="11702"/>
                </a:lnTo>
                <a:lnTo>
                  <a:pt x="808" y="11482"/>
                </a:lnTo>
                <a:lnTo>
                  <a:pt x="991" y="11445"/>
                </a:lnTo>
                <a:lnTo>
                  <a:pt x="1138" y="11408"/>
                </a:lnTo>
                <a:lnTo>
                  <a:pt x="1248" y="11298"/>
                </a:lnTo>
                <a:lnTo>
                  <a:pt x="1358" y="11188"/>
                </a:lnTo>
                <a:lnTo>
                  <a:pt x="1468" y="11078"/>
                </a:lnTo>
                <a:lnTo>
                  <a:pt x="1505" y="10932"/>
                </a:lnTo>
                <a:lnTo>
                  <a:pt x="1505" y="10858"/>
                </a:lnTo>
                <a:lnTo>
                  <a:pt x="1505" y="10785"/>
                </a:lnTo>
                <a:lnTo>
                  <a:pt x="1468" y="10711"/>
                </a:lnTo>
                <a:lnTo>
                  <a:pt x="1395" y="10675"/>
                </a:lnTo>
                <a:lnTo>
                  <a:pt x="1175" y="10675"/>
                </a:lnTo>
                <a:lnTo>
                  <a:pt x="1101" y="10748"/>
                </a:lnTo>
                <a:lnTo>
                  <a:pt x="1065" y="10822"/>
                </a:lnTo>
                <a:lnTo>
                  <a:pt x="1028" y="10932"/>
                </a:lnTo>
                <a:lnTo>
                  <a:pt x="954" y="11005"/>
                </a:lnTo>
                <a:lnTo>
                  <a:pt x="844" y="11042"/>
                </a:lnTo>
                <a:lnTo>
                  <a:pt x="698" y="11078"/>
                </a:lnTo>
                <a:lnTo>
                  <a:pt x="881" y="10785"/>
                </a:lnTo>
                <a:lnTo>
                  <a:pt x="954" y="10675"/>
                </a:lnTo>
                <a:lnTo>
                  <a:pt x="1101" y="10565"/>
                </a:lnTo>
                <a:lnTo>
                  <a:pt x="1211" y="10455"/>
                </a:lnTo>
                <a:lnTo>
                  <a:pt x="1395" y="10418"/>
                </a:lnTo>
                <a:lnTo>
                  <a:pt x="1541" y="10345"/>
                </a:lnTo>
                <a:lnTo>
                  <a:pt x="1725" y="10345"/>
                </a:lnTo>
                <a:lnTo>
                  <a:pt x="2092" y="10308"/>
                </a:lnTo>
                <a:lnTo>
                  <a:pt x="2422" y="10271"/>
                </a:lnTo>
                <a:lnTo>
                  <a:pt x="2715" y="10161"/>
                </a:lnTo>
                <a:lnTo>
                  <a:pt x="3009" y="9978"/>
                </a:lnTo>
                <a:lnTo>
                  <a:pt x="3229" y="9721"/>
                </a:lnTo>
                <a:lnTo>
                  <a:pt x="3412" y="9464"/>
                </a:lnTo>
                <a:lnTo>
                  <a:pt x="3559" y="9171"/>
                </a:lnTo>
                <a:lnTo>
                  <a:pt x="3706" y="8841"/>
                </a:lnTo>
                <a:lnTo>
                  <a:pt x="3706" y="8804"/>
                </a:lnTo>
                <a:lnTo>
                  <a:pt x="3706" y="8767"/>
                </a:lnTo>
                <a:lnTo>
                  <a:pt x="3926" y="8731"/>
                </a:lnTo>
                <a:lnTo>
                  <a:pt x="4146" y="8657"/>
                </a:lnTo>
                <a:lnTo>
                  <a:pt x="4366" y="8584"/>
                </a:lnTo>
                <a:lnTo>
                  <a:pt x="4586" y="8547"/>
                </a:lnTo>
                <a:close/>
                <a:moveTo>
                  <a:pt x="3265" y="7484"/>
                </a:moveTo>
                <a:lnTo>
                  <a:pt x="3009" y="7557"/>
                </a:lnTo>
                <a:lnTo>
                  <a:pt x="2789" y="7704"/>
                </a:lnTo>
                <a:lnTo>
                  <a:pt x="2568" y="7850"/>
                </a:lnTo>
                <a:lnTo>
                  <a:pt x="2422" y="7997"/>
                </a:lnTo>
                <a:lnTo>
                  <a:pt x="2275" y="8180"/>
                </a:lnTo>
                <a:lnTo>
                  <a:pt x="2165" y="8364"/>
                </a:lnTo>
                <a:lnTo>
                  <a:pt x="2092" y="8584"/>
                </a:lnTo>
                <a:lnTo>
                  <a:pt x="2018" y="8254"/>
                </a:lnTo>
                <a:lnTo>
                  <a:pt x="1945" y="7924"/>
                </a:lnTo>
                <a:lnTo>
                  <a:pt x="1872" y="7850"/>
                </a:lnTo>
                <a:lnTo>
                  <a:pt x="1835" y="7850"/>
                </a:lnTo>
                <a:lnTo>
                  <a:pt x="1761" y="7887"/>
                </a:lnTo>
                <a:lnTo>
                  <a:pt x="1688" y="7997"/>
                </a:lnTo>
                <a:lnTo>
                  <a:pt x="1651" y="8107"/>
                </a:lnTo>
                <a:lnTo>
                  <a:pt x="1615" y="8364"/>
                </a:lnTo>
                <a:lnTo>
                  <a:pt x="1651" y="8657"/>
                </a:lnTo>
                <a:lnTo>
                  <a:pt x="1725" y="8914"/>
                </a:lnTo>
                <a:lnTo>
                  <a:pt x="1872" y="9208"/>
                </a:lnTo>
                <a:lnTo>
                  <a:pt x="2055" y="9428"/>
                </a:lnTo>
                <a:lnTo>
                  <a:pt x="2275" y="9611"/>
                </a:lnTo>
                <a:lnTo>
                  <a:pt x="2495" y="9758"/>
                </a:lnTo>
                <a:lnTo>
                  <a:pt x="2312" y="9831"/>
                </a:lnTo>
                <a:lnTo>
                  <a:pt x="2128" y="9868"/>
                </a:lnTo>
                <a:lnTo>
                  <a:pt x="1688" y="9868"/>
                </a:lnTo>
                <a:lnTo>
                  <a:pt x="1468" y="9905"/>
                </a:lnTo>
                <a:lnTo>
                  <a:pt x="1248" y="9941"/>
                </a:lnTo>
                <a:lnTo>
                  <a:pt x="1065" y="10015"/>
                </a:lnTo>
                <a:lnTo>
                  <a:pt x="881" y="10125"/>
                </a:lnTo>
                <a:lnTo>
                  <a:pt x="588" y="10381"/>
                </a:lnTo>
                <a:lnTo>
                  <a:pt x="441" y="10528"/>
                </a:lnTo>
                <a:lnTo>
                  <a:pt x="331" y="10711"/>
                </a:lnTo>
                <a:lnTo>
                  <a:pt x="221" y="10932"/>
                </a:lnTo>
                <a:lnTo>
                  <a:pt x="147" y="11115"/>
                </a:lnTo>
                <a:lnTo>
                  <a:pt x="37" y="11592"/>
                </a:lnTo>
                <a:lnTo>
                  <a:pt x="1" y="12069"/>
                </a:lnTo>
                <a:lnTo>
                  <a:pt x="1" y="12546"/>
                </a:lnTo>
                <a:lnTo>
                  <a:pt x="74" y="13022"/>
                </a:lnTo>
                <a:lnTo>
                  <a:pt x="147" y="13463"/>
                </a:lnTo>
                <a:lnTo>
                  <a:pt x="258" y="13903"/>
                </a:lnTo>
                <a:lnTo>
                  <a:pt x="404" y="14270"/>
                </a:lnTo>
                <a:lnTo>
                  <a:pt x="588" y="14673"/>
                </a:lnTo>
                <a:lnTo>
                  <a:pt x="844" y="15040"/>
                </a:lnTo>
                <a:lnTo>
                  <a:pt x="1101" y="15333"/>
                </a:lnTo>
                <a:lnTo>
                  <a:pt x="1431" y="15627"/>
                </a:lnTo>
                <a:lnTo>
                  <a:pt x="1761" y="15847"/>
                </a:lnTo>
                <a:lnTo>
                  <a:pt x="2165" y="16030"/>
                </a:lnTo>
                <a:lnTo>
                  <a:pt x="2568" y="16140"/>
                </a:lnTo>
                <a:lnTo>
                  <a:pt x="2789" y="16177"/>
                </a:lnTo>
                <a:lnTo>
                  <a:pt x="3009" y="16177"/>
                </a:lnTo>
                <a:lnTo>
                  <a:pt x="3486" y="16140"/>
                </a:lnTo>
                <a:lnTo>
                  <a:pt x="3926" y="16030"/>
                </a:lnTo>
                <a:lnTo>
                  <a:pt x="4329" y="15884"/>
                </a:lnTo>
                <a:lnTo>
                  <a:pt x="4696" y="15700"/>
                </a:lnTo>
                <a:lnTo>
                  <a:pt x="5100" y="15517"/>
                </a:lnTo>
                <a:lnTo>
                  <a:pt x="5430" y="15297"/>
                </a:lnTo>
                <a:lnTo>
                  <a:pt x="5613" y="15150"/>
                </a:lnTo>
                <a:lnTo>
                  <a:pt x="5723" y="15003"/>
                </a:lnTo>
                <a:lnTo>
                  <a:pt x="6310" y="14490"/>
                </a:lnTo>
                <a:lnTo>
                  <a:pt x="6567" y="14270"/>
                </a:lnTo>
                <a:lnTo>
                  <a:pt x="6714" y="14160"/>
                </a:lnTo>
                <a:lnTo>
                  <a:pt x="6787" y="14013"/>
                </a:lnTo>
                <a:lnTo>
                  <a:pt x="6970" y="13683"/>
                </a:lnTo>
                <a:lnTo>
                  <a:pt x="7117" y="13316"/>
                </a:lnTo>
                <a:lnTo>
                  <a:pt x="7227" y="12949"/>
                </a:lnTo>
                <a:lnTo>
                  <a:pt x="7300" y="12619"/>
                </a:lnTo>
                <a:lnTo>
                  <a:pt x="7374" y="12252"/>
                </a:lnTo>
                <a:lnTo>
                  <a:pt x="7410" y="11885"/>
                </a:lnTo>
                <a:lnTo>
                  <a:pt x="7410" y="11518"/>
                </a:lnTo>
                <a:lnTo>
                  <a:pt x="7374" y="11152"/>
                </a:lnTo>
                <a:lnTo>
                  <a:pt x="7337" y="10785"/>
                </a:lnTo>
                <a:lnTo>
                  <a:pt x="7264" y="10418"/>
                </a:lnTo>
                <a:lnTo>
                  <a:pt x="7154" y="10125"/>
                </a:lnTo>
                <a:lnTo>
                  <a:pt x="7007" y="9794"/>
                </a:lnTo>
                <a:lnTo>
                  <a:pt x="6860" y="9538"/>
                </a:lnTo>
                <a:lnTo>
                  <a:pt x="6677" y="9244"/>
                </a:lnTo>
                <a:lnTo>
                  <a:pt x="6457" y="8987"/>
                </a:lnTo>
                <a:lnTo>
                  <a:pt x="6237" y="8767"/>
                </a:lnTo>
                <a:lnTo>
                  <a:pt x="5980" y="8584"/>
                </a:lnTo>
                <a:lnTo>
                  <a:pt x="5686" y="8401"/>
                </a:lnTo>
                <a:lnTo>
                  <a:pt x="5393" y="8291"/>
                </a:lnTo>
                <a:lnTo>
                  <a:pt x="5100" y="8180"/>
                </a:lnTo>
                <a:lnTo>
                  <a:pt x="4769" y="8144"/>
                </a:lnTo>
                <a:lnTo>
                  <a:pt x="4476" y="8144"/>
                </a:lnTo>
                <a:lnTo>
                  <a:pt x="4219" y="8180"/>
                </a:lnTo>
                <a:lnTo>
                  <a:pt x="3926" y="8291"/>
                </a:lnTo>
                <a:lnTo>
                  <a:pt x="3816" y="8364"/>
                </a:lnTo>
                <a:lnTo>
                  <a:pt x="3706" y="8437"/>
                </a:lnTo>
                <a:lnTo>
                  <a:pt x="3632" y="8547"/>
                </a:lnTo>
                <a:lnTo>
                  <a:pt x="3559" y="8657"/>
                </a:lnTo>
                <a:lnTo>
                  <a:pt x="3559" y="8694"/>
                </a:lnTo>
                <a:lnTo>
                  <a:pt x="3522" y="8731"/>
                </a:lnTo>
                <a:lnTo>
                  <a:pt x="3486" y="8767"/>
                </a:lnTo>
                <a:lnTo>
                  <a:pt x="3192" y="9171"/>
                </a:lnTo>
                <a:lnTo>
                  <a:pt x="3009" y="9354"/>
                </a:lnTo>
                <a:lnTo>
                  <a:pt x="2825" y="9538"/>
                </a:lnTo>
                <a:lnTo>
                  <a:pt x="2789" y="9464"/>
                </a:lnTo>
                <a:lnTo>
                  <a:pt x="2458" y="9171"/>
                </a:lnTo>
                <a:lnTo>
                  <a:pt x="2348" y="9024"/>
                </a:lnTo>
                <a:lnTo>
                  <a:pt x="2202" y="8877"/>
                </a:lnTo>
                <a:lnTo>
                  <a:pt x="2275" y="8877"/>
                </a:lnTo>
                <a:lnTo>
                  <a:pt x="2312" y="8841"/>
                </a:lnTo>
                <a:lnTo>
                  <a:pt x="2532" y="8841"/>
                </a:lnTo>
                <a:lnTo>
                  <a:pt x="2715" y="8804"/>
                </a:lnTo>
                <a:lnTo>
                  <a:pt x="2899" y="8731"/>
                </a:lnTo>
                <a:lnTo>
                  <a:pt x="3045" y="8621"/>
                </a:lnTo>
                <a:lnTo>
                  <a:pt x="3265" y="8474"/>
                </a:lnTo>
                <a:lnTo>
                  <a:pt x="3486" y="8254"/>
                </a:lnTo>
                <a:lnTo>
                  <a:pt x="3669" y="8034"/>
                </a:lnTo>
                <a:lnTo>
                  <a:pt x="3816" y="7814"/>
                </a:lnTo>
                <a:lnTo>
                  <a:pt x="3852" y="7740"/>
                </a:lnTo>
                <a:lnTo>
                  <a:pt x="3852" y="7667"/>
                </a:lnTo>
                <a:lnTo>
                  <a:pt x="3779" y="7557"/>
                </a:lnTo>
                <a:lnTo>
                  <a:pt x="3669" y="7484"/>
                </a:lnTo>
                <a:lnTo>
                  <a:pt x="3596" y="7484"/>
                </a:lnTo>
                <a:lnTo>
                  <a:pt x="3522" y="7520"/>
                </a:lnTo>
                <a:lnTo>
                  <a:pt x="3412" y="7484"/>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198" name="Google Shape;198;p3"/>
          <p:cNvSpPr/>
          <p:nvPr/>
        </p:nvSpPr>
        <p:spPr>
          <a:xfrm>
            <a:off x="7662081" y="5390448"/>
            <a:ext cx="552209" cy="677016"/>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199" name="Google Shape;199;p3"/>
          <p:cNvSpPr/>
          <p:nvPr/>
        </p:nvSpPr>
        <p:spPr>
          <a:xfrm>
            <a:off x="9418147" y="5509371"/>
            <a:ext cx="609091" cy="567451"/>
          </a:xfrm>
          <a:custGeom>
            <a:avLst/>
            <a:gdLst/>
            <a:ahLst/>
            <a:cxnLst/>
            <a:rect l="l" t="t" r="r" b="b"/>
            <a:pathLst>
              <a:path w="16105" h="15004" extrusionOk="0">
                <a:moveTo>
                  <a:pt x="13170" y="587"/>
                </a:moveTo>
                <a:lnTo>
                  <a:pt x="13206" y="624"/>
                </a:lnTo>
                <a:lnTo>
                  <a:pt x="13280" y="661"/>
                </a:lnTo>
                <a:lnTo>
                  <a:pt x="13353" y="697"/>
                </a:lnTo>
                <a:lnTo>
                  <a:pt x="13610" y="771"/>
                </a:lnTo>
                <a:lnTo>
                  <a:pt x="13830" y="844"/>
                </a:lnTo>
                <a:lnTo>
                  <a:pt x="14013" y="954"/>
                </a:lnTo>
                <a:lnTo>
                  <a:pt x="14160" y="1174"/>
                </a:lnTo>
                <a:lnTo>
                  <a:pt x="14307" y="1394"/>
                </a:lnTo>
                <a:lnTo>
                  <a:pt x="14343" y="1651"/>
                </a:lnTo>
                <a:lnTo>
                  <a:pt x="14307" y="1908"/>
                </a:lnTo>
                <a:lnTo>
                  <a:pt x="14233" y="2128"/>
                </a:lnTo>
                <a:lnTo>
                  <a:pt x="14087" y="2348"/>
                </a:lnTo>
                <a:lnTo>
                  <a:pt x="13903" y="2531"/>
                </a:lnTo>
                <a:lnTo>
                  <a:pt x="13683" y="2678"/>
                </a:lnTo>
                <a:lnTo>
                  <a:pt x="13463" y="2788"/>
                </a:lnTo>
                <a:lnTo>
                  <a:pt x="13170" y="2825"/>
                </a:lnTo>
                <a:lnTo>
                  <a:pt x="12840" y="2788"/>
                </a:lnTo>
                <a:lnTo>
                  <a:pt x="12656" y="2751"/>
                </a:lnTo>
                <a:lnTo>
                  <a:pt x="12546" y="2715"/>
                </a:lnTo>
                <a:lnTo>
                  <a:pt x="12436" y="2641"/>
                </a:lnTo>
                <a:lnTo>
                  <a:pt x="12363" y="2495"/>
                </a:lnTo>
                <a:lnTo>
                  <a:pt x="12289" y="2495"/>
                </a:lnTo>
                <a:lnTo>
                  <a:pt x="12253" y="2275"/>
                </a:lnTo>
                <a:lnTo>
                  <a:pt x="12253" y="2054"/>
                </a:lnTo>
                <a:lnTo>
                  <a:pt x="12253" y="1871"/>
                </a:lnTo>
                <a:lnTo>
                  <a:pt x="12289" y="1724"/>
                </a:lnTo>
                <a:lnTo>
                  <a:pt x="12399" y="1394"/>
                </a:lnTo>
                <a:lnTo>
                  <a:pt x="12583" y="1064"/>
                </a:lnTo>
                <a:lnTo>
                  <a:pt x="12840" y="807"/>
                </a:lnTo>
                <a:lnTo>
                  <a:pt x="12986" y="697"/>
                </a:lnTo>
                <a:lnTo>
                  <a:pt x="13170" y="587"/>
                </a:lnTo>
                <a:close/>
                <a:moveTo>
                  <a:pt x="9061" y="3338"/>
                </a:moveTo>
                <a:lnTo>
                  <a:pt x="9245" y="3412"/>
                </a:lnTo>
                <a:lnTo>
                  <a:pt x="9245" y="3448"/>
                </a:lnTo>
                <a:lnTo>
                  <a:pt x="9171" y="3632"/>
                </a:lnTo>
                <a:lnTo>
                  <a:pt x="9171" y="3668"/>
                </a:lnTo>
                <a:lnTo>
                  <a:pt x="9135" y="3632"/>
                </a:lnTo>
                <a:lnTo>
                  <a:pt x="9061" y="3522"/>
                </a:lnTo>
                <a:lnTo>
                  <a:pt x="8988" y="3448"/>
                </a:lnTo>
                <a:lnTo>
                  <a:pt x="8988" y="3412"/>
                </a:lnTo>
                <a:lnTo>
                  <a:pt x="8988" y="3375"/>
                </a:lnTo>
                <a:lnTo>
                  <a:pt x="9061" y="3338"/>
                </a:lnTo>
                <a:close/>
                <a:moveTo>
                  <a:pt x="14123" y="440"/>
                </a:moveTo>
                <a:lnTo>
                  <a:pt x="14233" y="477"/>
                </a:lnTo>
                <a:lnTo>
                  <a:pt x="14307" y="587"/>
                </a:lnTo>
                <a:lnTo>
                  <a:pt x="14417" y="661"/>
                </a:lnTo>
                <a:lnTo>
                  <a:pt x="14454" y="807"/>
                </a:lnTo>
                <a:lnTo>
                  <a:pt x="14527" y="807"/>
                </a:lnTo>
                <a:lnTo>
                  <a:pt x="14490" y="624"/>
                </a:lnTo>
                <a:lnTo>
                  <a:pt x="14454" y="477"/>
                </a:lnTo>
                <a:lnTo>
                  <a:pt x="14600" y="551"/>
                </a:lnTo>
                <a:lnTo>
                  <a:pt x="14784" y="624"/>
                </a:lnTo>
                <a:lnTo>
                  <a:pt x="14967" y="771"/>
                </a:lnTo>
                <a:lnTo>
                  <a:pt x="15114" y="881"/>
                </a:lnTo>
                <a:lnTo>
                  <a:pt x="15224" y="1064"/>
                </a:lnTo>
                <a:lnTo>
                  <a:pt x="15334" y="1211"/>
                </a:lnTo>
                <a:lnTo>
                  <a:pt x="15444" y="1578"/>
                </a:lnTo>
                <a:lnTo>
                  <a:pt x="15554" y="1944"/>
                </a:lnTo>
                <a:lnTo>
                  <a:pt x="15627" y="2385"/>
                </a:lnTo>
                <a:lnTo>
                  <a:pt x="15664" y="2568"/>
                </a:lnTo>
                <a:lnTo>
                  <a:pt x="15627" y="2788"/>
                </a:lnTo>
                <a:lnTo>
                  <a:pt x="15591" y="2972"/>
                </a:lnTo>
                <a:lnTo>
                  <a:pt x="15481" y="3118"/>
                </a:lnTo>
                <a:lnTo>
                  <a:pt x="15187" y="3412"/>
                </a:lnTo>
                <a:lnTo>
                  <a:pt x="14930" y="3595"/>
                </a:lnTo>
                <a:lnTo>
                  <a:pt x="14600" y="3705"/>
                </a:lnTo>
                <a:lnTo>
                  <a:pt x="14270" y="3779"/>
                </a:lnTo>
                <a:lnTo>
                  <a:pt x="13940" y="3815"/>
                </a:lnTo>
                <a:lnTo>
                  <a:pt x="13720" y="3779"/>
                </a:lnTo>
                <a:lnTo>
                  <a:pt x="13500" y="3742"/>
                </a:lnTo>
                <a:lnTo>
                  <a:pt x="13316" y="3668"/>
                </a:lnTo>
                <a:lnTo>
                  <a:pt x="13133" y="3595"/>
                </a:lnTo>
                <a:lnTo>
                  <a:pt x="12950" y="3485"/>
                </a:lnTo>
                <a:lnTo>
                  <a:pt x="12803" y="3338"/>
                </a:lnTo>
                <a:lnTo>
                  <a:pt x="12656" y="3192"/>
                </a:lnTo>
                <a:lnTo>
                  <a:pt x="12546" y="3045"/>
                </a:lnTo>
                <a:lnTo>
                  <a:pt x="12840" y="3118"/>
                </a:lnTo>
                <a:lnTo>
                  <a:pt x="13133" y="3155"/>
                </a:lnTo>
                <a:lnTo>
                  <a:pt x="13426" y="3118"/>
                </a:lnTo>
                <a:lnTo>
                  <a:pt x="13720" y="3045"/>
                </a:lnTo>
                <a:lnTo>
                  <a:pt x="13977" y="2935"/>
                </a:lnTo>
                <a:lnTo>
                  <a:pt x="14233" y="2751"/>
                </a:lnTo>
                <a:lnTo>
                  <a:pt x="14417" y="2495"/>
                </a:lnTo>
                <a:lnTo>
                  <a:pt x="14600" y="2238"/>
                </a:lnTo>
                <a:lnTo>
                  <a:pt x="14674" y="1981"/>
                </a:lnTo>
                <a:lnTo>
                  <a:pt x="14710" y="1724"/>
                </a:lnTo>
                <a:lnTo>
                  <a:pt x="14674" y="1468"/>
                </a:lnTo>
                <a:lnTo>
                  <a:pt x="14600" y="1211"/>
                </a:lnTo>
                <a:lnTo>
                  <a:pt x="14490" y="991"/>
                </a:lnTo>
                <a:lnTo>
                  <a:pt x="14343" y="771"/>
                </a:lnTo>
                <a:lnTo>
                  <a:pt x="14160" y="587"/>
                </a:lnTo>
                <a:lnTo>
                  <a:pt x="13940" y="440"/>
                </a:lnTo>
                <a:close/>
                <a:moveTo>
                  <a:pt x="13757" y="0"/>
                </a:moveTo>
                <a:lnTo>
                  <a:pt x="13610" y="74"/>
                </a:lnTo>
                <a:lnTo>
                  <a:pt x="13353" y="110"/>
                </a:lnTo>
                <a:lnTo>
                  <a:pt x="13133" y="147"/>
                </a:lnTo>
                <a:lnTo>
                  <a:pt x="12913" y="257"/>
                </a:lnTo>
                <a:lnTo>
                  <a:pt x="12729" y="404"/>
                </a:lnTo>
                <a:lnTo>
                  <a:pt x="12509" y="551"/>
                </a:lnTo>
                <a:lnTo>
                  <a:pt x="12363" y="734"/>
                </a:lnTo>
                <a:lnTo>
                  <a:pt x="12216" y="917"/>
                </a:lnTo>
                <a:lnTo>
                  <a:pt x="12069" y="1137"/>
                </a:lnTo>
                <a:lnTo>
                  <a:pt x="11996" y="1321"/>
                </a:lnTo>
                <a:lnTo>
                  <a:pt x="11922" y="1578"/>
                </a:lnTo>
                <a:lnTo>
                  <a:pt x="11849" y="1798"/>
                </a:lnTo>
                <a:lnTo>
                  <a:pt x="11849" y="2054"/>
                </a:lnTo>
                <a:lnTo>
                  <a:pt x="11849" y="2275"/>
                </a:lnTo>
                <a:lnTo>
                  <a:pt x="11886" y="2531"/>
                </a:lnTo>
                <a:lnTo>
                  <a:pt x="11959" y="2751"/>
                </a:lnTo>
                <a:lnTo>
                  <a:pt x="12033" y="2972"/>
                </a:lnTo>
                <a:lnTo>
                  <a:pt x="12143" y="3192"/>
                </a:lnTo>
                <a:lnTo>
                  <a:pt x="12253" y="3375"/>
                </a:lnTo>
                <a:lnTo>
                  <a:pt x="12399" y="3558"/>
                </a:lnTo>
                <a:lnTo>
                  <a:pt x="12583" y="3705"/>
                </a:lnTo>
                <a:lnTo>
                  <a:pt x="12766" y="3852"/>
                </a:lnTo>
                <a:lnTo>
                  <a:pt x="12986" y="3999"/>
                </a:lnTo>
                <a:lnTo>
                  <a:pt x="13206" y="4072"/>
                </a:lnTo>
                <a:lnTo>
                  <a:pt x="13426" y="4145"/>
                </a:lnTo>
                <a:lnTo>
                  <a:pt x="13683" y="4219"/>
                </a:lnTo>
                <a:lnTo>
                  <a:pt x="14123" y="4219"/>
                </a:lnTo>
                <a:lnTo>
                  <a:pt x="14564" y="4145"/>
                </a:lnTo>
                <a:lnTo>
                  <a:pt x="15004" y="3999"/>
                </a:lnTo>
                <a:lnTo>
                  <a:pt x="15371" y="3779"/>
                </a:lnTo>
                <a:lnTo>
                  <a:pt x="15591" y="3632"/>
                </a:lnTo>
                <a:lnTo>
                  <a:pt x="15737" y="3448"/>
                </a:lnTo>
                <a:lnTo>
                  <a:pt x="15884" y="3265"/>
                </a:lnTo>
                <a:lnTo>
                  <a:pt x="15994" y="3045"/>
                </a:lnTo>
                <a:lnTo>
                  <a:pt x="16067" y="2788"/>
                </a:lnTo>
                <a:lnTo>
                  <a:pt x="16104" y="2495"/>
                </a:lnTo>
                <a:lnTo>
                  <a:pt x="16067" y="2238"/>
                </a:lnTo>
                <a:lnTo>
                  <a:pt x="15994" y="1981"/>
                </a:lnTo>
                <a:lnTo>
                  <a:pt x="15884" y="1431"/>
                </a:lnTo>
                <a:lnTo>
                  <a:pt x="15774" y="1174"/>
                </a:lnTo>
                <a:lnTo>
                  <a:pt x="15664" y="954"/>
                </a:lnTo>
                <a:lnTo>
                  <a:pt x="15517" y="734"/>
                </a:lnTo>
                <a:lnTo>
                  <a:pt x="15371" y="551"/>
                </a:lnTo>
                <a:lnTo>
                  <a:pt x="15150" y="367"/>
                </a:lnTo>
                <a:lnTo>
                  <a:pt x="14930" y="220"/>
                </a:lnTo>
                <a:lnTo>
                  <a:pt x="14637" y="74"/>
                </a:lnTo>
                <a:lnTo>
                  <a:pt x="14270" y="0"/>
                </a:lnTo>
                <a:close/>
                <a:moveTo>
                  <a:pt x="11115" y="4549"/>
                </a:moveTo>
                <a:lnTo>
                  <a:pt x="11446" y="4842"/>
                </a:lnTo>
                <a:lnTo>
                  <a:pt x="11299" y="4952"/>
                </a:lnTo>
                <a:lnTo>
                  <a:pt x="11115" y="4916"/>
                </a:lnTo>
                <a:lnTo>
                  <a:pt x="10932" y="4916"/>
                </a:lnTo>
                <a:lnTo>
                  <a:pt x="10639" y="4952"/>
                </a:lnTo>
                <a:lnTo>
                  <a:pt x="10859" y="4732"/>
                </a:lnTo>
                <a:lnTo>
                  <a:pt x="11115" y="4549"/>
                </a:lnTo>
                <a:close/>
                <a:moveTo>
                  <a:pt x="6860" y="3632"/>
                </a:moveTo>
                <a:lnTo>
                  <a:pt x="7007" y="3668"/>
                </a:lnTo>
                <a:lnTo>
                  <a:pt x="7044" y="3705"/>
                </a:lnTo>
                <a:lnTo>
                  <a:pt x="7044" y="3742"/>
                </a:lnTo>
                <a:lnTo>
                  <a:pt x="7044" y="3779"/>
                </a:lnTo>
                <a:lnTo>
                  <a:pt x="7080" y="3852"/>
                </a:lnTo>
                <a:lnTo>
                  <a:pt x="7191" y="3889"/>
                </a:lnTo>
                <a:lnTo>
                  <a:pt x="7374" y="3889"/>
                </a:lnTo>
                <a:lnTo>
                  <a:pt x="7411" y="3925"/>
                </a:lnTo>
                <a:lnTo>
                  <a:pt x="7447" y="4035"/>
                </a:lnTo>
                <a:lnTo>
                  <a:pt x="7484" y="4145"/>
                </a:lnTo>
                <a:lnTo>
                  <a:pt x="7484" y="4255"/>
                </a:lnTo>
                <a:lnTo>
                  <a:pt x="7447" y="4512"/>
                </a:lnTo>
                <a:lnTo>
                  <a:pt x="7374" y="4769"/>
                </a:lnTo>
                <a:lnTo>
                  <a:pt x="7227" y="5026"/>
                </a:lnTo>
                <a:lnTo>
                  <a:pt x="7154" y="5136"/>
                </a:lnTo>
                <a:lnTo>
                  <a:pt x="7044" y="5209"/>
                </a:lnTo>
                <a:lnTo>
                  <a:pt x="6934" y="5246"/>
                </a:lnTo>
                <a:lnTo>
                  <a:pt x="6787" y="5246"/>
                </a:lnTo>
                <a:lnTo>
                  <a:pt x="6787" y="4989"/>
                </a:lnTo>
                <a:lnTo>
                  <a:pt x="6750" y="4769"/>
                </a:lnTo>
                <a:lnTo>
                  <a:pt x="6640" y="4549"/>
                </a:lnTo>
                <a:lnTo>
                  <a:pt x="6494" y="4329"/>
                </a:lnTo>
                <a:lnTo>
                  <a:pt x="6310" y="4145"/>
                </a:lnTo>
                <a:lnTo>
                  <a:pt x="6090" y="4035"/>
                </a:lnTo>
                <a:lnTo>
                  <a:pt x="6090" y="3925"/>
                </a:lnTo>
                <a:lnTo>
                  <a:pt x="6163" y="3852"/>
                </a:lnTo>
                <a:lnTo>
                  <a:pt x="6237" y="3779"/>
                </a:lnTo>
                <a:lnTo>
                  <a:pt x="6347" y="3742"/>
                </a:lnTo>
                <a:lnTo>
                  <a:pt x="6567" y="3705"/>
                </a:lnTo>
                <a:lnTo>
                  <a:pt x="6860" y="3632"/>
                </a:lnTo>
                <a:close/>
                <a:moveTo>
                  <a:pt x="6530" y="3192"/>
                </a:moveTo>
                <a:lnTo>
                  <a:pt x="6494" y="3228"/>
                </a:lnTo>
                <a:lnTo>
                  <a:pt x="6457" y="3302"/>
                </a:lnTo>
                <a:lnTo>
                  <a:pt x="6457" y="3338"/>
                </a:lnTo>
                <a:lnTo>
                  <a:pt x="6457" y="3412"/>
                </a:lnTo>
                <a:lnTo>
                  <a:pt x="6200" y="3485"/>
                </a:lnTo>
                <a:lnTo>
                  <a:pt x="5980" y="3558"/>
                </a:lnTo>
                <a:lnTo>
                  <a:pt x="5797" y="3742"/>
                </a:lnTo>
                <a:lnTo>
                  <a:pt x="5760" y="3815"/>
                </a:lnTo>
                <a:lnTo>
                  <a:pt x="5687" y="3925"/>
                </a:lnTo>
                <a:lnTo>
                  <a:pt x="5687" y="4035"/>
                </a:lnTo>
                <a:lnTo>
                  <a:pt x="5687" y="4072"/>
                </a:lnTo>
                <a:lnTo>
                  <a:pt x="5797" y="4219"/>
                </a:lnTo>
                <a:lnTo>
                  <a:pt x="5907" y="4292"/>
                </a:lnTo>
                <a:lnTo>
                  <a:pt x="6053" y="4365"/>
                </a:lnTo>
                <a:lnTo>
                  <a:pt x="6163" y="4439"/>
                </a:lnTo>
                <a:lnTo>
                  <a:pt x="6274" y="4512"/>
                </a:lnTo>
                <a:lnTo>
                  <a:pt x="6347" y="4622"/>
                </a:lnTo>
                <a:lnTo>
                  <a:pt x="6420" y="4769"/>
                </a:lnTo>
                <a:lnTo>
                  <a:pt x="6494" y="5026"/>
                </a:lnTo>
                <a:lnTo>
                  <a:pt x="6457" y="5282"/>
                </a:lnTo>
                <a:lnTo>
                  <a:pt x="6494" y="5392"/>
                </a:lnTo>
                <a:lnTo>
                  <a:pt x="6530" y="5466"/>
                </a:lnTo>
                <a:lnTo>
                  <a:pt x="6750" y="5539"/>
                </a:lnTo>
                <a:lnTo>
                  <a:pt x="6934" y="5539"/>
                </a:lnTo>
                <a:lnTo>
                  <a:pt x="7117" y="5503"/>
                </a:lnTo>
                <a:lnTo>
                  <a:pt x="7264" y="5429"/>
                </a:lnTo>
                <a:lnTo>
                  <a:pt x="7411" y="5282"/>
                </a:lnTo>
                <a:lnTo>
                  <a:pt x="7521" y="5136"/>
                </a:lnTo>
                <a:lnTo>
                  <a:pt x="7631" y="4952"/>
                </a:lnTo>
                <a:lnTo>
                  <a:pt x="7704" y="4769"/>
                </a:lnTo>
                <a:lnTo>
                  <a:pt x="7741" y="4585"/>
                </a:lnTo>
                <a:lnTo>
                  <a:pt x="7777" y="4365"/>
                </a:lnTo>
                <a:lnTo>
                  <a:pt x="7777" y="4145"/>
                </a:lnTo>
                <a:lnTo>
                  <a:pt x="7777" y="3925"/>
                </a:lnTo>
                <a:lnTo>
                  <a:pt x="7704" y="3779"/>
                </a:lnTo>
                <a:lnTo>
                  <a:pt x="7631" y="3668"/>
                </a:lnTo>
                <a:lnTo>
                  <a:pt x="7484" y="3595"/>
                </a:lnTo>
                <a:lnTo>
                  <a:pt x="7337" y="3595"/>
                </a:lnTo>
                <a:lnTo>
                  <a:pt x="7301" y="3485"/>
                </a:lnTo>
                <a:lnTo>
                  <a:pt x="7227" y="3448"/>
                </a:lnTo>
                <a:lnTo>
                  <a:pt x="7044" y="3375"/>
                </a:lnTo>
                <a:lnTo>
                  <a:pt x="6824" y="3302"/>
                </a:lnTo>
                <a:lnTo>
                  <a:pt x="6677" y="3228"/>
                </a:lnTo>
                <a:lnTo>
                  <a:pt x="6567" y="3192"/>
                </a:lnTo>
                <a:close/>
                <a:moveTo>
                  <a:pt x="11739" y="5136"/>
                </a:moveTo>
                <a:lnTo>
                  <a:pt x="12179" y="5686"/>
                </a:lnTo>
                <a:lnTo>
                  <a:pt x="11776" y="5796"/>
                </a:lnTo>
                <a:lnTo>
                  <a:pt x="11409" y="6016"/>
                </a:lnTo>
                <a:lnTo>
                  <a:pt x="11042" y="6236"/>
                </a:lnTo>
                <a:lnTo>
                  <a:pt x="10895" y="6383"/>
                </a:lnTo>
                <a:lnTo>
                  <a:pt x="10785" y="6566"/>
                </a:lnTo>
                <a:lnTo>
                  <a:pt x="10749" y="6640"/>
                </a:lnTo>
                <a:lnTo>
                  <a:pt x="10785" y="6676"/>
                </a:lnTo>
                <a:lnTo>
                  <a:pt x="10859" y="6713"/>
                </a:lnTo>
                <a:lnTo>
                  <a:pt x="10932" y="6713"/>
                </a:lnTo>
                <a:lnTo>
                  <a:pt x="11262" y="6493"/>
                </a:lnTo>
                <a:lnTo>
                  <a:pt x="11556" y="6310"/>
                </a:lnTo>
                <a:lnTo>
                  <a:pt x="11849" y="6199"/>
                </a:lnTo>
                <a:lnTo>
                  <a:pt x="12143" y="6089"/>
                </a:lnTo>
                <a:lnTo>
                  <a:pt x="12253" y="6053"/>
                </a:lnTo>
                <a:lnTo>
                  <a:pt x="12363" y="6016"/>
                </a:lnTo>
                <a:lnTo>
                  <a:pt x="12399" y="5979"/>
                </a:lnTo>
                <a:lnTo>
                  <a:pt x="12619" y="6456"/>
                </a:lnTo>
                <a:lnTo>
                  <a:pt x="12840" y="6896"/>
                </a:lnTo>
                <a:lnTo>
                  <a:pt x="12803" y="6933"/>
                </a:lnTo>
                <a:lnTo>
                  <a:pt x="12326" y="7043"/>
                </a:lnTo>
                <a:lnTo>
                  <a:pt x="11812" y="7117"/>
                </a:lnTo>
                <a:lnTo>
                  <a:pt x="11299" y="7117"/>
                </a:lnTo>
                <a:lnTo>
                  <a:pt x="10749" y="7080"/>
                </a:lnTo>
                <a:lnTo>
                  <a:pt x="10675" y="7117"/>
                </a:lnTo>
                <a:lnTo>
                  <a:pt x="10639" y="7153"/>
                </a:lnTo>
                <a:lnTo>
                  <a:pt x="10639" y="7227"/>
                </a:lnTo>
                <a:lnTo>
                  <a:pt x="10712" y="7300"/>
                </a:lnTo>
                <a:lnTo>
                  <a:pt x="10932" y="7373"/>
                </a:lnTo>
                <a:lnTo>
                  <a:pt x="11189" y="7447"/>
                </a:lnTo>
                <a:lnTo>
                  <a:pt x="11702" y="7483"/>
                </a:lnTo>
                <a:lnTo>
                  <a:pt x="11959" y="7483"/>
                </a:lnTo>
                <a:lnTo>
                  <a:pt x="12216" y="7447"/>
                </a:lnTo>
                <a:lnTo>
                  <a:pt x="12583" y="7373"/>
                </a:lnTo>
                <a:lnTo>
                  <a:pt x="12693" y="7373"/>
                </a:lnTo>
                <a:lnTo>
                  <a:pt x="12766" y="7337"/>
                </a:lnTo>
                <a:lnTo>
                  <a:pt x="12803" y="7410"/>
                </a:lnTo>
                <a:lnTo>
                  <a:pt x="12840" y="7447"/>
                </a:lnTo>
                <a:lnTo>
                  <a:pt x="12876" y="7483"/>
                </a:lnTo>
                <a:lnTo>
                  <a:pt x="12986" y="7520"/>
                </a:lnTo>
                <a:lnTo>
                  <a:pt x="13023" y="7777"/>
                </a:lnTo>
                <a:lnTo>
                  <a:pt x="13060" y="8070"/>
                </a:lnTo>
                <a:lnTo>
                  <a:pt x="12986" y="8107"/>
                </a:lnTo>
                <a:lnTo>
                  <a:pt x="12693" y="7997"/>
                </a:lnTo>
                <a:lnTo>
                  <a:pt x="12473" y="7887"/>
                </a:lnTo>
                <a:lnTo>
                  <a:pt x="12253" y="7777"/>
                </a:lnTo>
                <a:lnTo>
                  <a:pt x="11886" y="7777"/>
                </a:lnTo>
                <a:lnTo>
                  <a:pt x="11776" y="7813"/>
                </a:lnTo>
                <a:lnTo>
                  <a:pt x="11226" y="7777"/>
                </a:lnTo>
                <a:lnTo>
                  <a:pt x="10895" y="7740"/>
                </a:lnTo>
                <a:lnTo>
                  <a:pt x="10749" y="7740"/>
                </a:lnTo>
                <a:lnTo>
                  <a:pt x="10675" y="7703"/>
                </a:lnTo>
                <a:lnTo>
                  <a:pt x="10565" y="7483"/>
                </a:lnTo>
                <a:lnTo>
                  <a:pt x="10529" y="7483"/>
                </a:lnTo>
                <a:lnTo>
                  <a:pt x="10529" y="7520"/>
                </a:lnTo>
                <a:lnTo>
                  <a:pt x="10529" y="7887"/>
                </a:lnTo>
                <a:lnTo>
                  <a:pt x="10529" y="7960"/>
                </a:lnTo>
                <a:lnTo>
                  <a:pt x="10602" y="7997"/>
                </a:lnTo>
                <a:lnTo>
                  <a:pt x="11042" y="8107"/>
                </a:lnTo>
                <a:lnTo>
                  <a:pt x="11482" y="8144"/>
                </a:lnTo>
                <a:lnTo>
                  <a:pt x="11482" y="8327"/>
                </a:lnTo>
                <a:lnTo>
                  <a:pt x="11519" y="8474"/>
                </a:lnTo>
                <a:lnTo>
                  <a:pt x="11592" y="8547"/>
                </a:lnTo>
                <a:lnTo>
                  <a:pt x="11629" y="8584"/>
                </a:lnTo>
                <a:lnTo>
                  <a:pt x="11776" y="8657"/>
                </a:lnTo>
                <a:lnTo>
                  <a:pt x="11959" y="8767"/>
                </a:lnTo>
                <a:lnTo>
                  <a:pt x="11409" y="8657"/>
                </a:lnTo>
                <a:lnTo>
                  <a:pt x="10969" y="8474"/>
                </a:lnTo>
                <a:lnTo>
                  <a:pt x="10712" y="8437"/>
                </a:lnTo>
                <a:lnTo>
                  <a:pt x="10455" y="8400"/>
                </a:lnTo>
                <a:lnTo>
                  <a:pt x="10198" y="8217"/>
                </a:lnTo>
                <a:lnTo>
                  <a:pt x="10052" y="8180"/>
                </a:lnTo>
                <a:lnTo>
                  <a:pt x="9942" y="8144"/>
                </a:lnTo>
                <a:lnTo>
                  <a:pt x="9722" y="8180"/>
                </a:lnTo>
                <a:lnTo>
                  <a:pt x="9575" y="8254"/>
                </a:lnTo>
                <a:lnTo>
                  <a:pt x="9465" y="8364"/>
                </a:lnTo>
                <a:lnTo>
                  <a:pt x="9355" y="8510"/>
                </a:lnTo>
                <a:lnTo>
                  <a:pt x="9245" y="8584"/>
                </a:lnTo>
                <a:lnTo>
                  <a:pt x="9098" y="8620"/>
                </a:lnTo>
                <a:lnTo>
                  <a:pt x="8841" y="8584"/>
                </a:lnTo>
                <a:lnTo>
                  <a:pt x="8621" y="8620"/>
                </a:lnTo>
                <a:lnTo>
                  <a:pt x="8401" y="8694"/>
                </a:lnTo>
                <a:lnTo>
                  <a:pt x="8181" y="8804"/>
                </a:lnTo>
                <a:lnTo>
                  <a:pt x="7924" y="8804"/>
                </a:lnTo>
                <a:lnTo>
                  <a:pt x="7851" y="8767"/>
                </a:lnTo>
                <a:lnTo>
                  <a:pt x="7814" y="8730"/>
                </a:lnTo>
                <a:lnTo>
                  <a:pt x="7814" y="8694"/>
                </a:lnTo>
                <a:lnTo>
                  <a:pt x="7887" y="8620"/>
                </a:lnTo>
                <a:lnTo>
                  <a:pt x="7998" y="8510"/>
                </a:lnTo>
                <a:lnTo>
                  <a:pt x="8144" y="8437"/>
                </a:lnTo>
                <a:lnTo>
                  <a:pt x="8401" y="8327"/>
                </a:lnTo>
                <a:lnTo>
                  <a:pt x="8731" y="8180"/>
                </a:lnTo>
                <a:lnTo>
                  <a:pt x="8915" y="8070"/>
                </a:lnTo>
                <a:lnTo>
                  <a:pt x="9025" y="7924"/>
                </a:lnTo>
                <a:lnTo>
                  <a:pt x="9135" y="7777"/>
                </a:lnTo>
                <a:lnTo>
                  <a:pt x="9208" y="7630"/>
                </a:lnTo>
                <a:lnTo>
                  <a:pt x="9208" y="7447"/>
                </a:lnTo>
                <a:lnTo>
                  <a:pt x="9171" y="7227"/>
                </a:lnTo>
                <a:lnTo>
                  <a:pt x="9098" y="7117"/>
                </a:lnTo>
                <a:lnTo>
                  <a:pt x="8988" y="7006"/>
                </a:lnTo>
                <a:lnTo>
                  <a:pt x="8841" y="6896"/>
                </a:lnTo>
                <a:lnTo>
                  <a:pt x="8694" y="6860"/>
                </a:lnTo>
                <a:lnTo>
                  <a:pt x="8548" y="6823"/>
                </a:lnTo>
                <a:lnTo>
                  <a:pt x="8401" y="6823"/>
                </a:lnTo>
                <a:lnTo>
                  <a:pt x="8254" y="6860"/>
                </a:lnTo>
                <a:lnTo>
                  <a:pt x="8108" y="6933"/>
                </a:lnTo>
                <a:lnTo>
                  <a:pt x="7924" y="7117"/>
                </a:lnTo>
                <a:lnTo>
                  <a:pt x="7924" y="7117"/>
                </a:lnTo>
                <a:lnTo>
                  <a:pt x="7998" y="6970"/>
                </a:lnTo>
                <a:lnTo>
                  <a:pt x="8108" y="6860"/>
                </a:lnTo>
                <a:lnTo>
                  <a:pt x="8291" y="6603"/>
                </a:lnTo>
                <a:lnTo>
                  <a:pt x="8511" y="6383"/>
                </a:lnTo>
                <a:lnTo>
                  <a:pt x="8768" y="6126"/>
                </a:lnTo>
                <a:lnTo>
                  <a:pt x="8951" y="5943"/>
                </a:lnTo>
                <a:lnTo>
                  <a:pt x="9135" y="5796"/>
                </a:lnTo>
                <a:lnTo>
                  <a:pt x="9171" y="5796"/>
                </a:lnTo>
                <a:lnTo>
                  <a:pt x="9391" y="5759"/>
                </a:lnTo>
                <a:lnTo>
                  <a:pt x="9612" y="5686"/>
                </a:lnTo>
                <a:lnTo>
                  <a:pt x="10052" y="5539"/>
                </a:lnTo>
                <a:lnTo>
                  <a:pt x="10455" y="5356"/>
                </a:lnTo>
                <a:lnTo>
                  <a:pt x="10639" y="5282"/>
                </a:lnTo>
                <a:lnTo>
                  <a:pt x="10895" y="5246"/>
                </a:lnTo>
                <a:lnTo>
                  <a:pt x="10895" y="5246"/>
                </a:lnTo>
                <a:lnTo>
                  <a:pt x="10602" y="5503"/>
                </a:lnTo>
                <a:lnTo>
                  <a:pt x="10492" y="5649"/>
                </a:lnTo>
                <a:lnTo>
                  <a:pt x="10419" y="5833"/>
                </a:lnTo>
                <a:lnTo>
                  <a:pt x="10455" y="5869"/>
                </a:lnTo>
                <a:lnTo>
                  <a:pt x="10639" y="5796"/>
                </a:lnTo>
                <a:lnTo>
                  <a:pt x="10822" y="5723"/>
                </a:lnTo>
                <a:lnTo>
                  <a:pt x="11152" y="5503"/>
                </a:lnTo>
                <a:lnTo>
                  <a:pt x="11739" y="5136"/>
                </a:lnTo>
                <a:close/>
                <a:moveTo>
                  <a:pt x="11996" y="8254"/>
                </a:moveTo>
                <a:lnTo>
                  <a:pt x="12546" y="8400"/>
                </a:lnTo>
                <a:lnTo>
                  <a:pt x="12729" y="8584"/>
                </a:lnTo>
                <a:lnTo>
                  <a:pt x="12803" y="8620"/>
                </a:lnTo>
                <a:lnTo>
                  <a:pt x="12876" y="8657"/>
                </a:lnTo>
                <a:lnTo>
                  <a:pt x="12950" y="8620"/>
                </a:lnTo>
                <a:lnTo>
                  <a:pt x="13023" y="8584"/>
                </a:lnTo>
                <a:lnTo>
                  <a:pt x="12950" y="9024"/>
                </a:lnTo>
                <a:lnTo>
                  <a:pt x="12509" y="8914"/>
                </a:lnTo>
                <a:lnTo>
                  <a:pt x="12399" y="8657"/>
                </a:lnTo>
                <a:lnTo>
                  <a:pt x="12216" y="8474"/>
                </a:lnTo>
                <a:lnTo>
                  <a:pt x="12033" y="8327"/>
                </a:lnTo>
                <a:lnTo>
                  <a:pt x="11959" y="8290"/>
                </a:lnTo>
                <a:lnTo>
                  <a:pt x="11996" y="8254"/>
                </a:lnTo>
                <a:close/>
                <a:moveTo>
                  <a:pt x="10932" y="8841"/>
                </a:moveTo>
                <a:lnTo>
                  <a:pt x="11519" y="9097"/>
                </a:lnTo>
                <a:lnTo>
                  <a:pt x="12106" y="9244"/>
                </a:lnTo>
                <a:lnTo>
                  <a:pt x="12033" y="9391"/>
                </a:lnTo>
                <a:lnTo>
                  <a:pt x="11922" y="9537"/>
                </a:lnTo>
                <a:lnTo>
                  <a:pt x="11776" y="9611"/>
                </a:lnTo>
                <a:lnTo>
                  <a:pt x="11702" y="9611"/>
                </a:lnTo>
                <a:lnTo>
                  <a:pt x="11629" y="9574"/>
                </a:lnTo>
                <a:lnTo>
                  <a:pt x="11519" y="9537"/>
                </a:lnTo>
                <a:lnTo>
                  <a:pt x="11409" y="9427"/>
                </a:lnTo>
                <a:lnTo>
                  <a:pt x="11226" y="9244"/>
                </a:lnTo>
                <a:lnTo>
                  <a:pt x="10932" y="8841"/>
                </a:lnTo>
                <a:close/>
                <a:moveTo>
                  <a:pt x="12509" y="9354"/>
                </a:moveTo>
                <a:lnTo>
                  <a:pt x="12876" y="9391"/>
                </a:lnTo>
                <a:lnTo>
                  <a:pt x="12656" y="10161"/>
                </a:lnTo>
                <a:lnTo>
                  <a:pt x="12583" y="10088"/>
                </a:lnTo>
                <a:lnTo>
                  <a:pt x="12363" y="10088"/>
                </a:lnTo>
                <a:lnTo>
                  <a:pt x="12216" y="10051"/>
                </a:lnTo>
                <a:lnTo>
                  <a:pt x="11886" y="9978"/>
                </a:lnTo>
                <a:lnTo>
                  <a:pt x="12106" y="9868"/>
                </a:lnTo>
                <a:lnTo>
                  <a:pt x="12289" y="9758"/>
                </a:lnTo>
                <a:lnTo>
                  <a:pt x="12399" y="9574"/>
                </a:lnTo>
                <a:lnTo>
                  <a:pt x="12509" y="9354"/>
                </a:lnTo>
                <a:close/>
                <a:moveTo>
                  <a:pt x="10382" y="9721"/>
                </a:moveTo>
                <a:lnTo>
                  <a:pt x="11409" y="10161"/>
                </a:lnTo>
                <a:lnTo>
                  <a:pt x="11922" y="10381"/>
                </a:lnTo>
                <a:lnTo>
                  <a:pt x="12253" y="10491"/>
                </a:lnTo>
                <a:lnTo>
                  <a:pt x="12399" y="10491"/>
                </a:lnTo>
                <a:lnTo>
                  <a:pt x="12509" y="10455"/>
                </a:lnTo>
                <a:lnTo>
                  <a:pt x="12326" y="10968"/>
                </a:lnTo>
                <a:lnTo>
                  <a:pt x="12033" y="10858"/>
                </a:lnTo>
                <a:lnTo>
                  <a:pt x="11886" y="10785"/>
                </a:lnTo>
                <a:lnTo>
                  <a:pt x="11776" y="10711"/>
                </a:lnTo>
                <a:lnTo>
                  <a:pt x="11519" y="10528"/>
                </a:lnTo>
                <a:lnTo>
                  <a:pt x="11409" y="10418"/>
                </a:lnTo>
                <a:lnTo>
                  <a:pt x="11262" y="10344"/>
                </a:lnTo>
                <a:lnTo>
                  <a:pt x="11079" y="10308"/>
                </a:lnTo>
                <a:lnTo>
                  <a:pt x="10895" y="10271"/>
                </a:lnTo>
                <a:lnTo>
                  <a:pt x="10492" y="10234"/>
                </a:lnTo>
                <a:lnTo>
                  <a:pt x="10455" y="9978"/>
                </a:lnTo>
                <a:lnTo>
                  <a:pt x="10382" y="9721"/>
                </a:lnTo>
                <a:close/>
                <a:moveTo>
                  <a:pt x="10455" y="10528"/>
                </a:moveTo>
                <a:lnTo>
                  <a:pt x="10785" y="10601"/>
                </a:lnTo>
                <a:lnTo>
                  <a:pt x="10969" y="10638"/>
                </a:lnTo>
                <a:lnTo>
                  <a:pt x="11115" y="10711"/>
                </a:lnTo>
                <a:lnTo>
                  <a:pt x="11336" y="10821"/>
                </a:lnTo>
                <a:lnTo>
                  <a:pt x="11519" y="10968"/>
                </a:lnTo>
                <a:lnTo>
                  <a:pt x="11702" y="11115"/>
                </a:lnTo>
                <a:lnTo>
                  <a:pt x="11886" y="11262"/>
                </a:lnTo>
                <a:lnTo>
                  <a:pt x="12106" y="11335"/>
                </a:lnTo>
                <a:lnTo>
                  <a:pt x="11739" y="11922"/>
                </a:lnTo>
                <a:lnTo>
                  <a:pt x="11629" y="11922"/>
                </a:lnTo>
                <a:lnTo>
                  <a:pt x="11482" y="11885"/>
                </a:lnTo>
                <a:lnTo>
                  <a:pt x="11226" y="11738"/>
                </a:lnTo>
                <a:lnTo>
                  <a:pt x="10565" y="11482"/>
                </a:lnTo>
                <a:lnTo>
                  <a:pt x="10272" y="11335"/>
                </a:lnTo>
                <a:lnTo>
                  <a:pt x="10382" y="10968"/>
                </a:lnTo>
                <a:lnTo>
                  <a:pt x="10455" y="10601"/>
                </a:lnTo>
                <a:lnTo>
                  <a:pt x="10455" y="10528"/>
                </a:lnTo>
                <a:close/>
                <a:moveTo>
                  <a:pt x="10125" y="11665"/>
                </a:moveTo>
                <a:lnTo>
                  <a:pt x="10785" y="11958"/>
                </a:lnTo>
                <a:lnTo>
                  <a:pt x="11115" y="12142"/>
                </a:lnTo>
                <a:lnTo>
                  <a:pt x="11299" y="12215"/>
                </a:lnTo>
                <a:lnTo>
                  <a:pt x="11482" y="12289"/>
                </a:lnTo>
                <a:lnTo>
                  <a:pt x="11226" y="12655"/>
                </a:lnTo>
                <a:lnTo>
                  <a:pt x="10895" y="12545"/>
                </a:lnTo>
                <a:lnTo>
                  <a:pt x="10455" y="12399"/>
                </a:lnTo>
                <a:lnTo>
                  <a:pt x="10052" y="12252"/>
                </a:lnTo>
                <a:lnTo>
                  <a:pt x="9868" y="12142"/>
                </a:lnTo>
                <a:lnTo>
                  <a:pt x="10125" y="11665"/>
                </a:lnTo>
                <a:close/>
                <a:moveTo>
                  <a:pt x="9355" y="9574"/>
                </a:moveTo>
                <a:lnTo>
                  <a:pt x="9575" y="9611"/>
                </a:lnTo>
                <a:lnTo>
                  <a:pt x="9795" y="9648"/>
                </a:lnTo>
                <a:lnTo>
                  <a:pt x="9978" y="9758"/>
                </a:lnTo>
                <a:lnTo>
                  <a:pt x="10052" y="9868"/>
                </a:lnTo>
                <a:lnTo>
                  <a:pt x="10088" y="9941"/>
                </a:lnTo>
                <a:lnTo>
                  <a:pt x="10125" y="10088"/>
                </a:lnTo>
                <a:lnTo>
                  <a:pt x="10125" y="10198"/>
                </a:lnTo>
                <a:lnTo>
                  <a:pt x="9832" y="10161"/>
                </a:lnTo>
                <a:lnTo>
                  <a:pt x="9795" y="10198"/>
                </a:lnTo>
                <a:lnTo>
                  <a:pt x="9795" y="10234"/>
                </a:lnTo>
                <a:lnTo>
                  <a:pt x="9942" y="10344"/>
                </a:lnTo>
                <a:lnTo>
                  <a:pt x="10088" y="10455"/>
                </a:lnTo>
                <a:lnTo>
                  <a:pt x="10015" y="10785"/>
                </a:lnTo>
                <a:lnTo>
                  <a:pt x="9942" y="11078"/>
                </a:lnTo>
                <a:lnTo>
                  <a:pt x="9905" y="11188"/>
                </a:lnTo>
                <a:lnTo>
                  <a:pt x="9648" y="11115"/>
                </a:lnTo>
                <a:lnTo>
                  <a:pt x="9391" y="11078"/>
                </a:lnTo>
                <a:lnTo>
                  <a:pt x="9355" y="11078"/>
                </a:lnTo>
                <a:lnTo>
                  <a:pt x="9318" y="11115"/>
                </a:lnTo>
                <a:lnTo>
                  <a:pt x="9318" y="11151"/>
                </a:lnTo>
                <a:lnTo>
                  <a:pt x="9355" y="11188"/>
                </a:lnTo>
                <a:lnTo>
                  <a:pt x="9538" y="11372"/>
                </a:lnTo>
                <a:lnTo>
                  <a:pt x="9795" y="11518"/>
                </a:lnTo>
                <a:lnTo>
                  <a:pt x="9501" y="11995"/>
                </a:lnTo>
                <a:lnTo>
                  <a:pt x="9061" y="11812"/>
                </a:lnTo>
                <a:lnTo>
                  <a:pt x="8584" y="11628"/>
                </a:lnTo>
                <a:lnTo>
                  <a:pt x="8548" y="11628"/>
                </a:lnTo>
                <a:lnTo>
                  <a:pt x="8548" y="11702"/>
                </a:lnTo>
                <a:lnTo>
                  <a:pt x="8731" y="11848"/>
                </a:lnTo>
                <a:lnTo>
                  <a:pt x="8915" y="12032"/>
                </a:lnTo>
                <a:lnTo>
                  <a:pt x="9318" y="12289"/>
                </a:lnTo>
                <a:lnTo>
                  <a:pt x="9061" y="12582"/>
                </a:lnTo>
                <a:lnTo>
                  <a:pt x="8805" y="12802"/>
                </a:lnTo>
                <a:lnTo>
                  <a:pt x="8548" y="12692"/>
                </a:lnTo>
                <a:lnTo>
                  <a:pt x="8401" y="12069"/>
                </a:lnTo>
                <a:lnTo>
                  <a:pt x="8291" y="11445"/>
                </a:lnTo>
                <a:lnTo>
                  <a:pt x="8218" y="11298"/>
                </a:lnTo>
                <a:lnTo>
                  <a:pt x="8144" y="11188"/>
                </a:lnTo>
                <a:lnTo>
                  <a:pt x="8034" y="11115"/>
                </a:lnTo>
                <a:lnTo>
                  <a:pt x="7374" y="11115"/>
                </a:lnTo>
                <a:lnTo>
                  <a:pt x="7264" y="11078"/>
                </a:lnTo>
                <a:lnTo>
                  <a:pt x="7154" y="11041"/>
                </a:lnTo>
                <a:lnTo>
                  <a:pt x="7007" y="10895"/>
                </a:lnTo>
                <a:lnTo>
                  <a:pt x="6897" y="10675"/>
                </a:lnTo>
                <a:lnTo>
                  <a:pt x="6860" y="10455"/>
                </a:lnTo>
                <a:lnTo>
                  <a:pt x="6860" y="10344"/>
                </a:lnTo>
                <a:lnTo>
                  <a:pt x="6897" y="10234"/>
                </a:lnTo>
                <a:lnTo>
                  <a:pt x="6934" y="10124"/>
                </a:lnTo>
                <a:lnTo>
                  <a:pt x="7007" y="10051"/>
                </a:lnTo>
                <a:lnTo>
                  <a:pt x="7227" y="9978"/>
                </a:lnTo>
                <a:lnTo>
                  <a:pt x="7447" y="9904"/>
                </a:lnTo>
                <a:lnTo>
                  <a:pt x="8328" y="9721"/>
                </a:lnTo>
                <a:lnTo>
                  <a:pt x="8401" y="9758"/>
                </a:lnTo>
                <a:lnTo>
                  <a:pt x="8548" y="9758"/>
                </a:lnTo>
                <a:lnTo>
                  <a:pt x="8841" y="9648"/>
                </a:lnTo>
                <a:lnTo>
                  <a:pt x="9135" y="9574"/>
                </a:lnTo>
                <a:close/>
                <a:moveTo>
                  <a:pt x="1028" y="7373"/>
                </a:moveTo>
                <a:lnTo>
                  <a:pt x="1028" y="7887"/>
                </a:lnTo>
                <a:lnTo>
                  <a:pt x="1101" y="8437"/>
                </a:lnTo>
                <a:lnTo>
                  <a:pt x="1138" y="8474"/>
                </a:lnTo>
                <a:lnTo>
                  <a:pt x="1211" y="8510"/>
                </a:lnTo>
                <a:lnTo>
                  <a:pt x="1285" y="8510"/>
                </a:lnTo>
                <a:lnTo>
                  <a:pt x="1358" y="8474"/>
                </a:lnTo>
                <a:lnTo>
                  <a:pt x="1872" y="8070"/>
                </a:lnTo>
                <a:lnTo>
                  <a:pt x="1945" y="8951"/>
                </a:lnTo>
                <a:lnTo>
                  <a:pt x="1982" y="9611"/>
                </a:lnTo>
                <a:lnTo>
                  <a:pt x="1982" y="9758"/>
                </a:lnTo>
                <a:lnTo>
                  <a:pt x="1982" y="9904"/>
                </a:lnTo>
                <a:lnTo>
                  <a:pt x="1872" y="10014"/>
                </a:lnTo>
                <a:lnTo>
                  <a:pt x="1762" y="10088"/>
                </a:lnTo>
                <a:lnTo>
                  <a:pt x="1615" y="10271"/>
                </a:lnTo>
                <a:lnTo>
                  <a:pt x="1505" y="10455"/>
                </a:lnTo>
                <a:lnTo>
                  <a:pt x="1468" y="10638"/>
                </a:lnTo>
                <a:lnTo>
                  <a:pt x="1468" y="10858"/>
                </a:lnTo>
                <a:lnTo>
                  <a:pt x="1505" y="11078"/>
                </a:lnTo>
                <a:lnTo>
                  <a:pt x="1578" y="11298"/>
                </a:lnTo>
                <a:lnTo>
                  <a:pt x="1688" y="11702"/>
                </a:lnTo>
                <a:lnTo>
                  <a:pt x="2165" y="12876"/>
                </a:lnTo>
                <a:lnTo>
                  <a:pt x="1835" y="12509"/>
                </a:lnTo>
                <a:lnTo>
                  <a:pt x="1505" y="12142"/>
                </a:lnTo>
                <a:lnTo>
                  <a:pt x="1211" y="11665"/>
                </a:lnTo>
                <a:lnTo>
                  <a:pt x="918" y="11188"/>
                </a:lnTo>
                <a:lnTo>
                  <a:pt x="735" y="10675"/>
                </a:lnTo>
                <a:lnTo>
                  <a:pt x="588" y="10161"/>
                </a:lnTo>
                <a:lnTo>
                  <a:pt x="551" y="9831"/>
                </a:lnTo>
                <a:lnTo>
                  <a:pt x="514" y="9501"/>
                </a:lnTo>
                <a:lnTo>
                  <a:pt x="551" y="9171"/>
                </a:lnTo>
                <a:lnTo>
                  <a:pt x="588" y="8841"/>
                </a:lnTo>
                <a:lnTo>
                  <a:pt x="771" y="8180"/>
                </a:lnTo>
                <a:lnTo>
                  <a:pt x="955" y="7557"/>
                </a:lnTo>
                <a:lnTo>
                  <a:pt x="1028" y="7373"/>
                </a:lnTo>
                <a:close/>
                <a:moveTo>
                  <a:pt x="9612" y="12472"/>
                </a:moveTo>
                <a:lnTo>
                  <a:pt x="9942" y="12619"/>
                </a:lnTo>
                <a:lnTo>
                  <a:pt x="10675" y="12912"/>
                </a:lnTo>
                <a:lnTo>
                  <a:pt x="10895" y="12986"/>
                </a:lnTo>
                <a:lnTo>
                  <a:pt x="10529" y="13316"/>
                </a:lnTo>
                <a:lnTo>
                  <a:pt x="10162" y="13609"/>
                </a:lnTo>
                <a:lnTo>
                  <a:pt x="9685" y="13279"/>
                </a:lnTo>
                <a:lnTo>
                  <a:pt x="9171" y="12986"/>
                </a:lnTo>
                <a:lnTo>
                  <a:pt x="9391" y="12729"/>
                </a:lnTo>
                <a:lnTo>
                  <a:pt x="9612" y="12472"/>
                </a:lnTo>
                <a:close/>
                <a:moveTo>
                  <a:pt x="2569" y="5209"/>
                </a:moveTo>
                <a:lnTo>
                  <a:pt x="2899" y="5319"/>
                </a:lnTo>
                <a:lnTo>
                  <a:pt x="3266" y="5356"/>
                </a:lnTo>
                <a:lnTo>
                  <a:pt x="3999" y="5356"/>
                </a:lnTo>
                <a:lnTo>
                  <a:pt x="4733" y="5429"/>
                </a:lnTo>
                <a:lnTo>
                  <a:pt x="5467" y="5539"/>
                </a:lnTo>
                <a:lnTo>
                  <a:pt x="5320" y="5649"/>
                </a:lnTo>
                <a:lnTo>
                  <a:pt x="5173" y="5723"/>
                </a:lnTo>
                <a:lnTo>
                  <a:pt x="4880" y="5833"/>
                </a:lnTo>
                <a:lnTo>
                  <a:pt x="4696" y="5943"/>
                </a:lnTo>
                <a:lnTo>
                  <a:pt x="4513" y="6053"/>
                </a:lnTo>
                <a:lnTo>
                  <a:pt x="4366" y="6236"/>
                </a:lnTo>
                <a:lnTo>
                  <a:pt x="4293" y="6420"/>
                </a:lnTo>
                <a:lnTo>
                  <a:pt x="4256" y="6493"/>
                </a:lnTo>
                <a:lnTo>
                  <a:pt x="4293" y="6603"/>
                </a:lnTo>
                <a:lnTo>
                  <a:pt x="4329" y="6676"/>
                </a:lnTo>
                <a:lnTo>
                  <a:pt x="4366" y="6750"/>
                </a:lnTo>
                <a:lnTo>
                  <a:pt x="4439" y="6823"/>
                </a:lnTo>
                <a:lnTo>
                  <a:pt x="4549" y="6823"/>
                </a:lnTo>
                <a:lnTo>
                  <a:pt x="4660" y="6860"/>
                </a:lnTo>
                <a:lnTo>
                  <a:pt x="4696" y="6933"/>
                </a:lnTo>
                <a:lnTo>
                  <a:pt x="4733" y="7117"/>
                </a:lnTo>
                <a:lnTo>
                  <a:pt x="4770" y="7300"/>
                </a:lnTo>
                <a:lnTo>
                  <a:pt x="4770" y="7667"/>
                </a:lnTo>
                <a:lnTo>
                  <a:pt x="4806" y="7813"/>
                </a:lnTo>
                <a:lnTo>
                  <a:pt x="4586" y="7520"/>
                </a:lnTo>
                <a:lnTo>
                  <a:pt x="4366" y="7263"/>
                </a:lnTo>
                <a:lnTo>
                  <a:pt x="4256" y="7190"/>
                </a:lnTo>
                <a:lnTo>
                  <a:pt x="4146" y="7153"/>
                </a:lnTo>
                <a:lnTo>
                  <a:pt x="3999" y="7117"/>
                </a:lnTo>
                <a:lnTo>
                  <a:pt x="3889" y="7153"/>
                </a:lnTo>
                <a:lnTo>
                  <a:pt x="3632" y="7227"/>
                </a:lnTo>
                <a:lnTo>
                  <a:pt x="3412" y="7373"/>
                </a:lnTo>
                <a:lnTo>
                  <a:pt x="3192" y="7593"/>
                </a:lnTo>
                <a:lnTo>
                  <a:pt x="2972" y="7813"/>
                </a:lnTo>
                <a:lnTo>
                  <a:pt x="2825" y="8070"/>
                </a:lnTo>
                <a:lnTo>
                  <a:pt x="2715" y="8364"/>
                </a:lnTo>
                <a:lnTo>
                  <a:pt x="2642" y="8657"/>
                </a:lnTo>
                <a:lnTo>
                  <a:pt x="2605" y="8951"/>
                </a:lnTo>
                <a:lnTo>
                  <a:pt x="2605" y="9244"/>
                </a:lnTo>
                <a:lnTo>
                  <a:pt x="2679" y="9537"/>
                </a:lnTo>
                <a:lnTo>
                  <a:pt x="2679" y="9611"/>
                </a:lnTo>
                <a:lnTo>
                  <a:pt x="2752" y="9648"/>
                </a:lnTo>
                <a:lnTo>
                  <a:pt x="2789" y="9684"/>
                </a:lnTo>
                <a:lnTo>
                  <a:pt x="3156" y="9684"/>
                </a:lnTo>
                <a:lnTo>
                  <a:pt x="3449" y="9758"/>
                </a:lnTo>
                <a:lnTo>
                  <a:pt x="3706" y="9868"/>
                </a:lnTo>
                <a:lnTo>
                  <a:pt x="3963" y="10014"/>
                </a:lnTo>
                <a:lnTo>
                  <a:pt x="4183" y="10198"/>
                </a:lnTo>
                <a:lnTo>
                  <a:pt x="4403" y="10418"/>
                </a:lnTo>
                <a:lnTo>
                  <a:pt x="4770" y="10858"/>
                </a:lnTo>
                <a:lnTo>
                  <a:pt x="4403" y="11151"/>
                </a:lnTo>
                <a:lnTo>
                  <a:pt x="4109" y="11445"/>
                </a:lnTo>
                <a:lnTo>
                  <a:pt x="3816" y="11775"/>
                </a:lnTo>
                <a:lnTo>
                  <a:pt x="3596" y="12142"/>
                </a:lnTo>
                <a:lnTo>
                  <a:pt x="3412" y="12545"/>
                </a:lnTo>
                <a:lnTo>
                  <a:pt x="3266" y="12986"/>
                </a:lnTo>
                <a:lnTo>
                  <a:pt x="3192" y="13426"/>
                </a:lnTo>
                <a:lnTo>
                  <a:pt x="3156" y="13866"/>
                </a:lnTo>
                <a:lnTo>
                  <a:pt x="3082" y="13829"/>
                </a:lnTo>
                <a:lnTo>
                  <a:pt x="2972" y="13719"/>
                </a:lnTo>
                <a:lnTo>
                  <a:pt x="2899" y="13572"/>
                </a:lnTo>
                <a:lnTo>
                  <a:pt x="2459" y="12582"/>
                </a:lnTo>
                <a:lnTo>
                  <a:pt x="2092" y="11702"/>
                </a:lnTo>
                <a:lnTo>
                  <a:pt x="1945" y="11262"/>
                </a:lnTo>
                <a:lnTo>
                  <a:pt x="1872" y="10821"/>
                </a:lnTo>
                <a:lnTo>
                  <a:pt x="1872" y="10638"/>
                </a:lnTo>
                <a:lnTo>
                  <a:pt x="1945" y="10491"/>
                </a:lnTo>
                <a:lnTo>
                  <a:pt x="2055" y="10381"/>
                </a:lnTo>
                <a:lnTo>
                  <a:pt x="2202" y="10271"/>
                </a:lnTo>
                <a:lnTo>
                  <a:pt x="2312" y="10161"/>
                </a:lnTo>
                <a:lnTo>
                  <a:pt x="2385" y="10051"/>
                </a:lnTo>
                <a:lnTo>
                  <a:pt x="2385" y="9904"/>
                </a:lnTo>
                <a:lnTo>
                  <a:pt x="2385" y="9721"/>
                </a:lnTo>
                <a:lnTo>
                  <a:pt x="2312" y="8730"/>
                </a:lnTo>
                <a:lnTo>
                  <a:pt x="2165" y="7740"/>
                </a:lnTo>
                <a:lnTo>
                  <a:pt x="2165" y="7667"/>
                </a:lnTo>
                <a:lnTo>
                  <a:pt x="2092" y="7593"/>
                </a:lnTo>
                <a:lnTo>
                  <a:pt x="1945" y="7593"/>
                </a:lnTo>
                <a:lnTo>
                  <a:pt x="1358" y="8070"/>
                </a:lnTo>
                <a:lnTo>
                  <a:pt x="1321" y="7667"/>
                </a:lnTo>
                <a:lnTo>
                  <a:pt x="1358" y="7263"/>
                </a:lnTo>
                <a:lnTo>
                  <a:pt x="1395" y="6860"/>
                </a:lnTo>
                <a:lnTo>
                  <a:pt x="1505" y="6456"/>
                </a:lnTo>
                <a:lnTo>
                  <a:pt x="1505" y="6383"/>
                </a:lnTo>
                <a:lnTo>
                  <a:pt x="1468" y="6310"/>
                </a:lnTo>
                <a:lnTo>
                  <a:pt x="1725" y="5796"/>
                </a:lnTo>
                <a:lnTo>
                  <a:pt x="1982" y="5319"/>
                </a:lnTo>
                <a:lnTo>
                  <a:pt x="2239" y="5356"/>
                </a:lnTo>
                <a:lnTo>
                  <a:pt x="2495" y="5392"/>
                </a:lnTo>
                <a:lnTo>
                  <a:pt x="2569" y="5356"/>
                </a:lnTo>
                <a:lnTo>
                  <a:pt x="2605" y="5319"/>
                </a:lnTo>
                <a:lnTo>
                  <a:pt x="2605" y="5282"/>
                </a:lnTo>
                <a:lnTo>
                  <a:pt x="2569" y="5209"/>
                </a:lnTo>
                <a:close/>
                <a:moveTo>
                  <a:pt x="8805" y="13939"/>
                </a:moveTo>
                <a:lnTo>
                  <a:pt x="9098" y="13976"/>
                </a:lnTo>
                <a:lnTo>
                  <a:pt x="9391" y="14049"/>
                </a:lnTo>
                <a:lnTo>
                  <a:pt x="9208" y="14086"/>
                </a:lnTo>
                <a:lnTo>
                  <a:pt x="9171" y="14049"/>
                </a:lnTo>
                <a:lnTo>
                  <a:pt x="9061" y="14049"/>
                </a:lnTo>
                <a:lnTo>
                  <a:pt x="8988" y="13976"/>
                </a:lnTo>
                <a:lnTo>
                  <a:pt x="8805" y="13939"/>
                </a:lnTo>
                <a:close/>
                <a:moveTo>
                  <a:pt x="5815" y="14178"/>
                </a:moveTo>
                <a:lnTo>
                  <a:pt x="5797" y="14196"/>
                </a:lnTo>
                <a:lnTo>
                  <a:pt x="5760" y="14196"/>
                </a:lnTo>
                <a:lnTo>
                  <a:pt x="5815" y="14178"/>
                </a:lnTo>
                <a:close/>
                <a:moveTo>
                  <a:pt x="7154" y="2935"/>
                </a:moveTo>
                <a:lnTo>
                  <a:pt x="7594" y="3008"/>
                </a:lnTo>
                <a:lnTo>
                  <a:pt x="8034" y="3082"/>
                </a:lnTo>
                <a:lnTo>
                  <a:pt x="8438" y="3155"/>
                </a:lnTo>
                <a:lnTo>
                  <a:pt x="8401" y="3192"/>
                </a:lnTo>
                <a:lnTo>
                  <a:pt x="8401" y="3228"/>
                </a:lnTo>
                <a:lnTo>
                  <a:pt x="8401" y="3265"/>
                </a:lnTo>
                <a:lnTo>
                  <a:pt x="8438" y="3265"/>
                </a:lnTo>
                <a:lnTo>
                  <a:pt x="8621" y="3228"/>
                </a:lnTo>
                <a:lnTo>
                  <a:pt x="8768" y="3265"/>
                </a:lnTo>
                <a:lnTo>
                  <a:pt x="8805" y="3265"/>
                </a:lnTo>
                <a:lnTo>
                  <a:pt x="8768" y="3338"/>
                </a:lnTo>
                <a:lnTo>
                  <a:pt x="8768" y="3412"/>
                </a:lnTo>
                <a:lnTo>
                  <a:pt x="8768" y="3448"/>
                </a:lnTo>
                <a:lnTo>
                  <a:pt x="8805" y="3485"/>
                </a:lnTo>
                <a:lnTo>
                  <a:pt x="8841" y="3485"/>
                </a:lnTo>
                <a:lnTo>
                  <a:pt x="8915" y="3522"/>
                </a:lnTo>
                <a:lnTo>
                  <a:pt x="8988" y="3558"/>
                </a:lnTo>
                <a:lnTo>
                  <a:pt x="9098" y="3668"/>
                </a:lnTo>
                <a:lnTo>
                  <a:pt x="9208" y="3815"/>
                </a:lnTo>
                <a:lnTo>
                  <a:pt x="9245" y="3852"/>
                </a:lnTo>
                <a:lnTo>
                  <a:pt x="9281" y="3889"/>
                </a:lnTo>
                <a:lnTo>
                  <a:pt x="9318" y="3852"/>
                </a:lnTo>
                <a:lnTo>
                  <a:pt x="9391" y="3742"/>
                </a:lnTo>
                <a:lnTo>
                  <a:pt x="9465" y="3632"/>
                </a:lnTo>
                <a:lnTo>
                  <a:pt x="9538" y="3558"/>
                </a:lnTo>
                <a:lnTo>
                  <a:pt x="9758" y="3632"/>
                </a:lnTo>
                <a:lnTo>
                  <a:pt x="9612" y="3815"/>
                </a:lnTo>
                <a:lnTo>
                  <a:pt x="9501" y="3999"/>
                </a:lnTo>
                <a:lnTo>
                  <a:pt x="9465" y="4072"/>
                </a:lnTo>
                <a:lnTo>
                  <a:pt x="9465" y="4182"/>
                </a:lnTo>
                <a:lnTo>
                  <a:pt x="9575" y="4182"/>
                </a:lnTo>
                <a:lnTo>
                  <a:pt x="9648" y="4145"/>
                </a:lnTo>
                <a:lnTo>
                  <a:pt x="9795" y="4035"/>
                </a:lnTo>
                <a:lnTo>
                  <a:pt x="10052" y="3815"/>
                </a:lnTo>
                <a:lnTo>
                  <a:pt x="10308" y="3962"/>
                </a:lnTo>
                <a:lnTo>
                  <a:pt x="10235" y="4035"/>
                </a:lnTo>
                <a:lnTo>
                  <a:pt x="9978" y="4365"/>
                </a:lnTo>
                <a:lnTo>
                  <a:pt x="9868" y="4512"/>
                </a:lnTo>
                <a:lnTo>
                  <a:pt x="9795" y="4696"/>
                </a:lnTo>
                <a:lnTo>
                  <a:pt x="9795" y="4732"/>
                </a:lnTo>
                <a:lnTo>
                  <a:pt x="9832" y="4732"/>
                </a:lnTo>
                <a:lnTo>
                  <a:pt x="10015" y="4659"/>
                </a:lnTo>
                <a:lnTo>
                  <a:pt x="10198" y="4549"/>
                </a:lnTo>
                <a:lnTo>
                  <a:pt x="10492" y="4329"/>
                </a:lnTo>
                <a:lnTo>
                  <a:pt x="10639" y="4182"/>
                </a:lnTo>
                <a:lnTo>
                  <a:pt x="10822" y="4292"/>
                </a:lnTo>
                <a:lnTo>
                  <a:pt x="10565" y="4549"/>
                </a:lnTo>
                <a:lnTo>
                  <a:pt x="10272" y="4879"/>
                </a:lnTo>
                <a:lnTo>
                  <a:pt x="10052" y="5209"/>
                </a:lnTo>
                <a:lnTo>
                  <a:pt x="9942" y="5246"/>
                </a:lnTo>
                <a:lnTo>
                  <a:pt x="9648" y="5392"/>
                </a:lnTo>
                <a:lnTo>
                  <a:pt x="9391" y="5539"/>
                </a:lnTo>
                <a:lnTo>
                  <a:pt x="9281" y="5539"/>
                </a:lnTo>
                <a:lnTo>
                  <a:pt x="9135" y="5576"/>
                </a:lnTo>
                <a:lnTo>
                  <a:pt x="8805" y="5759"/>
                </a:lnTo>
                <a:lnTo>
                  <a:pt x="8548" y="5979"/>
                </a:lnTo>
                <a:lnTo>
                  <a:pt x="8364" y="6089"/>
                </a:lnTo>
                <a:lnTo>
                  <a:pt x="8071" y="6346"/>
                </a:lnTo>
                <a:lnTo>
                  <a:pt x="7924" y="6566"/>
                </a:lnTo>
                <a:lnTo>
                  <a:pt x="7741" y="6750"/>
                </a:lnTo>
                <a:lnTo>
                  <a:pt x="7631" y="6970"/>
                </a:lnTo>
                <a:lnTo>
                  <a:pt x="7594" y="7153"/>
                </a:lnTo>
                <a:lnTo>
                  <a:pt x="7631" y="7227"/>
                </a:lnTo>
                <a:lnTo>
                  <a:pt x="7667" y="7300"/>
                </a:lnTo>
                <a:lnTo>
                  <a:pt x="7741" y="7373"/>
                </a:lnTo>
                <a:lnTo>
                  <a:pt x="7851" y="7410"/>
                </a:lnTo>
                <a:lnTo>
                  <a:pt x="7998" y="7410"/>
                </a:lnTo>
                <a:lnTo>
                  <a:pt x="8144" y="7337"/>
                </a:lnTo>
                <a:lnTo>
                  <a:pt x="8401" y="7190"/>
                </a:lnTo>
                <a:lnTo>
                  <a:pt x="8548" y="7153"/>
                </a:lnTo>
                <a:lnTo>
                  <a:pt x="8731" y="7227"/>
                </a:lnTo>
                <a:lnTo>
                  <a:pt x="8805" y="7263"/>
                </a:lnTo>
                <a:lnTo>
                  <a:pt x="8878" y="7337"/>
                </a:lnTo>
                <a:lnTo>
                  <a:pt x="8915" y="7410"/>
                </a:lnTo>
                <a:lnTo>
                  <a:pt x="8915" y="7483"/>
                </a:lnTo>
                <a:lnTo>
                  <a:pt x="8841" y="7593"/>
                </a:lnTo>
                <a:lnTo>
                  <a:pt x="8731" y="7740"/>
                </a:lnTo>
                <a:lnTo>
                  <a:pt x="8584" y="7850"/>
                </a:lnTo>
                <a:lnTo>
                  <a:pt x="8401" y="7960"/>
                </a:lnTo>
                <a:lnTo>
                  <a:pt x="8144" y="8070"/>
                </a:lnTo>
                <a:lnTo>
                  <a:pt x="7961" y="8144"/>
                </a:lnTo>
                <a:lnTo>
                  <a:pt x="7741" y="8254"/>
                </a:lnTo>
                <a:lnTo>
                  <a:pt x="7557" y="8400"/>
                </a:lnTo>
                <a:lnTo>
                  <a:pt x="7521" y="8474"/>
                </a:lnTo>
                <a:lnTo>
                  <a:pt x="7484" y="8584"/>
                </a:lnTo>
                <a:lnTo>
                  <a:pt x="7447" y="8767"/>
                </a:lnTo>
                <a:lnTo>
                  <a:pt x="7521" y="8914"/>
                </a:lnTo>
                <a:lnTo>
                  <a:pt x="7631" y="9061"/>
                </a:lnTo>
                <a:lnTo>
                  <a:pt x="7777" y="9134"/>
                </a:lnTo>
                <a:lnTo>
                  <a:pt x="7887" y="9171"/>
                </a:lnTo>
                <a:lnTo>
                  <a:pt x="8034" y="9207"/>
                </a:lnTo>
                <a:lnTo>
                  <a:pt x="8254" y="9134"/>
                </a:lnTo>
                <a:lnTo>
                  <a:pt x="8694" y="8951"/>
                </a:lnTo>
                <a:lnTo>
                  <a:pt x="9208" y="8951"/>
                </a:lnTo>
                <a:lnTo>
                  <a:pt x="9391" y="8877"/>
                </a:lnTo>
                <a:lnTo>
                  <a:pt x="9575" y="8767"/>
                </a:lnTo>
                <a:lnTo>
                  <a:pt x="9685" y="8657"/>
                </a:lnTo>
                <a:lnTo>
                  <a:pt x="9795" y="8547"/>
                </a:lnTo>
                <a:lnTo>
                  <a:pt x="9905" y="8547"/>
                </a:lnTo>
                <a:lnTo>
                  <a:pt x="10052" y="8584"/>
                </a:lnTo>
                <a:lnTo>
                  <a:pt x="10088" y="8620"/>
                </a:lnTo>
                <a:lnTo>
                  <a:pt x="10125" y="8620"/>
                </a:lnTo>
                <a:lnTo>
                  <a:pt x="10198" y="8657"/>
                </a:lnTo>
                <a:lnTo>
                  <a:pt x="10382" y="8804"/>
                </a:lnTo>
                <a:lnTo>
                  <a:pt x="10565" y="8987"/>
                </a:lnTo>
                <a:lnTo>
                  <a:pt x="11115" y="9648"/>
                </a:lnTo>
                <a:lnTo>
                  <a:pt x="10382" y="9391"/>
                </a:lnTo>
                <a:lnTo>
                  <a:pt x="10015" y="9281"/>
                </a:lnTo>
                <a:lnTo>
                  <a:pt x="9648" y="9171"/>
                </a:lnTo>
                <a:lnTo>
                  <a:pt x="9612" y="9207"/>
                </a:lnTo>
                <a:lnTo>
                  <a:pt x="9281" y="9171"/>
                </a:lnTo>
                <a:lnTo>
                  <a:pt x="8951" y="9207"/>
                </a:lnTo>
                <a:lnTo>
                  <a:pt x="8621" y="9281"/>
                </a:lnTo>
                <a:lnTo>
                  <a:pt x="8328" y="9391"/>
                </a:lnTo>
                <a:lnTo>
                  <a:pt x="8291" y="9427"/>
                </a:lnTo>
                <a:lnTo>
                  <a:pt x="8144" y="9427"/>
                </a:lnTo>
                <a:lnTo>
                  <a:pt x="7631" y="9537"/>
                </a:lnTo>
                <a:lnTo>
                  <a:pt x="7117" y="9648"/>
                </a:lnTo>
                <a:lnTo>
                  <a:pt x="6934" y="9684"/>
                </a:lnTo>
                <a:lnTo>
                  <a:pt x="6787" y="9794"/>
                </a:lnTo>
                <a:lnTo>
                  <a:pt x="6677" y="9904"/>
                </a:lnTo>
                <a:lnTo>
                  <a:pt x="6567" y="10088"/>
                </a:lnTo>
                <a:lnTo>
                  <a:pt x="6494" y="10271"/>
                </a:lnTo>
                <a:lnTo>
                  <a:pt x="6494" y="10455"/>
                </a:lnTo>
                <a:lnTo>
                  <a:pt x="6494" y="10601"/>
                </a:lnTo>
                <a:lnTo>
                  <a:pt x="6530" y="10785"/>
                </a:lnTo>
                <a:lnTo>
                  <a:pt x="6604" y="10968"/>
                </a:lnTo>
                <a:lnTo>
                  <a:pt x="6714" y="11115"/>
                </a:lnTo>
                <a:lnTo>
                  <a:pt x="6824" y="11225"/>
                </a:lnTo>
                <a:lnTo>
                  <a:pt x="6970" y="11335"/>
                </a:lnTo>
                <a:lnTo>
                  <a:pt x="7117" y="11408"/>
                </a:lnTo>
                <a:lnTo>
                  <a:pt x="7301" y="11445"/>
                </a:lnTo>
                <a:lnTo>
                  <a:pt x="7484" y="11482"/>
                </a:lnTo>
                <a:lnTo>
                  <a:pt x="7777" y="11482"/>
                </a:lnTo>
                <a:lnTo>
                  <a:pt x="7851" y="11555"/>
                </a:lnTo>
                <a:lnTo>
                  <a:pt x="7924" y="11665"/>
                </a:lnTo>
                <a:lnTo>
                  <a:pt x="7961" y="11812"/>
                </a:lnTo>
                <a:lnTo>
                  <a:pt x="8034" y="12105"/>
                </a:lnTo>
                <a:lnTo>
                  <a:pt x="8071" y="12362"/>
                </a:lnTo>
                <a:lnTo>
                  <a:pt x="8108" y="12509"/>
                </a:lnTo>
                <a:lnTo>
                  <a:pt x="7851" y="12435"/>
                </a:lnTo>
                <a:lnTo>
                  <a:pt x="7631" y="12399"/>
                </a:lnTo>
                <a:lnTo>
                  <a:pt x="7557" y="12362"/>
                </a:lnTo>
                <a:lnTo>
                  <a:pt x="7521" y="12215"/>
                </a:lnTo>
                <a:lnTo>
                  <a:pt x="7521" y="12179"/>
                </a:lnTo>
                <a:lnTo>
                  <a:pt x="7447" y="12179"/>
                </a:lnTo>
                <a:lnTo>
                  <a:pt x="7447" y="12215"/>
                </a:lnTo>
                <a:lnTo>
                  <a:pt x="7411" y="12472"/>
                </a:lnTo>
                <a:lnTo>
                  <a:pt x="7411" y="12509"/>
                </a:lnTo>
                <a:lnTo>
                  <a:pt x="7447" y="12545"/>
                </a:lnTo>
                <a:lnTo>
                  <a:pt x="7851" y="12729"/>
                </a:lnTo>
                <a:lnTo>
                  <a:pt x="8254" y="12949"/>
                </a:lnTo>
                <a:lnTo>
                  <a:pt x="8438" y="13316"/>
                </a:lnTo>
                <a:lnTo>
                  <a:pt x="8474" y="13389"/>
                </a:lnTo>
                <a:lnTo>
                  <a:pt x="8548" y="13426"/>
                </a:lnTo>
                <a:lnTo>
                  <a:pt x="8621" y="13426"/>
                </a:lnTo>
                <a:lnTo>
                  <a:pt x="8694" y="13389"/>
                </a:lnTo>
                <a:lnTo>
                  <a:pt x="8841" y="13279"/>
                </a:lnTo>
                <a:lnTo>
                  <a:pt x="9428" y="13609"/>
                </a:lnTo>
                <a:lnTo>
                  <a:pt x="9281" y="13609"/>
                </a:lnTo>
                <a:lnTo>
                  <a:pt x="8548" y="13536"/>
                </a:lnTo>
                <a:lnTo>
                  <a:pt x="7851" y="13536"/>
                </a:lnTo>
                <a:lnTo>
                  <a:pt x="7374" y="13206"/>
                </a:lnTo>
                <a:lnTo>
                  <a:pt x="6860" y="12912"/>
                </a:lnTo>
                <a:lnTo>
                  <a:pt x="6824" y="12876"/>
                </a:lnTo>
                <a:lnTo>
                  <a:pt x="6750" y="12912"/>
                </a:lnTo>
                <a:lnTo>
                  <a:pt x="6750" y="12949"/>
                </a:lnTo>
                <a:lnTo>
                  <a:pt x="6750" y="13022"/>
                </a:lnTo>
                <a:lnTo>
                  <a:pt x="6970" y="13316"/>
                </a:lnTo>
                <a:lnTo>
                  <a:pt x="7227" y="13572"/>
                </a:lnTo>
                <a:lnTo>
                  <a:pt x="6897" y="13609"/>
                </a:lnTo>
                <a:lnTo>
                  <a:pt x="6567" y="13646"/>
                </a:lnTo>
                <a:lnTo>
                  <a:pt x="6310" y="13426"/>
                </a:lnTo>
                <a:lnTo>
                  <a:pt x="6090" y="13169"/>
                </a:lnTo>
                <a:lnTo>
                  <a:pt x="6017" y="13169"/>
                </a:lnTo>
                <a:lnTo>
                  <a:pt x="5943" y="13242"/>
                </a:lnTo>
                <a:lnTo>
                  <a:pt x="5907" y="13389"/>
                </a:lnTo>
                <a:lnTo>
                  <a:pt x="5943" y="13499"/>
                </a:lnTo>
                <a:lnTo>
                  <a:pt x="5980" y="13646"/>
                </a:lnTo>
                <a:lnTo>
                  <a:pt x="6090" y="13756"/>
                </a:lnTo>
                <a:lnTo>
                  <a:pt x="5760" y="13829"/>
                </a:lnTo>
                <a:lnTo>
                  <a:pt x="5430" y="13939"/>
                </a:lnTo>
                <a:lnTo>
                  <a:pt x="5393" y="13903"/>
                </a:lnTo>
                <a:lnTo>
                  <a:pt x="5173" y="13682"/>
                </a:lnTo>
                <a:lnTo>
                  <a:pt x="5026" y="13609"/>
                </a:lnTo>
                <a:lnTo>
                  <a:pt x="4916" y="13572"/>
                </a:lnTo>
                <a:lnTo>
                  <a:pt x="4880" y="13572"/>
                </a:lnTo>
                <a:lnTo>
                  <a:pt x="4880" y="13609"/>
                </a:lnTo>
                <a:lnTo>
                  <a:pt x="4880" y="13682"/>
                </a:lnTo>
                <a:lnTo>
                  <a:pt x="4916" y="13793"/>
                </a:lnTo>
                <a:lnTo>
                  <a:pt x="4990" y="13939"/>
                </a:lnTo>
                <a:lnTo>
                  <a:pt x="5100" y="14086"/>
                </a:lnTo>
                <a:lnTo>
                  <a:pt x="5136" y="14086"/>
                </a:lnTo>
                <a:lnTo>
                  <a:pt x="4843" y="14306"/>
                </a:lnTo>
                <a:lnTo>
                  <a:pt x="4623" y="14269"/>
                </a:lnTo>
                <a:lnTo>
                  <a:pt x="4109" y="14196"/>
                </a:lnTo>
                <a:lnTo>
                  <a:pt x="3853" y="14159"/>
                </a:lnTo>
                <a:lnTo>
                  <a:pt x="3596" y="14086"/>
                </a:lnTo>
                <a:lnTo>
                  <a:pt x="3669" y="14013"/>
                </a:lnTo>
                <a:lnTo>
                  <a:pt x="3706" y="13903"/>
                </a:lnTo>
                <a:lnTo>
                  <a:pt x="3706" y="13829"/>
                </a:lnTo>
                <a:lnTo>
                  <a:pt x="3669" y="13719"/>
                </a:lnTo>
                <a:lnTo>
                  <a:pt x="3632" y="13646"/>
                </a:lnTo>
                <a:lnTo>
                  <a:pt x="3559" y="13609"/>
                </a:lnTo>
                <a:lnTo>
                  <a:pt x="3632" y="13242"/>
                </a:lnTo>
                <a:lnTo>
                  <a:pt x="3742" y="12876"/>
                </a:lnTo>
                <a:lnTo>
                  <a:pt x="3889" y="12509"/>
                </a:lnTo>
                <a:lnTo>
                  <a:pt x="4073" y="12179"/>
                </a:lnTo>
                <a:lnTo>
                  <a:pt x="4293" y="11848"/>
                </a:lnTo>
                <a:lnTo>
                  <a:pt x="4549" y="11555"/>
                </a:lnTo>
                <a:lnTo>
                  <a:pt x="4843" y="11298"/>
                </a:lnTo>
                <a:lnTo>
                  <a:pt x="5173" y="11115"/>
                </a:lnTo>
                <a:lnTo>
                  <a:pt x="5246" y="11041"/>
                </a:lnTo>
                <a:lnTo>
                  <a:pt x="5283" y="10931"/>
                </a:lnTo>
                <a:lnTo>
                  <a:pt x="5283" y="10858"/>
                </a:lnTo>
                <a:lnTo>
                  <a:pt x="5210" y="10785"/>
                </a:lnTo>
                <a:lnTo>
                  <a:pt x="4770" y="10234"/>
                </a:lnTo>
                <a:lnTo>
                  <a:pt x="4549" y="9978"/>
                </a:lnTo>
                <a:lnTo>
                  <a:pt x="4293" y="9758"/>
                </a:lnTo>
                <a:lnTo>
                  <a:pt x="3999" y="9574"/>
                </a:lnTo>
                <a:lnTo>
                  <a:pt x="3706" y="9427"/>
                </a:lnTo>
                <a:lnTo>
                  <a:pt x="3376" y="9317"/>
                </a:lnTo>
                <a:lnTo>
                  <a:pt x="3046" y="9281"/>
                </a:lnTo>
                <a:lnTo>
                  <a:pt x="3046" y="8877"/>
                </a:lnTo>
                <a:lnTo>
                  <a:pt x="3119" y="8510"/>
                </a:lnTo>
                <a:lnTo>
                  <a:pt x="3266" y="8180"/>
                </a:lnTo>
                <a:lnTo>
                  <a:pt x="3486" y="7887"/>
                </a:lnTo>
                <a:lnTo>
                  <a:pt x="3632" y="7740"/>
                </a:lnTo>
                <a:lnTo>
                  <a:pt x="3816" y="7593"/>
                </a:lnTo>
                <a:lnTo>
                  <a:pt x="3889" y="7557"/>
                </a:lnTo>
                <a:lnTo>
                  <a:pt x="3963" y="7557"/>
                </a:lnTo>
                <a:lnTo>
                  <a:pt x="4036" y="7593"/>
                </a:lnTo>
                <a:lnTo>
                  <a:pt x="4109" y="7630"/>
                </a:lnTo>
                <a:lnTo>
                  <a:pt x="4219" y="7740"/>
                </a:lnTo>
                <a:lnTo>
                  <a:pt x="4329" y="7887"/>
                </a:lnTo>
                <a:lnTo>
                  <a:pt x="4916" y="8657"/>
                </a:lnTo>
                <a:lnTo>
                  <a:pt x="5026" y="8730"/>
                </a:lnTo>
                <a:lnTo>
                  <a:pt x="5136" y="8767"/>
                </a:lnTo>
                <a:lnTo>
                  <a:pt x="5210" y="8730"/>
                </a:lnTo>
                <a:lnTo>
                  <a:pt x="5246" y="8694"/>
                </a:lnTo>
                <a:lnTo>
                  <a:pt x="5283" y="8620"/>
                </a:lnTo>
                <a:lnTo>
                  <a:pt x="5283" y="8547"/>
                </a:lnTo>
                <a:lnTo>
                  <a:pt x="5136" y="7006"/>
                </a:lnTo>
                <a:lnTo>
                  <a:pt x="5100" y="6823"/>
                </a:lnTo>
                <a:lnTo>
                  <a:pt x="4990" y="6640"/>
                </a:lnTo>
                <a:lnTo>
                  <a:pt x="4880" y="6493"/>
                </a:lnTo>
                <a:lnTo>
                  <a:pt x="4660" y="6456"/>
                </a:lnTo>
                <a:lnTo>
                  <a:pt x="4733" y="6420"/>
                </a:lnTo>
                <a:lnTo>
                  <a:pt x="4843" y="6346"/>
                </a:lnTo>
                <a:lnTo>
                  <a:pt x="5026" y="6199"/>
                </a:lnTo>
                <a:lnTo>
                  <a:pt x="5430" y="6016"/>
                </a:lnTo>
                <a:lnTo>
                  <a:pt x="5613" y="5943"/>
                </a:lnTo>
                <a:lnTo>
                  <a:pt x="5760" y="5796"/>
                </a:lnTo>
                <a:lnTo>
                  <a:pt x="5870" y="5649"/>
                </a:lnTo>
                <a:lnTo>
                  <a:pt x="5980" y="5466"/>
                </a:lnTo>
                <a:lnTo>
                  <a:pt x="5980" y="5392"/>
                </a:lnTo>
                <a:lnTo>
                  <a:pt x="5943" y="5319"/>
                </a:lnTo>
                <a:lnTo>
                  <a:pt x="5907" y="5246"/>
                </a:lnTo>
                <a:lnTo>
                  <a:pt x="5833" y="5209"/>
                </a:lnTo>
                <a:lnTo>
                  <a:pt x="4990" y="5099"/>
                </a:lnTo>
                <a:lnTo>
                  <a:pt x="4109" y="4989"/>
                </a:lnTo>
                <a:lnTo>
                  <a:pt x="3742" y="4989"/>
                </a:lnTo>
                <a:lnTo>
                  <a:pt x="3302" y="4952"/>
                </a:lnTo>
                <a:lnTo>
                  <a:pt x="2899" y="4989"/>
                </a:lnTo>
                <a:lnTo>
                  <a:pt x="2715" y="5026"/>
                </a:lnTo>
                <a:lnTo>
                  <a:pt x="2532" y="5099"/>
                </a:lnTo>
                <a:lnTo>
                  <a:pt x="2495" y="5136"/>
                </a:lnTo>
                <a:lnTo>
                  <a:pt x="2532" y="5209"/>
                </a:lnTo>
                <a:lnTo>
                  <a:pt x="2165" y="5062"/>
                </a:lnTo>
                <a:lnTo>
                  <a:pt x="2459" y="4732"/>
                </a:lnTo>
                <a:lnTo>
                  <a:pt x="2752" y="4402"/>
                </a:lnTo>
                <a:lnTo>
                  <a:pt x="3082" y="4145"/>
                </a:lnTo>
                <a:lnTo>
                  <a:pt x="3449" y="3889"/>
                </a:lnTo>
                <a:lnTo>
                  <a:pt x="3816" y="3668"/>
                </a:lnTo>
                <a:lnTo>
                  <a:pt x="4219" y="3448"/>
                </a:lnTo>
                <a:lnTo>
                  <a:pt x="4623" y="3302"/>
                </a:lnTo>
                <a:lnTo>
                  <a:pt x="5026" y="3155"/>
                </a:lnTo>
                <a:lnTo>
                  <a:pt x="5467" y="3045"/>
                </a:lnTo>
                <a:lnTo>
                  <a:pt x="5907" y="2972"/>
                </a:lnTo>
                <a:lnTo>
                  <a:pt x="6310" y="2935"/>
                </a:lnTo>
                <a:close/>
                <a:moveTo>
                  <a:pt x="5393" y="14343"/>
                </a:moveTo>
                <a:lnTo>
                  <a:pt x="5430" y="14379"/>
                </a:lnTo>
                <a:lnTo>
                  <a:pt x="5356" y="14379"/>
                </a:lnTo>
                <a:lnTo>
                  <a:pt x="5393" y="14343"/>
                </a:lnTo>
                <a:close/>
                <a:moveTo>
                  <a:pt x="7704" y="13903"/>
                </a:moveTo>
                <a:lnTo>
                  <a:pt x="7961" y="14049"/>
                </a:lnTo>
                <a:lnTo>
                  <a:pt x="8291" y="14196"/>
                </a:lnTo>
                <a:lnTo>
                  <a:pt x="8584" y="14306"/>
                </a:lnTo>
                <a:lnTo>
                  <a:pt x="8181" y="14379"/>
                </a:lnTo>
                <a:lnTo>
                  <a:pt x="7741" y="14416"/>
                </a:lnTo>
                <a:lnTo>
                  <a:pt x="7704" y="14306"/>
                </a:lnTo>
                <a:lnTo>
                  <a:pt x="7631" y="14233"/>
                </a:lnTo>
                <a:lnTo>
                  <a:pt x="7264" y="14123"/>
                </a:lnTo>
                <a:lnTo>
                  <a:pt x="6970" y="13939"/>
                </a:lnTo>
                <a:lnTo>
                  <a:pt x="7521" y="13903"/>
                </a:lnTo>
                <a:close/>
                <a:moveTo>
                  <a:pt x="6420" y="14013"/>
                </a:moveTo>
                <a:lnTo>
                  <a:pt x="6567" y="14123"/>
                </a:lnTo>
                <a:lnTo>
                  <a:pt x="6787" y="14306"/>
                </a:lnTo>
                <a:lnTo>
                  <a:pt x="7007" y="14453"/>
                </a:lnTo>
                <a:lnTo>
                  <a:pt x="6053" y="14416"/>
                </a:lnTo>
                <a:lnTo>
                  <a:pt x="6053" y="14343"/>
                </a:lnTo>
                <a:lnTo>
                  <a:pt x="6053" y="14269"/>
                </a:lnTo>
                <a:lnTo>
                  <a:pt x="5980" y="14196"/>
                </a:lnTo>
                <a:lnTo>
                  <a:pt x="5907" y="14159"/>
                </a:lnTo>
                <a:lnTo>
                  <a:pt x="5870" y="14159"/>
                </a:lnTo>
                <a:lnTo>
                  <a:pt x="5980" y="14123"/>
                </a:lnTo>
                <a:lnTo>
                  <a:pt x="6420" y="14013"/>
                </a:lnTo>
                <a:close/>
                <a:moveTo>
                  <a:pt x="6824" y="2385"/>
                </a:moveTo>
                <a:lnTo>
                  <a:pt x="6750" y="2421"/>
                </a:lnTo>
                <a:lnTo>
                  <a:pt x="6677" y="2495"/>
                </a:lnTo>
                <a:lnTo>
                  <a:pt x="6127" y="2531"/>
                </a:lnTo>
                <a:lnTo>
                  <a:pt x="5540" y="2605"/>
                </a:lnTo>
                <a:lnTo>
                  <a:pt x="5026" y="2715"/>
                </a:lnTo>
                <a:lnTo>
                  <a:pt x="4476" y="2861"/>
                </a:lnTo>
                <a:lnTo>
                  <a:pt x="3926" y="3082"/>
                </a:lnTo>
                <a:lnTo>
                  <a:pt x="3376" y="3375"/>
                </a:lnTo>
                <a:lnTo>
                  <a:pt x="2899" y="3705"/>
                </a:lnTo>
                <a:lnTo>
                  <a:pt x="2459" y="4109"/>
                </a:lnTo>
                <a:lnTo>
                  <a:pt x="2018" y="4512"/>
                </a:lnTo>
                <a:lnTo>
                  <a:pt x="1652" y="4989"/>
                </a:lnTo>
                <a:lnTo>
                  <a:pt x="1321" y="5466"/>
                </a:lnTo>
                <a:lnTo>
                  <a:pt x="1065" y="6016"/>
                </a:lnTo>
                <a:lnTo>
                  <a:pt x="735" y="6713"/>
                </a:lnTo>
                <a:lnTo>
                  <a:pt x="478" y="7447"/>
                </a:lnTo>
                <a:lnTo>
                  <a:pt x="221" y="8180"/>
                </a:lnTo>
                <a:lnTo>
                  <a:pt x="74" y="8914"/>
                </a:lnTo>
                <a:lnTo>
                  <a:pt x="38" y="9244"/>
                </a:lnTo>
                <a:lnTo>
                  <a:pt x="1" y="9611"/>
                </a:lnTo>
                <a:lnTo>
                  <a:pt x="38" y="9941"/>
                </a:lnTo>
                <a:lnTo>
                  <a:pt x="74" y="10271"/>
                </a:lnTo>
                <a:lnTo>
                  <a:pt x="148" y="10601"/>
                </a:lnTo>
                <a:lnTo>
                  <a:pt x="258" y="10931"/>
                </a:lnTo>
                <a:lnTo>
                  <a:pt x="368" y="11262"/>
                </a:lnTo>
                <a:lnTo>
                  <a:pt x="514" y="11555"/>
                </a:lnTo>
                <a:lnTo>
                  <a:pt x="881" y="12142"/>
                </a:lnTo>
                <a:lnTo>
                  <a:pt x="1285" y="12692"/>
                </a:lnTo>
                <a:lnTo>
                  <a:pt x="1725" y="13206"/>
                </a:lnTo>
                <a:lnTo>
                  <a:pt x="2202" y="13719"/>
                </a:lnTo>
                <a:lnTo>
                  <a:pt x="2459" y="13976"/>
                </a:lnTo>
                <a:lnTo>
                  <a:pt x="2752" y="14233"/>
                </a:lnTo>
                <a:lnTo>
                  <a:pt x="2825" y="14343"/>
                </a:lnTo>
                <a:lnTo>
                  <a:pt x="2899" y="14416"/>
                </a:lnTo>
                <a:lnTo>
                  <a:pt x="3009" y="14453"/>
                </a:lnTo>
                <a:lnTo>
                  <a:pt x="3119" y="14453"/>
                </a:lnTo>
                <a:lnTo>
                  <a:pt x="3192" y="14526"/>
                </a:lnTo>
                <a:lnTo>
                  <a:pt x="3559" y="14636"/>
                </a:lnTo>
                <a:lnTo>
                  <a:pt x="3889" y="14746"/>
                </a:lnTo>
                <a:lnTo>
                  <a:pt x="4623" y="14820"/>
                </a:lnTo>
                <a:lnTo>
                  <a:pt x="6017" y="14966"/>
                </a:lnTo>
                <a:lnTo>
                  <a:pt x="6714" y="15003"/>
                </a:lnTo>
                <a:lnTo>
                  <a:pt x="7411" y="15003"/>
                </a:lnTo>
                <a:lnTo>
                  <a:pt x="8108" y="14930"/>
                </a:lnTo>
                <a:lnTo>
                  <a:pt x="8768" y="14783"/>
                </a:lnTo>
                <a:lnTo>
                  <a:pt x="9465" y="14600"/>
                </a:lnTo>
                <a:lnTo>
                  <a:pt x="9758" y="14453"/>
                </a:lnTo>
                <a:lnTo>
                  <a:pt x="10088" y="14306"/>
                </a:lnTo>
                <a:lnTo>
                  <a:pt x="10382" y="14159"/>
                </a:lnTo>
                <a:lnTo>
                  <a:pt x="10675" y="13976"/>
                </a:lnTo>
                <a:lnTo>
                  <a:pt x="11152" y="13536"/>
                </a:lnTo>
                <a:lnTo>
                  <a:pt x="11629" y="13059"/>
                </a:lnTo>
                <a:lnTo>
                  <a:pt x="12033" y="12509"/>
                </a:lnTo>
                <a:lnTo>
                  <a:pt x="12399" y="11958"/>
                </a:lnTo>
                <a:lnTo>
                  <a:pt x="12729" y="11372"/>
                </a:lnTo>
                <a:lnTo>
                  <a:pt x="12986" y="10748"/>
                </a:lnTo>
                <a:lnTo>
                  <a:pt x="13243" y="10161"/>
                </a:lnTo>
                <a:lnTo>
                  <a:pt x="13426" y="9464"/>
                </a:lnTo>
                <a:lnTo>
                  <a:pt x="13500" y="9097"/>
                </a:lnTo>
                <a:lnTo>
                  <a:pt x="13573" y="8730"/>
                </a:lnTo>
                <a:lnTo>
                  <a:pt x="13573" y="8400"/>
                </a:lnTo>
                <a:lnTo>
                  <a:pt x="13573" y="8034"/>
                </a:lnTo>
                <a:lnTo>
                  <a:pt x="13573" y="7667"/>
                </a:lnTo>
                <a:lnTo>
                  <a:pt x="13500" y="7300"/>
                </a:lnTo>
                <a:lnTo>
                  <a:pt x="13426" y="6970"/>
                </a:lnTo>
                <a:lnTo>
                  <a:pt x="13353" y="6640"/>
                </a:lnTo>
                <a:lnTo>
                  <a:pt x="13206" y="6346"/>
                </a:lnTo>
                <a:lnTo>
                  <a:pt x="13060" y="6053"/>
                </a:lnTo>
                <a:lnTo>
                  <a:pt x="12693" y="5466"/>
                </a:lnTo>
                <a:lnTo>
                  <a:pt x="12289" y="4916"/>
                </a:lnTo>
                <a:lnTo>
                  <a:pt x="11849" y="4475"/>
                </a:lnTo>
                <a:lnTo>
                  <a:pt x="11372" y="4035"/>
                </a:lnTo>
                <a:lnTo>
                  <a:pt x="10895" y="3668"/>
                </a:lnTo>
                <a:lnTo>
                  <a:pt x="10345" y="3338"/>
                </a:lnTo>
                <a:lnTo>
                  <a:pt x="9795" y="3045"/>
                </a:lnTo>
                <a:lnTo>
                  <a:pt x="9208" y="2788"/>
                </a:lnTo>
                <a:lnTo>
                  <a:pt x="8584" y="2605"/>
                </a:lnTo>
                <a:lnTo>
                  <a:pt x="7998" y="2458"/>
                </a:lnTo>
                <a:lnTo>
                  <a:pt x="7447" y="2385"/>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0" name="Google Shape;200;p3"/>
          <p:cNvSpPr/>
          <p:nvPr/>
        </p:nvSpPr>
        <p:spPr>
          <a:xfrm>
            <a:off x="11657298" y="5555569"/>
            <a:ext cx="660375" cy="453651"/>
          </a:xfrm>
          <a:custGeom>
            <a:avLst/>
            <a:gdLst/>
            <a:ahLst/>
            <a:cxnLst/>
            <a:rect l="l" t="t" r="r" b="b"/>
            <a:pathLst>
              <a:path w="17461" h="11995" extrusionOk="0">
                <a:moveTo>
                  <a:pt x="9758" y="2238"/>
                </a:moveTo>
                <a:lnTo>
                  <a:pt x="9721" y="2274"/>
                </a:lnTo>
                <a:lnTo>
                  <a:pt x="9648" y="2311"/>
                </a:lnTo>
                <a:lnTo>
                  <a:pt x="9611" y="2458"/>
                </a:lnTo>
                <a:lnTo>
                  <a:pt x="9648" y="2568"/>
                </a:lnTo>
                <a:lnTo>
                  <a:pt x="9721" y="2605"/>
                </a:lnTo>
                <a:lnTo>
                  <a:pt x="9758" y="2641"/>
                </a:lnTo>
                <a:lnTo>
                  <a:pt x="9941" y="2641"/>
                </a:lnTo>
                <a:lnTo>
                  <a:pt x="9978" y="2605"/>
                </a:lnTo>
                <a:lnTo>
                  <a:pt x="10051" y="2531"/>
                </a:lnTo>
                <a:lnTo>
                  <a:pt x="10051" y="2458"/>
                </a:lnTo>
                <a:lnTo>
                  <a:pt x="10051" y="2348"/>
                </a:lnTo>
                <a:lnTo>
                  <a:pt x="9978" y="2274"/>
                </a:lnTo>
                <a:lnTo>
                  <a:pt x="9941" y="2238"/>
                </a:lnTo>
                <a:close/>
                <a:moveTo>
                  <a:pt x="9795" y="3191"/>
                </a:moveTo>
                <a:lnTo>
                  <a:pt x="9721" y="3265"/>
                </a:lnTo>
                <a:lnTo>
                  <a:pt x="9684" y="3301"/>
                </a:lnTo>
                <a:lnTo>
                  <a:pt x="9684" y="3375"/>
                </a:lnTo>
                <a:lnTo>
                  <a:pt x="9684" y="3485"/>
                </a:lnTo>
                <a:lnTo>
                  <a:pt x="9758" y="3522"/>
                </a:lnTo>
                <a:lnTo>
                  <a:pt x="9795" y="3558"/>
                </a:lnTo>
                <a:lnTo>
                  <a:pt x="9941" y="3558"/>
                </a:lnTo>
                <a:lnTo>
                  <a:pt x="9978" y="3522"/>
                </a:lnTo>
                <a:lnTo>
                  <a:pt x="10015" y="3485"/>
                </a:lnTo>
                <a:lnTo>
                  <a:pt x="10051" y="3375"/>
                </a:lnTo>
                <a:lnTo>
                  <a:pt x="10015" y="3301"/>
                </a:lnTo>
                <a:lnTo>
                  <a:pt x="9978" y="3228"/>
                </a:lnTo>
                <a:lnTo>
                  <a:pt x="9941" y="3191"/>
                </a:lnTo>
                <a:close/>
                <a:moveTo>
                  <a:pt x="11519" y="3045"/>
                </a:moveTo>
                <a:lnTo>
                  <a:pt x="11409" y="3081"/>
                </a:lnTo>
                <a:lnTo>
                  <a:pt x="11335" y="3118"/>
                </a:lnTo>
                <a:lnTo>
                  <a:pt x="11298" y="3191"/>
                </a:lnTo>
                <a:lnTo>
                  <a:pt x="11262" y="3265"/>
                </a:lnTo>
                <a:lnTo>
                  <a:pt x="11262" y="3338"/>
                </a:lnTo>
                <a:lnTo>
                  <a:pt x="11262" y="3412"/>
                </a:lnTo>
                <a:lnTo>
                  <a:pt x="11298" y="3485"/>
                </a:lnTo>
                <a:lnTo>
                  <a:pt x="11372" y="3522"/>
                </a:lnTo>
                <a:lnTo>
                  <a:pt x="11445" y="3595"/>
                </a:lnTo>
                <a:lnTo>
                  <a:pt x="11592" y="3595"/>
                </a:lnTo>
                <a:lnTo>
                  <a:pt x="11665" y="3522"/>
                </a:lnTo>
                <a:lnTo>
                  <a:pt x="11702" y="3485"/>
                </a:lnTo>
                <a:lnTo>
                  <a:pt x="11739" y="3412"/>
                </a:lnTo>
                <a:lnTo>
                  <a:pt x="11702" y="3265"/>
                </a:lnTo>
                <a:lnTo>
                  <a:pt x="11702" y="3155"/>
                </a:lnTo>
                <a:lnTo>
                  <a:pt x="11629" y="3081"/>
                </a:lnTo>
                <a:lnTo>
                  <a:pt x="11519" y="3045"/>
                </a:lnTo>
                <a:close/>
                <a:moveTo>
                  <a:pt x="15554" y="1541"/>
                </a:moveTo>
                <a:lnTo>
                  <a:pt x="15407" y="1871"/>
                </a:lnTo>
                <a:lnTo>
                  <a:pt x="15187" y="2164"/>
                </a:lnTo>
                <a:lnTo>
                  <a:pt x="14967" y="2458"/>
                </a:lnTo>
                <a:lnTo>
                  <a:pt x="14710" y="2715"/>
                </a:lnTo>
                <a:lnTo>
                  <a:pt x="14416" y="2935"/>
                </a:lnTo>
                <a:lnTo>
                  <a:pt x="14123" y="3155"/>
                </a:lnTo>
                <a:lnTo>
                  <a:pt x="13536" y="3595"/>
                </a:lnTo>
                <a:lnTo>
                  <a:pt x="13279" y="3265"/>
                </a:lnTo>
                <a:lnTo>
                  <a:pt x="12986" y="2971"/>
                </a:lnTo>
                <a:lnTo>
                  <a:pt x="13096" y="2935"/>
                </a:lnTo>
                <a:lnTo>
                  <a:pt x="13683" y="2531"/>
                </a:lnTo>
                <a:lnTo>
                  <a:pt x="14306" y="2164"/>
                </a:lnTo>
                <a:lnTo>
                  <a:pt x="14930" y="1834"/>
                </a:lnTo>
                <a:lnTo>
                  <a:pt x="15554" y="1541"/>
                </a:lnTo>
                <a:close/>
                <a:moveTo>
                  <a:pt x="8914" y="3228"/>
                </a:moveTo>
                <a:lnTo>
                  <a:pt x="8841" y="3301"/>
                </a:lnTo>
                <a:lnTo>
                  <a:pt x="8804" y="3375"/>
                </a:lnTo>
                <a:lnTo>
                  <a:pt x="8804" y="3485"/>
                </a:lnTo>
                <a:lnTo>
                  <a:pt x="8804" y="3558"/>
                </a:lnTo>
                <a:lnTo>
                  <a:pt x="8877" y="3632"/>
                </a:lnTo>
                <a:lnTo>
                  <a:pt x="8951" y="3668"/>
                </a:lnTo>
                <a:lnTo>
                  <a:pt x="9098" y="3668"/>
                </a:lnTo>
                <a:lnTo>
                  <a:pt x="9134" y="3632"/>
                </a:lnTo>
                <a:lnTo>
                  <a:pt x="9208" y="3558"/>
                </a:lnTo>
                <a:lnTo>
                  <a:pt x="9208" y="3485"/>
                </a:lnTo>
                <a:lnTo>
                  <a:pt x="9208" y="3375"/>
                </a:lnTo>
                <a:lnTo>
                  <a:pt x="9171" y="3338"/>
                </a:lnTo>
                <a:lnTo>
                  <a:pt x="9134" y="3265"/>
                </a:lnTo>
                <a:lnTo>
                  <a:pt x="9061" y="3228"/>
                </a:lnTo>
                <a:close/>
                <a:moveTo>
                  <a:pt x="16324" y="1101"/>
                </a:moveTo>
                <a:lnTo>
                  <a:pt x="16140" y="1541"/>
                </a:lnTo>
                <a:lnTo>
                  <a:pt x="15884" y="1944"/>
                </a:lnTo>
                <a:lnTo>
                  <a:pt x="15590" y="2348"/>
                </a:lnTo>
                <a:lnTo>
                  <a:pt x="15297" y="2751"/>
                </a:lnTo>
                <a:lnTo>
                  <a:pt x="14967" y="3081"/>
                </a:lnTo>
                <a:lnTo>
                  <a:pt x="14600" y="3412"/>
                </a:lnTo>
                <a:lnTo>
                  <a:pt x="13829" y="4072"/>
                </a:lnTo>
                <a:lnTo>
                  <a:pt x="13756" y="3925"/>
                </a:lnTo>
                <a:lnTo>
                  <a:pt x="13976" y="3778"/>
                </a:lnTo>
                <a:lnTo>
                  <a:pt x="14343" y="3558"/>
                </a:lnTo>
                <a:lnTo>
                  <a:pt x="14673" y="3301"/>
                </a:lnTo>
                <a:lnTo>
                  <a:pt x="15003" y="3008"/>
                </a:lnTo>
                <a:lnTo>
                  <a:pt x="15297" y="2715"/>
                </a:lnTo>
                <a:lnTo>
                  <a:pt x="15554" y="2384"/>
                </a:lnTo>
                <a:lnTo>
                  <a:pt x="15774" y="2018"/>
                </a:lnTo>
                <a:lnTo>
                  <a:pt x="15957" y="1651"/>
                </a:lnTo>
                <a:lnTo>
                  <a:pt x="16104" y="1211"/>
                </a:lnTo>
                <a:lnTo>
                  <a:pt x="16104" y="1137"/>
                </a:lnTo>
                <a:lnTo>
                  <a:pt x="16324" y="1101"/>
                </a:lnTo>
                <a:close/>
                <a:moveTo>
                  <a:pt x="10528" y="3962"/>
                </a:moveTo>
                <a:lnTo>
                  <a:pt x="10455" y="3998"/>
                </a:lnTo>
                <a:lnTo>
                  <a:pt x="10381" y="4072"/>
                </a:lnTo>
                <a:lnTo>
                  <a:pt x="10381" y="4108"/>
                </a:lnTo>
                <a:lnTo>
                  <a:pt x="10345" y="4219"/>
                </a:lnTo>
                <a:lnTo>
                  <a:pt x="10381" y="4329"/>
                </a:lnTo>
                <a:lnTo>
                  <a:pt x="10455" y="4402"/>
                </a:lnTo>
                <a:lnTo>
                  <a:pt x="10491" y="4439"/>
                </a:lnTo>
                <a:lnTo>
                  <a:pt x="10638" y="4439"/>
                </a:lnTo>
                <a:lnTo>
                  <a:pt x="10748" y="4365"/>
                </a:lnTo>
                <a:lnTo>
                  <a:pt x="10785" y="4292"/>
                </a:lnTo>
                <a:lnTo>
                  <a:pt x="10822" y="4219"/>
                </a:lnTo>
                <a:lnTo>
                  <a:pt x="10785" y="4108"/>
                </a:lnTo>
                <a:lnTo>
                  <a:pt x="10748" y="4072"/>
                </a:lnTo>
                <a:lnTo>
                  <a:pt x="10712" y="3998"/>
                </a:lnTo>
                <a:lnTo>
                  <a:pt x="10675" y="3962"/>
                </a:lnTo>
                <a:close/>
                <a:moveTo>
                  <a:pt x="16434" y="477"/>
                </a:moveTo>
                <a:lnTo>
                  <a:pt x="16617" y="514"/>
                </a:lnTo>
                <a:lnTo>
                  <a:pt x="16764" y="587"/>
                </a:lnTo>
                <a:lnTo>
                  <a:pt x="16837" y="734"/>
                </a:lnTo>
                <a:lnTo>
                  <a:pt x="16911" y="880"/>
                </a:lnTo>
                <a:lnTo>
                  <a:pt x="16947" y="1064"/>
                </a:lnTo>
                <a:lnTo>
                  <a:pt x="16947" y="1247"/>
                </a:lnTo>
                <a:lnTo>
                  <a:pt x="16911" y="1541"/>
                </a:lnTo>
                <a:lnTo>
                  <a:pt x="16764" y="1871"/>
                </a:lnTo>
                <a:lnTo>
                  <a:pt x="16544" y="2128"/>
                </a:lnTo>
                <a:lnTo>
                  <a:pt x="16104" y="2641"/>
                </a:lnTo>
                <a:lnTo>
                  <a:pt x="15077" y="3668"/>
                </a:lnTo>
                <a:lnTo>
                  <a:pt x="14086" y="4549"/>
                </a:lnTo>
                <a:lnTo>
                  <a:pt x="14013" y="4402"/>
                </a:lnTo>
                <a:lnTo>
                  <a:pt x="14123" y="4329"/>
                </a:lnTo>
                <a:lnTo>
                  <a:pt x="14967" y="3632"/>
                </a:lnTo>
                <a:lnTo>
                  <a:pt x="15370" y="3228"/>
                </a:lnTo>
                <a:lnTo>
                  <a:pt x="15737" y="2825"/>
                </a:lnTo>
                <a:lnTo>
                  <a:pt x="16067" y="2384"/>
                </a:lnTo>
                <a:lnTo>
                  <a:pt x="16361" y="1908"/>
                </a:lnTo>
                <a:lnTo>
                  <a:pt x="16617" y="1431"/>
                </a:lnTo>
                <a:lnTo>
                  <a:pt x="16764" y="880"/>
                </a:lnTo>
                <a:lnTo>
                  <a:pt x="16764" y="770"/>
                </a:lnTo>
                <a:lnTo>
                  <a:pt x="16727" y="697"/>
                </a:lnTo>
                <a:lnTo>
                  <a:pt x="16654" y="660"/>
                </a:lnTo>
                <a:lnTo>
                  <a:pt x="16544" y="660"/>
                </a:lnTo>
                <a:lnTo>
                  <a:pt x="15920" y="770"/>
                </a:lnTo>
                <a:lnTo>
                  <a:pt x="15333" y="954"/>
                </a:lnTo>
                <a:lnTo>
                  <a:pt x="15333" y="954"/>
                </a:lnTo>
                <a:lnTo>
                  <a:pt x="15590" y="807"/>
                </a:lnTo>
                <a:lnTo>
                  <a:pt x="15884" y="660"/>
                </a:lnTo>
                <a:lnTo>
                  <a:pt x="16177" y="550"/>
                </a:lnTo>
                <a:lnTo>
                  <a:pt x="16434" y="477"/>
                </a:lnTo>
                <a:close/>
                <a:moveTo>
                  <a:pt x="9354" y="4182"/>
                </a:moveTo>
                <a:lnTo>
                  <a:pt x="9208" y="4255"/>
                </a:lnTo>
                <a:lnTo>
                  <a:pt x="9134" y="4365"/>
                </a:lnTo>
                <a:lnTo>
                  <a:pt x="9134" y="4439"/>
                </a:lnTo>
                <a:lnTo>
                  <a:pt x="9171" y="4512"/>
                </a:lnTo>
                <a:lnTo>
                  <a:pt x="9208" y="4585"/>
                </a:lnTo>
                <a:lnTo>
                  <a:pt x="9281" y="4622"/>
                </a:lnTo>
                <a:lnTo>
                  <a:pt x="9428" y="4622"/>
                </a:lnTo>
                <a:lnTo>
                  <a:pt x="9538" y="4585"/>
                </a:lnTo>
                <a:lnTo>
                  <a:pt x="9611" y="4475"/>
                </a:lnTo>
                <a:lnTo>
                  <a:pt x="9648" y="4402"/>
                </a:lnTo>
                <a:lnTo>
                  <a:pt x="9648" y="4292"/>
                </a:lnTo>
                <a:lnTo>
                  <a:pt x="9611" y="4255"/>
                </a:lnTo>
                <a:lnTo>
                  <a:pt x="9538" y="4182"/>
                </a:lnTo>
                <a:close/>
                <a:moveTo>
                  <a:pt x="13243" y="6566"/>
                </a:moveTo>
                <a:lnTo>
                  <a:pt x="13169" y="6639"/>
                </a:lnTo>
                <a:lnTo>
                  <a:pt x="13133" y="6713"/>
                </a:lnTo>
                <a:lnTo>
                  <a:pt x="13133" y="6860"/>
                </a:lnTo>
                <a:lnTo>
                  <a:pt x="13133" y="6933"/>
                </a:lnTo>
                <a:lnTo>
                  <a:pt x="13206" y="6970"/>
                </a:lnTo>
                <a:lnTo>
                  <a:pt x="13316" y="7006"/>
                </a:lnTo>
                <a:lnTo>
                  <a:pt x="13463" y="6970"/>
                </a:lnTo>
                <a:lnTo>
                  <a:pt x="13536" y="6933"/>
                </a:lnTo>
                <a:lnTo>
                  <a:pt x="13536" y="6860"/>
                </a:lnTo>
                <a:lnTo>
                  <a:pt x="13573" y="6750"/>
                </a:lnTo>
                <a:lnTo>
                  <a:pt x="13536" y="6676"/>
                </a:lnTo>
                <a:lnTo>
                  <a:pt x="13463" y="6603"/>
                </a:lnTo>
                <a:lnTo>
                  <a:pt x="13316" y="6566"/>
                </a:lnTo>
                <a:close/>
                <a:moveTo>
                  <a:pt x="12216" y="7300"/>
                </a:moveTo>
                <a:lnTo>
                  <a:pt x="12105" y="7336"/>
                </a:lnTo>
                <a:lnTo>
                  <a:pt x="12032" y="7410"/>
                </a:lnTo>
                <a:lnTo>
                  <a:pt x="11995" y="7520"/>
                </a:lnTo>
                <a:lnTo>
                  <a:pt x="11995" y="7630"/>
                </a:lnTo>
                <a:lnTo>
                  <a:pt x="12032" y="7703"/>
                </a:lnTo>
                <a:lnTo>
                  <a:pt x="12105" y="7777"/>
                </a:lnTo>
                <a:lnTo>
                  <a:pt x="12216" y="7777"/>
                </a:lnTo>
                <a:lnTo>
                  <a:pt x="12289" y="7740"/>
                </a:lnTo>
                <a:lnTo>
                  <a:pt x="12362" y="7703"/>
                </a:lnTo>
                <a:lnTo>
                  <a:pt x="12436" y="7630"/>
                </a:lnTo>
                <a:lnTo>
                  <a:pt x="12436" y="7520"/>
                </a:lnTo>
                <a:lnTo>
                  <a:pt x="12436" y="7410"/>
                </a:lnTo>
                <a:lnTo>
                  <a:pt x="12326" y="7336"/>
                </a:lnTo>
                <a:lnTo>
                  <a:pt x="12216" y="7300"/>
                </a:lnTo>
                <a:close/>
                <a:moveTo>
                  <a:pt x="12729" y="8033"/>
                </a:moveTo>
                <a:lnTo>
                  <a:pt x="12656" y="8107"/>
                </a:lnTo>
                <a:lnTo>
                  <a:pt x="12656" y="8143"/>
                </a:lnTo>
                <a:lnTo>
                  <a:pt x="12619" y="8253"/>
                </a:lnTo>
                <a:lnTo>
                  <a:pt x="12619" y="8400"/>
                </a:lnTo>
                <a:lnTo>
                  <a:pt x="12656" y="8437"/>
                </a:lnTo>
                <a:lnTo>
                  <a:pt x="12692" y="8474"/>
                </a:lnTo>
                <a:lnTo>
                  <a:pt x="12729" y="8474"/>
                </a:lnTo>
                <a:lnTo>
                  <a:pt x="12802" y="8510"/>
                </a:lnTo>
                <a:lnTo>
                  <a:pt x="12912" y="8474"/>
                </a:lnTo>
                <a:lnTo>
                  <a:pt x="12986" y="8437"/>
                </a:lnTo>
                <a:lnTo>
                  <a:pt x="13022" y="8400"/>
                </a:lnTo>
                <a:lnTo>
                  <a:pt x="13022" y="8253"/>
                </a:lnTo>
                <a:lnTo>
                  <a:pt x="13022" y="8180"/>
                </a:lnTo>
                <a:lnTo>
                  <a:pt x="12949" y="8107"/>
                </a:lnTo>
                <a:lnTo>
                  <a:pt x="12912" y="8033"/>
                </a:lnTo>
                <a:close/>
                <a:moveTo>
                  <a:pt x="10051" y="2128"/>
                </a:moveTo>
                <a:lnTo>
                  <a:pt x="10455" y="2164"/>
                </a:lnTo>
                <a:lnTo>
                  <a:pt x="10858" y="2238"/>
                </a:lnTo>
                <a:lnTo>
                  <a:pt x="11262" y="2348"/>
                </a:lnTo>
                <a:lnTo>
                  <a:pt x="11225" y="2458"/>
                </a:lnTo>
                <a:lnTo>
                  <a:pt x="11262" y="2568"/>
                </a:lnTo>
                <a:lnTo>
                  <a:pt x="11335" y="2641"/>
                </a:lnTo>
                <a:lnTo>
                  <a:pt x="11445" y="2715"/>
                </a:lnTo>
                <a:lnTo>
                  <a:pt x="11629" y="2715"/>
                </a:lnTo>
                <a:lnTo>
                  <a:pt x="11775" y="2788"/>
                </a:lnTo>
                <a:lnTo>
                  <a:pt x="12105" y="2935"/>
                </a:lnTo>
                <a:lnTo>
                  <a:pt x="12179" y="2971"/>
                </a:lnTo>
                <a:lnTo>
                  <a:pt x="12252" y="3008"/>
                </a:lnTo>
                <a:lnTo>
                  <a:pt x="12472" y="3191"/>
                </a:lnTo>
                <a:lnTo>
                  <a:pt x="12692" y="3412"/>
                </a:lnTo>
                <a:lnTo>
                  <a:pt x="13096" y="3852"/>
                </a:lnTo>
                <a:lnTo>
                  <a:pt x="11482" y="4842"/>
                </a:lnTo>
                <a:lnTo>
                  <a:pt x="9868" y="5796"/>
                </a:lnTo>
                <a:lnTo>
                  <a:pt x="6090" y="8070"/>
                </a:lnTo>
                <a:lnTo>
                  <a:pt x="5209" y="8620"/>
                </a:lnTo>
                <a:lnTo>
                  <a:pt x="5356" y="8327"/>
                </a:lnTo>
                <a:lnTo>
                  <a:pt x="5649" y="7960"/>
                </a:lnTo>
                <a:lnTo>
                  <a:pt x="5943" y="7557"/>
                </a:lnTo>
                <a:lnTo>
                  <a:pt x="5906" y="7483"/>
                </a:lnTo>
                <a:lnTo>
                  <a:pt x="5870" y="7483"/>
                </a:lnTo>
                <a:lnTo>
                  <a:pt x="5686" y="7593"/>
                </a:lnTo>
                <a:lnTo>
                  <a:pt x="5539" y="7740"/>
                </a:lnTo>
                <a:lnTo>
                  <a:pt x="5209" y="8070"/>
                </a:lnTo>
                <a:lnTo>
                  <a:pt x="4989" y="8437"/>
                </a:lnTo>
                <a:lnTo>
                  <a:pt x="4769" y="8840"/>
                </a:lnTo>
                <a:lnTo>
                  <a:pt x="4732" y="8877"/>
                </a:lnTo>
                <a:lnTo>
                  <a:pt x="4622" y="8584"/>
                </a:lnTo>
                <a:lnTo>
                  <a:pt x="4916" y="8107"/>
                </a:lnTo>
                <a:lnTo>
                  <a:pt x="5283" y="7630"/>
                </a:lnTo>
                <a:lnTo>
                  <a:pt x="5649" y="7190"/>
                </a:lnTo>
                <a:lnTo>
                  <a:pt x="6016" y="6786"/>
                </a:lnTo>
                <a:lnTo>
                  <a:pt x="6016" y="6750"/>
                </a:lnTo>
                <a:lnTo>
                  <a:pt x="6016" y="6713"/>
                </a:lnTo>
                <a:lnTo>
                  <a:pt x="5943" y="6713"/>
                </a:lnTo>
                <a:lnTo>
                  <a:pt x="5539" y="7043"/>
                </a:lnTo>
                <a:lnTo>
                  <a:pt x="5173" y="7410"/>
                </a:lnTo>
                <a:lnTo>
                  <a:pt x="4842" y="7777"/>
                </a:lnTo>
                <a:lnTo>
                  <a:pt x="4512" y="8180"/>
                </a:lnTo>
                <a:lnTo>
                  <a:pt x="4476" y="7923"/>
                </a:lnTo>
                <a:lnTo>
                  <a:pt x="4439" y="7667"/>
                </a:lnTo>
                <a:lnTo>
                  <a:pt x="4659" y="7336"/>
                </a:lnTo>
                <a:lnTo>
                  <a:pt x="4879" y="7080"/>
                </a:lnTo>
                <a:lnTo>
                  <a:pt x="5686" y="6016"/>
                </a:lnTo>
                <a:lnTo>
                  <a:pt x="5723" y="5943"/>
                </a:lnTo>
                <a:lnTo>
                  <a:pt x="5686" y="5906"/>
                </a:lnTo>
                <a:lnTo>
                  <a:pt x="5576" y="5906"/>
                </a:lnTo>
                <a:lnTo>
                  <a:pt x="5283" y="6199"/>
                </a:lnTo>
                <a:lnTo>
                  <a:pt x="4953" y="6529"/>
                </a:lnTo>
                <a:lnTo>
                  <a:pt x="4402" y="7153"/>
                </a:lnTo>
                <a:lnTo>
                  <a:pt x="4402" y="6529"/>
                </a:lnTo>
                <a:lnTo>
                  <a:pt x="4622" y="6199"/>
                </a:lnTo>
                <a:lnTo>
                  <a:pt x="4953" y="5759"/>
                </a:lnTo>
                <a:lnTo>
                  <a:pt x="5136" y="5502"/>
                </a:lnTo>
                <a:lnTo>
                  <a:pt x="5246" y="5392"/>
                </a:lnTo>
                <a:lnTo>
                  <a:pt x="5393" y="5319"/>
                </a:lnTo>
                <a:lnTo>
                  <a:pt x="5429" y="5319"/>
                </a:lnTo>
                <a:lnTo>
                  <a:pt x="5429" y="5282"/>
                </a:lnTo>
                <a:lnTo>
                  <a:pt x="5393" y="5246"/>
                </a:lnTo>
                <a:lnTo>
                  <a:pt x="5393" y="5209"/>
                </a:lnTo>
                <a:lnTo>
                  <a:pt x="5173" y="5209"/>
                </a:lnTo>
                <a:lnTo>
                  <a:pt x="5063" y="5282"/>
                </a:lnTo>
                <a:lnTo>
                  <a:pt x="4953" y="5356"/>
                </a:lnTo>
                <a:lnTo>
                  <a:pt x="4769" y="5539"/>
                </a:lnTo>
                <a:lnTo>
                  <a:pt x="4622" y="5722"/>
                </a:lnTo>
                <a:lnTo>
                  <a:pt x="4476" y="5869"/>
                </a:lnTo>
                <a:lnTo>
                  <a:pt x="4586" y="5466"/>
                </a:lnTo>
                <a:lnTo>
                  <a:pt x="4732" y="5062"/>
                </a:lnTo>
                <a:lnTo>
                  <a:pt x="4879" y="4842"/>
                </a:lnTo>
                <a:lnTo>
                  <a:pt x="5026" y="4622"/>
                </a:lnTo>
                <a:lnTo>
                  <a:pt x="5209" y="4402"/>
                </a:lnTo>
                <a:lnTo>
                  <a:pt x="5393" y="4219"/>
                </a:lnTo>
                <a:lnTo>
                  <a:pt x="5796" y="3852"/>
                </a:lnTo>
                <a:lnTo>
                  <a:pt x="6236" y="3522"/>
                </a:lnTo>
                <a:lnTo>
                  <a:pt x="6677" y="3228"/>
                </a:lnTo>
                <a:lnTo>
                  <a:pt x="7117" y="2935"/>
                </a:lnTo>
                <a:lnTo>
                  <a:pt x="7594" y="2715"/>
                </a:lnTo>
                <a:lnTo>
                  <a:pt x="8070" y="2494"/>
                </a:lnTo>
                <a:lnTo>
                  <a:pt x="8474" y="2348"/>
                </a:lnTo>
                <a:lnTo>
                  <a:pt x="8841" y="2238"/>
                </a:lnTo>
                <a:lnTo>
                  <a:pt x="9244" y="2164"/>
                </a:lnTo>
                <a:lnTo>
                  <a:pt x="9648" y="2128"/>
                </a:lnTo>
                <a:close/>
                <a:moveTo>
                  <a:pt x="13316" y="4219"/>
                </a:moveTo>
                <a:lnTo>
                  <a:pt x="13426" y="4365"/>
                </a:lnTo>
                <a:lnTo>
                  <a:pt x="12582" y="5026"/>
                </a:lnTo>
                <a:lnTo>
                  <a:pt x="11702" y="5649"/>
                </a:lnTo>
                <a:lnTo>
                  <a:pt x="10785" y="6273"/>
                </a:lnTo>
                <a:lnTo>
                  <a:pt x="9868" y="6860"/>
                </a:lnTo>
                <a:lnTo>
                  <a:pt x="8877" y="7446"/>
                </a:lnTo>
                <a:lnTo>
                  <a:pt x="7887" y="8033"/>
                </a:lnTo>
                <a:lnTo>
                  <a:pt x="6860" y="8584"/>
                </a:lnTo>
                <a:lnTo>
                  <a:pt x="5796" y="9097"/>
                </a:lnTo>
                <a:lnTo>
                  <a:pt x="4989" y="9464"/>
                </a:lnTo>
                <a:lnTo>
                  <a:pt x="4916" y="9317"/>
                </a:lnTo>
                <a:lnTo>
                  <a:pt x="4953" y="9207"/>
                </a:lnTo>
                <a:lnTo>
                  <a:pt x="6053" y="8584"/>
                </a:lnTo>
                <a:lnTo>
                  <a:pt x="10198" y="6089"/>
                </a:lnTo>
                <a:lnTo>
                  <a:pt x="11775" y="5136"/>
                </a:lnTo>
                <a:lnTo>
                  <a:pt x="13316" y="4219"/>
                </a:lnTo>
                <a:close/>
                <a:moveTo>
                  <a:pt x="3962" y="7960"/>
                </a:moveTo>
                <a:lnTo>
                  <a:pt x="3999" y="8070"/>
                </a:lnTo>
                <a:lnTo>
                  <a:pt x="3999" y="8107"/>
                </a:lnTo>
                <a:lnTo>
                  <a:pt x="4146" y="8694"/>
                </a:lnTo>
                <a:lnTo>
                  <a:pt x="3962" y="9024"/>
                </a:lnTo>
                <a:lnTo>
                  <a:pt x="3925" y="9097"/>
                </a:lnTo>
                <a:lnTo>
                  <a:pt x="3925" y="9134"/>
                </a:lnTo>
                <a:lnTo>
                  <a:pt x="3999" y="9244"/>
                </a:lnTo>
                <a:lnTo>
                  <a:pt x="3339" y="9501"/>
                </a:lnTo>
                <a:lnTo>
                  <a:pt x="3008" y="9611"/>
                </a:lnTo>
                <a:lnTo>
                  <a:pt x="2642" y="9684"/>
                </a:lnTo>
                <a:lnTo>
                  <a:pt x="2898" y="9171"/>
                </a:lnTo>
                <a:lnTo>
                  <a:pt x="3229" y="8694"/>
                </a:lnTo>
                <a:lnTo>
                  <a:pt x="3559" y="8327"/>
                </a:lnTo>
                <a:lnTo>
                  <a:pt x="3962" y="7960"/>
                </a:lnTo>
                <a:close/>
                <a:moveTo>
                  <a:pt x="13609" y="4732"/>
                </a:moveTo>
                <a:lnTo>
                  <a:pt x="13683" y="4915"/>
                </a:lnTo>
                <a:lnTo>
                  <a:pt x="12986" y="5502"/>
                </a:lnTo>
                <a:lnTo>
                  <a:pt x="12105" y="6199"/>
                </a:lnTo>
                <a:lnTo>
                  <a:pt x="11225" y="6823"/>
                </a:lnTo>
                <a:lnTo>
                  <a:pt x="10308" y="7446"/>
                </a:lnTo>
                <a:lnTo>
                  <a:pt x="9354" y="8033"/>
                </a:lnTo>
                <a:lnTo>
                  <a:pt x="8401" y="8584"/>
                </a:lnTo>
                <a:lnTo>
                  <a:pt x="7447" y="9097"/>
                </a:lnTo>
                <a:lnTo>
                  <a:pt x="6456" y="9574"/>
                </a:lnTo>
                <a:lnTo>
                  <a:pt x="5429" y="10014"/>
                </a:lnTo>
                <a:lnTo>
                  <a:pt x="5246" y="9794"/>
                </a:lnTo>
                <a:lnTo>
                  <a:pt x="5466" y="9684"/>
                </a:lnTo>
                <a:lnTo>
                  <a:pt x="6603" y="9134"/>
                </a:lnTo>
                <a:lnTo>
                  <a:pt x="7740" y="8547"/>
                </a:lnTo>
                <a:lnTo>
                  <a:pt x="8877" y="7923"/>
                </a:lnTo>
                <a:lnTo>
                  <a:pt x="9978" y="7263"/>
                </a:lnTo>
                <a:lnTo>
                  <a:pt x="10895" y="6676"/>
                </a:lnTo>
                <a:lnTo>
                  <a:pt x="11812" y="6053"/>
                </a:lnTo>
                <a:lnTo>
                  <a:pt x="12729" y="5392"/>
                </a:lnTo>
                <a:lnTo>
                  <a:pt x="13609" y="4732"/>
                </a:lnTo>
                <a:close/>
                <a:moveTo>
                  <a:pt x="11995" y="9721"/>
                </a:moveTo>
                <a:lnTo>
                  <a:pt x="12472" y="9831"/>
                </a:lnTo>
                <a:lnTo>
                  <a:pt x="12436" y="9867"/>
                </a:lnTo>
                <a:lnTo>
                  <a:pt x="12032" y="10271"/>
                </a:lnTo>
                <a:lnTo>
                  <a:pt x="12032" y="10198"/>
                </a:lnTo>
                <a:lnTo>
                  <a:pt x="11995" y="9721"/>
                </a:lnTo>
                <a:close/>
                <a:moveTo>
                  <a:pt x="2715" y="8804"/>
                </a:moveTo>
                <a:lnTo>
                  <a:pt x="2422" y="9317"/>
                </a:lnTo>
                <a:lnTo>
                  <a:pt x="2165" y="9867"/>
                </a:lnTo>
                <a:lnTo>
                  <a:pt x="2165" y="9941"/>
                </a:lnTo>
                <a:lnTo>
                  <a:pt x="2201" y="10051"/>
                </a:lnTo>
                <a:lnTo>
                  <a:pt x="2275" y="10088"/>
                </a:lnTo>
                <a:lnTo>
                  <a:pt x="2348" y="10124"/>
                </a:lnTo>
                <a:lnTo>
                  <a:pt x="2898" y="10014"/>
                </a:lnTo>
                <a:lnTo>
                  <a:pt x="3449" y="9867"/>
                </a:lnTo>
                <a:lnTo>
                  <a:pt x="3925" y="9684"/>
                </a:lnTo>
                <a:lnTo>
                  <a:pt x="4439" y="9464"/>
                </a:lnTo>
                <a:lnTo>
                  <a:pt x="4549" y="9684"/>
                </a:lnTo>
                <a:lnTo>
                  <a:pt x="3559" y="10124"/>
                </a:lnTo>
                <a:lnTo>
                  <a:pt x="3082" y="10308"/>
                </a:lnTo>
                <a:lnTo>
                  <a:pt x="2568" y="10528"/>
                </a:lnTo>
                <a:lnTo>
                  <a:pt x="2275" y="10638"/>
                </a:lnTo>
                <a:lnTo>
                  <a:pt x="2018" y="10674"/>
                </a:lnTo>
                <a:lnTo>
                  <a:pt x="1761" y="10711"/>
                </a:lnTo>
                <a:lnTo>
                  <a:pt x="1468" y="10711"/>
                </a:lnTo>
                <a:lnTo>
                  <a:pt x="2091" y="9794"/>
                </a:lnTo>
                <a:lnTo>
                  <a:pt x="2348" y="9317"/>
                </a:lnTo>
                <a:lnTo>
                  <a:pt x="2642" y="8877"/>
                </a:lnTo>
                <a:lnTo>
                  <a:pt x="2715" y="8804"/>
                </a:lnTo>
                <a:close/>
                <a:moveTo>
                  <a:pt x="13829" y="5429"/>
                </a:moveTo>
                <a:lnTo>
                  <a:pt x="13940" y="5943"/>
                </a:lnTo>
                <a:lnTo>
                  <a:pt x="13940" y="6456"/>
                </a:lnTo>
                <a:lnTo>
                  <a:pt x="13940" y="6896"/>
                </a:lnTo>
                <a:lnTo>
                  <a:pt x="13866" y="7336"/>
                </a:lnTo>
                <a:lnTo>
                  <a:pt x="13756" y="7740"/>
                </a:lnTo>
                <a:lnTo>
                  <a:pt x="13609" y="8143"/>
                </a:lnTo>
                <a:lnTo>
                  <a:pt x="13426" y="8547"/>
                </a:lnTo>
                <a:lnTo>
                  <a:pt x="13206" y="8914"/>
                </a:lnTo>
                <a:lnTo>
                  <a:pt x="12949" y="9281"/>
                </a:lnTo>
                <a:lnTo>
                  <a:pt x="12656" y="9647"/>
                </a:lnTo>
                <a:lnTo>
                  <a:pt x="12289" y="9611"/>
                </a:lnTo>
                <a:lnTo>
                  <a:pt x="11922" y="9537"/>
                </a:lnTo>
                <a:lnTo>
                  <a:pt x="11849" y="9574"/>
                </a:lnTo>
                <a:lnTo>
                  <a:pt x="11812" y="9574"/>
                </a:lnTo>
                <a:lnTo>
                  <a:pt x="11775" y="9647"/>
                </a:lnTo>
                <a:lnTo>
                  <a:pt x="11702" y="10418"/>
                </a:lnTo>
                <a:lnTo>
                  <a:pt x="11702" y="10491"/>
                </a:lnTo>
                <a:lnTo>
                  <a:pt x="11409" y="10711"/>
                </a:lnTo>
                <a:lnTo>
                  <a:pt x="11188" y="10821"/>
                </a:lnTo>
                <a:lnTo>
                  <a:pt x="11152" y="10858"/>
                </a:lnTo>
                <a:lnTo>
                  <a:pt x="11042" y="10931"/>
                </a:lnTo>
                <a:lnTo>
                  <a:pt x="11042" y="10564"/>
                </a:lnTo>
                <a:lnTo>
                  <a:pt x="11115" y="10198"/>
                </a:lnTo>
                <a:lnTo>
                  <a:pt x="11188" y="9867"/>
                </a:lnTo>
                <a:lnTo>
                  <a:pt x="11298" y="9501"/>
                </a:lnTo>
                <a:lnTo>
                  <a:pt x="11298" y="9464"/>
                </a:lnTo>
                <a:lnTo>
                  <a:pt x="11262" y="9427"/>
                </a:lnTo>
                <a:lnTo>
                  <a:pt x="11225" y="9427"/>
                </a:lnTo>
                <a:lnTo>
                  <a:pt x="11188" y="9464"/>
                </a:lnTo>
                <a:lnTo>
                  <a:pt x="11078" y="9647"/>
                </a:lnTo>
                <a:lnTo>
                  <a:pt x="10968" y="9831"/>
                </a:lnTo>
                <a:lnTo>
                  <a:pt x="10785" y="10234"/>
                </a:lnTo>
                <a:lnTo>
                  <a:pt x="10712" y="10638"/>
                </a:lnTo>
                <a:lnTo>
                  <a:pt x="10712" y="11078"/>
                </a:lnTo>
                <a:lnTo>
                  <a:pt x="10271" y="11261"/>
                </a:lnTo>
                <a:lnTo>
                  <a:pt x="9831" y="11371"/>
                </a:lnTo>
                <a:lnTo>
                  <a:pt x="9868" y="11005"/>
                </a:lnTo>
                <a:lnTo>
                  <a:pt x="9978" y="10638"/>
                </a:lnTo>
                <a:lnTo>
                  <a:pt x="10051" y="10344"/>
                </a:lnTo>
                <a:lnTo>
                  <a:pt x="10161" y="10088"/>
                </a:lnTo>
                <a:lnTo>
                  <a:pt x="10418" y="9574"/>
                </a:lnTo>
                <a:lnTo>
                  <a:pt x="10418" y="9537"/>
                </a:lnTo>
                <a:lnTo>
                  <a:pt x="10381" y="9501"/>
                </a:lnTo>
                <a:lnTo>
                  <a:pt x="10345" y="9501"/>
                </a:lnTo>
                <a:lnTo>
                  <a:pt x="10345" y="9537"/>
                </a:lnTo>
                <a:lnTo>
                  <a:pt x="10015" y="9941"/>
                </a:lnTo>
                <a:lnTo>
                  <a:pt x="9758" y="10418"/>
                </a:lnTo>
                <a:lnTo>
                  <a:pt x="9538" y="10895"/>
                </a:lnTo>
                <a:lnTo>
                  <a:pt x="9501" y="11151"/>
                </a:lnTo>
                <a:lnTo>
                  <a:pt x="9428" y="11408"/>
                </a:lnTo>
                <a:lnTo>
                  <a:pt x="8951" y="11408"/>
                </a:lnTo>
                <a:lnTo>
                  <a:pt x="8951" y="11261"/>
                </a:lnTo>
                <a:lnTo>
                  <a:pt x="8914" y="11225"/>
                </a:lnTo>
                <a:lnTo>
                  <a:pt x="8877" y="11188"/>
                </a:lnTo>
                <a:lnTo>
                  <a:pt x="8841" y="11188"/>
                </a:lnTo>
                <a:lnTo>
                  <a:pt x="8804" y="11225"/>
                </a:lnTo>
                <a:lnTo>
                  <a:pt x="8731" y="11298"/>
                </a:lnTo>
                <a:lnTo>
                  <a:pt x="9171" y="10454"/>
                </a:lnTo>
                <a:lnTo>
                  <a:pt x="9391" y="10051"/>
                </a:lnTo>
                <a:lnTo>
                  <a:pt x="9684" y="9647"/>
                </a:lnTo>
                <a:lnTo>
                  <a:pt x="9684" y="9611"/>
                </a:lnTo>
                <a:lnTo>
                  <a:pt x="9648" y="9611"/>
                </a:lnTo>
                <a:lnTo>
                  <a:pt x="9648" y="9574"/>
                </a:lnTo>
                <a:lnTo>
                  <a:pt x="9611" y="9611"/>
                </a:lnTo>
                <a:lnTo>
                  <a:pt x="9244" y="10014"/>
                </a:lnTo>
                <a:lnTo>
                  <a:pt x="8914" y="10418"/>
                </a:lnTo>
                <a:lnTo>
                  <a:pt x="8621" y="10858"/>
                </a:lnTo>
                <a:lnTo>
                  <a:pt x="8327" y="11335"/>
                </a:lnTo>
                <a:lnTo>
                  <a:pt x="7960" y="11225"/>
                </a:lnTo>
                <a:lnTo>
                  <a:pt x="7997" y="11188"/>
                </a:lnTo>
                <a:lnTo>
                  <a:pt x="7997" y="11151"/>
                </a:lnTo>
                <a:lnTo>
                  <a:pt x="7960" y="11115"/>
                </a:lnTo>
                <a:lnTo>
                  <a:pt x="7960" y="11078"/>
                </a:lnTo>
                <a:lnTo>
                  <a:pt x="7924" y="10968"/>
                </a:lnTo>
                <a:lnTo>
                  <a:pt x="7960" y="10858"/>
                </a:lnTo>
                <a:lnTo>
                  <a:pt x="8034" y="10601"/>
                </a:lnTo>
                <a:lnTo>
                  <a:pt x="8181" y="10308"/>
                </a:lnTo>
                <a:lnTo>
                  <a:pt x="8474" y="9831"/>
                </a:lnTo>
                <a:lnTo>
                  <a:pt x="8767" y="9427"/>
                </a:lnTo>
                <a:lnTo>
                  <a:pt x="8804" y="9391"/>
                </a:lnTo>
                <a:lnTo>
                  <a:pt x="8767" y="9317"/>
                </a:lnTo>
                <a:lnTo>
                  <a:pt x="8694" y="9317"/>
                </a:lnTo>
                <a:lnTo>
                  <a:pt x="8364" y="9537"/>
                </a:lnTo>
                <a:lnTo>
                  <a:pt x="8107" y="9831"/>
                </a:lnTo>
                <a:lnTo>
                  <a:pt x="7887" y="10124"/>
                </a:lnTo>
                <a:lnTo>
                  <a:pt x="7704" y="10454"/>
                </a:lnTo>
                <a:lnTo>
                  <a:pt x="7594" y="10784"/>
                </a:lnTo>
                <a:lnTo>
                  <a:pt x="7557" y="10968"/>
                </a:lnTo>
                <a:lnTo>
                  <a:pt x="7594" y="11115"/>
                </a:lnTo>
                <a:lnTo>
                  <a:pt x="7153" y="10968"/>
                </a:lnTo>
                <a:lnTo>
                  <a:pt x="6713" y="10784"/>
                </a:lnTo>
                <a:lnTo>
                  <a:pt x="6933" y="10564"/>
                </a:lnTo>
                <a:lnTo>
                  <a:pt x="7080" y="10344"/>
                </a:lnTo>
                <a:lnTo>
                  <a:pt x="7153" y="10234"/>
                </a:lnTo>
                <a:lnTo>
                  <a:pt x="7190" y="10124"/>
                </a:lnTo>
                <a:lnTo>
                  <a:pt x="7190" y="10088"/>
                </a:lnTo>
                <a:lnTo>
                  <a:pt x="7153" y="10088"/>
                </a:lnTo>
                <a:lnTo>
                  <a:pt x="7080" y="10124"/>
                </a:lnTo>
                <a:lnTo>
                  <a:pt x="7007" y="10161"/>
                </a:lnTo>
                <a:lnTo>
                  <a:pt x="6823" y="10308"/>
                </a:lnTo>
                <a:lnTo>
                  <a:pt x="6493" y="10564"/>
                </a:lnTo>
                <a:lnTo>
                  <a:pt x="6420" y="10638"/>
                </a:lnTo>
                <a:lnTo>
                  <a:pt x="5906" y="10344"/>
                </a:lnTo>
                <a:lnTo>
                  <a:pt x="6897" y="9904"/>
                </a:lnTo>
                <a:lnTo>
                  <a:pt x="7887" y="9391"/>
                </a:lnTo>
                <a:lnTo>
                  <a:pt x="8877" y="8877"/>
                </a:lnTo>
                <a:lnTo>
                  <a:pt x="9795" y="8327"/>
                </a:lnTo>
                <a:lnTo>
                  <a:pt x="10748" y="7740"/>
                </a:lnTo>
                <a:lnTo>
                  <a:pt x="11665" y="7116"/>
                </a:lnTo>
                <a:lnTo>
                  <a:pt x="12546" y="6456"/>
                </a:lnTo>
                <a:lnTo>
                  <a:pt x="13426" y="5796"/>
                </a:lnTo>
                <a:lnTo>
                  <a:pt x="13829" y="5429"/>
                </a:lnTo>
                <a:close/>
                <a:moveTo>
                  <a:pt x="1651" y="9757"/>
                </a:moveTo>
                <a:lnTo>
                  <a:pt x="1028" y="10711"/>
                </a:lnTo>
                <a:lnTo>
                  <a:pt x="991" y="10784"/>
                </a:lnTo>
                <a:lnTo>
                  <a:pt x="1028" y="10858"/>
                </a:lnTo>
                <a:lnTo>
                  <a:pt x="1028" y="10931"/>
                </a:lnTo>
                <a:lnTo>
                  <a:pt x="1101" y="10968"/>
                </a:lnTo>
                <a:lnTo>
                  <a:pt x="1358" y="11041"/>
                </a:lnTo>
                <a:lnTo>
                  <a:pt x="1651" y="11078"/>
                </a:lnTo>
                <a:lnTo>
                  <a:pt x="1908" y="11078"/>
                </a:lnTo>
                <a:lnTo>
                  <a:pt x="2165" y="11041"/>
                </a:lnTo>
                <a:lnTo>
                  <a:pt x="2715" y="10858"/>
                </a:lnTo>
                <a:lnTo>
                  <a:pt x="3229" y="10638"/>
                </a:lnTo>
                <a:lnTo>
                  <a:pt x="4769" y="10014"/>
                </a:lnTo>
                <a:lnTo>
                  <a:pt x="4953" y="10198"/>
                </a:lnTo>
                <a:lnTo>
                  <a:pt x="4072" y="10564"/>
                </a:lnTo>
                <a:lnTo>
                  <a:pt x="3192" y="10895"/>
                </a:lnTo>
                <a:lnTo>
                  <a:pt x="2238" y="11188"/>
                </a:lnTo>
                <a:lnTo>
                  <a:pt x="1248" y="11445"/>
                </a:lnTo>
                <a:lnTo>
                  <a:pt x="1101" y="11518"/>
                </a:lnTo>
                <a:lnTo>
                  <a:pt x="844" y="11555"/>
                </a:lnTo>
                <a:lnTo>
                  <a:pt x="624" y="11555"/>
                </a:lnTo>
                <a:lnTo>
                  <a:pt x="551" y="11518"/>
                </a:lnTo>
                <a:lnTo>
                  <a:pt x="477" y="11481"/>
                </a:lnTo>
                <a:lnTo>
                  <a:pt x="477" y="11408"/>
                </a:lnTo>
                <a:lnTo>
                  <a:pt x="514" y="11298"/>
                </a:lnTo>
                <a:lnTo>
                  <a:pt x="661" y="11005"/>
                </a:lnTo>
                <a:lnTo>
                  <a:pt x="991" y="10601"/>
                </a:lnTo>
                <a:lnTo>
                  <a:pt x="1321" y="10161"/>
                </a:lnTo>
                <a:lnTo>
                  <a:pt x="1651" y="9757"/>
                </a:lnTo>
                <a:close/>
                <a:moveTo>
                  <a:pt x="16324" y="0"/>
                </a:moveTo>
                <a:lnTo>
                  <a:pt x="16140" y="37"/>
                </a:lnTo>
                <a:lnTo>
                  <a:pt x="15774" y="147"/>
                </a:lnTo>
                <a:lnTo>
                  <a:pt x="15480" y="330"/>
                </a:lnTo>
                <a:lnTo>
                  <a:pt x="14636" y="807"/>
                </a:lnTo>
                <a:lnTo>
                  <a:pt x="13866" y="1357"/>
                </a:lnTo>
                <a:lnTo>
                  <a:pt x="13059" y="1908"/>
                </a:lnTo>
                <a:lnTo>
                  <a:pt x="12289" y="2458"/>
                </a:lnTo>
                <a:lnTo>
                  <a:pt x="12032" y="2311"/>
                </a:lnTo>
                <a:lnTo>
                  <a:pt x="11812" y="2238"/>
                </a:lnTo>
                <a:lnTo>
                  <a:pt x="11629" y="2238"/>
                </a:lnTo>
                <a:lnTo>
                  <a:pt x="11372" y="2091"/>
                </a:lnTo>
                <a:lnTo>
                  <a:pt x="11115" y="1981"/>
                </a:lnTo>
                <a:lnTo>
                  <a:pt x="10858" y="1908"/>
                </a:lnTo>
                <a:lnTo>
                  <a:pt x="10565" y="1834"/>
                </a:lnTo>
                <a:lnTo>
                  <a:pt x="10015" y="1761"/>
                </a:lnTo>
                <a:lnTo>
                  <a:pt x="9464" y="1761"/>
                </a:lnTo>
                <a:lnTo>
                  <a:pt x="8914" y="1834"/>
                </a:lnTo>
                <a:lnTo>
                  <a:pt x="8364" y="1981"/>
                </a:lnTo>
                <a:lnTo>
                  <a:pt x="7814" y="2164"/>
                </a:lnTo>
                <a:lnTo>
                  <a:pt x="7300" y="2384"/>
                </a:lnTo>
                <a:lnTo>
                  <a:pt x="6677" y="2715"/>
                </a:lnTo>
                <a:lnTo>
                  <a:pt x="6090" y="3081"/>
                </a:lnTo>
                <a:lnTo>
                  <a:pt x="5503" y="3522"/>
                </a:lnTo>
                <a:lnTo>
                  <a:pt x="4989" y="3962"/>
                </a:lnTo>
                <a:lnTo>
                  <a:pt x="4769" y="4219"/>
                </a:lnTo>
                <a:lnTo>
                  <a:pt x="4549" y="4475"/>
                </a:lnTo>
                <a:lnTo>
                  <a:pt x="4402" y="4769"/>
                </a:lnTo>
                <a:lnTo>
                  <a:pt x="4256" y="5062"/>
                </a:lnTo>
                <a:lnTo>
                  <a:pt x="4146" y="5356"/>
                </a:lnTo>
                <a:lnTo>
                  <a:pt x="4035" y="5686"/>
                </a:lnTo>
                <a:lnTo>
                  <a:pt x="3999" y="6016"/>
                </a:lnTo>
                <a:lnTo>
                  <a:pt x="3925" y="6346"/>
                </a:lnTo>
                <a:lnTo>
                  <a:pt x="3889" y="6970"/>
                </a:lnTo>
                <a:lnTo>
                  <a:pt x="3925" y="7630"/>
                </a:lnTo>
                <a:lnTo>
                  <a:pt x="3339" y="7960"/>
                </a:lnTo>
                <a:lnTo>
                  <a:pt x="2752" y="8290"/>
                </a:lnTo>
                <a:lnTo>
                  <a:pt x="2238" y="8657"/>
                </a:lnTo>
                <a:lnTo>
                  <a:pt x="1725" y="9097"/>
                </a:lnTo>
                <a:lnTo>
                  <a:pt x="1248" y="9574"/>
                </a:lnTo>
                <a:lnTo>
                  <a:pt x="808" y="10051"/>
                </a:lnTo>
                <a:lnTo>
                  <a:pt x="404" y="10601"/>
                </a:lnTo>
                <a:lnTo>
                  <a:pt x="221" y="10858"/>
                </a:lnTo>
                <a:lnTo>
                  <a:pt x="74" y="11151"/>
                </a:lnTo>
                <a:lnTo>
                  <a:pt x="1" y="11371"/>
                </a:lnTo>
                <a:lnTo>
                  <a:pt x="37" y="11555"/>
                </a:lnTo>
                <a:lnTo>
                  <a:pt x="111" y="11738"/>
                </a:lnTo>
                <a:lnTo>
                  <a:pt x="184" y="11812"/>
                </a:lnTo>
                <a:lnTo>
                  <a:pt x="257" y="11885"/>
                </a:lnTo>
                <a:lnTo>
                  <a:pt x="477" y="11958"/>
                </a:lnTo>
                <a:lnTo>
                  <a:pt x="697" y="11995"/>
                </a:lnTo>
                <a:lnTo>
                  <a:pt x="918" y="11995"/>
                </a:lnTo>
                <a:lnTo>
                  <a:pt x="1174" y="11958"/>
                </a:lnTo>
                <a:lnTo>
                  <a:pt x="1835" y="11812"/>
                </a:lnTo>
                <a:lnTo>
                  <a:pt x="2495" y="11591"/>
                </a:lnTo>
                <a:lnTo>
                  <a:pt x="3815" y="11151"/>
                </a:lnTo>
                <a:lnTo>
                  <a:pt x="4586" y="10858"/>
                </a:lnTo>
                <a:lnTo>
                  <a:pt x="5356" y="10564"/>
                </a:lnTo>
                <a:lnTo>
                  <a:pt x="5760" y="10858"/>
                </a:lnTo>
                <a:lnTo>
                  <a:pt x="6200" y="11078"/>
                </a:lnTo>
                <a:lnTo>
                  <a:pt x="6236" y="11261"/>
                </a:lnTo>
                <a:lnTo>
                  <a:pt x="6273" y="11335"/>
                </a:lnTo>
                <a:lnTo>
                  <a:pt x="6346" y="11371"/>
                </a:lnTo>
                <a:lnTo>
                  <a:pt x="6493" y="11371"/>
                </a:lnTo>
                <a:lnTo>
                  <a:pt x="6603" y="11261"/>
                </a:lnTo>
                <a:lnTo>
                  <a:pt x="7410" y="11591"/>
                </a:lnTo>
                <a:lnTo>
                  <a:pt x="7814" y="11702"/>
                </a:lnTo>
                <a:lnTo>
                  <a:pt x="8217" y="11812"/>
                </a:lnTo>
                <a:lnTo>
                  <a:pt x="8291" y="11848"/>
                </a:lnTo>
                <a:lnTo>
                  <a:pt x="8364" y="11885"/>
                </a:lnTo>
                <a:lnTo>
                  <a:pt x="8474" y="11848"/>
                </a:lnTo>
                <a:lnTo>
                  <a:pt x="8547" y="11885"/>
                </a:lnTo>
                <a:lnTo>
                  <a:pt x="8877" y="11922"/>
                </a:lnTo>
                <a:lnTo>
                  <a:pt x="9574" y="11922"/>
                </a:lnTo>
                <a:lnTo>
                  <a:pt x="9905" y="11885"/>
                </a:lnTo>
                <a:lnTo>
                  <a:pt x="10235" y="11812"/>
                </a:lnTo>
                <a:lnTo>
                  <a:pt x="10565" y="11702"/>
                </a:lnTo>
                <a:lnTo>
                  <a:pt x="10895" y="11555"/>
                </a:lnTo>
                <a:lnTo>
                  <a:pt x="11225" y="11408"/>
                </a:lnTo>
                <a:lnTo>
                  <a:pt x="11555" y="11225"/>
                </a:lnTo>
                <a:lnTo>
                  <a:pt x="11885" y="11041"/>
                </a:lnTo>
                <a:lnTo>
                  <a:pt x="12179" y="10784"/>
                </a:lnTo>
                <a:lnTo>
                  <a:pt x="12472" y="10564"/>
                </a:lnTo>
                <a:lnTo>
                  <a:pt x="12766" y="10308"/>
                </a:lnTo>
                <a:lnTo>
                  <a:pt x="13022" y="10014"/>
                </a:lnTo>
                <a:lnTo>
                  <a:pt x="13279" y="9721"/>
                </a:lnTo>
                <a:lnTo>
                  <a:pt x="13499" y="9391"/>
                </a:lnTo>
                <a:lnTo>
                  <a:pt x="13719" y="9097"/>
                </a:lnTo>
                <a:lnTo>
                  <a:pt x="13903" y="8730"/>
                </a:lnTo>
                <a:lnTo>
                  <a:pt x="14050" y="8400"/>
                </a:lnTo>
                <a:lnTo>
                  <a:pt x="14196" y="8033"/>
                </a:lnTo>
                <a:lnTo>
                  <a:pt x="14306" y="7667"/>
                </a:lnTo>
                <a:lnTo>
                  <a:pt x="14380" y="7300"/>
                </a:lnTo>
                <a:lnTo>
                  <a:pt x="14453" y="6933"/>
                </a:lnTo>
                <a:lnTo>
                  <a:pt x="14490" y="6529"/>
                </a:lnTo>
                <a:lnTo>
                  <a:pt x="14490" y="6163"/>
                </a:lnTo>
                <a:lnTo>
                  <a:pt x="14453" y="5796"/>
                </a:lnTo>
                <a:lnTo>
                  <a:pt x="14380" y="5429"/>
                </a:lnTo>
                <a:lnTo>
                  <a:pt x="14270" y="5062"/>
                </a:lnTo>
                <a:lnTo>
                  <a:pt x="15113" y="4329"/>
                </a:lnTo>
                <a:lnTo>
                  <a:pt x="15920" y="3558"/>
                </a:lnTo>
                <a:lnTo>
                  <a:pt x="16434" y="3045"/>
                </a:lnTo>
                <a:lnTo>
                  <a:pt x="16691" y="2751"/>
                </a:lnTo>
                <a:lnTo>
                  <a:pt x="16947" y="2458"/>
                </a:lnTo>
                <a:lnTo>
                  <a:pt x="17168" y="2128"/>
                </a:lnTo>
                <a:lnTo>
                  <a:pt x="17351" y="1798"/>
                </a:lnTo>
                <a:lnTo>
                  <a:pt x="17461" y="1431"/>
                </a:lnTo>
                <a:lnTo>
                  <a:pt x="17461" y="1247"/>
                </a:lnTo>
                <a:lnTo>
                  <a:pt x="17461" y="1064"/>
                </a:lnTo>
                <a:lnTo>
                  <a:pt x="17388" y="770"/>
                </a:lnTo>
                <a:lnTo>
                  <a:pt x="17278" y="514"/>
                </a:lnTo>
                <a:lnTo>
                  <a:pt x="17094" y="257"/>
                </a:lnTo>
                <a:lnTo>
                  <a:pt x="16837" y="74"/>
                </a:lnTo>
                <a:lnTo>
                  <a:pt x="16691" y="37"/>
                </a:lnTo>
                <a:lnTo>
                  <a:pt x="16507" y="0"/>
                </a:lnTo>
                <a:close/>
              </a:path>
            </a:pathLst>
          </a:custGeom>
          <a:solidFill>
            <a:srgbClr val="A4C2F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1" name="Google Shape;201;p3"/>
          <p:cNvSpPr/>
          <p:nvPr/>
        </p:nvSpPr>
        <p:spPr>
          <a:xfrm>
            <a:off x="8775356" y="5388321"/>
            <a:ext cx="496691" cy="513331"/>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2" name="Google Shape;202;p3"/>
          <p:cNvSpPr/>
          <p:nvPr/>
        </p:nvSpPr>
        <p:spPr>
          <a:xfrm>
            <a:off x="8676176" y="6045283"/>
            <a:ext cx="695056" cy="718656"/>
          </a:xfrm>
          <a:custGeom>
            <a:avLst/>
            <a:gdLst/>
            <a:ahLst/>
            <a:cxnLst/>
            <a:rect l="l" t="t" r="r" b="b"/>
            <a:pathLst>
              <a:path w="18378" h="19002" extrusionOk="0">
                <a:moveTo>
                  <a:pt x="13793" y="5429"/>
                </a:moveTo>
                <a:lnTo>
                  <a:pt x="13682" y="5466"/>
                </a:lnTo>
                <a:lnTo>
                  <a:pt x="13572" y="5502"/>
                </a:lnTo>
                <a:lnTo>
                  <a:pt x="13499" y="5576"/>
                </a:lnTo>
                <a:lnTo>
                  <a:pt x="13352" y="5759"/>
                </a:lnTo>
                <a:lnTo>
                  <a:pt x="13352" y="5869"/>
                </a:lnTo>
                <a:lnTo>
                  <a:pt x="13352" y="5979"/>
                </a:lnTo>
                <a:lnTo>
                  <a:pt x="13389" y="6016"/>
                </a:lnTo>
                <a:lnTo>
                  <a:pt x="13426" y="6053"/>
                </a:lnTo>
                <a:lnTo>
                  <a:pt x="13499" y="6053"/>
                </a:lnTo>
                <a:lnTo>
                  <a:pt x="13572" y="5979"/>
                </a:lnTo>
                <a:lnTo>
                  <a:pt x="13646" y="5943"/>
                </a:lnTo>
                <a:lnTo>
                  <a:pt x="13719" y="5796"/>
                </a:lnTo>
                <a:lnTo>
                  <a:pt x="13829" y="5649"/>
                </a:lnTo>
                <a:lnTo>
                  <a:pt x="13903" y="5502"/>
                </a:lnTo>
                <a:lnTo>
                  <a:pt x="13903" y="5466"/>
                </a:lnTo>
                <a:lnTo>
                  <a:pt x="13903" y="5429"/>
                </a:lnTo>
                <a:close/>
                <a:moveTo>
                  <a:pt x="13242" y="6089"/>
                </a:moveTo>
                <a:lnTo>
                  <a:pt x="13169" y="6126"/>
                </a:lnTo>
                <a:lnTo>
                  <a:pt x="13022" y="6309"/>
                </a:lnTo>
                <a:lnTo>
                  <a:pt x="12912" y="6493"/>
                </a:lnTo>
                <a:lnTo>
                  <a:pt x="12875" y="6529"/>
                </a:lnTo>
                <a:lnTo>
                  <a:pt x="12875" y="6603"/>
                </a:lnTo>
                <a:lnTo>
                  <a:pt x="12949" y="6676"/>
                </a:lnTo>
                <a:lnTo>
                  <a:pt x="13022" y="6713"/>
                </a:lnTo>
                <a:lnTo>
                  <a:pt x="13096" y="6676"/>
                </a:lnTo>
                <a:lnTo>
                  <a:pt x="13132" y="6639"/>
                </a:lnTo>
                <a:lnTo>
                  <a:pt x="13242" y="6456"/>
                </a:lnTo>
                <a:lnTo>
                  <a:pt x="13352" y="6273"/>
                </a:lnTo>
                <a:lnTo>
                  <a:pt x="13389" y="6199"/>
                </a:lnTo>
                <a:lnTo>
                  <a:pt x="13316" y="6126"/>
                </a:lnTo>
                <a:lnTo>
                  <a:pt x="13242" y="6089"/>
                </a:lnTo>
                <a:close/>
                <a:moveTo>
                  <a:pt x="17241" y="6419"/>
                </a:moveTo>
                <a:lnTo>
                  <a:pt x="17534" y="6713"/>
                </a:lnTo>
                <a:lnTo>
                  <a:pt x="17497" y="6713"/>
                </a:lnTo>
                <a:lnTo>
                  <a:pt x="17387" y="6823"/>
                </a:lnTo>
                <a:lnTo>
                  <a:pt x="17351" y="6676"/>
                </a:lnTo>
                <a:lnTo>
                  <a:pt x="17241" y="6419"/>
                </a:lnTo>
                <a:close/>
                <a:moveTo>
                  <a:pt x="12692" y="6786"/>
                </a:moveTo>
                <a:lnTo>
                  <a:pt x="12582" y="6860"/>
                </a:lnTo>
                <a:lnTo>
                  <a:pt x="12435" y="6970"/>
                </a:lnTo>
                <a:lnTo>
                  <a:pt x="12399" y="7116"/>
                </a:lnTo>
                <a:lnTo>
                  <a:pt x="12362" y="7190"/>
                </a:lnTo>
                <a:lnTo>
                  <a:pt x="12399" y="7226"/>
                </a:lnTo>
                <a:lnTo>
                  <a:pt x="12472" y="7300"/>
                </a:lnTo>
                <a:lnTo>
                  <a:pt x="12582" y="7300"/>
                </a:lnTo>
                <a:lnTo>
                  <a:pt x="12619" y="7263"/>
                </a:lnTo>
                <a:lnTo>
                  <a:pt x="12655" y="7190"/>
                </a:lnTo>
                <a:lnTo>
                  <a:pt x="12729" y="7043"/>
                </a:lnTo>
                <a:lnTo>
                  <a:pt x="12802" y="7006"/>
                </a:lnTo>
                <a:lnTo>
                  <a:pt x="12839" y="6933"/>
                </a:lnTo>
                <a:lnTo>
                  <a:pt x="12875" y="6860"/>
                </a:lnTo>
                <a:lnTo>
                  <a:pt x="12875" y="6823"/>
                </a:lnTo>
                <a:lnTo>
                  <a:pt x="12839" y="6823"/>
                </a:lnTo>
                <a:lnTo>
                  <a:pt x="12765" y="6786"/>
                </a:lnTo>
                <a:close/>
                <a:moveTo>
                  <a:pt x="17571" y="6750"/>
                </a:moveTo>
                <a:lnTo>
                  <a:pt x="17828" y="7043"/>
                </a:lnTo>
                <a:lnTo>
                  <a:pt x="18048" y="7373"/>
                </a:lnTo>
                <a:lnTo>
                  <a:pt x="17828" y="7593"/>
                </a:lnTo>
                <a:lnTo>
                  <a:pt x="17828" y="7520"/>
                </a:lnTo>
                <a:lnTo>
                  <a:pt x="17864" y="7336"/>
                </a:lnTo>
                <a:lnTo>
                  <a:pt x="17828" y="7116"/>
                </a:lnTo>
                <a:lnTo>
                  <a:pt x="17828" y="7080"/>
                </a:lnTo>
                <a:lnTo>
                  <a:pt x="17754" y="7006"/>
                </a:lnTo>
                <a:lnTo>
                  <a:pt x="17681" y="7006"/>
                </a:lnTo>
                <a:lnTo>
                  <a:pt x="17644" y="7043"/>
                </a:lnTo>
                <a:lnTo>
                  <a:pt x="17681" y="7080"/>
                </a:lnTo>
                <a:lnTo>
                  <a:pt x="17644" y="7226"/>
                </a:lnTo>
                <a:lnTo>
                  <a:pt x="17607" y="7446"/>
                </a:lnTo>
                <a:lnTo>
                  <a:pt x="17534" y="7667"/>
                </a:lnTo>
                <a:lnTo>
                  <a:pt x="17534" y="7887"/>
                </a:lnTo>
                <a:lnTo>
                  <a:pt x="17534" y="7960"/>
                </a:lnTo>
                <a:lnTo>
                  <a:pt x="17131" y="8584"/>
                </a:lnTo>
                <a:lnTo>
                  <a:pt x="17167" y="8217"/>
                </a:lnTo>
                <a:lnTo>
                  <a:pt x="17241" y="7850"/>
                </a:lnTo>
                <a:lnTo>
                  <a:pt x="17387" y="7630"/>
                </a:lnTo>
                <a:lnTo>
                  <a:pt x="17387" y="7593"/>
                </a:lnTo>
                <a:lnTo>
                  <a:pt x="17387" y="7520"/>
                </a:lnTo>
                <a:lnTo>
                  <a:pt x="17461" y="7483"/>
                </a:lnTo>
                <a:lnTo>
                  <a:pt x="17497" y="7446"/>
                </a:lnTo>
                <a:lnTo>
                  <a:pt x="17534" y="7373"/>
                </a:lnTo>
                <a:lnTo>
                  <a:pt x="17534" y="7263"/>
                </a:lnTo>
                <a:lnTo>
                  <a:pt x="17497" y="7080"/>
                </a:lnTo>
                <a:lnTo>
                  <a:pt x="17571" y="6750"/>
                </a:lnTo>
                <a:close/>
                <a:moveTo>
                  <a:pt x="16874" y="8840"/>
                </a:moveTo>
                <a:lnTo>
                  <a:pt x="16947" y="8877"/>
                </a:lnTo>
                <a:lnTo>
                  <a:pt x="16874" y="8950"/>
                </a:lnTo>
                <a:lnTo>
                  <a:pt x="16874" y="8877"/>
                </a:lnTo>
                <a:lnTo>
                  <a:pt x="16874" y="8840"/>
                </a:lnTo>
                <a:close/>
                <a:moveTo>
                  <a:pt x="11445" y="8584"/>
                </a:moveTo>
                <a:lnTo>
                  <a:pt x="11408" y="8620"/>
                </a:lnTo>
                <a:lnTo>
                  <a:pt x="11298" y="8657"/>
                </a:lnTo>
                <a:lnTo>
                  <a:pt x="11188" y="8804"/>
                </a:lnTo>
                <a:lnTo>
                  <a:pt x="11188" y="8840"/>
                </a:lnTo>
                <a:lnTo>
                  <a:pt x="11188" y="8914"/>
                </a:lnTo>
                <a:lnTo>
                  <a:pt x="11188" y="8987"/>
                </a:lnTo>
                <a:lnTo>
                  <a:pt x="11225" y="9024"/>
                </a:lnTo>
                <a:lnTo>
                  <a:pt x="11408" y="9024"/>
                </a:lnTo>
                <a:lnTo>
                  <a:pt x="11445" y="8987"/>
                </a:lnTo>
                <a:lnTo>
                  <a:pt x="11555" y="8804"/>
                </a:lnTo>
                <a:lnTo>
                  <a:pt x="11555" y="8730"/>
                </a:lnTo>
                <a:lnTo>
                  <a:pt x="11555" y="8657"/>
                </a:lnTo>
                <a:lnTo>
                  <a:pt x="11518" y="8620"/>
                </a:lnTo>
                <a:lnTo>
                  <a:pt x="11445" y="8584"/>
                </a:lnTo>
                <a:close/>
                <a:moveTo>
                  <a:pt x="16580" y="8804"/>
                </a:moveTo>
                <a:lnTo>
                  <a:pt x="16580" y="8877"/>
                </a:lnTo>
                <a:lnTo>
                  <a:pt x="16580" y="9060"/>
                </a:lnTo>
                <a:lnTo>
                  <a:pt x="16617" y="9170"/>
                </a:lnTo>
                <a:lnTo>
                  <a:pt x="16654" y="9244"/>
                </a:lnTo>
                <a:lnTo>
                  <a:pt x="16397" y="9611"/>
                </a:lnTo>
                <a:lnTo>
                  <a:pt x="16360" y="9391"/>
                </a:lnTo>
                <a:lnTo>
                  <a:pt x="16324" y="9170"/>
                </a:lnTo>
                <a:lnTo>
                  <a:pt x="16324" y="9097"/>
                </a:lnTo>
                <a:lnTo>
                  <a:pt x="16580" y="8804"/>
                </a:lnTo>
                <a:close/>
                <a:moveTo>
                  <a:pt x="16067" y="9391"/>
                </a:moveTo>
                <a:lnTo>
                  <a:pt x="16067" y="9684"/>
                </a:lnTo>
                <a:lnTo>
                  <a:pt x="16103" y="9794"/>
                </a:lnTo>
                <a:lnTo>
                  <a:pt x="16177" y="9941"/>
                </a:lnTo>
                <a:lnTo>
                  <a:pt x="15993" y="10161"/>
                </a:lnTo>
                <a:lnTo>
                  <a:pt x="15920" y="10308"/>
                </a:lnTo>
                <a:lnTo>
                  <a:pt x="15957" y="9867"/>
                </a:lnTo>
                <a:lnTo>
                  <a:pt x="15920" y="9794"/>
                </a:lnTo>
                <a:lnTo>
                  <a:pt x="15847" y="9757"/>
                </a:lnTo>
                <a:lnTo>
                  <a:pt x="15810" y="9721"/>
                </a:lnTo>
                <a:lnTo>
                  <a:pt x="16067" y="9391"/>
                </a:lnTo>
                <a:close/>
                <a:moveTo>
                  <a:pt x="9611" y="2348"/>
                </a:moveTo>
                <a:lnTo>
                  <a:pt x="9574" y="2421"/>
                </a:lnTo>
                <a:lnTo>
                  <a:pt x="9134" y="2861"/>
                </a:lnTo>
                <a:lnTo>
                  <a:pt x="8767" y="3375"/>
                </a:lnTo>
                <a:lnTo>
                  <a:pt x="7997" y="4365"/>
                </a:lnTo>
                <a:lnTo>
                  <a:pt x="7630" y="4879"/>
                </a:lnTo>
                <a:lnTo>
                  <a:pt x="7227" y="5356"/>
                </a:lnTo>
                <a:lnTo>
                  <a:pt x="6823" y="5832"/>
                </a:lnTo>
                <a:lnTo>
                  <a:pt x="6346" y="6273"/>
                </a:lnTo>
                <a:lnTo>
                  <a:pt x="6273" y="6346"/>
                </a:lnTo>
                <a:lnTo>
                  <a:pt x="6273" y="6456"/>
                </a:lnTo>
                <a:lnTo>
                  <a:pt x="6236" y="6456"/>
                </a:lnTo>
                <a:lnTo>
                  <a:pt x="6163" y="6493"/>
                </a:lnTo>
                <a:lnTo>
                  <a:pt x="6163" y="6566"/>
                </a:lnTo>
                <a:lnTo>
                  <a:pt x="6199" y="6603"/>
                </a:lnTo>
                <a:lnTo>
                  <a:pt x="6309" y="6786"/>
                </a:lnTo>
                <a:lnTo>
                  <a:pt x="6493" y="6970"/>
                </a:lnTo>
                <a:lnTo>
                  <a:pt x="6823" y="7263"/>
                </a:lnTo>
                <a:lnTo>
                  <a:pt x="7593" y="7813"/>
                </a:lnTo>
                <a:lnTo>
                  <a:pt x="8437" y="8363"/>
                </a:lnTo>
                <a:lnTo>
                  <a:pt x="8620" y="8510"/>
                </a:lnTo>
                <a:lnTo>
                  <a:pt x="8767" y="8694"/>
                </a:lnTo>
                <a:lnTo>
                  <a:pt x="9061" y="9060"/>
                </a:lnTo>
                <a:lnTo>
                  <a:pt x="9207" y="9207"/>
                </a:lnTo>
                <a:lnTo>
                  <a:pt x="9391" y="9354"/>
                </a:lnTo>
                <a:lnTo>
                  <a:pt x="9758" y="9574"/>
                </a:lnTo>
                <a:lnTo>
                  <a:pt x="10638" y="10161"/>
                </a:lnTo>
                <a:lnTo>
                  <a:pt x="11482" y="10784"/>
                </a:lnTo>
                <a:lnTo>
                  <a:pt x="12289" y="11408"/>
                </a:lnTo>
                <a:lnTo>
                  <a:pt x="12362" y="11445"/>
                </a:lnTo>
                <a:lnTo>
                  <a:pt x="12472" y="11445"/>
                </a:lnTo>
                <a:lnTo>
                  <a:pt x="12545" y="11408"/>
                </a:lnTo>
                <a:lnTo>
                  <a:pt x="12582" y="11371"/>
                </a:lnTo>
                <a:lnTo>
                  <a:pt x="12619" y="11298"/>
                </a:lnTo>
                <a:lnTo>
                  <a:pt x="12655" y="11188"/>
                </a:lnTo>
                <a:lnTo>
                  <a:pt x="12619" y="11115"/>
                </a:lnTo>
                <a:lnTo>
                  <a:pt x="12545" y="11041"/>
                </a:lnTo>
                <a:lnTo>
                  <a:pt x="11775" y="10418"/>
                </a:lnTo>
                <a:lnTo>
                  <a:pt x="11812" y="10381"/>
                </a:lnTo>
                <a:lnTo>
                  <a:pt x="11922" y="10198"/>
                </a:lnTo>
                <a:lnTo>
                  <a:pt x="11995" y="10014"/>
                </a:lnTo>
                <a:lnTo>
                  <a:pt x="11995" y="9941"/>
                </a:lnTo>
                <a:lnTo>
                  <a:pt x="11958" y="9904"/>
                </a:lnTo>
                <a:lnTo>
                  <a:pt x="11885" y="9904"/>
                </a:lnTo>
                <a:lnTo>
                  <a:pt x="11738" y="10051"/>
                </a:lnTo>
                <a:lnTo>
                  <a:pt x="11592" y="10234"/>
                </a:lnTo>
                <a:lnTo>
                  <a:pt x="11555" y="10271"/>
                </a:lnTo>
                <a:lnTo>
                  <a:pt x="11005" y="9867"/>
                </a:lnTo>
                <a:lnTo>
                  <a:pt x="10821" y="9757"/>
                </a:lnTo>
                <a:lnTo>
                  <a:pt x="10858" y="9684"/>
                </a:lnTo>
                <a:lnTo>
                  <a:pt x="10895" y="9611"/>
                </a:lnTo>
                <a:lnTo>
                  <a:pt x="11041" y="9464"/>
                </a:lnTo>
                <a:lnTo>
                  <a:pt x="11078" y="9427"/>
                </a:lnTo>
                <a:lnTo>
                  <a:pt x="11078" y="9354"/>
                </a:lnTo>
                <a:lnTo>
                  <a:pt x="11078" y="9317"/>
                </a:lnTo>
                <a:lnTo>
                  <a:pt x="11005" y="9281"/>
                </a:lnTo>
                <a:lnTo>
                  <a:pt x="10968" y="9317"/>
                </a:lnTo>
                <a:lnTo>
                  <a:pt x="10895" y="9281"/>
                </a:lnTo>
                <a:lnTo>
                  <a:pt x="10821" y="9317"/>
                </a:lnTo>
                <a:lnTo>
                  <a:pt x="10711" y="9427"/>
                </a:lnTo>
                <a:lnTo>
                  <a:pt x="10601" y="9574"/>
                </a:lnTo>
                <a:lnTo>
                  <a:pt x="10124" y="9281"/>
                </a:lnTo>
                <a:lnTo>
                  <a:pt x="10051" y="9207"/>
                </a:lnTo>
                <a:lnTo>
                  <a:pt x="10234" y="8914"/>
                </a:lnTo>
                <a:lnTo>
                  <a:pt x="10234" y="8840"/>
                </a:lnTo>
                <a:lnTo>
                  <a:pt x="10234" y="8804"/>
                </a:lnTo>
                <a:lnTo>
                  <a:pt x="10198" y="8730"/>
                </a:lnTo>
                <a:lnTo>
                  <a:pt x="10088" y="8694"/>
                </a:lnTo>
                <a:lnTo>
                  <a:pt x="10051" y="8730"/>
                </a:lnTo>
                <a:lnTo>
                  <a:pt x="10014" y="8767"/>
                </a:lnTo>
                <a:lnTo>
                  <a:pt x="9758" y="9060"/>
                </a:lnTo>
                <a:lnTo>
                  <a:pt x="9537" y="8877"/>
                </a:lnTo>
                <a:lnTo>
                  <a:pt x="9354" y="8694"/>
                </a:lnTo>
                <a:lnTo>
                  <a:pt x="9134" y="8437"/>
                </a:lnTo>
                <a:lnTo>
                  <a:pt x="9207" y="8327"/>
                </a:lnTo>
                <a:lnTo>
                  <a:pt x="9281" y="8217"/>
                </a:lnTo>
                <a:lnTo>
                  <a:pt x="9354" y="7960"/>
                </a:lnTo>
                <a:lnTo>
                  <a:pt x="9354" y="7887"/>
                </a:lnTo>
                <a:lnTo>
                  <a:pt x="9317" y="7850"/>
                </a:lnTo>
                <a:lnTo>
                  <a:pt x="9244" y="7850"/>
                </a:lnTo>
                <a:lnTo>
                  <a:pt x="9171" y="7887"/>
                </a:lnTo>
                <a:lnTo>
                  <a:pt x="8987" y="8107"/>
                </a:lnTo>
                <a:lnTo>
                  <a:pt x="8951" y="8180"/>
                </a:lnTo>
                <a:lnTo>
                  <a:pt x="8767" y="8033"/>
                </a:lnTo>
                <a:lnTo>
                  <a:pt x="8327" y="7740"/>
                </a:lnTo>
                <a:lnTo>
                  <a:pt x="8364" y="7446"/>
                </a:lnTo>
                <a:lnTo>
                  <a:pt x="8364" y="7410"/>
                </a:lnTo>
                <a:lnTo>
                  <a:pt x="8327" y="7336"/>
                </a:lnTo>
                <a:lnTo>
                  <a:pt x="8290" y="7300"/>
                </a:lnTo>
                <a:lnTo>
                  <a:pt x="8180" y="7300"/>
                </a:lnTo>
                <a:lnTo>
                  <a:pt x="8107" y="7336"/>
                </a:lnTo>
                <a:lnTo>
                  <a:pt x="8070" y="7446"/>
                </a:lnTo>
                <a:lnTo>
                  <a:pt x="8034" y="7556"/>
                </a:lnTo>
                <a:lnTo>
                  <a:pt x="7960" y="7520"/>
                </a:lnTo>
                <a:lnTo>
                  <a:pt x="7410" y="7116"/>
                </a:lnTo>
                <a:lnTo>
                  <a:pt x="7447" y="7080"/>
                </a:lnTo>
                <a:lnTo>
                  <a:pt x="7520" y="6970"/>
                </a:lnTo>
                <a:lnTo>
                  <a:pt x="7520" y="6896"/>
                </a:lnTo>
                <a:lnTo>
                  <a:pt x="7520" y="6860"/>
                </a:lnTo>
                <a:lnTo>
                  <a:pt x="7557" y="6750"/>
                </a:lnTo>
                <a:lnTo>
                  <a:pt x="7520" y="6713"/>
                </a:lnTo>
                <a:lnTo>
                  <a:pt x="7483" y="6713"/>
                </a:lnTo>
                <a:lnTo>
                  <a:pt x="7410" y="6750"/>
                </a:lnTo>
                <a:lnTo>
                  <a:pt x="7337" y="6750"/>
                </a:lnTo>
                <a:lnTo>
                  <a:pt x="7227" y="6823"/>
                </a:lnTo>
                <a:lnTo>
                  <a:pt x="7116" y="6896"/>
                </a:lnTo>
                <a:lnTo>
                  <a:pt x="6640" y="6639"/>
                </a:lnTo>
                <a:lnTo>
                  <a:pt x="6640" y="6603"/>
                </a:lnTo>
                <a:lnTo>
                  <a:pt x="7116" y="6163"/>
                </a:lnTo>
                <a:lnTo>
                  <a:pt x="7557" y="5649"/>
                </a:lnTo>
                <a:lnTo>
                  <a:pt x="7593" y="5722"/>
                </a:lnTo>
                <a:lnTo>
                  <a:pt x="7630" y="5759"/>
                </a:lnTo>
                <a:lnTo>
                  <a:pt x="7740" y="5759"/>
                </a:lnTo>
                <a:lnTo>
                  <a:pt x="8034" y="5576"/>
                </a:lnTo>
                <a:lnTo>
                  <a:pt x="8327" y="5392"/>
                </a:lnTo>
                <a:lnTo>
                  <a:pt x="8620" y="5209"/>
                </a:lnTo>
                <a:lnTo>
                  <a:pt x="8914" y="5025"/>
                </a:lnTo>
                <a:lnTo>
                  <a:pt x="9244" y="4879"/>
                </a:lnTo>
                <a:lnTo>
                  <a:pt x="9574" y="4732"/>
                </a:lnTo>
                <a:lnTo>
                  <a:pt x="9941" y="4659"/>
                </a:lnTo>
                <a:lnTo>
                  <a:pt x="10308" y="4622"/>
                </a:lnTo>
                <a:lnTo>
                  <a:pt x="10491" y="4622"/>
                </a:lnTo>
                <a:lnTo>
                  <a:pt x="10675" y="4659"/>
                </a:lnTo>
                <a:lnTo>
                  <a:pt x="10821" y="4732"/>
                </a:lnTo>
                <a:lnTo>
                  <a:pt x="10931" y="4842"/>
                </a:lnTo>
                <a:lnTo>
                  <a:pt x="11041" y="4989"/>
                </a:lnTo>
                <a:lnTo>
                  <a:pt x="11078" y="5136"/>
                </a:lnTo>
                <a:lnTo>
                  <a:pt x="11151" y="5502"/>
                </a:lnTo>
                <a:lnTo>
                  <a:pt x="11151" y="5906"/>
                </a:lnTo>
                <a:lnTo>
                  <a:pt x="11151" y="6309"/>
                </a:lnTo>
                <a:lnTo>
                  <a:pt x="11151" y="6676"/>
                </a:lnTo>
                <a:lnTo>
                  <a:pt x="11188" y="7006"/>
                </a:lnTo>
                <a:lnTo>
                  <a:pt x="11261" y="7373"/>
                </a:lnTo>
                <a:lnTo>
                  <a:pt x="11445" y="7703"/>
                </a:lnTo>
                <a:lnTo>
                  <a:pt x="11408" y="7813"/>
                </a:lnTo>
                <a:lnTo>
                  <a:pt x="11372" y="7923"/>
                </a:lnTo>
                <a:lnTo>
                  <a:pt x="11372" y="8033"/>
                </a:lnTo>
                <a:lnTo>
                  <a:pt x="11372" y="8143"/>
                </a:lnTo>
                <a:lnTo>
                  <a:pt x="11445" y="8253"/>
                </a:lnTo>
                <a:lnTo>
                  <a:pt x="11482" y="8327"/>
                </a:lnTo>
                <a:lnTo>
                  <a:pt x="11592" y="8400"/>
                </a:lnTo>
                <a:lnTo>
                  <a:pt x="11665" y="8474"/>
                </a:lnTo>
                <a:lnTo>
                  <a:pt x="11775" y="8510"/>
                </a:lnTo>
                <a:lnTo>
                  <a:pt x="12105" y="8510"/>
                </a:lnTo>
                <a:lnTo>
                  <a:pt x="12435" y="8694"/>
                </a:lnTo>
                <a:lnTo>
                  <a:pt x="12765" y="8840"/>
                </a:lnTo>
                <a:lnTo>
                  <a:pt x="13022" y="8877"/>
                </a:lnTo>
                <a:lnTo>
                  <a:pt x="13316" y="8877"/>
                </a:lnTo>
                <a:lnTo>
                  <a:pt x="13646" y="8804"/>
                </a:lnTo>
                <a:lnTo>
                  <a:pt x="13939" y="8694"/>
                </a:lnTo>
                <a:lnTo>
                  <a:pt x="14233" y="8584"/>
                </a:lnTo>
                <a:lnTo>
                  <a:pt x="14489" y="8400"/>
                </a:lnTo>
                <a:lnTo>
                  <a:pt x="14746" y="8217"/>
                </a:lnTo>
                <a:lnTo>
                  <a:pt x="14930" y="8033"/>
                </a:lnTo>
                <a:lnTo>
                  <a:pt x="14966" y="7997"/>
                </a:lnTo>
                <a:lnTo>
                  <a:pt x="14966" y="7923"/>
                </a:lnTo>
                <a:lnTo>
                  <a:pt x="14930" y="7813"/>
                </a:lnTo>
                <a:lnTo>
                  <a:pt x="14820" y="7777"/>
                </a:lnTo>
                <a:lnTo>
                  <a:pt x="14710" y="7777"/>
                </a:lnTo>
                <a:lnTo>
                  <a:pt x="14123" y="8143"/>
                </a:lnTo>
                <a:lnTo>
                  <a:pt x="13829" y="8290"/>
                </a:lnTo>
                <a:lnTo>
                  <a:pt x="13462" y="8400"/>
                </a:lnTo>
                <a:lnTo>
                  <a:pt x="13206" y="8474"/>
                </a:lnTo>
                <a:lnTo>
                  <a:pt x="12912" y="8437"/>
                </a:lnTo>
                <a:lnTo>
                  <a:pt x="12692" y="8363"/>
                </a:lnTo>
                <a:lnTo>
                  <a:pt x="12472" y="8217"/>
                </a:lnTo>
                <a:lnTo>
                  <a:pt x="12545" y="8107"/>
                </a:lnTo>
                <a:lnTo>
                  <a:pt x="12582" y="7960"/>
                </a:lnTo>
                <a:lnTo>
                  <a:pt x="12582" y="7850"/>
                </a:lnTo>
                <a:lnTo>
                  <a:pt x="12545" y="7777"/>
                </a:lnTo>
                <a:lnTo>
                  <a:pt x="12509" y="7740"/>
                </a:lnTo>
                <a:lnTo>
                  <a:pt x="12325" y="7630"/>
                </a:lnTo>
                <a:lnTo>
                  <a:pt x="12142" y="7520"/>
                </a:lnTo>
                <a:lnTo>
                  <a:pt x="11812" y="7520"/>
                </a:lnTo>
                <a:lnTo>
                  <a:pt x="11628" y="7116"/>
                </a:lnTo>
                <a:lnTo>
                  <a:pt x="11518" y="6713"/>
                </a:lnTo>
                <a:lnTo>
                  <a:pt x="11518" y="6346"/>
                </a:lnTo>
                <a:lnTo>
                  <a:pt x="11518" y="6016"/>
                </a:lnTo>
                <a:lnTo>
                  <a:pt x="11555" y="5649"/>
                </a:lnTo>
                <a:lnTo>
                  <a:pt x="11518" y="5282"/>
                </a:lnTo>
                <a:lnTo>
                  <a:pt x="11445" y="4989"/>
                </a:lnTo>
                <a:lnTo>
                  <a:pt x="11335" y="4732"/>
                </a:lnTo>
                <a:lnTo>
                  <a:pt x="11188" y="4549"/>
                </a:lnTo>
                <a:lnTo>
                  <a:pt x="11005" y="4402"/>
                </a:lnTo>
                <a:lnTo>
                  <a:pt x="10785" y="4329"/>
                </a:lnTo>
                <a:lnTo>
                  <a:pt x="10565" y="4255"/>
                </a:lnTo>
                <a:lnTo>
                  <a:pt x="10051" y="4255"/>
                </a:lnTo>
                <a:lnTo>
                  <a:pt x="9758" y="4292"/>
                </a:lnTo>
                <a:lnTo>
                  <a:pt x="9464" y="4365"/>
                </a:lnTo>
                <a:lnTo>
                  <a:pt x="8914" y="4585"/>
                </a:lnTo>
                <a:lnTo>
                  <a:pt x="8400" y="4879"/>
                </a:lnTo>
                <a:lnTo>
                  <a:pt x="7960" y="5209"/>
                </a:lnTo>
                <a:lnTo>
                  <a:pt x="8290" y="4769"/>
                </a:lnTo>
                <a:lnTo>
                  <a:pt x="9061" y="3742"/>
                </a:lnTo>
                <a:lnTo>
                  <a:pt x="9464" y="3191"/>
                </a:lnTo>
                <a:lnTo>
                  <a:pt x="9831" y="2641"/>
                </a:lnTo>
                <a:lnTo>
                  <a:pt x="9868" y="2568"/>
                </a:lnTo>
                <a:lnTo>
                  <a:pt x="9868" y="2531"/>
                </a:lnTo>
                <a:lnTo>
                  <a:pt x="9794" y="2421"/>
                </a:lnTo>
                <a:lnTo>
                  <a:pt x="9721" y="2384"/>
                </a:lnTo>
                <a:lnTo>
                  <a:pt x="9684" y="2348"/>
                </a:lnTo>
                <a:close/>
                <a:moveTo>
                  <a:pt x="15663" y="9867"/>
                </a:moveTo>
                <a:lnTo>
                  <a:pt x="15700" y="9904"/>
                </a:lnTo>
                <a:lnTo>
                  <a:pt x="15627" y="10381"/>
                </a:lnTo>
                <a:lnTo>
                  <a:pt x="15663" y="10418"/>
                </a:lnTo>
                <a:lnTo>
                  <a:pt x="15663" y="10454"/>
                </a:lnTo>
                <a:lnTo>
                  <a:pt x="15773" y="10491"/>
                </a:lnTo>
                <a:lnTo>
                  <a:pt x="15443" y="10895"/>
                </a:lnTo>
                <a:lnTo>
                  <a:pt x="15443" y="10821"/>
                </a:lnTo>
                <a:lnTo>
                  <a:pt x="15333" y="10491"/>
                </a:lnTo>
                <a:lnTo>
                  <a:pt x="15296" y="10454"/>
                </a:lnTo>
                <a:lnTo>
                  <a:pt x="15260" y="10454"/>
                </a:lnTo>
                <a:lnTo>
                  <a:pt x="15223" y="10491"/>
                </a:lnTo>
                <a:lnTo>
                  <a:pt x="15223" y="10528"/>
                </a:lnTo>
                <a:lnTo>
                  <a:pt x="15186" y="10821"/>
                </a:lnTo>
                <a:lnTo>
                  <a:pt x="15186" y="11188"/>
                </a:lnTo>
                <a:lnTo>
                  <a:pt x="15223" y="11225"/>
                </a:lnTo>
                <a:lnTo>
                  <a:pt x="14746" y="11848"/>
                </a:lnTo>
                <a:lnTo>
                  <a:pt x="14746" y="11591"/>
                </a:lnTo>
                <a:lnTo>
                  <a:pt x="14746" y="11371"/>
                </a:lnTo>
                <a:lnTo>
                  <a:pt x="14746" y="11115"/>
                </a:lnTo>
                <a:lnTo>
                  <a:pt x="14710" y="11078"/>
                </a:lnTo>
                <a:lnTo>
                  <a:pt x="15333" y="10308"/>
                </a:lnTo>
                <a:lnTo>
                  <a:pt x="15663" y="9867"/>
                </a:lnTo>
                <a:close/>
                <a:moveTo>
                  <a:pt x="14526" y="11298"/>
                </a:moveTo>
                <a:lnTo>
                  <a:pt x="14453" y="11555"/>
                </a:lnTo>
                <a:lnTo>
                  <a:pt x="14416" y="11775"/>
                </a:lnTo>
                <a:lnTo>
                  <a:pt x="14453" y="11885"/>
                </a:lnTo>
                <a:lnTo>
                  <a:pt x="14489" y="11958"/>
                </a:lnTo>
                <a:lnTo>
                  <a:pt x="14563" y="11995"/>
                </a:lnTo>
                <a:lnTo>
                  <a:pt x="14600" y="11995"/>
                </a:lnTo>
                <a:lnTo>
                  <a:pt x="14123" y="12619"/>
                </a:lnTo>
                <a:lnTo>
                  <a:pt x="14049" y="12655"/>
                </a:lnTo>
                <a:lnTo>
                  <a:pt x="14049" y="12362"/>
                </a:lnTo>
                <a:lnTo>
                  <a:pt x="14049" y="12142"/>
                </a:lnTo>
                <a:lnTo>
                  <a:pt x="14049" y="12032"/>
                </a:lnTo>
                <a:lnTo>
                  <a:pt x="14013" y="11922"/>
                </a:lnTo>
                <a:lnTo>
                  <a:pt x="14526" y="11298"/>
                </a:lnTo>
                <a:close/>
                <a:moveTo>
                  <a:pt x="4806" y="7997"/>
                </a:moveTo>
                <a:lnTo>
                  <a:pt x="4769" y="8033"/>
                </a:lnTo>
                <a:lnTo>
                  <a:pt x="4769" y="8070"/>
                </a:lnTo>
                <a:lnTo>
                  <a:pt x="4952" y="8217"/>
                </a:lnTo>
                <a:lnTo>
                  <a:pt x="5099" y="8327"/>
                </a:lnTo>
                <a:lnTo>
                  <a:pt x="5576" y="8584"/>
                </a:lnTo>
                <a:lnTo>
                  <a:pt x="6126" y="8840"/>
                </a:lnTo>
                <a:lnTo>
                  <a:pt x="6640" y="9134"/>
                </a:lnTo>
                <a:lnTo>
                  <a:pt x="7116" y="9501"/>
                </a:lnTo>
                <a:lnTo>
                  <a:pt x="7557" y="9831"/>
                </a:lnTo>
                <a:lnTo>
                  <a:pt x="8437" y="10638"/>
                </a:lnTo>
                <a:lnTo>
                  <a:pt x="9244" y="11371"/>
                </a:lnTo>
                <a:lnTo>
                  <a:pt x="10088" y="12105"/>
                </a:lnTo>
                <a:lnTo>
                  <a:pt x="10344" y="12325"/>
                </a:lnTo>
                <a:lnTo>
                  <a:pt x="10748" y="12655"/>
                </a:lnTo>
                <a:lnTo>
                  <a:pt x="10931" y="12765"/>
                </a:lnTo>
                <a:lnTo>
                  <a:pt x="11115" y="12839"/>
                </a:lnTo>
                <a:lnTo>
                  <a:pt x="11225" y="12839"/>
                </a:lnTo>
                <a:lnTo>
                  <a:pt x="11298" y="12802"/>
                </a:lnTo>
                <a:lnTo>
                  <a:pt x="11335" y="12765"/>
                </a:lnTo>
                <a:lnTo>
                  <a:pt x="11372" y="12692"/>
                </a:lnTo>
                <a:lnTo>
                  <a:pt x="11372" y="12582"/>
                </a:lnTo>
                <a:lnTo>
                  <a:pt x="11335" y="12472"/>
                </a:lnTo>
                <a:lnTo>
                  <a:pt x="11151" y="12325"/>
                </a:lnTo>
                <a:lnTo>
                  <a:pt x="10711" y="11995"/>
                </a:lnTo>
                <a:lnTo>
                  <a:pt x="10271" y="11628"/>
                </a:lnTo>
                <a:lnTo>
                  <a:pt x="9391" y="10858"/>
                </a:lnTo>
                <a:lnTo>
                  <a:pt x="8547" y="10051"/>
                </a:lnTo>
                <a:lnTo>
                  <a:pt x="8107" y="9684"/>
                </a:lnTo>
                <a:lnTo>
                  <a:pt x="7703" y="9354"/>
                </a:lnTo>
                <a:lnTo>
                  <a:pt x="7227" y="9024"/>
                </a:lnTo>
                <a:lnTo>
                  <a:pt x="6786" y="8694"/>
                </a:lnTo>
                <a:lnTo>
                  <a:pt x="6309" y="8437"/>
                </a:lnTo>
                <a:lnTo>
                  <a:pt x="5833" y="8217"/>
                </a:lnTo>
                <a:lnTo>
                  <a:pt x="5356" y="8033"/>
                </a:lnTo>
                <a:lnTo>
                  <a:pt x="5209" y="7997"/>
                </a:lnTo>
                <a:close/>
                <a:moveTo>
                  <a:pt x="954" y="12582"/>
                </a:moveTo>
                <a:lnTo>
                  <a:pt x="1101" y="12692"/>
                </a:lnTo>
                <a:lnTo>
                  <a:pt x="1064" y="12765"/>
                </a:lnTo>
                <a:lnTo>
                  <a:pt x="1064" y="12839"/>
                </a:lnTo>
                <a:lnTo>
                  <a:pt x="1064" y="12875"/>
                </a:lnTo>
                <a:lnTo>
                  <a:pt x="1101" y="12839"/>
                </a:lnTo>
                <a:lnTo>
                  <a:pt x="1211" y="12912"/>
                </a:lnTo>
                <a:lnTo>
                  <a:pt x="1247" y="12985"/>
                </a:lnTo>
                <a:lnTo>
                  <a:pt x="1247" y="13059"/>
                </a:lnTo>
                <a:lnTo>
                  <a:pt x="1284" y="13242"/>
                </a:lnTo>
                <a:lnTo>
                  <a:pt x="991" y="13095"/>
                </a:lnTo>
                <a:lnTo>
                  <a:pt x="844" y="13059"/>
                </a:lnTo>
                <a:lnTo>
                  <a:pt x="697" y="13022"/>
                </a:lnTo>
                <a:lnTo>
                  <a:pt x="844" y="12765"/>
                </a:lnTo>
                <a:lnTo>
                  <a:pt x="954" y="12582"/>
                </a:lnTo>
                <a:close/>
                <a:moveTo>
                  <a:pt x="2715" y="10858"/>
                </a:moveTo>
                <a:lnTo>
                  <a:pt x="2641" y="10931"/>
                </a:lnTo>
                <a:lnTo>
                  <a:pt x="2641" y="10968"/>
                </a:lnTo>
                <a:lnTo>
                  <a:pt x="2788" y="11151"/>
                </a:lnTo>
                <a:lnTo>
                  <a:pt x="2935" y="11261"/>
                </a:lnTo>
                <a:lnTo>
                  <a:pt x="3302" y="11445"/>
                </a:lnTo>
                <a:lnTo>
                  <a:pt x="3778" y="11775"/>
                </a:lnTo>
                <a:lnTo>
                  <a:pt x="4255" y="12105"/>
                </a:lnTo>
                <a:lnTo>
                  <a:pt x="5099" y="12765"/>
                </a:lnTo>
                <a:lnTo>
                  <a:pt x="5539" y="13095"/>
                </a:lnTo>
                <a:lnTo>
                  <a:pt x="5759" y="13242"/>
                </a:lnTo>
                <a:lnTo>
                  <a:pt x="5869" y="13279"/>
                </a:lnTo>
                <a:lnTo>
                  <a:pt x="6053" y="13279"/>
                </a:lnTo>
                <a:lnTo>
                  <a:pt x="6126" y="13242"/>
                </a:lnTo>
                <a:lnTo>
                  <a:pt x="6163" y="13169"/>
                </a:lnTo>
                <a:lnTo>
                  <a:pt x="6126" y="13059"/>
                </a:lnTo>
                <a:lnTo>
                  <a:pt x="6089" y="12985"/>
                </a:lnTo>
                <a:lnTo>
                  <a:pt x="6016" y="12875"/>
                </a:lnTo>
                <a:lnTo>
                  <a:pt x="5869" y="12729"/>
                </a:lnTo>
                <a:lnTo>
                  <a:pt x="5502" y="12472"/>
                </a:lnTo>
                <a:lnTo>
                  <a:pt x="4512" y="11738"/>
                </a:lnTo>
                <a:lnTo>
                  <a:pt x="4035" y="11408"/>
                </a:lnTo>
                <a:lnTo>
                  <a:pt x="3522" y="11078"/>
                </a:lnTo>
                <a:lnTo>
                  <a:pt x="3338" y="11005"/>
                </a:lnTo>
                <a:lnTo>
                  <a:pt x="3118" y="10895"/>
                </a:lnTo>
                <a:lnTo>
                  <a:pt x="2935" y="10858"/>
                </a:lnTo>
                <a:close/>
                <a:moveTo>
                  <a:pt x="13756" y="12252"/>
                </a:moveTo>
                <a:lnTo>
                  <a:pt x="13719" y="12362"/>
                </a:lnTo>
                <a:lnTo>
                  <a:pt x="13719" y="12619"/>
                </a:lnTo>
                <a:lnTo>
                  <a:pt x="13719" y="12912"/>
                </a:lnTo>
                <a:lnTo>
                  <a:pt x="13756" y="12985"/>
                </a:lnTo>
                <a:lnTo>
                  <a:pt x="13793" y="13022"/>
                </a:lnTo>
                <a:lnTo>
                  <a:pt x="13719" y="13095"/>
                </a:lnTo>
                <a:lnTo>
                  <a:pt x="13389" y="13536"/>
                </a:lnTo>
                <a:lnTo>
                  <a:pt x="13426" y="13132"/>
                </a:lnTo>
                <a:lnTo>
                  <a:pt x="13462" y="12912"/>
                </a:lnTo>
                <a:lnTo>
                  <a:pt x="13462" y="12765"/>
                </a:lnTo>
                <a:lnTo>
                  <a:pt x="13426" y="12655"/>
                </a:lnTo>
                <a:lnTo>
                  <a:pt x="13756" y="12252"/>
                </a:lnTo>
                <a:close/>
                <a:moveTo>
                  <a:pt x="4402" y="8694"/>
                </a:moveTo>
                <a:lnTo>
                  <a:pt x="4329" y="8730"/>
                </a:lnTo>
                <a:lnTo>
                  <a:pt x="4255" y="8804"/>
                </a:lnTo>
                <a:lnTo>
                  <a:pt x="4255" y="8877"/>
                </a:lnTo>
                <a:lnTo>
                  <a:pt x="4255" y="8987"/>
                </a:lnTo>
                <a:lnTo>
                  <a:pt x="4292" y="9060"/>
                </a:lnTo>
                <a:lnTo>
                  <a:pt x="4365" y="9134"/>
                </a:lnTo>
                <a:lnTo>
                  <a:pt x="4512" y="9207"/>
                </a:lnTo>
                <a:lnTo>
                  <a:pt x="4842" y="9354"/>
                </a:lnTo>
                <a:lnTo>
                  <a:pt x="5136" y="9501"/>
                </a:lnTo>
                <a:lnTo>
                  <a:pt x="5392" y="9647"/>
                </a:lnTo>
                <a:lnTo>
                  <a:pt x="5869" y="10014"/>
                </a:lnTo>
                <a:lnTo>
                  <a:pt x="6346" y="10418"/>
                </a:lnTo>
                <a:lnTo>
                  <a:pt x="6786" y="10858"/>
                </a:lnTo>
                <a:lnTo>
                  <a:pt x="8584" y="12398"/>
                </a:lnTo>
                <a:lnTo>
                  <a:pt x="9501" y="13169"/>
                </a:lnTo>
                <a:lnTo>
                  <a:pt x="9721" y="13315"/>
                </a:lnTo>
                <a:lnTo>
                  <a:pt x="9941" y="13462"/>
                </a:lnTo>
                <a:lnTo>
                  <a:pt x="10161" y="13572"/>
                </a:lnTo>
                <a:lnTo>
                  <a:pt x="10271" y="13609"/>
                </a:lnTo>
                <a:lnTo>
                  <a:pt x="10381" y="13609"/>
                </a:lnTo>
                <a:lnTo>
                  <a:pt x="10454" y="13572"/>
                </a:lnTo>
                <a:lnTo>
                  <a:pt x="10491" y="13536"/>
                </a:lnTo>
                <a:lnTo>
                  <a:pt x="10528" y="13462"/>
                </a:lnTo>
                <a:lnTo>
                  <a:pt x="10491" y="13389"/>
                </a:lnTo>
                <a:lnTo>
                  <a:pt x="10418" y="13242"/>
                </a:lnTo>
                <a:lnTo>
                  <a:pt x="10271" y="13132"/>
                </a:lnTo>
                <a:lnTo>
                  <a:pt x="9978" y="12949"/>
                </a:lnTo>
                <a:lnTo>
                  <a:pt x="9537" y="12619"/>
                </a:lnTo>
                <a:lnTo>
                  <a:pt x="9134" y="12288"/>
                </a:lnTo>
                <a:lnTo>
                  <a:pt x="7557" y="10931"/>
                </a:lnTo>
                <a:lnTo>
                  <a:pt x="6823" y="10271"/>
                </a:lnTo>
                <a:lnTo>
                  <a:pt x="6089" y="9647"/>
                </a:lnTo>
                <a:lnTo>
                  <a:pt x="5686" y="9354"/>
                </a:lnTo>
                <a:lnTo>
                  <a:pt x="5246" y="9097"/>
                </a:lnTo>
                <a:lnTo>
                  <a:pt x="4769" y="8950"/>
                </a:lnTo>
                <a:lnTo>
                  <a:pt x="4549" y="8840"/>
                </a:lnTo>
                <a:lnTo>
                  <a:pt x="4475" y="8767"/>
                </a:lnTo>
                <a:lnTo>
                  <a:pt x="4439" y="8694"/>
                </a:lnTo>
                <a:close/>
                <a:moveTo>
                  <a:pt x="1541" y="13022"/>
                </a:moveTo>
                <a:lnTo>
                  <a:pt x="2091" y="13389"/>
                </a:lnTo>
                <a:lnTo>
                  <a:pt x="2091" y="13572"/>
                </a:lnTo>
                <a:lnTo>
                  <a:pt x="2126" y="13749"/>
                </a:lnTo>
                <a:lnTo>
                  <a:pt x="1504" y="13389"/>
                </a:lnTo>
                <a:lnTo>
                  <a:pt x="1578" y="13352"/>
                </a:lnTo>
                <a:lnTo>
                  <a:pt x="1614" y="13315"/>
                </a:lnTo>
                <a:lnTo>
                  <a:pt x="1614" y="13279"/>
                </a:lnTo>
                <a:lnTo>
                  <a:pt x="1614" y="13205"/>
                </a:lnTo>
                <a:lnTo>
                  <a:pt x="1541" y="13095"/>
                </a:lnTo>
                <a:lnTo>
                  <a:pt x="1541" y="13022"/>
                </a:lnTo>
                <a:close/>
                <a:moveTo>
                  <a:pt x="13206" y="12949"/>
                </a:moveTo>
                <a:lnTo>
                  <a:pt x="13169" y="13022"/>
                </a:lnTo>
                <a:lnTo>
                  <a:pt x="13059" y="13756"/>
                </a:lnTo>
                <a:lnTo>
                  <a:pt x="13059" y="13829"/>
                </a:lnTo>
                <a:lnTo>
                  <a:pt x="13096" y="13866"/>
                </a:lnTo>
                <a:lnTo>
                  <a:pt x="12912" y="14086"/>
                </a:lnTo>
                <a:lnTo>
                  <a:pt x="12912" y="13719"/>
                </a:lnTo>
                <a:lnTo>
                  <a:pt x="12875" y="13352"/>
                </a:lnTo>
                <a:lnTo>
                  <a:pt x="13206" y="12949"/>
                </a:lnTo>
                <a:close/>
                <a:moveTo>
                  <a:pt x="2458" y="13646"/>
                </a:moveTo>
                <a:lnTo>
                  <a:pt x="2641" y="13792"/>
                </a:lnTo>
                <a:lnTo>
                  <a:pt x="2788" y="13902"/>
                </a:lnTo>
                <a:lnTo>
                  <a:pt x="2788" y="14086"/>
                </a:lnTo>
                <a:lnTo>
                  <a:pt x="2825" y="14233"/>
                </a:lnTo>
                <a:lnTo>
                  <a:pt x="2605" y="14086"/>
                </a:lnTo>
                <a:lnTo>
                  <a:pt x="2385" y="13939"/>
                </a:lnTo>
                <a:lnTo>
                  <a:pt x="2495" y="13939"/>
                </a:lnTo>
                <a:lnTo>
                  <a:pt x="2568" y="13866"/>
                </a:lnTo>
                <a:lnTo>
                  <a:pt x="2568" y="13829"/>
                </a:lnTo>
                <a:lnTo>
                  <a:pt x="2568" y="13756"/>
                </a:lnTo>
                <a:lnTo>
                  <a:pt x="2458" y="13646"/>
                </a:lnTo>
                <a:close/>
                <a:moveTo>
                  <a:pt x="3595" y="9794"/>
                </a:moveTo>
                <a:lnTo>
                  <a:pt x="3558" y="9831"/>
                </a:lnTo>
                <a:lnTo>
                  <a:pt x="3522" y="9867"/>
                </a:lnTo>
                <a:lnTo>
                  <a:pt x="3558" y="9977"/>
                </a:lnTo>
                <a:lnTo>
                  <a:pt x="3595" y="10088"/>
                </a:lnTo>
                <a:lnTo>
                  <a:pt x="3815" y="10234"/>
                </a:lnTo>
                <a:lnTo>
                  <a:pt x="4659" y="10821"/>
                </a:lnTo>
                <a:lnTo>
                  <a:pt x="5466" y="11518"/>
                </a:lnTo>
                <a:lnTo>
                  <a:pt x="6236" y="12178"/>
                </a:lnTo>
                <a:lnTo>
                  <a:pt x="7080" y="12839"/>
                </a:lnTo>
                <a:lnTo>
                  <a:pt x="7923" y="13462"/>
                </a:lnTo>
                <a:lnTo>
                  <a:pt x="8730" y="14049"/>
                </a:lnTo>
                <a:lnTo>
                  <a:pt x="9134" y="14343"/>
                </a:lnTo>
                <a:lnTo>
                  <a:pt x="9574" y="14563"/>
                </a:lnTo>
                <a:lnTo>
                  <a:pt x="9684" y="14563"/>
                </a:lnTo>
                <a:lnTo>
                  <a:pt x="9794" y="14526"/>
                </a:lnTo>
                <a:lnTo>
                  <a:pt x="9868" y="14453"/>
                </a:lnTo>
                <a:lnTo>
                  <a:pt x="9904" y="14416"/>
                </a:lnTo>
                <a:lnTo>
                  <a:pt x="9904" y="14379"/>
                </a:lnTo>
                <a:lnTo>
                  <a:pt x="9904" y="14306"/>
                </a:lnTo>
                <a:lnTo>
                  <a:pt x="9868" y="14269"/>
                </a:lnTo>
                <a:lnTo>
                  <a:pt x="9794" y="14196"/>
                </a:lnTo>
                <a:lnTo>
                  <a:pt x="9721" y="14159"/>
                </a:lnTo>
                <a:lnTo>
                  <a:pt x="9501" y="14012"/>
                </a:lnTo>
                <a:lnTo>
                  <a:pt x="9281" y="13866"/>
                </a:lnTo>
                <a:lnTo>
                  <a:pt x="8290" y="13205"/>
                </a:lnTo>
                <a:lnTo>
                  <a:pt x="7373" y="12508"/>
                </a:lnTo>
                <a:lnTo>
                  <a:pt x="6493" y="11812"/>
                </a:lnTo>
                <a:lnTo>
                  <a:pt x="5649" y="11115"/>
                </a:lnTo>
                <a:lnTo>
                  <a:pt x="4769" y="10418"/>
                </a:lnTo>
                <a:lnTo>
                  <a:pt x="4549" y="10234"/>
                </a:lnTo>
                <a:lnTo>
                  <a:pt x="4145" y="9977"/>
                </a:lnTo>
                <a:lnTo>
                  <a:pt x="3925" y="9867"/>
                </a:lnTo>
                <a:lnTo>
                  <a:pt x="3742" y="9794"/>
                </a:lnTo>
                <a:close/>
                <a:moveTo>
                  <a:pt x="3155" y="14122"/>
                </a:moveTo>
                <a:lnTo>
                  <a:pt x="3778" y="14563"/>
                </a:lnTo>
                <a:lnTo>
                  <a:pt x="3742" y="14746"/>
                </a:lnTo>
                <a:lnTo>
                  <a:pt x="3742" y="14856"/>
                </a:lnTo>
                <a:lnTo>
                  <a:pt x="3338" y="14563"/>
                </a:lnTo>
                <a:lnTo>
                  <a:pt x="3338" y="14489"/>
                </a:lnTo>
                <a:lnTo>
                  <a:pt x="3302" y="14416"/>
                </a:lnTo>
                <a:lnTo>
                  <a:pt x="3192" y="14269"/>
                </a:lnTo>
                <a:lnTo>
                  <a:pt x="3155" y="14122"/>
                </a:lnTo>
                <a:close/>
                <a:moveTo>
                  <a:pt x="12692" y="13536"/>
                </a:moveTo>
                <a:lnTo>
                  <a:pt x="12619" y="13976"/>
                </a:lnTo>
                <a:lnTo>
                  <a:pt x="12582" y="14416"/>
                </a:lnTo>
                <a:lnTo>
                  <a:pt x="12582" y="14489"/>
                </a:lnTo>
                <a:lnTo>
                  <a:pt x="12142" y="15040"/>
                </a:lnTo>
                <a:lnTo>
                  <a:pt x="12142" y="14893"/>
                </a:lnTo>
                <a:lnTo>
                  <a:pt x="12142" y="14563"/>
                </a:lnTo>
                <a:lnTo>
                  <a:pt x="12105" y="14269"/>
                </a:lnTo>
                <a:lnTo>
                  <a:pt x="12692" y="13536"/>
                </a:lnTo>
                <a:close/>
                <a:moveTo>
                  <a:pt x="4035" y="14746"/>
                </a:moveTo>
                <a:lnTo>
                  <a:pt x="4402" y="15003"/>
                </a:lnTo>
                <a:lnTo>
                  <a:pt x="4402" y="15040"/>
                </a:lnTo>
                <a:lnTo>
                  <a:pt x="4402" y="15150"/>
                </a:lnTo>
                <a:lnTo>
                  <a:pt x="4439" y="15223"/>
                </a:lnTo>
                <a:lnTo>
                  <a:pt x="4549" y="15370"/>
                </a:lnTo>
                <a:lnTo>
                  <a:pt x="4659" y="15553"/>
                </a:lnTo>
                <a:lnTo>
                  <a:pt x="4255" y="15223"/>
                </a:lnTo>
                <a:lnTo>
                  <a:pt x="4255" y="15150"/>
                </a:lnTo>
                <a:lnTo>
                  <a:pt x="4219" y="15076"/>
                </a:lnTo>
                <a:lnTo>
                  <a:pt x="4109" y="14966"/>
                </a:lnTo>
                <a:lnTo>
                  <a:pt x="4035" y="14856"/>
                </a:lnTo>
                <a:lnTo>
                  <a:pt x="4035" y="14746"/>
                </a:lnTo>
                <a:close/>
                <a:moveTo>
                  <a:pt x="11922" y="14489"/>
                </a:moveTo>
                <a:lnTo>
                  <a:pt x="11885" y="14856"/>
                </a:lnTo>
                <a:lnTo>
                  <a:pt x="11848" y="15113"/>
                </a:lnTo>
                <a:lnTo>
                  <a:pt x="11848" y="15260"/>
                </a:lnTo>
                <a:lnTo>
                  <a:pt x="11848" y="15370"/>
                </a:lnTo>
                <a:lnTo>
                  <a:pt x="11555" y="15700"/>
                </a:lnTo>
                <a:lnTo>
                  <a:pt x="11592" y="15480"/>
                </a:lnTo>
                <a:lnTo>
                  <a:pt x="11555" y="15223"/>
                </a:lnTo>
                <a:lnTo>
                  <a:pt x="11555" y="15150"/>
                </a:lnTo>
                <a:lnTo>
                  <a:pt x="11482" y="15113"/>
                </a:lnTo>
                <a:lnTo>
                  <a:pt x="11445" y="15113"/>
                </a:lnTo>
                <a:lnTo>
                  <a:pt x="11922" y="14489"/>
                </a:lnTo>
                <a:close/>
                <a:moveTo>
                  <a:pt x="4769" y="15223"/>
                </a:moveTo>
                <a:lnTo>
                  <a:pt x="5026" y="15406"/>
                </a:lnTo>
                <a:lnTo>
                  <a:pt x="5576" y="15810"/>
                </a:lnTo>
                <a:lnTo>
                  <a:pt x="5576" y="15883"/>
                </a:lnTo>
                <a:lnTo>
                  <a:pt x="5576" y="16177"/>
                </a:lnTo>
                <a:lnTo>
                  <a:pt x="5576" y="16287"/>
                </a:lnTo>
                <a:lnTo>
                  <a:pt x="4916" y="15773"/>
                </a:lnTo>
                <a:lnTo>
                  <a:pt x="4952" y="15663"/>
                </a:lnTo>
                <a:lnTo>
                  <a:pt x="4952" y="15553"/>
                </a:lnTo>
                <a:lnTo>
                  <a:pt x="4916" y="15480"/>
                </a:lnTo>
                <a:lnTo>
                  <a:pt x="4879" y="15370"/>
                </a:lnTo>
                <a:lnTo>
                  <a:pt x="4769" y="15223"/>
                </a:lnTo>
                <a:close/>
                <a:moveTo>
                  <a:pt x="5833" y="15993"/>
                </a:moveTo>
                <a:lnTo>
                  <a:pt x="6456" y="16507"/>
                </a:lnTo>
                <a:lnTo>
                  <a:pt x="6420" y="16580"/>
                </a:lnTo>
                <a:lnTo>
                  <a:pt x="6383" y="16690"/>
                </a:lnTo>
                <a:lnTo>
                  <a:pt x="6346" y="16874"/>
                </a:lnTo>
                <a:lnTo>
                  <a:pt x="5869" y="16507"/>
                </a:lnTo>
                <a:lnTo>
                  <a:pt x="5869" y="16323"/>
                </a:lnTo>
                <a:lnTo>
                  <a:pt x="5869" y="16140"/>
                </a:lnTo>
                <a:lnTo>
                  <a:pt x="5833" y="15993"/>
                </a:lnTo>
                <a:close/>
                <a:moveTo>
                  <a:pt x="11298" y="15260"/>
                </a:moveTo>
                <a:lnTo>
                  <a:pt x="11298" y="15443"/>
                </a:lnTo>
                <a:lnTo>
                  <a:pt x="11225" y="15957"/>
                </a:lnTo>
                <a:lnTo>
                  <a:pt x="11225" y="16030"/>
                </a:lnTo>
                <a:lnTo>
                  <a:pt x="11261" y="16067"/>
                </a:lnTo>
                <a:lnTo>
                  <a:pt x="10088" y="17387"/>
                </a:lnTo>
                <a:lnTo>
                  <a:pt x="10088" y="17130"/>
                </a:lnTo>
                <a:lnTo>
                  <a:pt x="10088" y="16984"/>
                </a:lnTo>
                <a:lnTo>
                  <a:pt x="10308" y="16653"/>
                </a:lnTo>
                <a:lnTo>
                  <a:pt x="10821" y="15920"/>
                </a:lnTo>
                <a:lnTo>
                  <a:pt x="10785" y="16067"/>
                </a:lnTo>
                <a:lnTo>
                  <a:pt x="10711" y="16287"/>
                </a:lnTo>
                <a:lnTo>
                  <a:pt x="10711" y="16397"/>
                </a:lnTo>
                <a:lnTo>
                  <a:pt x="10711" y="16507"/>
                </a:lnTo>
                <a:lnTo>
                  <a:pt x="10748" y="16543"/>
                </a:lnTo>
                <a:lnTo>
                  <a:pt x="10785" y="16543"/>
                </a:lnTo>
                <a:lnTo>
                  <a:pt x="10895" y="16470"/>
                </a:lnTo>
                <a:lnTo>
                  <a:pt x="10968" y="16360"/>
                </a:lnTo>
                <a:lnTo>
                  <a:pt x="11005" y="16103"/>
                </a:lnTo>
                <a:lnTo>
                  <a:pt x="11005" y="15663"/>
                </a:lnTo>
                <a:lnTo>
                  <a:pt x="11225" y="15370"/>
                </a:lnTo>
                <a:lnTo>
                  <a:pt x="11298" y="15260"/>
                </a:lnTo>
                <a:close/>
                <a:moveTo>
                  <a:pt x="6566" y="16580"/>
                </a:moveTo>
                <a:lnTo>
                  <a:pt x="7006" y="17020"/>
                </a:lnTo>
                <a:lnTo>
                  <a:pt x="7006" y="17240"/>
                </a:lnTo>
                <a:lnTo>
                  <a:pt x="7006" y="17460"/>
                </a:lnTo>
                <a:lnTo>
                  <a:pt x="6896" y="17350"/>
                </a:lnTo>
                <a:lnTo>
                  <a:pt x="6640" y="17130"/>
                </a:lnTo>
                <a:lnTo>
                  <a:pt x="6640" y="17020"/>
                </a:lnTo>
                <a:lnTo>
                  <a:pt x="6603" y="16800"/>
                </a:lnTo>
                <a:lnTo>
                  <a:pt x="6566" y="16580"/>
                </a:lnTo>
                <a:close/>
                <a:moveTo>
                  <a:pt x="9464" y="404"/>
                </a:moveTo>
                <a:lnTo>
                  <a:pt x="9684" y="440"/>
                </a:lnTo>
                <a:lnTo>
                  <a:pt x="9868" y="477"/>
                </a:lnTo>
                <a:lnTo>
                  <a:pt x="10051" y="587"/>
                </a:lnTo>
                <a:lnTo>
                  <a:pt x="10418" y="844"/>
                </a:lnTo>
                <a:lnTo>
                  <a:pt x="10711" y="1064"/>
                </a:lnTo>
                <a:lnTo>
                  <a:pt x="12582" y="2421"/>
                </a:lnTo>
                <a:lnTo>
                  <a:pt x="14489" y="3815"/>
                </a:lnTo>
                <a:lnTo>
                  <a:pt x="15443" y="4512"/>
                </a:lnTo>
                <a:lnTo>
                  <a:pt x="15700" y="4732"/>
                </a:lnTo>
                <a:lnTo>
                  <a:pt x="15847" y="4805"/>
                </a:lnTo>
                <a:lnTo>
                  <a:pt x="15993" y="4879"/>
                </a:lnTo>
                <a:lnTo>
                  <a:pt x="15590" y="5356"/>
                </a:lnTo>
                <a:lnTo>
                  <a:pt x="15223" y="5869"/>
                </a:lnTo>
                <a:lnTo>
                  <a:pt x="15040" y="6089"/>
                </a:lnTo>
                <a:lnTo>
                  <a:pt x="14856" y="6383"/>
                </a:lnTo>
                <a:lnTo>
                  <a:pt x="14783" y="6529"/>
                </a:lnTo>
                <a:lnTo>
                  <a:pt x="14746" y="6639"/>
                </a:lnTo>
                <a:lnTo>
                  <a:pt x="14746" y="6786"/>
                </a:lnTo>
                <a:lnTo>
                  <a:pt x="14856" y="6896"/>
                </a:lnTo>
                <a:lnTo>
                  <a:pt x="14966" y="7006"/>
                </a:lnTo>
                <a:lnTo>
                  <a:pt x="15076" y="7080"/>
                </a:lnTo>
                <a:lnTo>
                  <a:pt x="15370" y="7190"/>
                </a:lnTo>
                <a:lnTo>
                  <a:pt x="15957" y="7300"/>
                </a:lnTo>
                <a:lnTo>
                  <a:pt x="16727" y="7446"/>
                </a:lnTo>
                <a:lnTo>
                  <a:pt x="17021" y="7520"/>
                </a:lnTo>
                <a:lnTo>
                  <a:pt x="16984" y="7593"/>
                </a:lnTo>
                <a:lnTo>
                  <a:pt x="16470" y="8143"/>
                </a:lnTo>
                <a:lnTo>
                  <a:pt x="15993" y="8730"/>
                </a:lnTo>
                <a:lnTo>
                  <a:pt x="15040" y="9904"/>
                </a:lnTo>
                <a:lnTo>
                  <a:pt x="12912" y="12508"/>
                </a:lnTo>
                <a:lnTo>
                  <a:pt x="11848" y="13792"/>
                </a:lnTo>
                <a:lnTo>
                  <a:pt x="10821" y="15113"/>
                </a:lnTo>
                <a:lnTo>
                  <a:pt x="10344" y="15736"/>
                </a:lnTo>
                <a:lnTo>
                  <a:pt x="9904" y="16397"/>
                </a:lnTo>
                <a:lnTo>
                  <a:pt x="9464" y="17057"/>
                </a:lnTo>
                <a:lnTo>
                  <a:pt x="9317" y="17277"/>
                </a:lnTo>
                <a:lnTo>
                  <a:pt x="9207" y="17497"/>
                </a:lnTo>
                <a:lnTo>
                  <a:pt x="8987" y="17387"/>
                </a:lnTo>
                <a:lnTo>
                  <a:pt x="8767" y="17350"/>
                </a:lnTo>
                <a:lnTo>
                  <a:pt x="8290" y="17204"/>
                </a:lnTo>
                <a:lnTo>
                  <a:pt x="7997" y="17094"/>
                </a:lnTo>
                <a:lnTo>
                  <a:pt x="7740" y="16910"/>
                </a:lnTo>
                <a:lnTo>
                  <a:pt x="7483" y="16727"/>
                </a:lnTo>
                <a:lnTo>
                  <a:pt x="7227" y="16507"/>
                </a:lnTo>
                <a:lnTo>
                  <a:pt x="6750" y="16067"/>
                </a:lnTo>
                <a:lnTo>
                  <a:pt x="6273" y="15663"/>
                </a:lnTo>
                <a:lnTo>
                  <a:pt x="5723" y="15296"/>
                </a:lnTo>
                <a:lnTo>
                  <a:pt x="5209" y="14929"/>
                </a:lnTo>
                <a:lnTo>
                  <a:pt x="3045" y="13462"/>
                </a:lnTo>
                <a:lnTo>
                  <a:pt x="1908" y="12619"/>
                </a:lnTo>
                <a:lnTo>
                  <a:pt x="1321" y="12215"/>
                </a:lnTo>
                <a:lnTo>
                  <a:pt x="697" y="11848"/>
                </a:lnTo>
                <a:lnTo>
                  <a:pt x="624" y="11812"/>
                </a:lnTo>
                <a:lnTo>
                  <a:pt x="1614" y="10381"/>
                </a:lnTo>
                <a:lnTo>
                  <a:pt x="2641" y="8950"/>
                </a:lnTo>
                <a:lnTo>
                  <a:pt x="3668" y="7556"/>
                </a:lnTo>
                <a:lnTo>
                  <a:pt x="4732" y="6163"/>
                </a:lnTo>
                <a:lnTo>
                  <a:pt x="6970" y="3338"/>
                </a:lnTo>
                <a:lnTo>
                  <a:pt x="8144" y="1944"/>
                </a:lnTo>
                <a:lnTo>
                  <a:pt x="8730" y="1284"/>
                </a:lnTo>
                <a:lnTo>
                  <a:pt x="9244" y="550"/>
                </a:lnTo>
                <a:lnTo>
                  <a:pt x="9281" y="477"/>
                </a:lnTo>
                <a:lnTo>
                  <a:pt x="9281" y="404"/>
                </a:lnTo>
                <a:close/>
                <a:moveTo>
                  <a:pt x="7227" y="17204"/>
                </a:moveTo>
                <a:lnTo>
                  <a:pt x="7667" y="17460"/>
                </a:lnTo>
                <a:lnTo>
                  <a:pt x="8107" y="17681"/>
                </a:lnTo>
                <a:lnTo>
                  <a:pt x="8070" y="17937"/>
                </a:lnTo>
                <a:lnTo>
                  <a:pt x="8107" y="18194"/>
                </a:lnTo>
                <a:lnTo>
                  <a:pt x="7850" y="18084"/>
                </a:lnTo>
                <a:lnTo>
                  <a:pt x="7447" y="17791"/>
                </a:lnTo>
                <a:lnTo>
                  <a:pt x="7410" y="17644"/>
                </a:lnTo>
                <a:lnTo>
                  <a:pt x="7337" y="17497"/>
                </a:lnTo>
                <a:lnTo>
                  <a:pt x="7227" y="17204"/>
                </a:lnTo>
                <a:close/>
                <a:moveTo>
                  <a:pt x="9831" y="17460"/>
                </a:moveTo>
                <a:lnTo>
                  <a:pt x="9868" y="17534"/>
                </a:lnTo>
                <a:lnTo>
                  <a:pt x="9904" y="17571"/>
                </a:lnTo>
                <a:lnTo>
                  <a:pt x="9464" y="18084"/>
                </a:lnTo>
                <a:lnTo>
                  <a:pt x="9207" y="18341"/>
                </a:lnTo>
                <a:lnTo>
                  <a:pt x="9171" y="18231"/>
                </a:lnTo>
                <a:lnTo>
                  <a:pt x="9134" y="18121"/>
                </a:lnTo>
                <a:lnTo>
                  <a:pt x="9134" y="17974"/>
                </a:lnTo>
                <a:lnTo>
                  <a:pt x="9317" y="17974"/>
                </a:lnTo>
                <a:lnTo>
                  <a:pt x="9317" y="17937"/>
                </a:lnTo>
                <a:lnTo>
                  <a:pt x="9391" y="17937"/>
                </a:lnTo>
                <a:lnTo>
                  <a:pt x="9464" y="17901"/>
                </a:lnTo>
                <a:lnTo>
                  <a:pt x="9574" y="17827"/>
                </a:lnTo>
                <a:lnTo>
                  <a:pt x="9647" y="17681"/>
                </a:lnTo>
                <a:lnTo>
                  <a:pt x="9794" y="17460"/>
                </a:lnTo>
                <a:close/>
                <a:moveTo>
                  <a:pt x="9464" y="0"/>
                </a:moveTo>
                <a:lnTo>
                  <a:pt x="9281" y="37"/>
                </a:lnTo>
                <a:lnTo>
                  <a:pt x="9134" y="110"/>
                </a:lnTo>
                <a:lnTo>
                  <a:pt x="9024" y="147"/>
                </a:lnTo>
                <a:lnTo>
                  <a:pt x="8951" y="257"/>
                </a:lnTo>
                <a:lnTo>
                  <a:pt x="8914" y="294"/>
                </a:lnTo>
                <a:lnTo>
                  <a:pt x="8914" y="330"/>
                </a:lnTo>
                <a:lnTo>
                  <a:pt x="8327" y="954"/>
                </a:lnTo>
                <a:lnTo>
                  <a:pt x="7740" y="1614"/>
                </a:lnTo>
                <a:lnTo>
                  <a:pt x="6640" y="2971"/>
                </a:lnTo>
                <a:lnTo>
                  <a:pt x="5502" y="4365"/>
                </a:lnTo>
                <a:lnTo>
                  <a:pt x="4402" y="5759"/>
                </a:lnTo>
                <a:lnTo>
                  <a:pt x="2421" y="8400"/>
                </a:lnTo>
                <a:lnTo>
                  <a:pt x="477" y="11041"/>
                </a:lnTo>
                <a:lnTo>
                  <a:pt x="330" y="11261"/>
                </a:lnTo>
                <a:lnTo>
                  <a:pt x="37" y="11701"/>
                </a:lnTo>
                <a:lnTo>
                  <a:pt x="0" y="11775"/>
                </a:lnTo>
                <a:lnTo>
                  <a:pt x="0" y="11885"/>
                </a:lnTo>
                <a:lnTo>
                  <a:pt x="37" y="11958"/>
                </a:lnTo>
                <a:lnTo>
                  <a:pt x="74" y="12032"/>
                </a:lnTo>
                <a:lnTo>
                  <a:pt x="147" y="12068"/>
                </a:lnTo>
                <a:lnTo>
                  <a:pt x="220" y="12105"/>
                </a:lnTo>
                <a:lnTo>
                  <a:pt x="294" y="12105"/>
                </a:lnTo>
                <a:lnTo>
                  <a:pt x="404" y="12068"/>
                </a:lnTo>
                <a:lnTo>
                  <a:pt x="440" y="12142"/>
                </a:lnTo>
                <a:lnTo>
                  <a:pt x="697" y="12398"/>
                </a:lnTo>
                <a:lnTo>
                  <a:pt x="587" y="12508"/>
                </a:lnTo>
                <a:lnTo>
                  <a:pt x="514" y="12655"/>
                </a:lnTo>
                <a:lnTo>
                  <a:pt x="440" y="12802"/>
                </a:lnTo>
                <a:lnTo>
                  <a:pt x="404" y="12949"/>
                </a:lnTo>
                <a:lnTo>
                  <a:pt x="404" y="13022"/>
                </a:lnTo>
                <a:lnTo>
                  <a:pt x="440" y="13059"/>
                </a:lnTo>
                <a:lnTo>
                  <a:pt x="514" y="13095"/>
                </a:lnTo>
                <a:lnTo>
                  <a:pt x="550" y="13095"/>
                </a:lnTo>
                <a:lnTo>
                  <a:pt x="624" y="13205"/>
                </a:lnTo>
                <a:lnTo>
                  <a:pt x="697" y="13315"/>
                </a:lnTo>
                <a:lnTo>
                  <a:pt x="881" y="13462"/>
                </a:lnTo>
                <a:lnTo>
                  <a:pt x="1284" y="13719"/>
                </a:lnTo>
                <a:lnTo>
                  <a:pt x="2385" y="14416"/>
                </a:lnTo>
                <a:lnTo>
                  <a:pt x="3558" y="15223"/>
                </a:lnTo>
                <a:lnTo>
                  <a:pt x="4659" y="16103"/>
                </a:lnTo>
                <a:lnTo>
                  <a:pt x="6420" y="17534"/>
                </a:lnTo>
                <a:lnTo>
                  <a:pt x="6420" y="17571"/>
                </a:lnTo>
                <a:lnTo>
                  <a:pt x="6493" y="17644"/>
                </a:lnTo>
                <a:lnTo>
                  <a:pt x="6566" y="17644"/>
                </a:lnTo>
                <a:lnTo>
                  <a:pt x="6823" y="17864"/>
                </a:lnTo>
                <a:lnTo>
                  <a:pt x="7300" y="18231"/>
                </a:lnTo>
                <a:lnTo>
                  <a:pt x="7777" y="18561"/>
                </a:lnTo>
                <a:lnTo>
                  <a:pt x="8034" y="18671"/>
                </a:lnTo>
                <a:lnTo>
                  <a:pt x="8254" y="18781"/>
                </a:lnTo>
                <a:lnTo>
                  <a:pt x="8510" y="18854"/>
                </a:lnTo>
                <a:lnTo>
                  <a:pt x="8620" y="18854"/>
                </a:lnTo>
                <a:lnTo>
                  <a:pt x="8767" y="18818"/>
                </a:lnTo>
                <a:lnTo>
                  <a:pt x="8804" y="18744"/>
                </a:lnTo>
                <a:lnTo>
                  <a:pt x="8840" y="18708"/>
                </a:lnTo>
                <a:lnTo>
                  <a:pt x="8840" y="18634"/>
                </a:lnTo>
                <a:lnTo>
                  <a:pt x="8804" y="18561"/>
                </a:lnTo>
                <a:lnTo>
                  <a:pt x="8730" y="18488"/>
                </a:lnTo>
                <a:lnTo>
                  <a:pt x="8620" y="18414"/>
                </a:lnTo>
                <a:lnTo>
                  <a:pt x="8437" y="18341"/>
                </a:lnTo>
                <a:lnTo>
                  <a:pt x="8400" y="18341"/>
                </a:lnTo>
                <a:lnTo>
                  <a:pt x="8400" y="18157"/>
                </a:lnTo>
                <a:lnTo>
                  <a:pt x="8400" y="17974"/>
                </a:lnTo>
                <a:lnTo>
                  <a:pt x="8364" y="17791"/>
                </a:lnTo>
                <a:lnTo>
                  <a:pt x="8620" y="17864"/>
                </a:lnTo>
                <a:lnTo>
                  <a:pt x="8951" y="17937"/>
                </a:lnTo>
                <a:lnTo>
                  <a:pt x="8877" y="18121"/>
                </a:lnTo>
                <a:lnTo>
                  <a:pt x="8877" y="18267"/>
                </a:lnTo>
                <a:lnTo>
                  <a:pt x="8914" y="18451"/>
                </a:lnTo>
                <a:lnTo>
                  <a:pt x="8987" y="18598"/>
                </a:lnTo>
                <a:lnTo>
                  <a:pt x="8877" y="18781"/>
                </a:lnTo>
                <a:lnTo>
                  <a:pt x="8877" y="18854"/>
                </a:lnTo>
                <a:lnTo>
                  <a:pt x="8914" y="18964"/>
                </a:lnTo>
                <a:lnTo>
                  <a:pt x="9024" y="19001"/>
                </a:lnTo>
                <a:lnTo>
                  <a:pt x="9097" y="18964"/>
                </a:lnTo>
                <a:lnTo>
                  <a:pt x="9281" y="18854"/>
                </a:lnTo>
                <a:lnTo>
                  <a:pt x="9427" y="18708"/>
                </a:lnTo>
                <a:lnTo>
                  <a:pt x="9721" y="18414"/>
                </a:lnTo>
                <a:lnTo>
                  <a:pt x="10344" y="17717"/>
                </a:lnTo>
                <a:lnTo>
                  <a:pt x="11555" y="16397"/>
                </a:lnTo>
                <a:lnTo>
                  <a:pt x="12802" y="14929"/>
                </a:lnTo>
                <a:lnTo>
                  <a:pt x="14013" y="13462"/>
                </a:lnTo>
                <a:lnTo>
                  <a:pt x="15150" y="11958"/>
                </a:lnTo>
                <a:lnTo>
                  <a:pt x="16214" y="10454"/>
                </a:lnTo>
                <a:lnTo>
                  <a:pt x="17314" y="8950"/>
                </a:lnTo>
                <a:lnTo>
                  <a:pt x="17791" y="8253"/>
                </a:lnTo>
                <a:lnTo>
                  <a:pt x="18011" y="7887"/>
                </a:lnTo>
                <a:lnTo>
                  <a:pt x="18231" y="7483"/>
                </a:lnTo>
                <a:lnTo>
                  <a:pt x="18304" y="7483"/>
                </a:lnTo>
                <a:lnTo>
                  <a:pt x="18341" y="7446"/>
                </a:lnTo>
                <a:lnTo>
                  <a:pt x="18378" y="7373"/>
                </a:lnTo>
                <a:lnTo>
                  <a:pt x="18378" y="7300"/>
                </a:lnTo>
                <a:lnTo>
                  <a:pt x="18268" y="7080"/>
                </a:lnTo>
                <a:lnTo>
                  <a:pt x="18158" y="6860"/>
                </a:lnTo>
                <a:lnTo>
                  <a:pt x="17828" y="6493"/>
                </a:lnTo>
                <a:lnTo>
                  <a:pt x="17644" y="6346"/>
                </a:lnTo>
                <a:lnTo>
                  <a:pt x="17424" y="6199"/>
                </a:lnTo>
                <a:lnTo>
                  <a:pt x="17277" y="6126"/>
                </a:lnTo>
                <a:lnTo>
                  <a:pt x="17131" y="6089"/>
                </a:lnTo>
                <a:lnTo>
                  <a:pt x="16910" y="5576"/>
                </a:lnTo>
                <a:lnTo>
                  <a:pt x="16837" y="5319"/>
                </a:lnTo>
                <a:lnTo>
                  <a:pt x="16800" y="5062"/>
                </a:lnTo>
                <a:lnTo>
                  <a:pt x="16800" y="4915"/>
                </a:lnTo>
                <a:lnTo>
                  <a:pt x="16727" y="4769"/>
                </a:lnTo>
                <a:lnTo>
                  <a:pt x="16654" y="4695"/>
                </a:lnTo>
                <a:lnTo>
                  <a:pt x="16470" y="4695"/>
                </a:lnTo>
                <a:lnTo>
                  <a:pt x="16397" y="4732"/>
                </a:lnTo>
                <a:lnTo>
                  <a:pt x="16360" y="4769"/>
                </a:lnTo>
                <a:lnTo>
                  <a:pt x="16397" y="4842"/>
                </a:lnTo>
                <a:lnTo>
                  <a:pt x="16434" y="4879"/>
                </a:lnTo>
                <a:lnTo>
                  <a:pt x="16434" y="4915"/>
                </a:lnTo>
                <a:lnTo>
                  <a:pt x="16434" y="5099"/>
                </a:lnTo>
                <a:lnTo>
                  <a:pt x="16434" y="5356"/>
                </a:lnTo>
                <a:lnTo>
                  <a:pt x="16470" y="5539"/>
                </a:lnTo>
                <a:lnTo>
                  <a:pt x="16544" y="5759"/>
                </a:lnTo>
                <a:lnTo>
                  <a:pt x="16690" y="6126"/>
                </a:lnTo>
                <a:lnTo>
                  <a:pt x="16984" y="7006"/>
                </a:lnTo>
                <a:lnTo>
                  <a:pt x="17021" y="7080"/>
                </a:lnTo>
                <a:lnTo>
                  <a:pt x="16544" y="6970"/>
                </a:lnTo>
                <a:lnTo>
                  <a:pt x="15920" y="6860"/>
                </a:lnTo>
                <a:lnTo>
                  <a:pt x="15296" y="6713"/>
                </a:lnTo>
                <a:lnTo>
                  <a:pt x="15186" y="6639"/>
                </a:lnTo>
                <a:lnTo>
                  <a:pt x="15223" y="6603"/>
                </a:lnTo>
                <a:lnTo>
                  <a:pt x="15333" y="6419"/>
                </a:lnTo>
                <a:lnTo>
                  <a:pt x="15700" y="5906"/>
                </a:lnTo>
                <a:lnTo>
                  <a:pt x="16030" y="5392"/>
                </a:lnTo>
                <a:lnTo>
                  <a:pt x="16287" y="4915"/>
                </a:lnTo>
                <a:lnTo>
                  <a:pt x="16360" y="4842"/>
                </a:lnTo>
                <a:lnTo>
                  <a:pt x="16360" y="4732"/>
                </a:lnTo>
                <a:lnTo>
                  <a:pt x="16324" y="4622"/>
                </a:lnTo>
                <a:lnTo>
                  <a:pt x="16250" y="4512"/>
                </a:lnTo>
                <a:lnTo>
                  <a:pt x="16067" y="4329"/>
                </a:lnTo>
                <a:lnTo>
                  <a:pt x="15590" y="4035"/>
                </a:lnTo>
                <a:lnTo>
                  <a:pt x="14526" y="3265"/>
                </a:lnTo>
                <a:lnTo>
                  <a:pt x="12435" y="1724"/>
                </a:lnTo>
                <a:lnTo>
                  <a:pt x="11445" y="1027"/>
                </a:lnTo>
                <a:lnTo>
                  <a:pt x="10454" y="330"/>
                </a:lnTo>
                <a:lnTo>
                  <a:pt x="10124" y="147"/>
                </a:lnTo>
                <a:lnTo>
                  <a:pt x="9794" y="37"/>
                </a:lnTo>
                <a:lnTo>
                  <a:pt x="9611" y="0"/>
                </a:lnTo>
                <a:close/>
              </a:path>
            </a:pathLst>
          </a:custGeom>
          <a:solidFill>
            <a:srgbClr val="3C78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3" name="Google Shape;203;p3"/>
          <p:cNvSpPr/>
          <p:nvPr/>
        </p:nvSpPr>
        <p:spPr>
          <a:xfrm>
            <a:off x="7334739" y="6076801"/>
            <a:ext cx="672893" cy="534169"/>
          </a:xfrm>
          <a:custGeom>
            <a:avLst/>
            <a:gdLst/>
            <a:ahLst/>
            <a:cxnLst/>
            <a:rect l="l" t="t" r="r" b="b"/>
            <a:pathLst>
              <a:path w="17792" h="14124" extrusionOk="0">
                <a:moveTo>
                  <a:pt x="10565" y="2275"/>
                </a:moveTo>
                <a:lnTo>
                  <a:pt x="10785" y="2312"/>
                </a:lnTo>
                <a:lnTo>
                  <a:pt x="11189" y="2422"/>
                </a:lnTo>
                <a:lnTo>
                  <a:pt x="11555" y="2605"/>
                </a:lnTo>
                <a:lnTo>
                  <a:pt x="11445" y="2605"/>
                </a:lnTo>
                <a:lnTo>
                  <a:pt x="10638" y="2899"/>
                </a:lnTo>
                <a:lnTo>
                  <a:pt x="9868" y="3192"/>
                </a:lnTo>
                <a:lnTo>
                  <a:pt x="9245" y="3449"/>
                </a:lnTo>
                <a:lnTo>
                  <a:pt x="8584" y="3706"/>
                </a:lnTo>
                <a:lnTo>
                  <a:pt x="7961" y="4036"/>
                </a:lnTo>
                <a:lnTo>
                  <a:pt x="7667" y="4219"/>
                </a:lnTo>
                <a:lnTo>
                  <a:pt x="7410" y="4439"/>
                </a:lnTo>
                <a:lnTo>
                  <a:pt x="7631" y="4073"/>
                </a:lnTo>
                <a:lnTo>
                  <a:pt x="7887" y="3743"/>
                </a:lnTo>
                <a:lnTo>
                  <a:pt x="8144" y="3412"/>
                </a:lnTo>
                <a:lnTo>
                  <a:pt x="8438" y="3156"/>
                </a:lnTo>
                <a:lnTo>
                  <a:pt x="8768" y="2899"/>
                </a:lnTo>
                <a:lnTo>
                  <a:pt x="9098" y="2679"/>
                </a:lnTo>
                <a:lnTo>
                  <a:pt x="9501" y="2495"/>
                </a:lnTo>
                <a:lnTo>
                  <a:pt x="9905" y="2349"/>
                </a:lnTo>
                <a:lnTo>
                  <a:pt x="10125" y="2312"/>
                </a:lnTo>
                <a:lnTo>
                  <a:pt x="10345" y="2275"/>
                </a:lnTo>
                <a:close/>
                <a:moveTo>
                  <a:pt x="1285" y="2129"/>
                </a:moveTo>
                <a:lnTo>
                  <a:pt x="1248" y="2165"/>
                </a:lnTo>
                <a:lnTo>
                  <a:pt x="1101" y="2275"/>
                </a:lnTo>
                <a:lnTo>
                  <a:pt x="991" y="2422"/>
                </a:lnTo>
                <a:lnTo>
                  <a:pt x="808" y="2715"/>
                </a:lnTo>
                <a:lnTo>
                  <a:pt x="588" y="2605"/>
                </a:lnTo>
                <a:lnTo>
                  <a:pt x="441" y="2422"/>
                </a:lnTo>
                <a:lnTo>
                  <a:pt x="258" y="2239"/>
                </a:lnTo>
                <a:lnTo>
                  <a:pt x="184" y="2202"/>
                </a:lnTo>
                <a:lnTo>
                  <a:pt x="111" y="2202"/>
                </a:lnTo>
                <a:lnTo>
                  <a:pt x="37" y="2239"/>
                </a:lnTo>
                <a:lnTo>
                  <a:pt x="1" y="2312"/>
                </a:lnTo>
                <a:lnTo>
                  <a:pt x="1" y="2495"/>
                </a:lnTo>
                <a:lnTo>
                  <a:pt x="74" y="2642"/>
                </a:lnTo>
                <a:lnTo>
                  <a:pt x="147" y="2789"/>
                </a:lnTo>
                <a:lnTo>
                  <a:pt x="258" y="2936"/>
                </a:lnTo>
                <a:lnTo>
                  <a:pt x="404" y="3046"/>
                </a:lnTo>
                <a:lnTo>
                  <a:pt x="588" y="3119"/>
                </a:lnTo>
                <a:lnTo>
                  <a:pt x="294" y="3706"/>
                </a:lnTo>
                <a:lnTo>
                  <a:pt x="74" y="4293"/>
                </a:lnTo>
                <a:lnTo>
                  <a:pt x="74" y="4403"/>
                </a:lnTo>
                <a:lnTo>
                  <a:pt x="74" y="4476"/>
                </a:lnTo>
                <a:lnTo>
                  <a:pt x="147" y="4549"/>
                </a:lnTo>
                <a:lnTo>
                  <a:pt x="221" y="4586"/>
                </a:lnTo>
                <a:lnTo>
                  <a:pt x="294" y="4623"/>
                </a:lnTo>
                <a:lnTo>
                  <a:pt x="368" y="4586"/>
                </a:lnTo>
                <a:lnTo>
                  <a:pt x="441" y="4549"/>
                </a:lnTo>
                <a:lnTo>
                  <a:pt x="514" y="4476"/>
                </a:lnTo>
                <a:lnTo>
                  <a:pt x="991" y="3339"/>
                </a:lnTo>
                <a:lnTo>
                  <a:pt x="1248" y="2789"/>
                </a:lnTo>
                <a:lnTo>
                  <a:pt x="1321" y="2495"/>
                </a:lnTo>
                <a:lnTo>
                  <a:pt x="1395" y="2202"/>
                </a:lnTo>
                <a:lnTo>
                  <a:pt x="1358" y="2165"/>
                </a:lnTo>
                <a:lnTo>
                  <a:pt x="1321" y="2129"/>
                </a:lnTo>
                <a:close/>
                <a:moveTo>
                  <a:pt x="11702" y="2715"/>
                </a:moveTo>
                <a:lnTo>
                  <a:pt x="11959" y="2936"/>
                </a:lnTo>
                <a:lnTo>
                  <a:pt x="12142" y="3156"/>
                </a:lnTo>
                <a:lnTo>
                  <a:pt x="12216" y="3266"/>
                </a:lnTo>
                <a:lnTo>
                  <a:pt x="11812" y="3412"/>
                </a:lnTo>
                <a:lnTo>
                  <a:pt x="11445" y="3559"/>
                </a:lnTo>
                <a:lnTo>
                  <a:pt x="9758" y="4183"/>
                </a:lnTo>
                <a:lnTo>
                  <a:pt x="8254" y="4770"/>
                </a:lnTo>
                <a:lnTo>
                  <a:pt x="7484" y="5100"/>
                </a:lnTo>
                <a:lnTo>
                  <a:pt x="7117" y="5283"/>
                </a:lnTo>
                <a:lnTo>
                  <a:pt x="6787" y="5503"/>
                </a:lnTo>
                <a:lnTo>
                  <a:pt x="7337" y="4549"/>
                </a:lnTo>
                <a:lnTo>
                  <a:pt x="7374" y="4549"/>
                </a:lnTo>
                <a:lnTo>
                  <a:pt x="8364" y="4073"/>
                </a:lnTo>
                <a:lnTo>
                  <a:pt x="9355" y="3632"/>
                </a:lnTo>
                <a:lnTo>
                  <a:pt x="11409" y="2862"/>
                </a:lnTo>
                <a:lnTo>
                  <a:pt x="11445" y="2936"/>
                </a:lnTo>
                <a:lnTo>
                  <a:pt x="11519" y="2972"/>
                </a:lnTo>
                <a:lnTo>
                  <a:pt x="11592" y="3009"/>
                </a:lnTo>
                <a:lnTo>
                  <a:pt x="11666" y="2972"/>
                </a:lnTo>
                <a:lnTo>
                  <a:pt x="11739" y="2899"/>
                </a:lnTo>
                <a:lnTo>
                  <a:pt x="11739" y="2789"/>
                </a:lnTo>
                <a:lnTo>
                  <a:pt x="11702" y="2715"/>
                </a:lnTo>
                <a:close/>
                <a:moveTo>
                  <a:pt x="12326" y="3522"/>
                </a:moveTo>
                <a:lnTo>
                  <a:pt x="12399" y="3596"/>
                </a:lnTo>
                <a:lnTo>
                  <a:pt x="12436" y="3596"/>
                </a:lnTo>
                <a:lnTo>
                  <a:pt x="12583" y="3926"/>
                </a:lnTo>
                <a:lnTo>
                  <a:pt x="12546" y="3926"/>
                </a:lnTo>
                <a:lnTo>
                  <a:pt x="12473" y="3963"/>
                </a:lnTo>
                <a:lnTo>
                  <a:pt x="12289" y="4109"/>
                </a:lnTo>
                <a:lnTo>
                  <a:pt x="12106" y="4219"/>
                </a:lnTo>
                <a:lnTo>
                  <a:pt x="11702" y="4403"/>
                </a:lnTo>
                <a:lnTo>
                  <a:pt x="11262" y="4586"/>
                </a:lnTo>
                <a:lnTo>
                  <a:pt x="10822" y="4733"/>
                </a:lnTo>
                <a:lnTo>
                  <a:pt x="9941" y="5026"/>
                </a:lnTo>
                <a:lnTo>
                  <a:pt x="9061" y="5393"/>
                </a:lnTo>
                <a:lnTo>
                  <a:pt x="8217" y="5723"/>
                </a:lnTo>
                <a:lnTo>
                  <a:pt x="7374" y="6127"/>
                </a:lnTo>
                <a:lnTo>
                  <a:pt x="6750" y="6384"/>
                </a:lnTo>
                <a:lnTo>
                  <a:pt x="6420" y="6567"/>
                </a:lnTo>
                <a:lnTo>
                  <a:pt x="6090" y="6750"/>
                </a:lnTo>
                <a:lnTo>
                  <a:pt x="6310" y="6384"/>
                </a:lnTo>
                <a:lnTo>
                  <a:pt x="6677" y="5650"/>
                </a:lnTo>
                <a:lnTo>
                  <a:pt x="7410" y="5467"/>
                </a:lnTo>
                <a:lnTo>
                  <a:pt x="8107" y="5173"/>
                </a:lnTo>
                <a:lnTo>
                  <a:pt x="9465" y="4623"/>
                </a:lnTo>
                <a:lnTo>
                  <a:pt x="10932" y="4073"/>
                </a:lnTo>
                <a:lnTo>
                  <a:pt x="11629" y="3816"/>
                </a:lnTo>
                <a:lnTo>
                  <a:pt x="12326" y="3522"/>
                </a:lnTo>
                <a:close/>
                <a:moveTo>
                  <a:pt x="5100" y="8401"/>
                </a:moveTo>
                <a:lnTo>
                  <a:pt x="4989" y="8438"/>
                </a:lnTo>
                <a:lnTo>
                  <a:pt x="4953" y="8474"/>
                </a:lnTo>
                <a:lnTo>
                  <a:pt x="4953" y="8511"/>
                </a:lnTo>
                <a:lnTo>
                  <a:pt x="4916" y="8768"/>
                </a:lnTo>
                <a:lnTo>
                  <a:pt x="4879" y="8988"/>
                </a:lnTo>
                <a:lnTo>
                  <a:pt x="4879" y="9245"/>
                </a:lnTo>
                <a:lnTo>
                  <a:pt x="4916" y="9355"/>
                </a:lnTo>
                <a:lnTo>
                  <a:pt x="4989" y="9465"/>
                </a:lnTo>
                <a:lnTo>
                  <a:pt x="5026" y="9501"/>
                </a:lnTo>
                <a:lnTo>
                  <a:pt x="5173" y="9501"/>
                </a:lnTo>
                <a:lnTo>
                  <a:pt x="5210" y="9465"/>
                </a:lnTo>
                <a:lnTo>
                  <a:pt x="5283" y="9391"/>
                </a:lnTo>
                <a:lnTo>
                  <a:pt x="5320" y="9281"/>
                </a:lnTo>
                <a:lnTo>
                  <a:pt x="5320" y="9061"/>
                </a:lnTo>
                <a:lnTo>
                  <a:pt x="5320" y="8768"/>
                </a:lnTo>
                <a:lnTo>
                  <a:pt x="5283" y="8511"/>
                </a:lnTo>
                <a:lnTo>
                  <a:pt x="5246" y="8474"/>
                </a:lnTo>
                <a:lnTo>
                  <a:pt x="5210" y="8438"/>
                </a:lnTo>
                <a:lnTo>
                  <a:pt x="5100" y="8401"/>
                </a:lnTo>
                <a:close/>
                <a:moveTo>
                  <a:pt x="5210" y="9685"/>
                </a:moveTo>
                <a:lnTo>
                  <a:pt x="5136" y="9722"/>
                </a:lnTo>
                <a:lnTo>
                  <a:pt x="5063" y="9758"/>
                </a:lnTo>
                <a:lnTo>
                  <a:pt x="5026" y="9795"/>
                </a:lnTo>
                <a:lnTo>
                  <a:pt x="4989" y="9905"/>
                </a:lnTo>
                <a:lnTo>
                  <a:pt x="4989" y="9978"/>
                </a:lnTo>
                <a:lnTo>
                  <a:pt x="4916" y="10308"/>
                </a:lnTo>
                <a:lnTo>
                  <a:pt x="4916" y="10639"/>
                </a:lnTo>
                <a:lnTo>
                  <a:pt x="4953" y="10749"/>
                </a:lnTo>
                <a:lnTo>
                  <a:pt x="4989" y="10785"/>
                </a:lnTo>
                <a:lnTo>
                  <a:pt x="5063" y="10822"/>
                </a:lnTo>
                <a:lnTo>
                  <a:pt x="5173" y="10822"/>
                </a:lnTo>
                <a:lnTo>
                  <a:pt x="5246" y="10785"/>
                </a:lnTo>
                <a:lnTo>
                  <a:pt x="5283" y="10749"/>
                </a:lnTo>
                <a:lnTo>
                  <a:pt x="5283" y="10639"/>
                </a:lnTo>
                <a:lnTo>
                  <a:pt x="5283" y="10272"/>
                </a:lnTo>
                <a:lnTo>
                  <a:pt x="5356" y="9905"/>
                </a:lnTo>
                <a:lnTo>
                  <a:pt x="5356" y="9832"/>
                </a:lnTo>
                <a:lnTo>
                  <a:pt x="5320" y="9758"/>
                </a:lnTo>
                <a:lnTo>
                  <a:pt x="5283" y="9722"/>
                </a:lnTo>
                <a:lnTo>
                  <a:pt x="5210" y="9685"/>
                </a:lnTo>
                <a:close/>
                <a:moveTo>
                  <a:pt x="14600" y="9501"/>
                </a:moveTo>
                <a:lnTo>
                  <a:pt x="14563" y="9575"/>
                </a:lnTo>
                <a:lnTo>
                  <a:pt x="14490" y="9868"/>
                </a:lnTo>
                <a:lnTo>
                  <a:pt x="14417" y="10125"/>
                </a:lnTo>
                <a:lnTo>
                  <a:pt x="14380" y="10712"/>
                </a:lnTo>
                <a:lnTo>
                  <a:pt x="14417" y="10785"/>
                </a:lnTo>
                <a:lnTo>
                  <a:pt x="14453" y="10859"/>
                </a:lnTo>
                <a:lnTo>
                  <a:pt x="14527" y="10895"/>
                </a:lnTo>
                <a:lnTo>
                  <a:pt x="14600" y="10932"/>
                </a:lnTo>
                <a:lnTo>
                  <a:pt x="14673" y="10932"/>
                </a:lnTo>
                <a:lnTo>
                  <a:pt x="14747" y="10895"/>
                </a:lnTo>
                <a:lnTo>
                  <a:pt x="14783" y="10859"/>
                </a:lnTo>
                <a:lnTo>
                  <a:pt x="14820" y="10785"/>
                </a:lnTo>
                <a:lnTo>
                  <a:pt x="14820" y="10639"/>
                </a:lnTo>
                <a:lnTo>
                  <a:pt x="14820" y="10088"/>
                </a:lnTo>
                <a:lnTo>
                  <a:pt x="14820" y="9832"/>
                </a:lnTo>
                <a:lnTo>
                  <a:pt x="14747" y="9575"/>
                </a:lnTo>
                <a:lnTo>
                  <a:pt x="14710" y="9501"/>
                </a:lnTo>
                <a:close/>
                <a:moveTo>
                  <a:pt x="12729" y="4183"/>
                </a:moveTo>
                <a:lnTo>
                  <a:pt x="12986" y="4880"/>
                </a:lnTo>
                <a:lnTo>
                  <a:pt x="12766" y="4990"/>
                </a:lnTo>
                <a:lnTo>
                  <a:pt x="12509" y="5100"/>
                </a:lnTo>
                <a:lnTo>
                  <a:pt x="12032" y="5320"/>
                </a:lnTo>
                <a:lnTo>
                  <a:pt x="10969" y="5833"/>
                </a:lnTo>
                <a:lnTo>
                  <a:pt x="9978" y="6310"/>
                </a:lnTo>
                <a:lnTo>
                  <a:pt x="8988" y="6714"/>
                </a:lnTo>
                <a:lnTo>
                  <a:pt x="8071" y="7007"/>
                </a:lnTo>
                <a:lnTo>
                  <a:pt x="7117" y="7301"/>
                </a:lnTo>
                <a:lnTo>
                  <a:pt x="6677" y="7484"/>
                </a:lnTo>
                <a:lnTo>
                  <a:pt x="6237" y="7704"/>
                </a:lnTo>
                <a:lnTo>
                  <a:pt x="5796" y="7924"/>
                </a:lnTo>
                <a:lnTo>
                  <a:pt x="5430" y="8218"/>
                </a:lnTo>
                <a:lnTo>
                  <a:pt x="5393" y="8254"/>
                </a:lnTo>
                <a:lnTo>
                  <a:pt x="5393" y="8291"/>
                </a:lnTo>
                <a:lnTo>
                  <a:pt x="5430" y="8328"/>
                </a:lnTo>
                <a:lnTo>
                  <a:pt x="5466" y="8328"/>
                </a:lnTo>
                <a:lnTo>
                  <a:pt x="6420" y="7961"/>
                </a:lnTo>
                <a:lnTo>
                  <a:pt x="7337" y="7594"/>
                </a:lnTo>
                <a:lnTo>
                  <a:pt x="8364" y="7264"/>
                </a:lnTo>
                <a:lnTo>
                  <a:pt x="9391" y="6897"/>
                </a:lnTo>
                <a:lnTo>
                  <a:pt x="10345" y="6530"/>
                </a:lnTo>
                <a:lnTo>
                  <a:pt x="11262" y="6090"/>
                </a:lnTo>
                <a:lnTo>
                  <a:pt x="12326" y="5577"/>
                </a:lnTo>
                <a:lnTo>
                  <a:pt x="12729" y="5393"/>
                </a:lnTo>
                <a:lnTo>
                  <a:pt x="12913" y="5283"/>
                </a:lnTo>
                <a:lnTo>
                  <a:pt x="13133" y="5210"/>
                </a:lnTo>
                <a:lnTo>
                  <a:pt x="13169" y="5356"/>
                </a:lnTo>
                <a:lnTo>
                  <a:pt x="13426" y="5870"/>
                </a:lnTo>
                <a:lnTo>
                  <a:pt x="13390" y="5870"/>
                </a:lnTo>
                <a:lnTo>
                  <a:pt x="13353" y="5797"/>
                </a:lnTo>
                <a:lnTo>
                  <a:pt x="13280" y="5760"/>
                </a:lnTo>
                <a:lnTo>
                  <a:pt x="13206" y="5723"/>
                </a:lnTo>
                <a:lnTo>
                  <a:pt x="13133" y="5760"/>
                </a:lnTo>
                <a:lnTo>
                  <a:pt x="12216" y="6237"/>
                </a:lnTo>
                <a:lnTo>
                  <a:pt x="11299" y="6677"/>
                </a:lnTo>
                <a:lnTo>
                  <a:pt x="10345" y="7081"/>
                </a:lnTo>
                <a:lnTo>
                  <a:pt x="9428" y="7484"/>
                </a:lnTo>
                <a:lnTo>
                  <a:pt x="8474" y="7851"/>
                </a:lnTo>
                <a:lnTo>
                  <a:pt x="7520" y="8181"/>
                </a:lnTo>
                <a:lnTo>
                  <a:pt x="6640" y="8474"/>
                </a:lnTo>
                <a:lnTo>
                  <a:pt x="6163" y="8658"/>
                </a:lnTo>
                <a:lnTo>
                  <a:pt x="5980" y="8768"/>
                </a:lnTo>
                <a:lnTo>
                  <a:pt x="5760" y="8878"/>
                </a:lnTo>
                <a:lnTo>
                  <a:pt x="5760" y="8915"/>
                </a:lnTo>
                <a:lnTo>
                  <a:pt x="5760" y="8951"/>
                </a:lnTo>
                <a:lnTo>
                  <a:pt x="6273" y="8951"/>
                </a:lnTo>
                <a:lnTo>
                  <a:pt x="6713" y="8805"/>
                </a:lnTo>
                <a:lnTo>
                  <a:pt x="7631" y="8511"/>
                </a:lnTo>
                <a:lnTo>
                  <a:pt x="8621" y="8144"/>
                </a:lnTo>
                <a:lnTo>
                  <a:pt x="9611" y="7777"/>
                </a:lnTo>
                <a:lnTo>
                  <a:pt x="10528" y="7411"/>
                </a:lnTo>
                <a:lnTo>
                  <a:pt x="11409" y="7007"/>
                </a:lnTo>
                <a:lnTo>
                  <a:pt x="12289" y="6604"/>
                </a:lnTo>
                <a:lnTo>
                  <a:pt x="13133" y="6163"/>
                </a:lnTo>
                <a:lnTo>
                  <a:pt x="13206" y="6200"/>
                </a:lnTo>
                <a:lnTo>
                  <a:pt x="13316" y="6200"/>
                </a:lnTo>
                <a:lnTo>
                  <a:pt x="13390" y="6163"/>
                </a:lnTo>
                <a:lnTo>
                  <a:pt x="13463" y="6090"/>
                </a:lnTo>
                <a:lnTo>
                  <a:pt x="13500" y="6053"/>
                </a:lnTo>
                <a:lnTo>
                  <a:pt x="13866" y="6714"/>
                </a:lnTo>
                <a:lnTo>
                  <a:pt x="13646" y="6787"/>
                </a:lnTo>
                <a:lnTo>
                  <a:pt x="13463" y="6860"/>
                </a:lnTo>
                <a:lnTo>
                  <a:pt x="12913" y="7081"/>
                </a:lnTo>
                <a:lnTo>
                  <a:pt x="12399" y="7337"/>
                </a:lnTo>
                <a:lnTo>
                  <a:pt x="11225" y="7961"/>
                </a:lnTo>
                <a:lnTo>
                  <a:pt x="10675" y="8254"/>
                </a:lnTo>
                <a:lnTo>
                  <a:pt x="10052" y="8548"/>
                </a:lnTo>
                <a:lnTo>
                  <a:pt x="9428" y="8768"/>
                </a:lnTo>
                <a:lnTo>
                  <a:pt x="8804" y="8951"/>
                </a:lnTo>
                <a:lnTo>
                  <a:pt x="7520" y="9318"/>
                </a:lnTo>
                <a:lnTo>
                  <a:pt x="6200" y="9722"/>
                </a:lnTo>
                <a:lnTo>
                  <a:pt x="5796" y="9868"/>
                </a:lnTo>
                <a:lnTo>
                  <a:pt x="5650" y="10015"/>
                </a:lnTo>
                <a:lnTo>
                  <a:pt x="5576" y="10052"/>
                </a:lnTo>
                <a:lnTo>
                  <a:pt x="5576" y="10015"/>
                </a:lnTo>
                <a:lnTo>
                  <a:pt x="5540" y="9978"/>
                </a:lnTo>
                <a:lnTo>
                  <a:pt x="5540" y="10015"/>
                </a:lnTo>
                <a:lnTo>
                  <a:pt x="5503" y="10088"/>
                </a:lnTo>
                <a:lnTo>
                  <a:pt x="5503" y="10198"/>
                </a:lnTo>
                <a:lnTo>
                  <a:pt x="5540" y="10235"/>
                </a:lnTo>
                <a:lnTo>
                  <a:pt x="5576" y="10235"/>
                </a:lnTo>
                <a:lnTo>
                  <a:pt x="5796" y="10125"/>
                </a:lnTo>
                <a:lnTo>
                  <a:pt x="6017" y="10052"/>
                </a:lnTo>
                <a:lnTo>
                  <a:pt x="6530" y="9942"/>
                </a:lnTo>
                <a:lnTo>
                  <a:pt x="7704" y="9575"/>
                </a:lnTo>
                <a:lnTo>
                  <a:pt x="8878" y="9281"/>
                </a:lnTo>
                <a:lnTo>
                  <a:pt x="9465" y="9098"/>
                </a:lnTo>
                <a:lnTo>
                  <a:pt x="10015" y="8878"/>
                </a:lnTo>
                <a:lnTo>
                  <a:pt x="10528" y="8695"/>
                </a:lnTo>
                <a:lnTo>
                  <a:pt x="11005" y="8438"/>
                </a:lnTo>
                <a:lnTo>
                  <a:pt x="11959" y="7924"/>
                </a:lnTo>
                <a:lnTo>
                  <a:pt x="12473" y="7667"/>
                </a:lnTo>
                <a:lnTo>
                  <a:pt x="12986" y="7411"/>
                </a:lnTo>
                <a:lnTo>
                  <a:pt x="13573" y="7191"/>
                </a:lnTo>
                <a:lnTo>
                  <a:pt x="13756" y="7117"/>
                </a:lnTo>
                <a:lnTo>
                  <a:pt x="14013" y="7044"/>
                </a:lnTo>
                <a:lnTo>
                  <a:pt x="14050" y="7081"/>
                </a:lnTo>
                <a:lnTo>
                  <a:pt x="14160" y="7081"/>
                </a:lnTo>
                <a:lnTo>
                  <a:pt x="14197" y="7191"/>
                </a:lnTo>
                <a:lnTo>
                  <a:pt x="13830" y="7374"/>
                </a:lnTo>
                <a:lnTo>
                  <a:pt x="13500" y="7594"/>
                </a:lnTo>
                <a:lnTo>
                  <a:pt x="12436" y="8218"/>
                </a:lnTo>
                <a:lnTo>
                  <a:pt x="11335" y="8768"/>
                </a:lnTo>
                <a:lnTo>
                  <a:pt x="10198" y="9245"/>
                </a:lnTo>
                <a:lnTo>
                  <a:pt x="9061" y="9685"/>
                </a:lnTo>
                <a:lnTo>
                  <a:pt x="7887" y="10088"/>
                </a:lnTo>
                <a:lnTo>
                  <a:pt x="6750" y="10455"/>
                </a:lnTo>
                <a:lnTo>
                  <a:pt x="6200" y="10639"/>
                </a:lnTo>
                <a:lnTo>
                  <a:pt x="5906" y="10749"/>
                </a:lnTo>
                <a:lnTo>
                  <a:pt x="5650" y="10895"/>
                </a:lnTo>
                <a:lnTo>
                  <a:pt x="5613" y="10932"/>
                </a:lnTo>
                <a:lnTo>
                  <a:pt x="5613" y="10969"/>
                </a:lnTo>
                <a:lnTo>
                  <a:pt x="5613" y="11005"/>
                </a:lnTo>
                <a:lnTo>
                  <a:pt x="5686" y="11042"/>
                </a:lnTo>
                <a:lnTo>
                  <a:pt x="5943" y="11005"/>
                </a:lnTo>
                <a:lnTo>
                  <a:pt x="6200" y="10969"/>
                </a:lnTo>
                <a:lnTo>
                  <a:pt x="6713" y="10822"/>
                </a:lnTo>
                <a:lnTo>
                  <a:pt x="7337" y="10602"/>
                </a:lnTo>
                <a:lnTo>
                  <a:pt x="7961" y="10419"/>
                </a:lnTo>
                <a:lnTo>
                  <a:pt x="9208" y="10015"/>
                </a:lnTo>
                <a:lnTo>
                  <a:pt x="10418" y="9538"/>
                </a:lnTo>
                <a:lnTo>
                  <a:pt x="11445" y="9061"/>
                </a:lnTo>
                <a:lnTo>
                  <a:pt x="12473" y="8584"/>
                </a:lnTo>
                <a:lnTo>
                  <a:pt x="13573" y="7961"/>
                </a:lnTo>
                <a:lnTo>
                  <a:pt x="14013" y="7741"/>
                </a:lnTo>
                <a:lnTo>
                  <a:pt x="14233" y="7594"/>
                </a:lnTo>
                <a:lnTo>
                  <a:pt x="14417" y="7447"/>
                </a:lnTo>
                <a:lnTo>
                  <a:pt x="14527" y="7594"/>
                </a:lnTo>
                <a:lnTo>
                  <a:pt x="14527" y="7631"/>
                </a:lnTo>
                <a:lnTo>
                  <a:pt x="14417" y="7961"/>
                </a:lnTo>
                <a:lnTo>
                  <a:pt x="14417" y="8328"/>
                </a:lnTo>
                <a:lnTo>
                  <a:pt x="14343" y="8254"/>
                </a:lnTo>
                <a:lnTo>
                  <a:pt x="14233" y="8254"/>
                </a:lnTo>
                <a:lnTo>
                  <a:pt x="13830" y="8438"/>
                </a:lnTo>
                <a:lnTo>
                  <a:pt x="13426" y="8658"/>
                </a:lnTo>
                <a:lnTo>
                  <a:pt x="12693" y="9135"/>
                </a:lnTo>
                <a:lnTo>
                  <a:pt x="12252" y="9428"/>
                </a:lnTo>
                <a:lnTo>
                  <a:pt x="11776" y="9685"/>
                </a:lnTo>
                <a:lnTo>
                  <a:pt x="11299" y="9942"/>
                </a:lnTo>
                <a:lnTo>
                  <a:pt x="10822" y="10125"/>
                </a:lnTo>
                <a:lnTo>
                  <a:pt x="8658" y="10822"/>
                </a:lnTo>
                <a:lnTo>
                  <a:pt x="7741" y="11115"/>
                </a:lnTo>
                <a:lnTo>
                  <a:pt x="7300" y="11262"/>
                </a:lnTo>
                <a:lnTo>
                  <a:pt x="6860" y="11446"/>
                </a:lnTo>
                <a:lnTo>
                  <a:pt x="5283" y="11409"/>
                </a:lnTo>
                <a:lnTo>
                  <a:pt x="5246" y="11189"/>
                </a:lnTo>
                <a:lnTo>
                  <a:pt x="5173" y="11115"/>
                </a:lnTo>
                <a:lnTo>
                  <a:pt x="5026" y="11115"/>
                </a:lnTo>
                <a:lnTo>
                  <a:pt x="4989" y="11189"/>
                </a:lnTo>
                <a:lnTo>
                  <a:pt x="4953" y="11409"/>
                </a:lnTo>
                <a:lnTo>
                  <a:pt x="4182" y="11336"/>
                </a:lnTo>
                <a:lnTo>
                  <a:pt x="3816" y="11336"/>
                </a:lnTo>
                <a:lnTo>
                  <a:pt x="3412" y="11372"/>
                </a:lnTo>
                <a:lnTo>
                  <a:pt x="3119" y="11409"/>
                </a:lnTo>
                <a:lnTo>
                  <a:pt x="2862" y="11556"/>
                </a:lnTo>
                <a:lnTo>
                  <a:pt x="2825" y="11005"/>
                </a:lnTo>
                <a:lnTo>
                  <a:pt x="2715" y="9428"/>
                </a:lnTo>
                <a:lnTo>
                  <a:pt x="2715" y="9171"/>
                </a:lnTo>
                <a:lnTo>
                  <a:pt x="2972" y="9171"/>
                </a:lnTo>
                <a:lnTo>
                  <a:pt x="3265" y="9135"/>
                </a:lnTo>
                <a:lnTo>
                  <a:pt x="3522" y="9061"/>
                </a:lnTo>
                <a:lnTo>
                  <a:pt x="3779" y="8988"/>
                </a:lnTo>
                <a:lnTo>
                  <a:pt x="4036" y="8841"/>
                </a:lnTo>
                <a:lnTo>
                  <a:pt x="4293" y="8695"/>
                </a:lnTo>
                <a:lnTo>
                  <a:pt x="4733" y="8401"/>
                </a:lnTo>
                <a:lnTo>
                  <a:pt x="5063" y="8108"/>
                </a:lnTo>
                <a:lnTo>
                  <a:pt x="5356" y="7777"/>
                </a:lnTo>
                <a:lnTo>
                  <a:pt x="5613" y="7447"/>
                </a:lnTo>
                <a:lnTo>
                  <a:pt x="5870" y="7117"/>
                </a:lnTo>
                <a:lnTo>
                  <a:pt x="6273" y="7007"/>
                </a:lnTo>
                <a:lnTo>
                  <a:pt x="6640" y="6824"/>
                </a:lnTo>
                <a:lnTo>
                  <a:pt x="7410" y="6420"/>
                </a:lnTo>
                <a:lnTo>
                  <a:pt x="8401" y="5980"/>
                </a:lnTo>
                <a:lnTo>
                  <a:pt x="9355" y="5577"/>
                </a:lnTo>
                <a:lnTo>
                  <a:pt x="10308" y="5246"/>
                </a:lnTo>
                <a:lnTo>
                  <a:pt x="11262" y="4880"/>
                </a:lnTo>
                <a:lnTo>
                  <a:pt x="12032" y="4623"/>
                </a:lnTo>
                <a:lnTo>
                  <a:pt x="12436" y="4403"/>
                </a:lnTo>
                <a:lnTo>
                  <a:pt x="12619" y="4219"/>
                </a:lnTo>
                <a:lnTo>
                  <a:pt x="12729" y="4183"/>
                </a:lnTo>
                <a:close/>
                <a:moveTo>
                  <a:pt x="2385" y="1"/>
                </a:moveTo>
                <a:lnTo>
                  <a:pt x="2238" y="38"/>
                </a:lnTo>
                <a:lnTo>
                  <a:pt x="2202" y="74"/>
                </a:lnTo>
                <a:lnTo>
                  <a:pt x="2165" y="111"/>
                </a:lnTo>
                <a:lnTo>
                  <a:pt x="2055" y="368"/>
                </a:lnTo>
                <a:lnTo>
                  <a:pt x="1982" y="515"/>
                </a:lnTo>
                <a:lnTo>
                  <a:pt x="1578" y="1432"/>
                </a:lnTo>
                <a:lnTo>
                  <a:pt x="1541" y="1542"/>
                </a:lnTo>
                <a:lnTo>
                  <a:pt x="1578" y="1615"/>
                </a:lnTo>
                <a:lnTo>
                  <a:pt x="1615" y="1688"/>
                </a:lnTo>
                <a:lnTo>
                  <a:pt x="1688" y="1762"/>
                </a:lnTo>
                <a:lnTo>
                  <a:pt x="1761" y="1798"/>
                </a:lnTo>
                <a:lnTo>
                  <a:pt x="1835" y="1798"/>
                </a:lnTo>
                <a:lnTo>
                  <a:pt x="1908" y="1762"/>
                </a:lnTo>
                <a:lnTo>
                  <a:pt x="1982" y="1652"/>
                </a:lnTo>
                <a:lnTo>
                  <a:pt x="2128" y="1358"/>
                </a:lnTo>
                <a:lnTo>
                  <a:pt x="2092" y="2165"/>
                </a:lnTo>
                <a:lnTo>
                  <a:pt x="2092" y="2972"/>
                </a:lnTo>
                <a:lnTo>
                  <a:pt x="2055" y="4073"/>
                </a:lnTo>
                <a:lnTo>
                  <a:pt x="1982" y="4109"/>
                </a:lnTo>
                <a:lnTo>
                  <a:pt x="1835" y="4073"/>
                </a:lnTo>
                <a:lnTo>
                  <a:pt x="1725" y="3999"/>
                </a:lnTo>
                <a:lnTo>
                  <a:pt x="1615" y="3999"/>
                </a:lnTo>
                <a:lnTo>
                  <a:pt x="1541" y="4036"/>
                </a:lnTo>
                <a:lnTo>
                  <a:pt x="1505" y="4109"/>
                </a:lnTo>
                <a:lnTo>
                  <a:pt x="1541" y="4219"/>
                </a:lnTo>
                <a:lnTo>
                  <a:pt x="1651" y="4293"/>
                </a:lnTo>
                <a:lnTo>
                  <a:pt x="1761" y="4366"/>
                </a:lnTo>
                <a:lnTo>
                  <a:pt x="1908" y="4403"/>
                </a:lnTo>
                <a:lnTo>
                  <a:pt x="2055" y="4439"/>
                </a:lnTo>
                <a:lnTo>
                  <a:pt x="2055" y="5540"/>
                </a:lnTo>
                <a:lnTo>
                  <a:pt x="1908" y="5577"/>
                </a:lnTo>
                <a:lnTo>
                  <a:pt x="1651" y="5613"/>
                </a:lnTo>
                <a:lnTo>
                  <a:pt x="1615" y="5687"/>
                </a:lnTo>
                <a:lnTo>
                  <a:pt x="1541" y="5723"/>
                </a:lnTo>
                <a:lnTo>
                  <a:pt x="1541" y="5760"/>
                </a:lnTo>
                <a:lnTo>
                  <a:pt x="1505" y="5797"/>
                </a:lnTo>
                <a:lnTo>
                  <a:pt x="1541" y="5833"/>
                </a:lnTo>
                <a:lnTo>
                  <a:pt x="1578" y="5833"/>
                </a:lnTo>
                <a:lnTo>
                  <a:pt x="1651" y="5907"/>
                </a:lnTo>
                <a:lnTo>
                  <a:pt x="2055" y="5907"/>
                </a:lnTo>
                <a:lnTo>
                  <a:pt x="2092" y="6200"/>
                </a:lnTo>
                <a:lnTo>
                  <a:pt x="2092" y="7154"/>
                </a:lnTo>
                <a:lnTo>
                  <a:pt x="1835" y="7227"/>
                </a:lnTo>
                <a:lnTo>
                  <a:pt x="1541" y="7374"/>
                </a:lnTo>
                <a:lnTo>
                  <a:pt x="1505" y="7411"/>
                </a:lnTo>
                <a:lnTo>
                  <a:pt x="1505" y="7447"/>
                </a:lnTo>
                <a:lnTo>
                  <a:pt x="1541" y="7484"/>
                </a:lnTo>
                <a:lnTo>
                  <a:pt x="1578" y="7521"/>
                </a:lnTo>
                <a:lnTo>
                  <a:pt x="2092" y="7521"/>
                </a:lnTo>
                <a:lnTo>
                  <a:pt x="2165" y="8951"/>
                </a:lnTo>
                <a:lnTo>
                  <a:pt x="2165" y="8988"/>
                </a:lnTo>
                <a:lnTo>
                  <a:pt x="1982" y="8951"/>
                </a:lnTo>
                <a:lnTo>
                  <a:pt x="1578" y="8951"/>
                </a:lnTo>
                <a:lnTo>
                  <a:pt x="1505" y="8988"/>
                </a:lnTo>
                <a:lnTo>
                  <a:pt x="1468" y="9061"/>
                </a:lnTo>
                <a:lnTo>
                  <a:pt x="1468" y="9135"/>
                </a:lnTo>
                <a:lnTo>
                  <a:pt x="1541" y="9208"/>
                </a:lnTo>
                <a:lnTo>
                  <a:pt x="1688" y="9245"/>
                </a:lnTo>
                <a:lnTo>
                  <a:pt x="1835" y="9318"/>
                </a:lnTo>
                <a:lnTo>
                  <a:pt x="2202" y="9391"/>
                </a:lnTo>
                <a:lnTo>
                  <a:pt x="2238" y="10419"/>
                </a:lnTo>
                <a:lnTo>
                  <a:pt x="2018" y="10419"/>
                </a:lnTo>
                <a:lnTo>
                  <a:pt x="1798" y="10455"/>
                </a:lnTo>
                <a:lnTo>
                  <a:pt x="1725" y="10529"/>
                </a:lnTo>
                <a:lnTo>
                  <a:pt x="1651" y="10602"/>
                </a:lnTo>
                <a:lnTo>
                  <a:pt x="1578" y="10675"/>
                </a:lnTo>
                <a:lnTo>
                  <a:pt x="1615" y="10749"/>
                </a:lnTo>
                <a:lnTo>
                  <a:pt x="1688" y="10822"/>
                </a:lnTo>
                <a:lnTo>
                  <a:pt x="2128" y="10822"/>
                </a:lnTo>
                <a:lnTo>
                  <a:pt x="2275" y="10859"/>
                </a:lnTo>
                <a:lnTo>
                  <a:pt x="2275" y="10895"/>
                </a:lnTo>
                <a:lnTo>
                  <a:pt x="2312" y="11702"/>
                </a:lnTo>
                <a:lnTo>
                  <a:pt x="2348" y="11959"/>
                </a:lnTo>
                <a:lnTo>
                  <a:pt x="2385" y="12106"/>
                </a:lnTo>
                <a:lnTo>
                  <a:pt x="2495" y="12216"/>
                </a:lnTo>
                <a:lnTo>
                  <a:pt x="2568" y="12253"/>
                </a:lnTo>
                <a:lnTo>
                  <a:pt x="2679" y="12253"/>
                </a:lnTo>
                <a:lnTo>
                  <a:pt x="2752" y="12216"/>
                </a:lnTo>
                <a:lnTo>
                  <a:pt x="2789" y="12143"/>
                </a:lnTo>
                <a:lnTo>
                  <a:pt x="2825" y="12106"/>
                </a:lnTo>
                <a:lnTo>
                  <a:pt x="3009" y="11959"/>
                </a:lnTo>
                <a:lnTo>
                  <a:pt x="3265" y="11886"/>
                </a:lnTo>
                <a:lnTo>
                  <a:pt x="3486" y="11849"/>
                </a:lnTo>
                <a:lnTo>
                  <a:pt x="3742" y="11849"/>
                </a:lnTo>
                <a:lnTo>
                  <a:pt x="3742" y="12033"/>
                </a:lnTo>
                <a:lnTo>
                  <a:pt x="3742" y="12216"/>
                </a:lnTo>
                <a:lnTo>
                  <a:pt x="3816" y="12363"/>
                </a:lnTo>
                <a:lnTo>
                  <a:pt x="3889" y="12509"/>
                </a:lnTo>
                <a:lnTo>
                  <a:pt x="3962" y="12583"/>
                </a:lnTo>
                <a:lnTo>
                  <a:pt x="4036" y="12546"/>
                </a:lnTo>
                <a:lnTo>
                  <a:pt x="4109" y="12509"/>
                </a:lnTo>
                <a:lnTo>
                  <a:pt x="4146" y="12436"/>
                </a:lnTo>
                <a:lnTo>
                  <a:pt x="4072" y="12216"/>
                </a:lnTo>
                <a:lnTo>
                  <a:pt x="4036" y="12069"/>
                </a:lnTo>
                <a:lnTo>
                  <a:pt x="4036" y="11886"/>
                </a:lnTo>
                <a:lnTo>
                  <a:pt x="5063" y="11922"/>
                </a:lnTo>
                <a:lnTo>
                  <a:pt x="5063" y="12143"/>
                </a:lnTo>
                <a:lnTo>
                  <a:pt x="5100" y="12619"/>
                </a:lnTo>
                <a:lnTo>
                  <a:pt x="5136" y="12693"/>
                </a:lnTo>
                <a:lnTo>
                  <a:pt x="5173" y="12766"/>
                </a:lnTo>
                <a:lnTo>
                  <a:pt x="5320" y="12766"/>
                </a:lnTo>
                <a:lnTo>
                  <a:pt x="5466" y="12729"/>
                </a:lnTo>
                <a:lnTo>
                  <a:pt x="5503" y="12619"/>
                </a:lnTo>
                <a:lnTo>
                  <a:pt x="5540" y="12473"/>
                </a:lnTo>
                <a:lnTo>
                  <a:pt x="5466" y="12363"/>
                </a:lnTo>
                <a:lnTo>
                  <a:pt x="5393" y="12326"/>
                </a:lnTo>
                <a:lnTo>
                  <a:pt x="5356" y="12106"/>
                </a:lnTo>
                <a:lnTo>
                  <a:pt x="5283" y="11922"/>
                </a:lnTo>
                <a:lnTo>
                  <a:pt x="5906" y="11959"/>
                </a:lnTo>
                <a:lnTo>
                  <a:pt x="6493" y="11959"/>
                </a:lnTo>
                <a:lnTo>
                  <a:pt x="6493" y="11996"/>
                </a:lnTo>
                <a:lnTo>
                  <a:pt x="6457" y="12179"/>
                </a:lnTo>
                <a:lnTo>
                  <a:pt x="6420" y="12399"/>
                </a:lnTo>
                <a:lnTo>
                  <a:pt x="6457" y="12583"/>
                </a:lnTo>
                <a:lnTo>
                  <a:pt x="6567" y="12766"/>
                </a:lnTo>
                <a:lnTo>
                  <a:pt x="6603" y="12840"/>
                </a:lnTo>
                <a:lnTo>
                  <a:pt x="6677" y="12876"/>
                </a:lnTo>
                <a:lnTo>
                  <a:pt x="6750" y="12876"/>
                </a:lnTo>
                <a:lnTo>
                  <a:pt x="6824" y="12840"/>
                </a:lnTo>
                <a:lnTo>
                  <a:pt x="6897" y="12766"/>
                </a:lnTo>
                <a:lnTo>
                  <a:pt x="6897" y="12729"/>
                </a:lnTo>
                <a:lnTo>
                  <a:pt x="6897" y="12656"/>
                </a:lnTo>
                <a:lnTo>
                  <a:pt x="6824" y="12619"/>
                </a:lnTo>
                <a:lnTo>
                  <a:pt x="6787" y="12583"/>
                </a:lnTo>
                <a:lnTo>
                  <a:pt x="6713" y="12399"/>
                </a:lnTo>
                <a:lnTo>
                  <a:pt x="6677" y="12216"/>
                </a:lnTo>
                <a:lnTo>
                  <a:pt x="6640" y="11996"/>
                </a:lnTo>
                <a:lnTo>
                  <a:pt x="6640" y="11959"/>
                </a:lnTo>
                <a:lnTo>
                  <a:pt x="7924" y="11996"/>
                </a:lnTo>
                <a:lnTo>
                  <a:pt x="7851" y="12033"/>
                </a:lnTo>
                <a:lnTo>
                  <a:pt x="7814" y="12106"/>
                </a:lnTo>
                <a:lnTo>
                  <a:pt x="7777" y="12253"/>
                </a:lnTo>
                <a:lnTo>
                  <a:pt x="7777" y="12399"/>
                </a:lnTo>
                <a:lnTo>
                  <a:pt x="7777" y="12509"/>
                </a:lnTo>
                <a:lnTo>
                  <a:pt x="7814" y="12619"/>
                </a:lnTo>
                <a:lnTo>
                  <a:pt x="7887" y="12729"/>
                </a:lnTo>
                <a:lnTo>
                  <a:pt x="7961" y="12766"/>
                </a:lnTo>
                <a:lnTo>
                  <a:pt x="8034" y="12729"/>
                </a:lnTo>
                <a:lnTo>
                  <a:pt x="8107" y="12693"/>
                </a:lnTo>
                <a:lnTo>
                  <a:pt x="8144" y="12619"/>
                </a:lnTo>
                <a:lnTo>
                  <a:pt x="8107" y="12473"/>
                </a:lnTo>
                <a:lnTo>
                  <a:pt x="8071" y="12289"/>
                </a:lnTo>
                <a:lnTo>
                  <a:pt x="8071" y="12179"/>
                </a:lnTo>
                <a:lnTo>
                  <a:pt x="8034" y="12106"/>
                </a:lnTo>
                <a:lnTo>
                  <a:pt x="8034" y="12033"/>
                </a:lnTo>
                <a:lnTo>
                  <a:pt x="8034" y="11996"/>
                </a:lnTo>
                <a:lnTo>
                  <a:pt x="9391" y="11996"/>
                </a:lnTo>
                <a:lnTo>
                  <a:pt x="9318" y="12216"/>
                </a:lnTo>
                <a:lnTo>
                  <a:pt x="9318" y="12473"/>
                </a:lnTo>
                <a:lnTo>
                  <a:pt x="9355" y="12546"/>
                </a:lnTo>
                <a:lnTo>
                  <a:pt x="9428" y="12583"/>
                </a:lnTo>
                <a:lnTo>
                  <a:pt x="9611" y="12583"/>
                </a:lnTo>
                <a:lnTo>
                  <a:pt x="9685" y="12546"/>
                </a:lnTo>
                <a:lnTo>
                  <a:pt x="9721" y="12473"/>
                </a:lnTo>
                <a:lnTo>
                  <a:pt x="9721" y="12436"/>
                </a:lnTo>
                <a:lnTo>
                  <a:pt x="9721" y="12363"/>
                </a:lnTo>
                <a:lnTo>
                  <a:pt x="9611" y="12326"/>
                </a:lnTo>
                <a:lnTo>
                  <a:pt x="9611" y="11996"/>
                </a:lnTo>
                <a:lnTo>
                  <a:pt x="10638" y="11996"/>
                </a:lnTo>
                <a:lnTo>
                  <a:pt x="10675" y="12253"/>
                </a:lnTo>
                <a:lnTo>
                  <a:pt x="10748" y="12509"/>
                </a:lnTo>
                <a:lnTo>
                  <a:pt x="10822" y="12583"/>
                </a:lnTo>
                <a:lnTo>
                  <a:pt x="10969" y="12583"/>
                </a:lnTo>
                <a:lnTo>
                  <a:pt x="11005" y="12509"/>
                </a:lnTo>
                <a:lnTo>
                  <a:pt x="11042" y="12399"/>
                </a:lnTo>
                <a:lnTo>
                  <a:pt x="10969" y="12179"/>
                </a:lnTo>
                <a:lnTo>
                  <a:pt x="10895" y="11996"/>
                </a:lnTo>
                <a:lnTo>
                  <a:pt x="12106" y="11996"/>
                </a:lnTo>
                <a:lnTo>
                  <a:pt x="12069" y="12069"/>
                </a:lnTo>
                <a:lnTo>
                  <a:pt x="12032" y="12143"/>
                </a:lnTo>
                <a:lnTo>
                  <a:pt x="11996" y="12363"/>
                </a:lnTo>
                <a:lnTo>
                  <a:pt x="12032" y="12473"/>
                </a:lnTo>
                <a:lnTo>
                  <a:pt x="12069" y="12619"/>
                </a:lnTo>
                <a:lnTo>
                  <a:pt x="12142" y="12729"/>
                </a:lnTo>
                <a:lnTo>
                  <a:pt x="12216" y="12803"/>
                </a:lnTo>
                <a:lnTo>
                  <a:pt x="12289" y="12840"/>
                </a:lnTo>
                <a:lnTo>
                  <a:pt x="12362" y="12803"/>
                </a:lnTo>
                <a:lnTo>
                  <a:pt x="12399" y="12766"/>
                </a:lnTo>
                <a:lnTo>
                  <a:pt x="12399" y="12693"/>
                </a:lnTo>
                <a:lnTo>
                  <a:pt x="12362" y="12546"/>
                </a:lnTo>
                <a:lnTo>
                  <a:pt x="12289" y="12363"/>
                </a:lnTo>
                <a:lnTo>
                  <a:pt x="12252" y="12179"/>
                </a:lnTo>
                <a:lnTo>
                  <a:pt x="12252" y="11959"/>
                </a:lnTo>
                <a:lnTo>
                  <a:pt x="13353" y="11959"/>
                </a:lnTo>
                <a:lnTo>
                  <a:pt x="13280" y="12106"/>
                </a:lnTo>
                <a:lnTo>
                  <a:pt x="13243" y="12253"/>
                </a:lnTo>
                <a:lnTo>
                  <a:pt x="13243" y="12436"/>
                </a:lnTo>
                <a:lnTo>
                  <a:pt x="13316" y="12583"/>
                </a:lnTo>
                <a:lnTo>
                  <a:pt x="13353" y="12619"/>
                </a:lnTo>
                <a:lnTo>
                  <a:pt x="13426" y="12656"/>
                </a:lnTo>
                <a:lnTo>
                  <a:pt x="13500" y="12656"/>
                </a:lnTo>
                <a:lnTo>
                  <a:pt x="13573" y="12583"/>
                </a:lnTo>
                <a:lnTo>
                  <a:pt x="13610" y="12436"/>
                </a:lnTo>
                <a:lnTo>
                  <a:pt x="13536" y="12216"/>
                </a:lnTo>
                <a:lnTo>
                  <a:pt x="13536" y="12069"/>
                </a:lnTo>
                <a:lnTo>
                  <a:pt x="13573" y="11922"/>
                </a:lnTo>
                <a:lnTo>
                  <a:pt x="14563" y="11886"/>
                </a:lnTo>
                <a:lnTo>
                  <a:pt x="14563" y="11886"/>
                </a:lnTo>
                <a:lnTo>
                  <a:pt x="14527" y="12363"/>
                </a:lnTo>
                <a:lnTo>
                  <a:pt x="14563" y="12436"/>
                </a:lnTo>
                <a:lnTo>
                  <a:pt x="14637" y="12509"/>
                </a:lnTo>
                <a:lnTo>
                  <a:pt x="14747" y="12509"/>
                </a:lnTo>
                <a:lnTo>
                  <a:pt x="14820" y="12473"/>
                </a:lnTo>
                <a:lnTo>
                  <a:pt x="14893" y="12399"/>
                </a:lnTo>
                <a:lnTo>
                  <a:pt x="14967" y="12289"/>
                </a:lnTo>
                <a:lnTo>
                  <a:pt x="14967" y="12179"/>
                </a:lnTo>
                <a:lnTo>
                  <a:pt x="14967" y="12069"/>
                </a:lnTo>
                <a:lnTo>
                  <a:pt x="14930" y="11996"/>
                </a:lnTo>
                <a:lnTo>
                  <a:pt x="14857" y="11959"/>
                </a:lnTo>
                <a:lnTo>
                  <a:pt x="14857" y="11886"/>
                </a:lnTo>
                <a:lnTo>
                  <a:pt x="16618" y="11776"/>
                </a:lnTo>
                <a:lnTo>
                  <a:pt x="16654" y="11812"/>
                </a:lnTo>
                <a:lnTo>
                  <a:pt x="16544" y="11996"/>
                </a:lnTo>
                <a:lnTo>
                  <a:pt x="16361" y="12179"/>
                </a:lnTo>
                <a:lnTo>
                  <a:pt x="16287" y="12289"/>
                </a:lnTo>
                <a:lnTo>
                  <a:pt x="16251" y="12363"/>
                </a:lnTo>
                <a:lnTo>
                  <a:pt x="16287" y="12436"/>
                </a:lnTo>
                <a:lnTo>
                  <a:pt x="16324" y="12509"/>
                </a:lnTo>
                <a:lnTo>
                  <a:pt x="16397" y="12546"/>
                </a:lnTo>
                <a:lnTo>
                  <a:pt x="16471" y="12583"/>
                </a:lnTo>
                <a:lnTo>
                  <a:pt x="16544" y="12583"/>
                </a:lnTo>
                <a:lnTo>
                  <a:pt x="16581" y="12546"/>
                </a:lnTo>
                <a:lnTo>
                  <a:pt x="16728" y="12473"/>
                </a:lnTo>
                <a:lnTo>
                  <a:pt x="16801" y="12363"/>
                </a:lnTo>
                <a:lnTo>
                  <a:pt x="16984" y="12106"/>
                </a:lnTo>
                <a:lnTo>
                  <a:pt x="17461" y="11482"/>
                </a:lnTo>
                <a:lnTo>
                  <a:pt x="17461" y="11409"/>
                </a:lnTo>
                <a:lnTo>
                  <a:pt x="17461" y="11336"/>
                </a:lnTo>
                <a:lnTo>
                  <a:pt x="17461" y="11262"/>
                </a:lnTo>
                <a:lnTo>
                  <a:pt x="17425" y="11189"/>
                </a:lnTo>
                <a:lnTo>
                  <a:pt x="17058" y="10895"/>
                </a:lnTo>
                <a:lnTo>
                  <a:pt x="16728" y="10639"/>
                </a:lnTo>
                <a:lnTo>
                  <a:pt x="16654" y="10602"/>
                </a:lnTo>
                <a:lnTo>
                  <a:pt x="16581" y="10602"/>
                </a:lnTo>
                <a:lnTo>
                  <a:pt x="16544" y="10639"/>
                </a:lnTo>
                <a:lnTo>
                  <a:pt x="16471" y="10675"/>
                </a:lnTo>
                <a:lnTo>
                  <a:pt x="16434" y="10785"/>
                </a:lnTo>
                <a:lnTo>
                  <a:pt x="16434" y="10859"/>
                </a:lnTo>
                <a:lnTo>
                  <a:pt x="16471" y="10932"/>
                </a:lnTo>
                <a:lnTo>
                  <a:pt x="16801" y="11226"/>
                </a:lnTo>
                <a:lnTo>
                  <a:pt x="13940" y="11372"/>
                </a:lnTo>
                <a:lnTo>
                  <a:pt x="14050" y="11336"/>
                </a:lnTo>
                <a:lnTo>
                  <a:pt x="14270" y="11189"/>
                </a:lnTo>
                <a:lnTo>
                  <a:pt x="14343" y="11115"/>
                </a:lnTo>
                <a:lnTo>
                  <a:pt x="14417" y="11005"/>
                </a:lnTo>
                <a:lnTo>
                  <a:pt x="14417" y="10932"/>
                </a:lnTo>
                <a:lnTo>
                  <a:pt x="14380" y="10895"/>
                </a:lnTo>
                <a:lnTo>
                  <a:pt x="14233" y="10895"/>
                </a:lnTo>
                <a:lnTo>
                  <a:pt x="14123" y="10932"/>
                </a:lnTo>
                <a:lnTo>
                  <a:pt x="13903" y="11079"/>
                </a:lnTo>
                <a:lnTo>
                  <a:pt x="13720" y="11226"/>
                </a:lnTo>
                <a:lnTo>
                  <a:pt x="13573" y="11409"/>
                </a:lnTo>
                <a:lnTo>
                  <a:pt x="12289" y="11446"/>
                </a:lnTo>
                <a:lnTo>
                  <a:pt x="12546" y="11336"/>
                </a:lnTo>
                <a:lnTo>
                  <a:pt x="12839" y="11226"/>
                </a:lnTo>
                <a:lnTo>
                  <a:pt x="13169" y="11079"/>
                </a:lnTo>
                <a:lnTo>
                  <a:pt x="13500" y="10895"/>
                </a:lnTo>
                <a:lnTo>
                  <a:pt x="13793" y="10675"/>
                </a:lnTo>
                <a:lnTo>
                  <a:pt x="14050" y="10419"/>
                </a:lnTo>
                <a:lnTo>
                  <a:pt x="14087" y="10308"/>
                </a:lnTo>
                <a:lnTo>
                  <a:pt x="14050" y="10235"/>
                </a:lnTo>
                <a:lnTo>
                  <a:pt x="13976" y="10198"/>
                </a:lnTo>
                <a:lnTo>
                  <a:pt x="13903" y="10235"/>
                </a:lnTo>
                <a:lnTo>
                  <a:pt x="13646" y="10382"/>
                </a:lnTo>
                <a:lnTo>
                  <a:pt x="13390" y="10565"/>
                </a:lnTo>
                <a:lnTo>
                  <a:pt x="13133" y="10749"/>
                </a:lnTo>
                <a:lnTo>
                  <a:pt x="12876" y="10895"/>
                </a:lnTo>
                <a:lnTo>
                  <a:pt x="12583" y="11042"/>
                </a:lnTo>
                <a:lnTo>
                  <a:pt x="12289" y="11152"/>
                </a:lnTo>
                <a:lnTo>
                  <a:pt x="11996" y="11299"/>
                </a:lnTo>
                <a:lnTo>
                  <a:pt x="11702" y="11446"/>
                </a:lnTo>
                <a:lnTo>
                  <a:pt x="10162" y="11482"/>
                </a:lnTo>
                <a:lnTo>
                  <a:pt x="10602" y="11299"/>
                </a:lnTo>
                <a:lnTo>
                  <a:pt x="12216" y="10639"/>
                </a:lnTo>
                <a:lnTo>
                  <a:pt x="12766" y="10455"/>
                </a:lnTo>
                <a:lnTo>
                  <a:pt x="13316" y="10162"/>
                </a:lnTo>
                <a:lnTo>
                  <a:pt x="13573" y="10015"/>
                </a:lnTo>
                <a:lnTo>
                  <a:pt x="13793" y="9832"/>
                </a:lnTo>
                <a:lnTo>
                  <a:pt x="13976" y="9612"/>
                </a:lnTo>
                <a:lnTo>
                  <a:pt x="14087" y="9355"/>
                </a:lnTo>
                <a:lnTo>
                  <a:pt x="14087" y="9245"/>
                </a:lnTo>
                <a:lnTo>
                  <a:pt x="14050" y="9208"/>
                </a:lnTo>
                <a:lnTo>
                  <a:pt x="13940" y="9171"/>
                </a:lnTo>
                <a:lnTo>
                  <a:pt x="13866" y="9208"/>
                </a:lnTo>
                <a:lnTo>
                  <a:pt x="13463" y="9612"/>
                </a:lnTo>
                <a:lnTo>
                  <a:pt x="13243" y="9795"/>
                </a:lnTo>
                <a:lnTo>
                  <a:pt x="12986" y="9978"/>
                </a:lnTo>
                <a:lnTo>
                  <a:pt x="12693" y="10125"/>
                </a:lnTo>
                <a:lnTo>
                  <a:pt x="12399" y="10235"/>
                </a:lnTo>
                <a:lnTo>
                  <a:pt x="11776" y="10492"/>
                </a:lnTo>
                <a:lnTo>
                  <a:pt x="10418" y="11042"/>
                </a:lnTo>
                <a:lnTo>
                  <a:pt x="9905" y="11262"/>
                </a:lnTo>
                <a:lnTo>
                  <a:pt x="9428" y="11482"/>
                </a:lnTo>
                <a:lnTo>
                  <a:pt x="7667" y="11482"/>
                </a:lnTo>
                <a:lnTo>
                  <a:pt x="8621" y="11152"/>
                </a:lnTo>
                <a:lnTo>
                  <a:pt x="10895" y="10419"/>
                </a:lnTo>
                <a:lnTo>
                  <a:pt x="11335" y="10235"/>
                </a:lnTo>
                <a:lnTo>
                  <a:pt x="11776" y="10052"/>
                </a:lnTo>
                <a:lnTo>
                  <a:pt x="12179" y="9832"/>
                </a:lnTo>
                <a:lnTo>
                  <a:pt x="12583" y="9575"/>
                </a:lnTo>
                <a:lnTo>
                  <a:pt x="13426" y="9025"/>
                </a:lnTo>
                <a:lnTo>
                  <a:pt x="13866" y="8768"/>
                </a:lnTo>
                <a:lnTo>
                  <a:pt x="14307" y="8548"/>
                </a:lnTo>
                <a:lnTo>
                  <a:pt x="14380" y="8511"/>
                </a:lnTo>
                <a:lnTo>
                  <a:pt x="14417" y="8474"/>
                </a:lnTo>
                <a:lnTo>
                  <a:pt x="14417" y="8841"/>
                </a:lnTo>
                <a:lnTo>
                  <a:pt x="14453" y="8915"/>
                </a:lnTo>
                <a:lnTo>
                  <a:pt x="14490" y="8951"/>
                </a:lnTo>
                <a:lnTo>
                  <a:pt x="14527" y="8988"/>
                </a:lnTo>
                <a:lnTo>
                  <a:pt x="14600" y="9025"/>
                </a:lnTo>
                <a:lnTo>
                  <a:pt x="14673" y="8988"/>
                </a:lnTo>
                <a:lnTo>
                  <a:pt x="14747" y="8951"/>
                </a:lnTo>
                <a:lnTo>
                  <a:pt x="14783" y="8915"/>
                </a:lnTo>
                <a:lnTo>
                  <a:pt x="14783" y="8841"/>
                </a:lnTo>
                <a:lnTo>
                  <a:pt x="14783" y="8291"/>
                </a:lnTo>
                <a:lnTo>
                  <a:pt x="14747" y="8034"/>
                </a:lnTo>
                <a:lnTo>
                  <a:pt x="14673" y="7777"/>
                </a:lnTo>
                <a:lnTo>
                  <a:pt x="15077" y="8181"/>
                </a:lnTo>
                <a:lnTo>
                  <a:pt x="15517" y="8584"/>
                </a:lnTo>
                <a:lnTo>
                  <a:pt x="15737" y="8768"/>
                </a:lnTo>
                <a:lnTo>
                  <a:pt x="15847" y="8841"/>
                </a:lnTo>
                <a:lnTo>
                  <a:pt x="15994" y="8878"/>
                </a:lnTo>
                <a:lnTo>
                  <a:pt x="16361" y="8915"/>
                </a:lnTo>
                <a:lnTo>
                  <a:pt x="16764" y="8915"/>
                </a:lnTo>
                <a:lnTo>
                  <a:pt x="17204" y="8878"/>
                </a:lnTo>
                <a:lnTo>
                  <a:pt x="17608" y="8731"/>
                </a:lnTo>
                <a:lnTo>
                  <a:pt x="17681" y="8695"/>
                </a:lnTo>
                <a:lnTo>
                  <a:pt x="17755" y="8584"/>
                </a:lnTo>
                <a:lnTo>
                  <a:pt x="17791" y="8511"/>
                </a:lnTo>
                <a:lnTo>
                  <a:pt x="17755" y="8438"/>
                </a:lnTo>
                <a:lnTo>
                  <a:pt x="17718" y="8328"/>
                </a:lnTo>
                <a:lnTo>
                  <a:pt x="17681" y="8291"/>
                </a:lnTo>
                <a:lnTo>
                  <a:pt x="17571" y="8254"/>
                </a:lnTo>
                <a:lnTo>
                  <a:pt x="17461" y="8254"/>
                </a:lnTo>
                <a:lnTo>
                  <a:pt x="17131" y="8364"/>
                </a:lnTo>
                <a:lnTo>
                  <a:pt x="16764" y="8401"/>
                </a:lnTo>
                <a:lnTo>
                  <a:pt x="16397" y="8438"/>
                </a:lnTo>
                <a:lnTo>
                  <a:pt x="16177" y="8401"/>
                </a:lnTo>
                <a:lnTo>
                  <a:pt x="16031" y="8364"/>
                </a:lnTo>
                <a:lnTo>
                  <a:pt x="15480" y="7888"/>
                </a:lnTo>
                <a:lnTo>
                  <a:pt x="15004" y="7374"/>
                </a:lnTo>
                <a:lnTo>
                  <a:pt x="14563" y="6824"/>
                </a:lnTo>
                <a:lnTo>
                  <a:pt x="14160" y="6237"/>
                </a:lnTo>
                <a:lnTo>
                  <a:pt x="13830" y="5613"/>
                </a:lnTo>
                <a:lnTo>
                  <a:pt x="13536" y="4990"/>
                </a:lnTo>
                <a:lnTo>
                  <a:pt x="13096" y="3926"/>
                </a:lnTo>
                <a:lnTo>
                  <a:pt x="12803" y="3412"/>
                </a:lnTo>
                <a:lnTo>
                  <a:pt x="12509" y="2936"/>
                </a:lnTo>
                <a:lnTo>
                  <a:pt x="12326" y="2752"/>
                </a:lnTo>
                <a:lnTo>
                  <a:pt x="12142" y="2532"/>
                </a:lnTo>
                <a:lnTo>
                  <a:pt x="11959" y="2349"/>
                </a:lnTo>
                <a:lnTo>
                  <a:pt x="11739" y="2202"/>
                </a:lnTo>
                <a:lnTo>
                  <a:pt x="11482" y="2092"/>
                </a:lnTo>
                <a:lnTo>
                  <a:pt x="11225" y="1982"/>
                </a:lnTo>
                <a:lnTo>
                  <a:pt x="10932" y="1908"/>
                </a:lnTo>
                <a:lnTo>
                  <a:pt x="10602" y="1872"/>
                </a:lnTo>
                <a:lnTo>
                  <a:pt x="10308" y="1872"/>
                </a:lnTo>
                <a:lnTo>
                  <a:pt x="9978" y="1908"/>
                </a:lnTo>
                <a:lnTo>
                  <a:pt x="9685" y="1982"/>
                </a:lnTo>
                <a:lnTo>
                  <a:pt x="9391" y="2055"/>
                </a:lnTo>
                <a:lnTo>
                  <a:pt x="9098" y="2202"/>
                </a:lnTo>
                <a:lnTo>
                  <a:pt x="8841" y="2349"/>
                </a:lnTo>
                <a:lnTo>
                  <a:pt x="8584" y="2495"/>
                </a:lnTo>
                <a:lnTo>
                  <a:pt x="8327" y="2715"/>
                </a:lnTo>
                <a:lnTo>
                  <a:pt x="7887" y="3119"/>
                </a:lnTo>
                <a:lnTo>
                  <a:pt x="7484" y="3632"/>
                </a:lnTo>
                <a:lnTo>
                  <a:pt x="7117" y="4146"/>
                </a:lnTo>
                <a:lnTo>
                  <a:pt x="6787" y="4660"/>
                </a:lnTo>
                <a:lnTo>
                  <a:pt x="6127" y="5833"/>
                </a:lnTo>
                <a:lnTo>
                  <a:pt x="5796" y="6457"/>
                </a:lnTo>
                <a:lnTo>
                  <a:pt x="5430" y="7044"/>
                </a:lnTo>
                <a:lnTo>
                  <a:pt x="4989" y="7594"/>
                </a:lnTo>
                <a:lnTo>
                  <a:pt x="4769" y="7851"/>
                </a:lnTo>
                <a:lnTo>
                  <a:pt x="4513" y="8071"/>
                </a:lnTo>
                <a:lnTo>
                  <a:pt x="4256" y="8291"/>
                </a:lnTo>
                <a:lnTo>
                  <a:pt x="3962" y="8474"/>
                </a:lnTo>
                <a:lnTo>
                  <a:pt x="3669" y="8621"/>
                </a:lnTo>
                <a:lnTo>
                  <a:pt x="3339" y="8731"/>
                </a:lnTo>
                <a:lnTo>
                  <a:pt x="3009" y="8841"/>
                </a:lnTo>
                <a:lnTo>
                  <a:pt x="2715" y="8915"/>
                </a:lnTo>
                <a:lnTo>
                  <a:pt x="2605" y="6200"/>
                </a:lnTo>
                <a:lnTo>
                  <a:pt x="2568" y="3119"/>
                </a:lnTo>
                <a:lnTo>
                  <a:pt x="2605" y="1505"/>
                </a:lnTo>
                <a:lnTo>
                  <a:pt x="2568" y="1138"/>
                </a:lnTo>
                <a:lnTo>
                  <a:pt x="2715" y="1395"/>
                </a:lnTo>
                <a:lnTo>
                  <a:pt x="2862" y="1652"/>
                </a:lnTo>
                <a:lnTo>
                  <a:pt x="2899" y="1725"/>
                </a:lnTo>
                <a:lnTo>
                  <a:pt x="2972" y="1762"/>
                </a:lnTo>
                <a:lnTo>
                  <a:pt x="3119" y="1762"/>
                </a:lnTo>
                <a:lnTo>
                  <a:pt x="3192" y="1688"/>
                </a:lnTo>
                <a:lnTo>
                  <a:pt x="3229" y="1652"/>
                </a:lnTo>
                <a:lnTo>
                  <a:pt x="3265" y="1578"/>
                </a:lnTo>
                <a:lnTo>
                  <a:pt x="3265" y="1505"/>
                </a:lnTo>
                <a:lnTo>
                  <a:pt x="3155" y="1138"/>
                </a:lnTo>
                <a:lnTo>
                  <a:pt x="2972" y="771"/>
                </a:lnTo>
                <a:lnTo>
                  <a:pt x="2568" y="111"/>
                </a:lnTo>
                <a:lnTo>
                  <a:pt x="2495" y="38"/>
                </a:lnTo>
                <a:lnTo>
                  <a:pt x="2385" y="1"/>
                </a:lnTo>
                <a:close/>
                <a:moveTo>
                  <a:pt x="15554" y="12546"/>
                </a:moveTo>
                <a:lnTo>
                  <a:pt x="15480" y="12583"/>
                </a:lnTo>
                <a:lnTo>
                  <a:pt x="15370" y="12619"/>
                </a:lnTo>
                <a:lnTo>
                  <a:pt x="15224" y="12766"/>
                </a:lnTo>
                <a:lnTo>
                  <a:pt x="15077" y="12913"/>
                </a:lnTo>
                <a:lnTo>
                  <a:pt x="15077" y="12950"/>
                </a:lnTo>
                <a:lnTo>
                  <a:pt x="14820" y="12803"/>
                </a:lnTo>
                <a:lnTo>
                  <a:pt x="14527" y="12693"/>
                </a:lnTo>
                <a:lnTo>
                  <a:pt x="14453" y="12693"/>
                </a:lnTo>
                <a:lnTo>
                  <a:pt x="14417" y="12729"/>
                </a:lnTo>
                <a:lnTo>
                  <a:pt x="14380" y="12803"/>
                </a:lnTo>
                <a:lnTo>
                  <a:pt x="14380" y="12876"/>
                </a:lnTo>
                <a:lnTo>
                  <a:pt x="14563" y="13096"/>
                </a:lnTo>
                <a:lnTo>
                  <a:pt x="14783" y="13316"/>
                </a:lnTo>
                <a:lnTo>
                  <a:pt x="14673" y="13463"/>
                </a:lnTo>
                <a:lnTo>
                  <a:pt x="14490" y="13720"/>
                </a:lnTo>
                <a:lnTo>
                  <a:pt x="14417" y="13867"/>
                </a:lnTo>
                <a:lnTo>
                  <a:pt x="14417" y="14013"/>
                </a:lnTo>
                <a:lnTo>
                  <a:pt x="14453" y="14087"/>
                </a:lnTo>
                <a:lnTo>
                  <a:pt x="14490" y="14123"/>
                </a:lnTo>
                <a:lnTo>
                  <a:pt x="14600" y="14123"/>
                </a:lnTo>
                <a:lnTo>
                  <a:pt x="14673" y="14087"/>
                </a:lnTo>
                <a:lnTo>
                  <a:pt x="14783" y="14050"/>
                </a:lnTo>
                <a:lnTo>
                  <a:pt x="14893" y="13903"/>
                </a:lnTo>
                <a:lnTo>
                  <a:pt x="15150" y="13573"/>
                </a:lnTo>
                <a:lnTo>
                  <a:pt x="15590" y="13903"/>
                </a:lnTo>
                <a:lnTo>
                  <a:pt x="15700" y="13940"/>
                </a:lnTo>
                <a:lnTo>
                  <a:pt x="15774" y="13940"/>
                </a:lnTo>
                <a:lnTo>
                  <a:pt x="15847" y="13903"/>
                </a:lnTo>
                <a:lnTo>
                  <a:pt x="15884" y="13830"/>
                </a:lnTo>
                <a:lnTo>
                  <a:pt x="15921" y="13757"/>
                </a:lnTo>
                <a:lnTo>
                  <a:pt x="15921" y="13647"/>
                </a:lnTo>
                <a:lnTo>
                  <a:pt x="15921" y="13573"/>
                </a:lnTo>
                <a:lnTo>
                  <a:pt x="15847" y="13500"/>
                </a:lnTo>
                <a:lnTo>
                  <a:pt x="15407" y="13170"/>
                </a:lnTo>
                <a:lnTo>
                  <a:pt x="15480" y="13096"/>
                </a:lnTo>
                <a:lnTo>
                  <a:pt x="15590" y="12876"/>
                </a:lnTo>
                <a:lnTo>
                  <a:pt x="15664" y="12803"/>
                </a:lnTo>
                <a:lnTo>
                  <a:pt x="15737" y="12766"/>
                </a:lnTo>
                <a:lnTo>
                  <a:pt x="15774" y="12729"/>
                </a:lnTo>
                <a:lnTo>
                  <a:pt x="15811" y="12693"/>
                </a:lnTo>
                <a:lnTo>
                  <a:pt x="15811" y="12656"/>
                </a:lnTo>
                <a:lnTo>
                  <a:pt x="15774" y="12656"/>
                </a:lnTo>
                <a:lnTo>
                  <a:pt x="15664" y="12583"/>
                </a:lnTo>
                <a:lnTo>
                  <a:pt x="15554" y="12546"/>
                </a:lnTo>
                <a:close/>
              </a:path>
            </a:pathLst>
          </a:custGeom>
          <a:solidFill>
            <a:srgbClr val="A4C2F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4" name="Google Shape;204;p3"/>
          <p:cNvSpPr/>
          <p:nvPr/>
        </p:nvSpPr>
        <p:spPr>
          <a:xfrm>
            <a:off x="6935423" y="5434132"/>
            <a:ext cx="627093" cy="589613"/>
          </a:xfrm>
          <a:custGeom>
            <a:avLst/>
            <a:gdLst/>
            <a:ahLst/>
            <a:cxnLst/>
            <a:rect l="l" t="t" r="r" b="b"/>
            <a:pathLst>
              <a:path w="16581" h="15590" extrusionOk="0">
                <a:moveTo>
                  <a:pt x="13793" y="2568"/>
                </a:moveTo>
                <a:lnTo>
                  <a:pt x="14123" y="2641"/>
                </a:lnTo>
                <a:lnTo>
                  <a:pt x="14123" y="2678"/>
                </a:lnTo>
                <a:lnTo>
                  <a:pt x="14086" y="2825"/>
                </a:lnTo>
                <a:lnTo>
                  <a:pt x="14013" y="2935"/>
                </a:lnTo>
                <a:lnTo>
                  <a:pt x="13866" y="3045"/>
                </a:lnTo>
                <a:lnTo>
                  <a:pt x="13756" y="3081"/>
                </a:lnTo>
                <a:lnTo>
                  <a:pt x="13573" y="2971"/>
                </a:lnTo>
                <a:lnTo>
                  <a:pt x="13609" y="2788"/>
                </a:lnTo>
                <a:lnTo>
                  <a:pt x="13683" y="2678"/>
                </a:lnTo>
                <a:lnTo>
                  <a:pt x="13720" y="2605"/>
                </a:lnTo>
                <a:lnTo>
                  <a:pt x="13793" y="2568"/>
                </a:lnTo>
                <a:close/>
                <a:moveTo>
                  <a:pt x="9428" y="3705"/>
                </a:moveTo>
                <a:lnTo>
                  <a:pt x="9831" y="4475"/>
                </a:lnTo>
                <a:lnTo>
                  <a:pt x="10161" y="5246"/>
                </a:lnTo>
                <a:lnTo>
                  <a:pt x="8327" y="4402"/>
                </a:lnTo>
                <a:lnTo>
                  <a:pt x="8878" y="4035"/>
                </a:lnTo>
                <a:lnTo>
                  <a:pt x="9428" y="3705"/>
                </a:lnTo>
                <a:close/>
                <a:moveTo>
                  <a:pt x="5283" y="3668"/>
                </a:moveTo>
                <a:lnTo>
                  <a:pt x="6383" y="4072"/>
                </a:lnTo>
                <a:lnTo>
                  <a:pt x="7410" y="4512"/>
                </a:lnTo>
                <a:lnTo>
                  <a:pt x="6383" y="5319"/>
                </a:lnTo>
                <a:lnTo>
                  <a:pt x="5393" y="6163"/>
                </a:lnTo>
                <a:lnTo>
                  <a:pt x="5319" y="5282"/>
                </a:lnTo>
                <a:lnTo>
                  <a:pt x="5283" y="4365"/>
                </a:lnTo>
                <a:lnTo>
                  <a:pt x="5283" y="3668"/>
                </a:lnTo>
                <a:close/>
                <a:moveTo>
                  <a:pt x="13096" y="2494"/>
                </a:moveTo>
                <a:lnTo>
                  <a:pt x="13023" y="2641"/>
                </a:lnTo>
                <a:lnTo>
                  <a:pt x="12986" y="2825"/>
                </a:lnTo>
                <a:lnTo>
                  <a:pt x="12949" y="3008"/>
                </a:lnTo>
                <a:lnTo>
                  <a:pt x="12986" y="3191"/>
                </a:lnTo>
                <a:lnTo>
                  <a:pt x="13096" y="3412"/>
                </a:lnTo>
                <a:lnTo>
                  <a:pt x="13243" y="3595"/>
                </a:lnTo>
                <a:lnTo>
                  <a:pt x="13426" y="3705"/>
                </a:lnTo>
                <a:lnTo>
                  <a:pt x="13646" y="3778"/>
                </a:lnTo>
                <a:lnTo>
                  <a:pt x="13793" y="3815"/>
                </a:lnTo>
                <a:lnTo>
                  <a:pt x="13536" y="4512"/>
                </a:lnTo>
                <a:lnTo>
                  <a:pt x="13243" y="5209"/>
                </a:lnTo>
                <a:lnTo>
                  <a:pt x="12913" y="5869"/>
                </a:lnTo>
                <a:lnTo>
                  <a:pt x="12546" y="6529"/>
                </a:lnTo>
                <a:lnTo>
                  <a:pt x="11665" y="6016"/>
                </a:lnTo>
                <a:lnTo>
                  <a:pt x="10785" y="5576"/>
                </a:lnTo>
                <a:lnTo>
                  <a:pt x="10602" y="5026"/>
                </a:lnTo>
                <a:lnTo>
                  <a:pt x="10345" y="4475"/>
                </a:lnTo>
                <a:lnTo>
                  <a:pt x="10125" y="3962"/>
                </a:lnTo>
                <a:lnTo>
                  <a:pt x="9831" y="3448"/>
                </a:lnTo>
                <a:lnTo>
                  <a:pt x="10602" y="3045"/>
                </a:lnTo>
                <a:lnTo>
                  <a:pt x="11005" y="2898"/>
                </a:lnTo>
                <a:lnTo>
                  <a:pt x="11409" y="2751"/>
                </a:lnTo>
                <a:lnTo>
                  <a:pt x="11849" y="2641"/>
                </a:lnTo>
                <a:lnTo>
                  <a:pt x="12252" y="2568"/>
                </a:lnTo>
                <a:lnTo>
                  <a:pt x="12692" y="2494"/>
                </a:lnTo>
                <a:close/>
                <a:moveTo>
                  <a:pt x="2605" y="6713"/>
                </a:moveTo>
                <a:lnTo>
                  <a:pt x="2678" y="6750"/>
                </a:lnTo>
                <a:lnTo>
                  <a:pt x="2752" y="6823"/>
                </a:lnTo>
                <a:lnTo>
                  <a:pt x="2788" y="6970"/>
                </a:lnTo>
                <a:lnTo>
                  <a:pt x="2752" y="7116"/>
                </a:lnTo>
                <a:lnTo>
                  <a:pt x="2715" y="7153"/>
                </a:lnTo>
                <a:lnTo>
                  <a:pt x="2605" y="7226"/>
                </a:lnTo>
                <a:lnTo>
                  <a:pt x="2458" y="7336"/>
                </a:lnTo>
                <a:lnTo>
                  <a:pt x="2165" y="7116"/>
                </a:lnTo>
                <a:lnTo>
                  <a:pt x="2275" y="6970"/>
                </a:lnTo>
                <a:lnTo>
                  <a:pt x="2275" y="6896"/>
                </a:lnTo>
                <a:lnTo>
                  <a:pt x="2458" y="6860"/>
                </a:lnTo>
                <a:lnTo>
                  <a:pt x="2715" y="6860"/>
                </a:lnTo>
                <a:lnTo>
                  <a:pt x="2715" y="6823"/>
                </a:lnTo>
                <a:lnTo>
                  <a:pt x="2678" y="6786"/>
                </a:lnTo>
                <a:lnTo>
                  <a:pt x="2605" y="6713"/>
                </a:lnTo>
                <a:close/>
                <a:moveTo>
                  <a:pt x="8364" y="6529"/>
                </a:moveTo>
                <a:lnTo>
                  <a:pt x="8547" y="6566"/>
                </a:lnTo>
                <a:lnTo>
                  <a:pt x="8657" y="6603"/>
                </a:lnTo>
                <a:lnTo>
                  <a:pt x="8657" y="6713"/>
                </a:lnTo>
                <a:lnTo>
                  <a:pt x="8694" y="6860"/>
                </a:lnTo>
                <a:lnTo>
                  <a:pt x="8694" y="6970"/>
                </a:lnTo>
                <a:lnTo>
                  <a:pt x="8694" y="7116"/>
                </a:lnTo>
                <a:lnTo>
                  <a:pt x="8657" y="7226"/>
                </a:lnTo>
                <a:lnTo>
                  <a:pt x="8621" y="7336"/>
                </a:lnTo>
                <a:lnTo>
                  <a:pt x="8547" y="7446"/>
                </a:lnTo>
                <a:lnTo>
                  <a:pt x="8364" y="7446"/>
                </a:lnTo>
                <a:lnTo>
                  <a:pt x="8107" y="7520"/>
                </a:lnTo>
                <a:lnTo>
                  <a:pt x="7850" y="7593"/>
                </a:lnTo>
                <a:lnTo>
                  <a:pt x="7704" y="7483"/>
                </a:lnTo>
                <a:lnTo>
                  <a:pt x="7630" y="7336"/>
                </a:lnTo>
                <a:lnTo>
                  <a:pt x="7557" y="7190"/>
                </a:lnTo>
                <a:lnTo>
                  <a:pt x="7594" y="7006"/>
                </a:lnTo>
                <a:lnTo>
                  <a:pt x="7667" y="6750"/>
                </a:lnTo>
                <a:lnTo>
                  <a:pt x="7777" y="6750"/>
                </a:lnTo>
                <a:lnTo>
                  <a:pt x="7850" y="6786"/>
                </a:lnTo>
                <a:lnTo>
                  <a:pt x="7924" y="6750"/>
                </a:lnTo>
                <a:lnTo>
                  <a:pt x="7960" y="6713"/>
                </a:lnTo>
                <a:lnTo>
                  <a:pt x="8071" y="6566"/>
                </a:lnTo>
                <a:lnTo>
                  <a:pt x="8364" y="6529"/>
                </a:lnTo>
                <a:close/>
                <a:moveTo>
                  <a:pt x="3155" y="3191"/>
                </a:moveTo>
                <a:lnTo>
                  <a:pt x="3595" y="3228"/>
                </a:lnTo>
                <a:lnTo>
                  <a:pt x="4036" y="3301"/>
                </a:lnTo>
                <a:lnTo>
                  <a:pt x="4439" y="3412"/>
                </a:lnTo>
                <a:lnTo>
                  <a:pt x="4879" y="3522"/>
                </a:lnTo>
                <a:lnTo>
                  <a:pt x="4843" y="4072"/>
                </a:lnTo>
                <a:lnTo>
                  <a:pt x="4843" y="4659"/>
                </a:lnTo>
                <a:lnTo>
                  <a:pt x="4879" y="5282"/>
                </a:lnTo>
                <a:lnTo>
                  <a:pt x="4989" y="6529"/>
                </a:lnTo>
                <a:lnTo>
                  <a:pt x="4182" y="7263"/>
                </a:lnTo>
                <a:lnTo>
                  <a:pt x="3779" y="7630"/>
                </a:lnTo>
                <a:lnTo>
                  <a:pt x="3375" y="8033"/>
                </a:lnTo>
                <a:lnTo>
                  <a:pt x="3265" y="7960"/>
                </a:lnTo>
                <a:lnTo>
                  <a:pt x="2898" y="7667"/>
                </a:lnTo>
                <a:lnTo>
                  <a:pt x="3008" y="7520"/>
                </a:lnTo>
                <a:lnTo>
                  <a:pt x="3119" y="7410"/>
                </a:lnTo>
                <a:lnTo>
                  <a:pt x="3155" y="7336"/>
                </a:lnTo>
                <a:lnTo>
                  <a:pt x="3192" y="7300"/>
                </a:lnTo>
                <a:lnTo>
                  <a:pt x="3192" y="7153"/>
                </a:lnTo>
                <a:lnTo>
                  <a:pt x="3229" y="6933"/>
                </a:lnTo>
                <a:lnTo>
                  <a:pt x="3192" y="6823"/>
                </a:lnTo>
                <a:lnTo>
                  <a:pt x="3155" y="6676"/>
                </a:lnTo>
                <a:lnTo>
                  <a:pt x="3119" y="6566"/>
                </a:lnTo>
                <a:lnTo>
                  <a:pt x="3045" y="6456"/>
                </a:lnTo>
                <a:lnTo>
                  <a:pt x="2972" y="6383"/>
                </a:lnTo>
                <a:lnTo>
                  <a:pt x="2862" y="6309"/>
                </a:lnTo>
                <a:lnTo>
                  <a:pt x="2752" y="6273"/>
                </a:lnTo>
                <a:lnTo>
                  <a:pt x="2605" y="6236"/>
                </a:lnTo>
                <a:lnTo>
                  <a:pt x="2495" y="6236"/>
                </a:lnTo>
                <a:lnTo>
                  <a:pt x="2348" y="6273"/>
                </a:lnTo>
                <a:lnTo>
                  <a:pt x="2128" y="6383"/>
                </a:lnTo>
                <a:lnTo>
                  <a:pt x="1908" y="6529"/>
                </a:lnTo>
                <a:lnTo>
                  <a:pt x="1761" y="6713"/>
                </a:lnTo>
                <a:lnTo>
                  <a:pt x="1321" y="6309"/>
                </a:lnTo>
                <a:lnTo>
                  <a:pt x="954" y="5833"/>
                </a:lnTo>
                <a:lnTo>
                  <a:pt x="734" y="5502"/>
                </a:lnTo>
                <a:lnTo>
                  <a:pt x="624" y="5172"/>
                </a:lnTo>
                <a:lnTo>
                  <a:pt x="551" y="4805"/>
                </a:lnTo>
                <a:lnTo>
                  <a:pt x="514" y="4439"/>
                </a:lnTo>
                <a:lnTo>
                  <a:pt x="551" y="4255"/>
                </a:lnTo>
                <a:lnTo>
                  <a:pt x="624" y="4072"/>
                </a:lnTo>
                <a:lnTo>
                  <a:pt x="734" y="3925"/>
                </a:lnTo>
                <a:lnTo>
                  <a:pt x="844" y="3778"/>
                </a:lnTo>
                <a:lnTo>
                  <a:pt x="991" y="3668"/>
                </a:lnTo>
                <a:lnTo>
                  <a:pt x="1174" y="3558"/>
                </a:lnTo>
                <a:lnTo>
                  <a:pt x="1541" y="3412"/>
                </a:lnTo>
                <a:lnTo>
                  <a:pt x="1908" y="3265"/>
                </a:lnTo>
                <a:lnTo>
                  <a:pt x="2312" y="3191"/>
                </a:lnTo>
                <a:close/>
                <a:moveTo>
                  <a:pt x="11005" y="6199"/>
                </a:moveTo>
                <a:lnTo>
                  <a:pt x="12289" y="6896"/>
                </a:lnTo>
                <a:lnTo>
                  <a:pt x="11885" y="7483"/>
                </a:lnTo>
                <a:lnTo>
                  <a:pt x="11482" y="8033"/>
                </a:lnTo>
                <a:lnTo>
                  <a:pt x="11335" y="7410"/>
                </a:lnTo>
                <a:lnTo>
                  <a:pt x="11188" y="6750"/>
                </a:lnTo>
                <a:lnTo>
                  <a:pt x="11005" y="6199"/>
                </a:lnTo>
                <a:close/>
                <a:moveTo>
                  <a:pt x="7264" y="8180"/>
                </a:moveTo>
                <a:lnTo>
                  <a:pt x="7410" y="8253"/>
                </a:lnTo>
                <a:lnTo>
                  <a:pt x="7594" y="8290"/>
                </a:lnTo>
                <a:lnTo>
                  <a:pt x="7960" y="8290"/>
                </a:lnTo>
                <a:lnTo>
                  <a:pt x="7704" y="8327"/>
                </a:lnTo>
                <a:lnTo>
                  <a:pt x="7557" y="8327"/>
                </a:lnTo>
                <a:lnTo>
                  <a:pt x="7447" y="8290"/>
                </a:lnTo>
                <a:lnTo>
                  <a:pt x="7337" y="8253"/>
                </a:lnTo>
                <a:lnTo>
                  <a:pt x="7264" y="8180"/>
                </a:lnTo>
                <a:close/>
                <a:moveTo>
                  <a:pt x="8181" y="5979"/>
                </a:moveTo>
                <a:lnTo>
                  <a:pt x="7997" y="6016"/>
                </a:lnTo>
                <a:lnTo>
                  <a:pt x="7814" y="6089"/>
                </a:lnTo>
                <a:lnTo>
                  <a:pt x="7667" y="6236"/>
                </a:lnTo>
                <a:lnTo>
                  <a:pt x="7410" y="6346"/>
                </a:lnTo>
                <a:lnTo>
                  <a:pt x="7190" y="6529"/>
                </a:lnTo>
                <a:lnTo>
                  <a:pt x="6970" y="6713"/>
                </a:lnTo>
                <a:lnTo>
                  <a:pt x="6787" y="6933"/>
                </a:lnTo>
                <a:lnTo>
                  <a:pt x="6677" y="7080"/>
                </a:lnTo>
                <a:lnTo>
                  <a:pt x="6640" y="7263"/>
                </a:lnTo>
                <a:lnTo>
                  <a:pt x="6567" y="7410"/>
                </a:lnTo>
                <a:lnTo>
                  <a:pt x="6567" y="7593"/>
                </a:lnTo>
                <a:lnTo>
                  <a:pt x="6567" y="7923"/>
                </a:lnTo>
                <a:lnTo>
                  <a:pt x="6677" y="8253"/>
                </a:lnTo>
                <a:lnTo>
                  <a:pt x="6787" y="8437"/>
                </a:lnTo>
                <a:lnTo>
                  <a:pt x="6897" y="8584"/>
                </a:lnTo>
                <a:lnTo>
                  <a:pt x="7043" y="8694"/>
                </a:lnTo>
                <a:lnTo>
                  <a:pt x="7190" y="8767"/>
                </a:lnTo>
                <a:lnTo>
                  <a:pt x="7374" y="8804"/>
                </a:lnTo>
                <a:lnTo>
                  <a:pt x="7557" y="8840"/>
                </a:lnTo>
                <a:lnTo>
                  <a:pt x="7924" y="8840"/>
                </a:lnTo>
                <a:lnTo>
                  <a:pt x="8254" y="8767"/>
                </a:lnTo>
                <a:lnTo>
                  <a:pt x="8584" y="8620"/>
                </a:lnTo>
                <a:lnTo>
                  <a:pt x="8914" y="8364"/>
                </a:lnTo>
                <a:lnTo>
                  <a:pt x="9208" y="8070"/>
                </a:lnTo>
                <a:lnTo>
                  <a:pt x="9464" y="7740"/>
                </a:lnTo>
                <a:lnTo>
                  <a:pt x="9538" y="7593"/>
                </a:lnTo>
                <a:lnTo>
                  <a:pt x="9611" y="7410"/>
                </a:lnTo>
                <a:lnTo>
                  <a:pt x="9648" y="7226"/>
                </a:lnTo>
                <a:lnTo>
                  <a:pt x="9648" y="7043"/>
                </a:lnTo>
                <a:lnTo>
                  <a:pt x="9648" y="6860"/>
                </a:lnTo>
                <a:lnTo>
                  <a:pt x="9574" y="6713"/>
                </a:lnTo>
                <a:lnTo>
                  <a:pt x="9464" y="6529"/>
                </a:lnTo>
                <a:lnTo>
                  <a:pt x="9354" y="6419"/>
                </a:lnTo>
                <a:lnTo>
                  <a:pt x="9208" y="6273"/>
                </a:lnTo>
                <a:lnTo>
                  <a:pt x="9061" y="6199"/>
                </a:lnTo>
                <a:lnTo>
                  <a:pt x="8731" y="6053"/>
                </a:lnTo>
                <a:lnTo>
                  <a:pt x="8364" y="5979"/>
                </a:lnTo>
                <a:close/>
                <a:moveTo>
                  <a:pt x="5063" y="7080"/>
                </a:moveTo>
                <a:lnTo>
                  <a:pt x="5246" y="8180"/>
                </a:lnTo>
                <a:lnTo>
                  <a:pt x="5466" y="9281"/>
                </a:lnTo>
                <a:lnTo>
                  <a:pt x="4622" y="8804"/>
                </a:lnTo>
                <a:lnTo>
                  <a:pt x="3779" y="8290"/>
                </a:lnTo>
                <a:lnTo>
                  <a:pt x="4439" y="7667"/>
                </a:lnTo>
                <a:lnTo>
                  <a:pt x="5063" y="7080"/>
                </a:lnTo>
                <a:close/>
                <a:moveTo>
                  <a:pt x="7887" y="4732"/>
                </a:moveTo>
                <a:lnTo>
                  <a:pt x="9171" y="5282"/>
                </a:lnTo>
                <a:lnTo>
                  <a:pt x="10381" y="5869"/>
                </a:lnTo>
                <a:lnTo>
                  <a:pt x="10602" y="6529"/>
                </a:lnTo>
                <a:lnTo>
                  <a:pt x="10785" y="7190"/>
                </a:lnTo>
                <a:lnTo>
                  <a:pt x="10932" y="7850"/>
                </a:lnTo>
                <a:lnTo>
                  <a:pt x="11078" y="8547"/>
                </a:lnTo>
                <a:lnTo>
                  <a:pt x="10565" y="9097"/>
                </a:lnTo>
                <a:lnTo>
                  <a:pt x="10015" y="9647"/>
                </a:lnTo>
                <a:lnTo>
                  <a:pt x="9428" y="10161"/>
                </a:lnTo>
                <a:lnTo>
                  <a:pt x="8841" y="10674"/>
                </a:lnTo>
                <a:lnTo>
                  <a:pt x="8107" y="10418"/>
                </a:lnTo>
                <a:lnTo>
                  <a:pt x="7374" y="10161"/>
                </a:lnTo>
                <a:lnTo>
                  <a:pt x="6677" y="9867"/>
                </a:lnTo>
                <a:lnTo>
                  <a:pt x="5980" y="9537"/>
                </a:lnTo>
                <a:lnTo>
                  <a:pt x="5723" y="8143"/>
                </a:lnTo>
                <a:lnTo>
                  <a:pt x="5466" y="6713"/>
                </a:lnTo>
                <a:lnTo>
                  <a:pt x="6677" y="5722"/>
                </a:lnTo>
                <a:lnTo>
                  <a:pt x="7887" y="4732"/>
                </a:lnTo>
                <a:close/>
                <a:moveTo>
                  <a:pt x="11152" y="9171"/>
                </a:moveTo>
                <a:lnTo>
                  <a:pt x="11225" y="10161"/>
                </a:lnTo>
                <a:lnTo>
                  <a:pt x="11225" y="11188"/>
                </a:lnTo>
                <a:lnTo>
                  <a:pt x="11225" y="11225"/>
                </a:lnTo>
                <a:lnTo>
                  <a:pt x="10308" y="11041"/>
                </a:lnTo>
                <a:lnTo>
                  <a:pt x="9391" y="10821"/>
                </a:lnTo>
                <a:lnTo>
                  <a:pt x="10015" y="10308"/>
                </a:lnTo>
                <a:lnTo>
                  <a:pt x="10565" y="9794"/>
                </a:lnTo>
                <a:lnTo>
                  <a:pt x="11152" y="9171"/>
                </a:lnTo>
                <a:close/>
                <a:moveTo>
                  <a:pt x="12729" y="7153"/>
                </a:moveTo>
                <a:lnTo>
                  <a:pt x="13243" y="7483"/>
                </a:lnTo>
                <a:lnTo>
                  <a:pt x="13756" y="7813"/>
                </a:lnTo>
                <a:lnTo>
                  <a:pt x="14233" y="8180"/>
                </a:lnTo>
                <a:lnTo>
                  <a:pt x="14673" y="8584"/>
                </a:lnTo>
                <a:lnTo>
                  <a:pt x="15113" y="9024"/>
                </a:lnTo>
                <a:lnTo>
                  <a:pt x="15480" y="9464"/>
                </a:lnTo>
                <a:lnTo>
                  <a:pt x="15810" y="9941"/>
                </a:lnTo>
                <a:lnTo>
                  <a:pt x="16067" y="10454"/>
                </a:lnTo>
                <a:lnTo>
                  <a:pt x="16251" y="11005"/>
                </a:lnTo>
                <a:lnTo>
                  <a:pt x="16177" y="11041"/>
                </a:lnTo>
                <a:lnTo>
                  <a:pt x="15957" y="11188"/>
                </a:lnTo>
                <a:lnTo>
                  <a:pt x="15700" y="11298"/>
                </a:lnTo>
                <a:lnTo>
                  <a:pt x="15444" y="11371"/>
                </a:lnTo>
                <a:lnTo>
                  <a:pt x="15187" y="11445"/>
                </a:lnTo>
                <a:lnTo>
                  <a:pt x="15113" y="11371"/>
                </a:lnTo>
                <a:lnTo>
                  <a:pt x="15077" y="11408"/>
                </a:lnTo>
                <a:lnTo>
                  <a:pt x="14233" y="11445"/>
                </a:lnTo>
                <a:lnTo>
                  <a:pt x="13389" y="11408"/>
                </a:lnTo>
                <a:lnTo>
                  <a:pt x="12582" y="11371"/>
                </a:lnTo>
                <a:lnTo>
                  <a:pt x="11739" y="11298"/>
                </a:lnTo>
                <a:lnTo>
                  <a:pt x="11702" y="10198"/>
                </a:lnTo>
                <a:lnTo>
                  <a:pt x="11665" y="9464"/>
                </a:lnTo>
                <a:lnTo>
                  <a:pt x="11592" y="8694"/>
                </a:lnTo>
                <a:lnTo>
                  <a:pt x="12179" y="7923"/>
                </a:lnTo>
                <a:lnTo>
                  <a:pt x="12729" y="7153"/>
                </a:lnTo>
                <a:close/>
                <a:moveTo>
                  <a:pt x="6126" y="10161"/>
                </a:moveTo>
                <a:lnTo>
                  <a:pt x="6787" y="10454"/>
                </a:lnTo>
                <a:lnTo>
                  <a:pt x="7447" y="10711"/>
                </a:lnTo>
                <a:lnTo>
                  <a:pt x="8327" y="11005"/>
                </a:lnTo>
                <a:lnTo>
                  <a:pt x="7557" y="11555"/>
                </a:lnTo>
                <a:lnTo>
                  <a:pt x="6713" y="11995"/>
                </a:lnTo>
                <a:lnTo>
                  <a:pt x="6603" y="12068"/>
                </a:lnTo>
                <a:lnTo>
                  <a:pt x="6346" y="11078"/>
                </a:lnTo>
                <a:lnTo>
                  <a:pt x="6126" y="10161"/>
                </a:lnTo>
                <a:close/>
                <a:moveTo>
                  <a:pt x="3449" y="8657"/>
                </a:moveTo>
                <a:lnTo>
                  <a:pt x="3889" y="8950"/>
                </a:lnTo>
                <a:lnTo>
                  <a:pt x="4733" y="9427"/>
                </a:lnTo>
                <a:lnTo>
                  <a:pt x="5613" y="9904"/>
                </a:lnTo>
                <a:lnTo>
                  <a:pt x="5870" y="11078"/>
                </a:lnTo>
                <a:lnTo>
                  <a:pt x="6016" y="11665"/>
                </a:lnTo>
                <a:lnTo>
                  <a:pt x="6200" y="12288"/>
                </a:lnTo>
                <a:lnTo>
                  <a:pt x="5686" y="12509"/>
                </a:lnTo>
                <a:lnTo>
                  <a:pt x="5136" y="12729"/>
                </a:lnTo>
                <a:lnTo>
                  <a:pt x="4622" y="12875"/>
                </a:lnTo>
                <a:lnTo>
                  <a:pt x="4072" y="12985"/>
                </a:lnTo>
                <a:lnTo>
                  <a:pt x="3705" y="12985"/>
                </a:lnTo>
                <a:lnTo>
                  <a:pt x="3375" y="12949"/>
                </a:lnTo>
                <a:lnTo>
                  <a:pt x="3045" y="12875"/>
                </a:lnTo>
                <a:lnTo>
                  <a:pt x="2715" y="12692"/>
                </a:lnTo>
                <a:lnTo>
                  <a:pt x="2568" y="12582"/>
                </a:lnTo>
                <a:lnTo>
                  <a:pt x="2458" y="12435"/>
                </a:lnTo>
                <a:lnTo>
                  <a:pt x="2348" y="12288"/>
                </a:lnTo>
                <a:lnTo>
                  <a:pt x="2275" y="12105"/>
                </a:lnTo>
                <a:lnTo>
                  <a:pt x="2165" y="11775"/>
                </a:lnTo>
                <a:lnTo>
                  <a:pt x="2165" y="11371"/>
                </a:lnTo>
                <a:lnTo>
                  <a:pt x="2201" y="11005"/>
                </a:lnTo>
                <a:lnTo>
                  <a:pt x="2275" y="10638"/>
                </a:lnTo>
                <a:lnTo>
                  <a:pt x="2385" y="10271"/>
                </a:lnTo>
                <a:lnTo>
                  <a:pt x="2532" y="9941"/>
                </a:lnTo>
                <a:lnTo>
                  <a:pt x="2715" y="9574"/>
                </a:lnTo>
                <a:lnTo>
                  <a:pt x="2935" y="9281"/>
                </a:lnTo>
                <a:lnTo>
                  <a:pt x="3192" y="8950"/>
                </a:lnTo>
                <a:lnTo>
                  <a:pt x="3449" y="8657"/>
                </a:lnTo>
                <a:close/>
                <a:moveTo>
                  <a:pt x="8291" y="14049"/>
                </a:moveTo>
                <a:lnTo>
                  <a:pt x="8401" y="14086"/>
                </a:lnTo>
                <a:lnTo>
                  <a:pt x="8401" y="14196"/>
                </a:lnTo>
                <a:lnTo>
                  <a:pt x="8401" y="14343"/>
                </a:lnTo>
                <a:lnTo>
                  <a:pt x="8364" y="14489"/>
                </a:lnTo>
                <a:lnTo>
                  <a:pt x="8291" y="14599"/>
                </a:lnTo>
                <a:lnTo>
                  <a:pt x="8181" y="14673"/>
                </a:lnTo>
                <a:lnTo>
                  <a:pt x="7960" y="14489"/>
                </a:lnTo>
                <a:lnTo>
                  <a:pt x="7777" y="14306"/>
                </a:lnTo>
                <a:lnTo>
                  <a:pt x="7850" y="14159"/>
                </a:lnTo>
                <a:lnTo>
                  <a:pt x="7997" y="14086"/>
                </a:lnTo>
                <a:lnTo>
                  <a:pt x="8144" y="14049"/>
                </a:lnTo>
                <a:close/>
                <a:moveTo>
                  <a:pt x="8914" y="11188"/>
                </a:moveTo>
                <a:lnTo>
                  <a:pt x="10051" y="11481"/>
                </a:lnTo>
                <a:lnTo>
                  <a:pt x="11225" y="11702"/>
                </a:lnTo>
                <a:lnTo>
                  <a:pt x="11188" y="12288"/>
                </a:lnTo>
                <a:lnTo>
                  <a:pt x="11115" y="12839"/>
                </a:lnTo>
                <a:lnTo>
                  <a:pt x="10968" y="13426"/>
                </a:lnTo>
                <a:lnTo>
                  <a:pt x="10822" y="13976"/>
                </a:lnTo>
                <a:lnTo>
                  <a:pt x="10638" y="14269"/>
                </a:lnTo>
                <a:lnTo>
                  <a:pt x="10455" y="14563"/>
                </a:lnTo>
                <a:lnTo>
                  <a:pt x="10198" y="14819"/>
                </a:lnTo>
                <a:lnTo>
                  <a:pt x="9905" y="15003"/>
                </a:lnTo>
                <a:lnTo>
                  <a:pt x="9648" y="15113"/>
                </a:lnTo>
                <a:lnTo>
                  <a:pt x="9391" y="15150"/>
                </a:lnTo>
                <a:lnTo>
                  <a:pt x="9098" y="15113"/>
                </a:lnTo>
                <a:lnTo>
                  <a:pt x="8841" y="15040"/>
                </a:lnTo>
                <a:lnTo>
                  <a:pt x="8951" y="14856"/>
                </a:lnTo>
                <a:lnTo>
                  <a:pt x="8988" y="14673"/>
                </a:lnTo>
                <a:lnTo>
                  <a:pt x="9061" y="14453"/>
                </a:lnTo>
                <a:lnTo>
                  <a:pt x="9061" y="14269"/>
                </a:lnTo>
                <a:lnTo>
                  <a:pt x="9024" y="14086"/>
                </a:lnTo>
                <a:lnTo>
                  <a:pt x="8951" y="13976"/>
                </a:lnTo>
                <a:lnTo>
                  <a:pt x="8841" y="13829"/>
                </a:lnTo>
                <a:lnTo>
                  <a:pt x="8731" y="13756"/>
                </a:lnTo>
                <a:lnTo>
                  <a:pt x="8547" y="13646"/>
                </a:lnTo>
                <a:lnTo>
                  <a:pt x="8401" y="13609"/>
                </a:lnTo>
                <a:lnTo>
                  <a:pt x="8254" y="13572"/>
                </a:lnTo>
                <a:lnTo>
                  <a:pt x="8071" y="13572"/>
                </a:lnTo>
                <a:lnTo>
                  <a:pt x="7887" y="13609"/>
                </a:lnTo>
                <a:lnTo>
                  <a:pt x="7740" y="13682"/>
                </a:lnTo>
                <a:lnTo>
                  <a:pt x="7594" y="13792"/>
                </a:lnTo>
                <a:lnTo>
                  <a:pt x="7447" y="13902"/>
                </a:lnTo>
                <a:lnTo>
                  <a:pt x="7264" y="13609"/>
                </a:lnTo>
                <a:lnTo>
                  <a:pt x="7080" y="13242"/>
                </a:lnTo>
                <a:lnTo>
                  <a:pt x="6897" y="12912"/>
                </a:lnTo>
                <a:lnTo>
                  <a:pt x="6750" y="12545"/>
                </a:lnTo>
                <a:lnTo>
                  <a:pt x="7814" y="11958"/>
                </a:lnTo>
                <a:lnTo>
                  <a:pt x="8364" y="11591"/>
                </a:lnTo>
                <a:lnTo>
                  <a:pt x="8914" y="11188"/>
                </a:lnTo>
                <a:close/>
                <a:moveTo>
                  <a:pt x="6493" y="0"/>
                </a:moveTo>
                <a:lnTo>
                  <a:pt x="6163" y="294"/>
                </a:lnTo>
                <a:lnTo>
                  <a:pt x="5870" y="624"/>
                </a:lnTo>
                <a:lnTo>
                  <a:pt x="5613" y="991"/>
                </a:lnTo>
                <a:lnTo>
                  <a:pt x="5429" y="1394"/>
                </a:lnTo>
                <a:lnTo>
                  <a:pt x="5246" y="1798"/>
                </a:lnTo>
                <a:lnTo>
                  <a:pt x="5099" y="2201"/>
                </a:lnTo>
                <a:lnTo>
                  <a:pt x="5026" y="2641"/>
                </a:lnTo>
                <a:lnTo>
                  <a:pt x="4953" y="3081"/>
                </a:lnTo>
                <a:lnTo>
                  <a:pt x="4219" y="2898"/>
                </a:lnTo>
                <a:lnTo>
                  <a:pt x="3485" y="2788"/>
                </a:lnTo>
                <a:lnTo>
                  <a:pt x="2752" y="2715"/>
                </a:lnTo>
                <a:lnTo>
                  <a:pt x="2385" y="2751"/>
                </a:lnTo>
                <a:lnTo>
                  <a:pt x="2055" y="2788"/>
                </a:lnTo>
                <a:lnTo>
                  <a:pt x="1725" y="2825"/>
                </a:lnTo>
                <a:lnTo>
                  <a:pt x="1394" y="2898"/>
                </a:lnTo>
                <a:lnTo>
                  <a:pt x="1101" y="3045"/>
                </a:lnTo>
                <a:lnTo>
                  <a:pt x="808" y="3191"/>
                </a:lnTo>
                <a:lnTo>
                  <a:pt x="551" y="3338"/>
                </a:lnTo>
                <a:lnTo>
                  <a:pt x="367" y="3558"/>
                </a:lnTo>
                <a:lnTo>
                  <a:pt x="184" y="3815"/>
                </a:lnTo>
                <a:lnTo>
                  <a:pt x="74" y="4108"/>
                </a:lnTo>
                <a:lnTo>
                  <a:pt x="1" y="4402"/>
                </a:lnTo>
                <a:lnTo>
                  <a:pt x="1" y="4732"/>
                </a:lnTo>
                <a:lnTo>
                  <a:pt x="37" y="5026"/>
                </a:lnTo>
                <a:lnTo>
                  <a:pt x="147" y="5356"/>
                </a:lnTo>
                <a:lnTo>
                  <a:pt x="257" y="5649"/>
                </a:lnTo>
                <a:lnTo>
                  <a:pt x="441" y="5943"/>
                </a:lnTo>
                <a:lnTo>
                  <a:pt x="624" y="6236"/>
                </a:lnTo>
                <a:lnTo>
                  <a:pt x="844" y="6493"/>
                </a:lnTo>
                <a:lnTo>
                  <a:pt x="1211" y="6860"/>
                </a:lnTo>
                <a:lnTo>
                  <a:pt x="1615" y="7263"/>
                </a:lnTo>
                <a:lnTo>
                  <a:pt x="1615" y="7300"/>
                </a:lnTo>
                <a:lnTo>
                  <a:pt x="1615" y="7520"/>
                </a:lnTo>
                <a:lnTo>
                  <a:pt x="1688" y="7777"/>
                </a:lnTo>
                <a:lnTo>
                  <a:pt x="1725" y="7887"/>
                </a:lnTo>
                <a:lnTo>
                  <a:pt x="1835" y="7960"/>
                </a:lnTo>
                <a:lnTo>
                  <a:pt x="1908" y="8033"/>
                </a:lnTo>
                <a:lnTo>
                  <a:pt x="2055" y="8070"/>
                </a:lnTo>
                <a:lnTo>
                  <a:pt x="2165" y="8107"/>
                </a:lnTo>
                <a:lnTo>
                  <a:pt x="2275" y="8070"/>
                </a:lnTo>
                <a:lnTo>
                  <a:pt x="2532" y="7997"/>
                </a:lnTo>
                <a:lnTo>
                  <a:pt x="3045" y="8400"/>
                </a:lnTo>
                <a:lnTo>
                  <a:pt x="2642" y="8914"/>
                </a:lnTo>
                <a:lnTo>
                  <a:pt x="2312" y="9464"/>
                </a:lnTo>
                <a:lnTo>
                  <a:pt x="2018" y="10051"/>
                </a:lnTo>
                <a:lnTo>
                  <a:pt x="1871" y="10344"/>
                </a:lnTo>
                <a:lnTo>
                  <a:pt x="1798" y="10674"/>
                </a:lnTo>
                <a:lnTo>
                  <a:pt x="1725" y="10968"/>
                </a:lnTo>
                <a:lnTo>
                  <a:pt x="1688" y="11261"/>
                </a:lnTo>
                <a:lnTo>
                  <a:pt x="1688" y="11555"/>
                </a:lnTo>
                <a:lnTo>
                  <a:pt x="1725" y="11885"/>
                </a:lnTo>
                <a:lnTo>
                  <a:pt x="1798" y="12142"/>
                </a:lnTo>
                <a:lnTo>
                  <a:pt x="1908" y="12435"/>
                </a:lnTo>
                <a:lnTo>
                  <a:pt x="2055" y="12692"/>
                </a:lnTo>
                <a:lnTo>
                  <a:pt x="2238" y="12912"/>
                </a:lnTo>
                <a:lnTo>
                  <a:pt x="2495" y="13132"/>
                </a:lnTo>
                <a:lnTo>
                  <a:pt x="2788" y="13279"/>
                </a:lnTo>
                <a:lnTo>
                  <a:pt x="3045" y="13389"/>
                </a:lnTo>
                <a:lnTo>
                  <a:pt x="3375" y="13426"/>
                </a:lnTo>
                <a:lnTo>
                  <a:pt x="3669" y="13462"/>
                </a:lnTo>
                <a:lnTo>
                  <a:pt x="3999" y="13462"/>
                </a:lnTo>
                <a:lnTo>
                  <a:pt x="4292" y="13426"/>
                </a:lnTo>
                <a:lnTo>
                  <a:pt x="4586" y="13389"/>
                </a:lnTo>
                <a:lnTo>
                  <a:pt x="5026" y="13242"/>
                </a:lnTo>
                <a:lnTo>
                  <a:pt x="5503" y="13095"/>
                </a:lnTo>
                <a:lnTo>
                  <a:pt x="5906" y="12949"/>
                </a:lnTo>
                <a:lnTo>
                  <a:pt x="6346" y="12729"/>
                </a:lnTo>
                <a:lnTo>
                  <a:pt x="6530" y="13169"/>
                </a:lnTo>
                <a:lnTo>
                  <a:pt x="6713" y="13572"/>
                </a:lnTo>
                <a:lnTo>
                  <a:pt x="6970" y="13976"/>
                </a:lnTo>
                <a:lnTo>
                  <a:pt x="7227" y="14343"/>
                </a:lnTo>
                <a:lnTo>
                  <a:pt x="7153" y="14526"/>
                </a:lnTo>
                <a:lnTo>
                  <a:pt x="7117" y="14709"/>
                </a:lnTo>
                <a:lnTo>
                  <a:pt x="7153" y="14893"/>
                </a:lnTo>
                <a:lnTo>
                  <a:pt x="7227" y="15076"/>
                </a:lnTo>
                <a:lnTo>
                  <a:pt x="7337" y="15223"/>
                </a:lnTo>
                <a:lnTo>
                  <a:pt x="7484" y="15333"/>
                </a:lnTo>
                <a:lnTo>
                  <a:pt x="7630" y="15406"/>
                </a:lnTo>
                <a:lnTo>
                  <a:pt x="7777" y="15480"/>
                </a:lnTo>
                <a:lnTo>
                  <a:pt x="7924" y="15516"/>
                </a:lnTo>
                <a:lnTo>
                  <a:pt x="8107" y="15516"/>
                </a:lnTo>
                <a:lnTo>
                  <a:pt x="8254" y="15480"/>
                </a:lnTo>
                <a:lnTo>
                  <a:pt x="8437" y="15406"/>
                </a:lnTo>
                <a:lnTo>
                  <a:pt x="8474" y="15406"/>
                </a:lnTo>
                <a:lnTo>
                  <a:pt x="8804" y="15516"/>
                </a:lnTo>
                <a:lnTo>
                  <a:pt x="9171" y="15590"/>
                </a:lnTo>
                <a:lnTo>
                  <a:pt x="9501" y="15590"/>
                </a:lnTo>
                <a:lnTo>
                  <a:pt x="9868" y="15516"/>
                </a:lnTo>
                <a:lnTo>
                  <a:pt x="10161" y="15406"/>
                </a:lnTo>
                <a:lnTo>
                  <a:pt x="10418" y="15260"/>
                </a:lnTo>
                <a:lnTo>
                  <a:pt x="10675" y="15040"/>
                </a:lnTo>
                <a:lnTo>
                  <a:pt x="10858" y="14819"/>
                </a:lnTo>
                <a:lnTo>
                  <a:pt x="11042" y="14563"/>
                </a:lnTo>
                <a:lnTo>
                  <a:pt x="11188" y="14269"/>
                </a:lnTo>
                <a:lnTo>
                  <a:pt x="11299" y="13976"/>
                </a:lnTo>
                <a:lnTo>
                  <a:pt x="11409" y="13682"/>
                </a:lnTo>
                <a:lnTo>
                  <a:pt x="11519" y="13242"/>
                </a:lnTo>
                <a:lnTo>
                  <a:pt x="11629" y="12765"/>
                </a:lnTo>
                <a:lnTo>
                  <a:pt x="11665" y="12252"/>
                </a:lnTo>
                <a:lnTo>
                  <a:pt x="11702" y="11775"/>
                </a:lnTo>
                <a:lnTo>
                  <a:pt x="12619" y="11848"/>
                </a:lnTo>
                <a:lnTo>
                  <a:pt x="13499" y="11922"/>
                </a:lnTo>
                <a:lnTo>
                  <a:pt x="14416" y="11922"/>
                </a:lnTo>
                <a:lnTo>
                  <a:pt x="15297" y="11885"/>
                </a:lnTo>
                <a:lnTo>
                  <a:pt x="15333" y="11848"/>
                </a:lnTo>
                <a:lnTo>
                  <a:pt x="15333" y="11775"/>
                </a:lnTo>
                <a:lnTo>
                  <a:pt x="15590" y="11702"/>
                </a:lnTo>
                <a:lnTo>
                  <a:pt x="15884" y="11628"/>
                </a:lnTo>
                <a:lnTo>
                  <a:pt x="16140" y="11481"/>
                </a:lnTo>
                <a:lnTo>
                  <a:pt x="16397" y="11335"/>
                </a:lnTo>
                <a:lnTo>
                  <a:pt x="16507" y="11335"/>
                </a:lnTo>
                <a:lnTo>
                  <a:pt x="16544" y="11298"/>
                </a:lnTo>
                <a:lnTo>
                  <a:pt x="16581" y="11225"/>
                </a:lnTo>
                <a:lnTo>
                  <a:pt x="16544" y="10931"/>
                </a:lnTo>
                <a:lnTo>
                  <a:pt x="16471" y="10638"/>
                </a:lnTo>
                <a:lnTo>
                  <a:pt x="16397" y="10344"/>
                </a:lnTo>
                <a:lnTo>
                  <a:pt x="16287" y="10088"/>
                </a:lnTo>
                <a:lnTo>
                  <a:pt x="15994" y="9537"/>
                </a:lnTo>
                <a:lnTo>
                  <a:pt x="15627" y="9060"/>
                </a:lnTo>
                <a:lnTo>
                  <a:pt x="15223" y="8584"/>
                </a:lnTo>
                <a:lnTo>
                  <a:pt x="14783" y="8143"/>
                </a:lnTo>
                <a:lnTo>
                  <a:pt x="14306" y="7740"/>
                </a:lnTo>
                <a:lnTo>
                  <a:pt x="13793" y="7336"/>
                </a:lnTo>
                <a:lnTo>
                  <a:pt x="12949" y="6786"/>
                </a:lnTo>
                <a:lnTo>
                  <a:pt x="13353" y="6053"/>
                </a:lnTo>
                <a:lnTo>
                  <a:pt x="13720" y="5319"/>
                </a:lnTo>
                <a:lnTo>
                  <a:pt x="14050" y="4549"/>
                </a:lnTo>
                <a:lnTo>
                  <a:pt x="14306" y="3778"/>
                </a:lnTo>
                <a:lnTo>
                  <a:pt x="14306" y="3632"/>
                </a:lnTo>
                <a:lnTo>
                  <a:pt x="14453" y="3522"/>
                </a:lnTo>
                <a:lnTo>
                  <a:pt x="14600" y="3375"/>
                </a:lnTo>
                <a:lnTo>
                  <a:pt x="14747" y="3155"/>
                </a:lnTo>
                <a:lnTo>
                  <a:pt x="14820" y="2935"/>
                </a:lnTo>
                <a:lnTo>
                  <a:pt x="14820" y="2678"/>
                </a:lnTo>
                <a:lnTo>
                  <a:pt x="14747" y="2421"/>
                </a:lnTo>
                <a:lnTo>
                  <a:pt x="14637" y="2238"/>
                </a:lnTo>
                <a:lnTo>
                  <a:pt x="14490" y="2054"/>
                </a:lnTo>
                <a:lnTo>
                  <a:pt x="14270" y="1944"/>
                </a:lnTo>
                <a:lnTo>
                  <a:pt x="14160" y="1908"/>
                </a:lnTo>
                <a:lnTo>
                  <a:pt x="14013" y="1908"/>
                </a:lnTo>
                <a:lnTo>
                  <a:pt x="13830" y="1944"/>
                </a:lnTo>
                <a:lnTo>
                  <a:pt x="13683" y="2018"/>
                </a:lnTo>
                <a:lnTo>
                  <a:pt x="13536" y="2091"/>
                </a:lnTo>
                <a:lnTo>
                  <a:pt x="13389" y="2201"/>
                </a:lnTo>
                <a:lnTo>
                  <a:pt x="12949" y="2128"/>
                </a:lnTo>
                <a:lnTo>
                  <a:pt x="12472" y="2164"/>
                </a:lnTo>
                <a:lnTo>
                  <a:pt x="12032" y="2201"/>
                </a:lnTo>
                <a:lnTo>
                  <a:pt x="11592" y="2274"/>
                </a:lnTo>
                <a:lnTo>
                  <a:pt x="11115" y="2421"/>
                </a:lnTo>
                <a:lnTo>
                  <a:pt x="10675" y="2568"/>
                </a:lnTo>
                <a:lnTo>
                  <a:pt x="10271" y="2751"/>
                </a:lnTo>
                <a:lnTo>
                  <a:pt x="9831" y="2971"/>
                </a:lnTo>
                <a:lnTo>
                  <a:pt x="9611" y="3081"/>
                </a:lnTo>
                <a:lnTo>
                  <a:pt x="9208" y="2421"/>
                </a:lnTo>
                <a:lnTo>
                  <a:pt x="8767" y="1761"/>
                </a:lnTo>
                <a:lnTo>
                  <a:pt x="8254" y="1137"/>
                </a:lnTo>
                <a:lnTo>
                  <a:pt x="7740" y="550"/>
                </a:lnTo>
                <a:lnTo>
                  <a:pt x="7630" y="477"/>
                </a:lnTo>
                <a:lnTo>
                  <a:pt x="7520" y="477"/>
                </a:lnTo>
                <a:lnTo>
                  <a:pt x="7117" y="624"/>
                </a:lnTo>
                <a:lnTo>
                  <a:pt x="6713" y="807"/>
                </a:lnTo>
                <a:lnTo>
                  <a:pt x="6640" y="844"/>
                </a:lnTo>
                <a:lnTo>
                  <a:pt x="6603" y="881"/>
                </a:lnTo>
                <a:lnTo>
                  <a:pt x="6640" y="991"/>
                </a:lnTo>
                <a:lnTo>
                  <a:pt x="6677" y="1064"/>
                </a:lnTo>
                <a:lnTo>
                  <a:pt x="6787" y="1064"/>
                </a:lnTo>
                <a:lnTo>
                  <a:pt x="7153" y="1027"/>
                </a:lnTo>
                <a:lnTo>
                  <a:pt x="7484" y="991"/>
                </a:lnTo>
                <a:lnTo>
                  <a:pt x="7960" y="1541"/>
                </a:lnTo>
                <a:lnTo>
                  <a:pt x="8401" y="2091"/>
                </a:lnTo>
                <a:lnTo>
                  <a:pt x="8841" y="2715"/>
                </a:lnTo>
                <a:lnTo>
                  <a:pt x="9208" y="3301"/>
                </a:lnTo>
                <a:lnTo>
                  <a:pt x="8511" y="3742"/>
                </a:lnTo>
                <a:lnTo>
                  <a:pt x="7850" y="4219"/>
                </a:lnTo>
                <a:lnTo>
                  <a:pt x="6603" y="3668"/>
                </a:lnTo>
                <a:lnTo>
                  <a:pt x="5980" y="3412"/>
                </a:lnTo>
                <a:lnTo>
                  <a:pt x="5319" y="3191"/>
                </a:lnTo>
                <a:lnTo>
                  <a:pt x="5393" y="2788"/>
                </a:lnTo>
                <a:lnTo>
                  <a:pt x="5466" y="2384"/>
                </a:lnTo>
                <a:lnTo>
                  <a:pt x="5576" y="1981"/>
                </a:lnTo>
                <a:lnTo>
                  <a:pt x="5723" y="1577"/>
                </a:lnTo>
                <a:lnTo>
                  <a:pt x="5906" y="1211"/>
                </a:lnTo>
                <a:lnTo>
                  <a:pt x="6126" y="844"/>
                </a:lnTo>
                <a:lnTo>
                  <a:pt x="6383" y="514"/>
                </a:lnTo>
                <a:lnTo>
                  <a:pt x="6640" y="184"/>
                </a:lnTo>
                <a:lnTo>
                  <a:pt x="6677" y="110"/>
                </a:lnTo>
                <a:lnTo>
                  <a:pt x="6677" y="37"/>
                </a:lnTo>
                <a:lnTo>
                  <a:pt x="6603"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5" name="Google Shape;205;p3"/>
          <p:cNvSpPr/>
          <p:nvPr/>
        </p:nvSpPr>
        <p:spPr>
          <a:xfrm>
            <a:off x="6354112" y="5434125"/>
            <a:ext cx="452803" cy="534156"/>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6" name="Google Shape;206;p3"/>
          <p:cNvSpPr/>
          <p:nvPr/>
        </p:nvSpPr>
        <p:spPr>
          <a:xfrm>
            <a:off x="7362478" y="6664025"/>
            <a:ext cx="617412" cy="237283"/>
          </a:xfrm>
          <a:custGeom>
            <a:avLst/>
            <a:gdLst/>
            <a:ahLst/>
            <a:cxnLst/>
            <a:rect l="l" t="t" r="r" b="b"/>
            <a:pathLst>
              <a:path w="16325" h="6274" extrusionOk="0">
                <a:moveTo>
                  <a:pt x="14710" y="1"/>
                </a:moveTo>
                <a:lnTo>
                  <a:pt x="14527" y="74"/>
                </a:lnTo>
                <a:lnTo>
                  <a:pt x="14380" y="147"/>
                </a:lnTo>
                <a:lnTo>
                  <a:pt x="14270" y="221"/>
                </a:lnTo>
                <a:lnTo>
                  <a:pt x="14270" y="257"/>
                </a:lnTo>
                <a:lnTo>
                  <a:pt x="14197" y="221"/>
                </a:lnTo>
                <a:lnTo>
                  <a:pt x="14087" y="221"/>
                </a:lnTo>
                <a:lnTo>
                  <a:pt x="14013" y="294"/>
                </a:lnTo>
                <a:lnTo>
                  <a:pt x="13977" y="331"/>
                </a:lnTo>
                <a:lnTo>
                  <a:pt x="13977" y="441"/>
                </a:lnTo>
                <a:lnTo>
                  <a:pt x="14013" y="551"/>
                </a:lnTo>
                <a:lnTo>
                  <a:pt x="14050" y="587"/>
                </a:lnTo>
                <a:lnTo>
                  <a:pt x="14123" y="624"/>
                </a:lnTo>
                <a:lnTo>
                  <a:pt x="14343" y="624"/>
                </a:lnTo>
                <a:lnTo>
                  <a:pt x="14527" y="551"/>
                </a:lnTo>
                <a:lnTo>
                  <a:pt x="14710" y="477"/>
                </a:lnTo>
                <a:lnTo>
                  <a:pt x="14894" y="441"/>
                </a:lnTo>
                <a:lnTo>
                  <a:pt x="14967" y="477"/>
                </a:lnTo>
                <a:lnTo>
                  <a:pt x="15004" y="514"/>
                </a:lnTo>
                <a:lnTo>
                  <a:pt x="14967" y="587"/>
                </a:lnTo>
                <a:lnTo>
                  <a:pt x="14930" y="661"/>
                </a:lnTo>
                <a:lnTo>
                  <a:pt x="14747" y="881"/>
                </a:lnTo>
                <a:lnTo>
                  <a:pt x="14123" y="1725"/>
                </a:lnTo>
                <a:lnTo>
                  <a:pt x="14123" y="1798"/>
                </a:lnTo>
                <a:lnTo>
                  <a:pt x="14087" y="1871"/>
                </a:lnTo>
                <a:lnTo>
                  <a:pt x="14123" y="1981"/>
                </a:lnTo>
                <a:lnTo>
                  <a:pt x="14233" y="2055"/>
                </a:lnTo>
                <a:lnTo>
                  <a:pt x="14343" y="2091"/>
                </a:lnTo>
                <a:lnTo>
                  <a:pt x="14820" y="2091"/>
                </a:lnTo>
                <a:lnTo>
                  <a:pt x="15260" y="2055"/>
                </a:lnTo>
                <a:lnTo>
                  <a:pt x="15774" y="1945"/>
                </a:lnTo>
                <a:lnTo>
                  <a:pt x="16031" y="1871"/>
                </a:lnTo>
                <a:lnTo>
                  <a:pt x="16251" y="1761"/>
                </a:lnTo>
                <a:lnTo>
                  <a:pt x="16324" y="1651"/>
                </a:lnTo>
                <a:lnTo>
                  <a:pt x="16324" y="1541"/>
                </a:lnTo>
                <a:lnTo>
                  <a:pt x="16288" y="1468"/>
                </a:lnTo>
                <a:lnTo>
                  <a:pt x="16214" y="1431"/>
                </a:lnTo>
                <a:lnTo>
                  <a:pt x="16141" y="1394"/>
                </a:lnTo>
                <a:lnTo>
                  <a:pt x="15957" y="1431"/>
                </a:lnTo>
                <a:lnTo>
                  <a:pt x="15774" y="1468"/>
                </a:lnTo>
                <a:lnTo>
                  <a:pt x="15370" y="1541"/>
                </a:lnTo>
                <a:lnTo>
                  <a:pt x="14820" y="1615"/>
                </a:lnTo>
                <a:lnTo>
                  <a:pt x="14820" y="1615"/>
                </a:lnTo>
                <a:lnTo>
                  <a:pt x="15260" y="1028"/>
                </a:lnTo>
                <a:lnTo>
                  <a:pt x="15370" y="844"/>
                </a:lnTo>
                <a:lnTo>
                  <a:pt x="15481" y="698"/>
                </a:lnTo>
                <a:lnTo>
                  <a:pt x="15517" y="477"/>
                </a:lnTo>
                <a:lnTo>
                  <a:pt x="15517" y="404"/>
                </a:lnTo>
                <a:lnTo>
                  <a:pt x="15481" y="294"/>
                </a:lnTo>
                <a:lnTo>
                  <a:pt x="15370" y="184"/>
                </a:lnTo>
                <a:lnTo>
                  <a:pt x="15224" y="74"/>
                </a:lnTo>
                <a:lnTo>
                  <a:pt x="15077" y="37"/>
                </a:lnTo>
                <a:lnTo>
                  <a:pt x="14894" y="1"/>
                </a:lnTo>
                <a:close/>
                <a:moveTo>
                  <a:pt x="6604" y="2788"/>
                </a:moveTo>
                <a:lnTo>
                  <a:pt x="6163" y="2898"/>
                </a:lnTo>
                <a:lnTo>
                  <a:pt x="5576" y="2972"/>
                </a:lnTo>
                <a:lnTo>
                  <a:pt x="5283" y="3045"/>
                </a:lnTo>
                <a:lnTo>
                  <a:pt x="4990" y="3118"/>
                </a:lnTo>
                <a:lnTo>
                  <a:pt x="4953" y="3155"/>
                </a:lnTo>
                <a:lnTo>
                  <a:pt x="4880" y="3229"/>
                </a:lnTo>
                <a:lnTo>
                  <a:pt x="4880" y="3302"/>
                </a:lnTo>
                <a:lnTo>
                  <a:pt x="4880" y="3339"/>
                </a:lnTo>
                <a:lnTo>
                  <a:pt x="4880" y="3412"/>
                </a:lnTo>
                <a:lnTo>
                  <a:pt x="4916" y="3485"/>
                </a:lnTo>
                <a:lnTo>
                  <a:pt x="4990" y="3522"/>
                </a:lnTo>
                <a:lnTo>
                  <a:pt x="5063" y="3522"/>
                </a:lnTo>
                <a:lnTo>
                  <a:pt x="5613" y="3485"/>
                </a:lnTo>
                <a:lnTo>
                  <a:pt x="6163" y="3412"/>
                </a:lnTo>
                <a:lnTo>
                  <a:pt x="6640" y="3339"/>
                </a:lnTo>
                <a:lnTo>
                  <a:pt x="6860" y="3265"/>
                </a:lnTo>
                <a:lnTo>
                  <a:pt x="6970" y="3192"/>
                </a:lnTo>
                <a:lnTo>
                  <a:pt x="7044" y="3118"/>
                </a:lnTo>
                <a:lnTo>
                  <a:pt x="7044" y="3008"/>
                </a:lnTo>
                <a:lnTo>
                  <a:pt x="7044" y="2972"/>
                </a:lnTo>
                <a:lnTo>
                  <a:pt x="7007" y="2898"/>
                </a:lnTo>
                <a:lnTo>
                  <a:pt x="6897" y="2862"/>
                </a:lnTo>
                <a:lnTo>
                  <a:pt x="6824" y="2825"/>
                </a:lnTo>
                <a:lnTo>
                  <a:pt x="6604" y="2788"/>
                </a:lnTo>
                <a:close/>
                <a:moveTo>
                  <a:pt x="13500" y="1945"/>
                </a:moveTo>
                <a:lnTo>
                  <a:pt x="13280" y="1981"/>
                </a:lnTo>
                <a:lnTo>
                  <a:pt x="13060" y="2018"/>
                </a:lnTo>
                <a:lnTo>
                  <a:pt x="12876" y="2055"/>
                </a:lnTo>
                <a:lnTo>
                  <a:pt x="12693" y="2201"/>
                </a:lnTo>
                <a:lnTo>
                  <a:pt x="12546" y="2275"/>
                </a:lnTo>
                <a:lnTo>
                  <a:pt x="12436" y="2422"/>
                </a:lnTo>
                <a:lnTo>
                  <a:pt x="12289" y="2678"/>
                </a:lnTo>
                <a:lnTo>
                  <a:pt x="12179" y="3008"/>
                </a:lnTo>
                <a:lnTo>
                  <a:pt x="12179" y="3339"/>
                </a:lnTo>
                <a:lnTo>
                  <a:pt x="12179" y="3522"/>
                </a:lnTo>
                <a:lnTo>
                  <a:pt x="12216" y="3669"/>
                </a:lnTo>
                <a:lnTo>
                  <a:pt x="12289" y="3815"/>
                </a:lnTo>
                <a:lnTo>
                  <a:pt x="12363" y="3962"/>
                </a:lnTo>
                <a:lnTo>
                  <a:pt x="12473" y="4109"/>
                </a:lnTo>
                <a:lnTo>
                  <a:pt x="12583" y="4219"/>
                </a:lnTo>
                <a:lnTo>
                  <a:pt x="12729" y="4292"/>
                </a:lnTo>
                <a:lnTo>
                  <a:pt x="12876" y="4366"/>
                </a:lnTo>
                <a:lnTo>
                  <a:pt x="12986" y="4402"/>
                </a:lnTo>
                <a:lnTo>
                  <a:pt x="13096" y="4402"/>
                </a:lnTo>
                <a:lnTo>
                  <a:pt x="13353" y="4329"/>
                </a:lnTo>
                <a:lnTo>
                  <a:pt x="13757" y="4146"/>
                </a:lnTo>
                <a:lnTo>
                  <a:pt x="14197" y="3999"/>
                </a:lnTo>
                <a:lnTo>
                  <a:pt x="14417" y="3852"/>
                </a:lnTo>
                <a:lnTo>
                  <a:pt x="14564" y="3705"/>
                </a:lnTo>
                <a:lnTo>
                  <a:pt x="14600" y="3632"/>
                </a:lnTo>
                <a:lnTo>
                  <a:pt x="14564" y="3559"/>
                </a:lnTo>
                <a:lnTo>
                  <a:pt x="14527" y="3485"/>
                </a:lnTo>
                <a:lnTo>
                  <a:pt x="14453" y="3449"/>
                </a:lnTo>
                <a:lnTo>
                  <a:pt x="14343" y="3412"/>
                </a:lnTo>
                <a:lnTo>
                  <a:pt x="14197" y="3449"/>
                </a:lnTo>
                <a:lnTo>
                  <a:pt x="13940" y="3522"/>
                </a:lnTo>
                <a:lnTo>
                  <a:pt x="13426" y="3742"/>
                </a:lnTo>
                <a:lnTo>
                  <a:pt x="13280" y="3815"/>
                </a:lnTo>
                <a:lnTo>
                  <a:pt x="13133" y="3852"/>
                </a:lnTo>
                <a:lnTo>
                  <a:pt x="12986" y="3852"/>
                </a:lnTo>
                <a:lnTo>
                  <a:pt x="12839" y="3779"/>
                </a:lnTo>
                <a:lnTo>
                  <a:pt x="12766" y="3669"/>
                </a:lnTo>
                <a:lnTo>
                  <a:pt x="12729" y="3559"/>
                </a:lnTo>
                <a:lnTo>
                  <a:pt x="12656" y="3339"/>
                </a:lnTo>
                <a:lnTo>
                  <a:pt x="12656" y="3118"/>
                </a:lnTo>
                <a:lnTo>
                  <a:pt x="12729" y="2898"/>
                </a:lnTo>
                <a:lnTo>
                  <a:pt x="12839" y="2715"/>
                </a:lnTo>
                <a:lnTo>
                  <a:pt x="12986" y="2532"/>
                </a:lnTo>
                <a:lnTo>
                  <a:pt x="13133" y="2458"/>
                </a:lnTo>
                <a:lnTo>
                  <a:pt x="13280" y="2422"/>
                </a:lnTo>
                <a:lnTo>
                  <a:pt x="13610" y="2385"/>
                </a:lnTo>
                <a:lnTo>
                  <a:pt x="13940" y="2348"/>
                </a:lnTo>
                <a:lnTo>
                  <a:pt x="14307" y="2348"/>
                </a:lnTo>
                <a:lnTo>
                  <a:pt x="14307" y="2311"/>
                </a:lnTo>
                <a:lnTo>
                  <a:pt x="14307" y="2275"/>
                </a:lnTo>
                <a:lnTo>
                  <a:pt x="14307" y="2238"/>
                </a:lnTo>
                <a:lnTo>
                  <a:pt x="14123" y="2128"/>
                </a:lnTo>
                <a:lnTo>
                  <a:pt x="13903" y="2055"/>
                </a:lnTo>
                <a:lnTo>
                  <a:pt x="13720" y="1981"/>
                </a:lnTo>
                <a:lnTo>
                  <a:pt x="13500" y="1945"/>
                </a:lnTo>
                <a:close/>
                <a:moveTo>
                  <a:pt x="6787" y="4182"/>
                </a:moveTo>
                <a:lnTo>
                  <a:pt x="6347" y="4292"/>
                </a:lnTo>
                <a:lnTo>
                  <a:pt x="5907" y="4366"/>
                </a:lnTo>
                <a:lnTo>
                  <a:pt x="5466" y="4439"/>
                </a:lnTo>
                <a:lnTo>
                  <a:pt x="5063" y="4549"/>
                </a:lnTo>
                <a:lnTo>
                  <a:pt x="4990" y="4622"/>
                </a:lnTo>
                <a:lnTo>
                  <a:pt x="4953" y="4696"/>
                </a:lnTo>
                <a:lnTo>
                  <a:pt x="4953" y="4806"/>
                </a:lnTo>
                <a:lnTo>
                  <a:pt x="5063" y="4843"/>
                </a:lnTo>
                <a:lnTo>
                  <a:pt x="5283" y="4879"/>
                </a:lnTo>
                <a:lnTo>
                  <a:pt x="5980" y="4879"/>
                </a:lnTo>
                <a:lnTo>
                  <a:pt x="6457" y="4769"/>
                </a:lnTo>
                <a:lnTo>
                  <a:pt x="6897" y="4659"/>
                </a:lnTo>
                <a:lnTo>
                  <a:pt x="6970" y="4622"/>
                </a:lnTo>
                <a:lnTo>
                  <a:pt x="7044" y="4586"/>
                </a:lnTo>
                <a:lnTo>
                  <a:pt x="7080" y="4512"/>
                </a:lnTo>
                <a:lnTo>
                  <a:pt x="7117" y="4439"/>
                </a:lnTo>
                <a:lnTo>
                  <a:pt x="7080" y="4292"/>
                </a:lnTo>
                <a:lnTo>
                  <a:pt x="7007" y="4219"/>
                </a:lnTo>
                <a:lnTo>
                  <a:pt x="6934" y="4182"/>
                </a:lnTo>
                <a:close/>
                <a:moveTo>
                  <a:pt x="11079" y="2055"/>
                </a:moveTo>
                <a:lnTo>
                  <a:pt x="10785" y="2091"/>
                </a:lnTo>
                <a:lnTo>
                  <a:pt x="10565" y="2165"/>
                </a:lnTo>
                <a:lnTo>
                  <a:pt x="10382" y="2311"/>
                </a:lnTo>
                <a:lnTo>
                  <a:pt x="10235" y="2495"/>
                </a:lnTo>
                <a:lnTo>
                  <a:pt x="10198" y="2385"/>
                </a:lnTo>
                <a:lnTo>
                  <a:pt x="10088" y="2348"/>
                </a:lnTo>
                <a:lnTo>
                  <a:pt x="9942" y="2311"/>
                </a:lnTo>
                <a:lnTo>
                  <a:pt x="9611" y="2311"/>
                </a:lnTo>
                <a:lnTo>
                  <a:pt x="9501" y="2348"/>
                </a:lnTo>
                <a:lnTo>
                  <a:pt x="9208" y="2495"/>
                </a:lnTo>
                <a:lnTo>
                  <a:pt x="8988" y="2678"/>
                </a:lnTo>
                <a:lnTo>
                  <a:pt x="8951" y="2568"/>
                </a:lnTo>
                <a:lnTo>
                  <a:pt x="8915" y="2532"/>
                </a:lnTo>
                <a:lnTo>
                  <a:pt x="8878" y="2532"/>
                </a:lnTo>
                <a:lnTo>
                  <a:pt x="8804" y="2568"/>
                </a:lnTo>
                <a:lnTo>
                  <a:pt x="8731" y="2752"/>
                </a:lnTo>
                <a:lnTo>
                  <a:pt x="8658" y="2935"/>
                </a:lnTo>
                <a:lnTo>
                  <a:pt x="8621" y="3339"/>
                </a:lnTo>
                <a:lnTo>
                  <a:pt x="8584" y="3705"/>
                </a:lnTo>
                <a:lnTo>
                  <a:pt x="8621" y="4072"/>
                </a:lnTo>
                <a:lnTo>
                  <a:pt x="8694" y="4439"/>
                </a:lnTo>
                <a:lnTo>
                  <a:pt x="8768" y="4806"/>
                </a:lnTo>
                <a:lnTo>
                  <a:pt x="8804" y="4879"/>
                </a:lnTo>
                <a:lnTo>
                  <a:pt x="8878" y="4953"/>
                </a:lnTo>
                <a:lnTo>
                  <a:pt x="8951" y="4989"/>
                </a:lnTo>
                <a:lnTo>
                  <a:pt x="9061" y="4953"/>
                </a:lnTo>
                <a:lnTo>
                  <a:pt x="9135" y="4916"/>
                </a:lnTo>
                <a:lnTo>
                  <a:pt x="9208" y="4879"/>
                </a:lnTo>
                <a:lnTo>
                  <a:pt x="9245" y="4769"/>
                </a:lnTo>
                <a:lnTo>
                  <a:pt x="9208" y="4659"/>
                </a:lnTo>
                <a:lnTo>
                  <a:pt x="9135" y="4182"/>
                </a:lnTo>
                <a:lnTo>
                  <a:pt x="9098" y="3669"/>
                </a:lnTo>
                <a:lnTo>
                  <a:pt x="9135" y="3339"/>
                </a:lnTo>
                <a:lnTo>
                  <a:pt x="9208" y="3118"/>
                </a:lnTo>
                <a:lnTo>
                  <a:pt x="9391" y="2972"/>
                </a:lnTo>
                <a:lnTo>
                  <a:pt x="9575" y="2825"/>
                </a:lnTo>
                <a:lnTo>
                  <a:pt x="9795" y="2788"/>
                </a:lnTo>
                <a:lnTo>
                  <a:pt x="9868" y="4072"/>
                </a:lnTo>
                <a:lnTo>
                  <a:pt x="9905" y="4146"/>
                </a:lnTo>
                <a:lnTo>
                  <a:pt x="9942" y="4219"/>
                </a:lnTo>
                <a:lnTo>
                  <a:pt x="10015" y="4292"/>
                </a:lnTo>
                <a:lnTo>
                  <a:pt x="10125" y="4292"/>
                </a:lnTo>
                <a:lnTo>
                  <a:pt x="10198" y="4329"/>
                </a:lnTo>
                <a:lnTo>
                  <a:pt x="10272" y="4292"/>
                </a:lnTo>
                <a:lnTo>
                  <a:pt x="10308" y="4219"/>
                </a:lnTo>
                <a:lnTo>
                  <a:pt x="10345" y="4146"/>
                </a:lnTo>
                <a:lnTo>
                  <a:pt x="10455" y="3559"/>
                </a:lnTo>
                <a:lnTo>
                  <a:pt x="10565" y="3008"/>
                </a:lnTo>
                <a:lnTo>
                  <a:pt x="10602" y="2862"/>
                </a:lnTo>
                <a:lnTo>
                  <a:pt x="10675" y="2752"/>
                </a:lnTo>
                <a:lnTo>
                  <a:pt x="10785" y="2642"/>
                </a:lnTo>
                <a:lnTo>
                  <a:pt x="10895" y="2568"/>
                </a:lnTo>
                <a:lnTo>
                  <a:pt x="11079" y="2568"/>
                </a:lnTo>
                <a:lnTo>
                  <a:pt x="11115" y="2642"/>
                </a:lnTo>
                <a:lnTo>
                  <a:pt x="11115" y="2752"/>
                </a:lnTo>
                <a:lnTo>
                  <a:pt x="11115" y="2862"/>
                </a:lnTo>
                <a:lnTo>
                  <a:pt x="11189" y="3449"/>
                </a:lnTo>
                <a:lnTo>
                  <a:pt x="11299" y="4036"/>
                </a:lnTo>
                <a:lnTo>
                  <a:pt x="11372" y="4256"/>
                </a:lnTo>
                <a:lnTo>
                  <a:pt x="11446" y="4512"/>
                </a:lnTo>
                <a:lnTo>
                  <a:pt x="11556" y="4732"/>
                </a:lnTo>
                <a:lnTo>
                  <a:pt x="11629" y="4806"/>
                </a:lnTo>
                <a:lnTo>
                  <a:pt x="11739" y="4843"/>
                </a:lnTo>
                <a:lnTo>
                  <a:pt x="11849" y="4843"/>
                </a:lnTo>
                <a:lnTo>
                  <a:pt x="11922" y="4806"/>
                </a:lnTo>
                <a:lnTo>
                  <a:pt x="11996" y="4769"/>
                </a:lnTo>
                <a:lnTo>
                  <a:pt x="12032" y="4696"/>
                </a:lnTo>
                <a:lnTo>
                  <a:pt x="12069" y="4586"/>
                </a:lnTo>
                <a:lnTo>
                  <a:pt x="11996" y="4476"/>
                </a:lnTo>
                <a:lnTo>
                  <a:pt x="11922" y="4402"/>
                </a:lnTo>
                <a:lnTo>
                  <a:pt x="11886" y="4256"/>
                </a:lnTo>
                <a:lnTo>
                  <a:pt x="11812" y="4072"/>
                </a:lnTo>
                <a:lnTo>
                  <a:pt x="11776" y="3779"/>
                </a:lnTo>
                <a:lnTo>
                  <a:pt x="11666" y="3339"/>
                </a:lnTo>
                <a:lnTo>
                  <a:pt x="11629" y="2862"/>
                </a:lnTo>
                <a:lnTo>
                  <a:pt x="11629" y="2532"/>
                </a:lnTo>
                <a:lnTo>
                  <a:pt x="11592" y="2385"/>
                </a:lnTo>
                <a:lnTo>
                  <a:pt x="11482" y="2275"/>
                </a:lnTo>
                <a:lnTo>
                  <a:pt x="11299" y="2128"/>
                </a:lnTo>
                <a:lnTo>
                  <a:pt x="11189" y="2091"/>
                </a:lnTo>
                <a:lnTo>
                  <a:pt x="11079" y="2055"/>
                </a:lnTo>
                <a:close/>
                <a:moveTo>
                  <a:pt x="2715" y="1138"/>
                </a:moveTo>
                <a:lnTo>
                  <a:pt x="2569" y="1174"/>
                </a:lnTo>
                <a:lnTo>
                  <a:pt x="2422" y="1284"/>
                </a:lnTo>
                <a:lnTo>
                  <a:pt x="2385" y="1358"/>
                </a:lnTo>
                <a:lnTo>
                  <a:pt x="2165" y="1284"/>
                </a:lnTo>
                <a:lnTo>
                  <a:pt x="1762" y="1284"/>
                </a:lnTo>
                <a:lnTo>
                  <a:pt x="1542" y="1358"/>
                </a:lnTo>
                <a:lnTo>
                  <a:pt x="771" y="1504"/>
                </a:lnTo>
                <a:lnTo>
                  <a:pt x="368" y="1651"/>
                </a:lnTo>
                <a:lnTo>
                  <a:pt x="184" y="1725"/>
                </a:lnTo>
                <a:lnTo>
                  <a:pt x="38" y="1835"/>
                </a:lnTo>
                <a:lnTo>
                  <a:pt x="1" y="1908"/>
                </a:lnTo>
                <a:lnTo>
                  <a:pt x="1" y="1981"/>
                </a:lnTo>
                <a:lnTo>
                  <a:pt x="38" y="2018"/>
                </a:lnTo>
                <a:lnTo>
                  <a:pt x="111" y="2055"/>
                </a:lnTo>
                <a:lnTo>
                  <a:pt x="74" y="2348"/>
                </a:lnTo>
                <a:lnTo>
                  <a:pt x="74" y="2642"/>
                </a:lnTo>
                <a:lnTo>
                  <a:pt x="74" y="3705"/>
                </a:lnTo>
                <a:lnTo>
                  <a:pt x="111" y="4843"/>
                </a:lnTo>
                <a:lnTo>
                  <a:pt x="148" y="5980"/>
                </a:lnTo>
                <a:lnTo>
                  <a:pt x="184" y="6090"/>
                </a:lnTo>
                <a:lnTo>
                  <a:pt x="294" y="6200"/>
                </a:lnTo>
                <a:lnTo>
                  <a:pt x="404" y="6236"/>
                </a:lnTo>
                <a:lnTo>
                  <a:pt x="514" y="6200"/>
                </a:lnTo>
                <a:lnTo>
                  <a:pt x="624" y="6236"/>
                </a:lnTo>
                <a:lnTo>
                  <a:pt x="845" y="6273"/>
                </a:lnTo>
                <a:lnTo>
                  <a:pt x="1028" y="6236"/>
                </a:lnTo>
                <a:lnTo>
                  <a:pt x="1395" y="6163"/>
                </a:lnTo>
                <a:lnTo>
                  <a:pt x="2385" y="5980"/>
                </a:lnTo>
                <a:lnTo>
                  <a:pt x="2605" y="5943"/>
                </a:lnTo>
                <a:lnTo>
                  <a:pt x="2752" y="5906"/>
                </a:lnTo>
                <a:lnTo>
                  <a:pt x="2899" y="5833"/>
                </a:lnTo>
                <a:lnTo>
                  <a:pt x="2972" y="5686"/>
                </a:lnTo>
                <a:lnTo>
                  <a:pt x="2972" y="5576"/>
                </a:lnTo>
                <a:lnTo>
                  <a:pt x="2935" y="5503"/>
                </a:lnTo>
                <a:lnTo>
                  <a:pt x="2825" y="5429"/>
                </a:lnTo>
                <a:lnTo>
                  <a:pt x="2679" y="5393"/>
                </a:lnTo>
                <a:lnTo>
                  <a:pt x="2532" y="5393"/>
                </a:lnTo>
                <a:lnTo>
                  <a:pt x="2385" y="5429"/>
                </a:lnTo>
                <a:lnTo>
                  <a:pt x="2055" y="5503"/>
                </a:lnTo>
                <a:lnTo>
                  <a:pt x="1762" y="5576"/>
                </a:lnTo>
                <a:lnTo>
                  <a:pt x="1028" y="5723"/>
                </a:lnTo>
                <a:lnTo>
                  <a:pt x="698" y="5796"/>
                </a:lnTo>
                <a:lnTo>
                  <a:pt x="661" y="4953"/>
                </a:lnTo>
                <a:lnTo>
                  <a:pt x="624" y="4109"/>
                </a:lnTo>
                <a:lnTo>
                  <a:pt x="845" y="4109"/>
                </a:lnTo>
                <a:lnTo>
                  <a:pt x="1028" y="4072"/>
                </a:lnTo>
                <a:lnTo>
                  <a:pt x="1431" y="3962"/>
                </a:lnTo>
                <a:lnTo>
                  <a:pt x="2459" y="3742"/>
                </a:lnTo>
                <a:lnTo>
                  <a:pt x="2495" y="3779"/>
                </a:lnTo>
                <a:lnTo>
                  <a:pt x="2605" y="3779"/>
                </a:lnTo>
                <a:lnTo>
                  <a:pt x="2679" y="3742"/>
                </a:lnTo>
                <a:lnTo>
                  <a:pt x="2752" y="3705"/>
                </a:lnTo>
                <a:lnTo>
                  <a:pt x="2789" y="3669"/>
                </a:lnTo>
                <a:lnTo>
                  <a:pt x="2862" y="3559"/>
                </a:lnTo>
                <a:lnTo>
                  <a:pt x="2899" y="3485"/>
                </a:lnTo>
                <a:lnTo>
                  <a:pt x="2899" y="3412"/>
                </a:lnTo>
                <a:lnTo>
                  <a:pt x="2862" y="3339"/>
                </a:lnTo>
                <a:lnTo>
                  <a:pt x="2825" y="3265"/>
                </a:lnTo>
                <a:lnTo>
                  <a:pt x="2715" y="3155"/>
                </a:lnTo>
                <a:lnTo>
                  <a:pt x="2532" y="3155"/>
                </a:lnTo>
                <a:lnTo>
                  <a:pt x="1431" y="3449"/>
                </a:lnTo>
                <a:lnTo>
                  <a:pt x="1028" y="3522"/>
                </a:lnTo>
                <a:lnTo>
                  <a:pt x="808" y="3595"/>
                </a:lnTo>
                <a:lnTo>
                  <a:pt x="624" y="3632"/>
                </a:lnTo>
                <a:lnTo>
                  <a:pt x="588" y="2788"/>
                </a:lnTo>
                <a:lnTo>
                  <a:pt x="588" y="2458"/>
                </a:lnTo>
                <a:lnTo>
                  <a:pt x="551" y="2091"/>
                </a:lnTo>
                <a:lnTo>
                  <a:pt x="1065" y="1981"/>
                </a:lnTo>
                <a:lnTo>
                  <a:pt x="1615" y="1835"/>
                </a:lnTo>
                <a:lnTo>
                  <a:pt x="1798" y="1798"/>
                </a:lnTo>
                <a:lnTo>
                  <a:pt x="2055" y="1798"/>
                </a:lnTo>
                <a:lnTo>
                  <a:pt x="2165" y="1871"/>
                </a:lnTo>
                <a:lnTo>
                  <a:pt x="2238" y="1908"/>
                </a:lnTo>
                <a:lnTo>
                  <a:pt x="2312" y="1945"/>
                </a:lnTo>
                <a:lnTo>
                  <a:pt x="2422" y="1945"/>
                </a:lnTo>
                <a:lnTo>
                  <a:pt x="2495" y="1908"/>
                </a:lnTo>
                <a:lnTo>
                  <a:pt x="3009" y="1651"/>
                </a:lnTo>
                <a:lnTo>
                  <a:pt x="3082" y="1615"/>
                </a:lnTo>
                <a:lnTo>
                  <a:pt x="3119" y="1578"/>
                </a:lnTo>
                <a:lnTo>
                  <a:pt x="3156" y="1431"/>
                </a:lnTo>
                <a:lnTo>
                  <a:pt x="3119" y="1284"/>
                </a:lnTo>
                <a:lnTo>
                  <a:pt x="3082" y="1248"/>
                </a:lnTo>
                <a:lnTo>
                  <a:pt x="3009" y="1174"/>
                </a:lnTo>
                <a:lnTo>
                  <a:pt x="2862" y="1138"/>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7" name="Google Shape;207;p3"/>
          <p:cNvSpPr/>
          <p:nvPr/>
        </p:nvSpPr>
        <p:spPr>
          <a:xfrm>
            <a:off x="10736763" y="6433681"/>
            <a:ext cx="786656" cy="552172"/>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8" name="Google Shape;208;p3"/>
          <p:cNvSpPr/>
          <p:nvPr/>
        </p:nvSpPr>
        <p:spPr>
          <a:xfrm>
            <a:off x="10736769" y="5372369"/>
            <a:ext cx="517491" cy="545251"/>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9" name="Google Shape;209;p3"/>
          <p:cNvSpPr/>
          <p:nvPr/>
        </p:nvSpPr>
        <p:spPr>
          <a:xfrm>
            <a:off x="9312764" y="6600511"/>
            <a:ext cx="396808" cy="281645"/>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0" name="Google Shape;210;p3"/>
          <p:cNvSpPr/>
          <p:nvPr/>
        </p:nvSpPr>
        <p:spPr>
          <a:xfrm>
            <a:off x="11666301" y="6600167"/>
            <a:ext cx="384327" cy="245603"/>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1" name="Google Shape;211;p3"/>
          <p:cNvSpPr/>
          <p:nvPr/>
        </p:nvSpPr>
        <p:spPr>
          <a:xfrm>
            <a:off x="8214287" y="6373645"/>
            <a:ext cx="431488" cy="428728"/>
          </a:xfrm>
          <a:custGeom>
            <a:avLst/>
            <a:gdLst/>
            <a:ahLst/>
            <a:cxnLst/>
            <a:rect l="l" t="t" r="r" b="b"/>
            <a:pathLst>
              <a:path w="11409" h="11336" extrusionOk="0">
                <a:moveTo>
                  <a:pt x="5173" y="4219"/>
                </a:moveTo>
                <a:lnTo>
                  <a:pt x="5136" y="4256"/>
                </a:lnTo>
                <a:lnTo>
                  <a:pt x="5100" y="4292"/>
                </a:lnTo>
                <a:lnTo>
                  <a:pt x="4990" y="4366"/>
                </a:lnTo>
                <a:lnTo>
                  <a:pt x="4916" y="4476"/>
                </a:lnTo>
                <a:lnTo>
                  <a:pt x="4916" y="4512"/>
                </a:lnTo>
                <a:lnTo>
                  <a:pt x="4843" y="4659"/>
                </a:lnTo>
                <a:lnTo>
                  <a:pt x="4843" y="4769"/>
                </a:lnTo>
                <a:lnTo>
                  <a:pt x="4880" y="4843"/>
                </a:lnTo>
                <a:lnTo>
                  <a:pt x="4990" y="4916"/>
                </a:lnTo>
                <a:lnTo>
                  <a:pt x="5100" y="4989"/>
                </a:lnTo>
                <a:lnTo>
                  <a:pt x="5283" y="4989"/>
                </a:lnTo>
                <a:lnTo>
                  <a:pt x="5430" y="4916"/>
                </a:lnTo>
                <a:lnTo>
                  <a:pt x="5540" y="4769"/>
                </a:lnTo>
                <a:lnTo>
                  <a:pt x="5577" y="4696"/>
                </a:lnTo>
                <a:lnTo>
                  <a:pt x="5613" y="4623"/>
                </a:lnTo>
                <a:lnTo>
                  <a:pt x="5577" y="4549"/>
                </a:lnTo>
                <a:lnTo>
                  <a:pt x="5577" y="4476"/>
                </a:lnTo>
                <a:lnTo>
                  <a:pt x="5430" y="4402"/>
                </a:lnTo>
                <a:lnTo>
                  <a:pt x="5320" y="4366"/>
                </a:lnTo>
                <a:lnTo>
                  <a:pt x="5320" y="4292"/>
                </a:lnTo>
                <a:lnTo>
                  <a:pt x="5246" y="4256"/>
                </a:lnTo>
                <a:lnTo>
                  <a:pt x="5173" y="4219"/>
                </a:lnTo>
                <a:close/>
                <a:moveTo>
                  <a:pt x="5980" y="6016"/>
                </a:moveTo>
                <a:lnTo>
                  <a:pt x="6017" y="6053"/>
                </a:lnTo>
                <a:lnTo>
                  <a:pt x="6053" y="6126"/>
                </a:lnTo>
                <a:lnTo>
                  <a:pt x="6053" y="6200"/>
                </a:lnTo>
                <a:lnTo>
                  <a:pt x="5907" y="6237"/>
                </a:lnTo>
                <a:lnTo>
                  <a:pt x="5943" y="6090"/>
                </a:lnTo>
                <a:lnTo>
                  <a:pt x="5980" y="6016"/>
                </a:lnTo>
                <a:close/>
                <a:moveTo>
                  <a:pt x="5833" y="5613"/>
                </a:moveTo>
                <a:lnTo>
                  <a:pt x="5723" y="5650"/>
                </a:lnTo>
                <a:lnTo>
                  <a:pt x="5650" y="5723"/>
                </a:lnTo>
                <a:lnTo>
                  <a:pt x="5613" y="5796"/>
                </a:lnTo>
                <a:lnTo>
                  <a:pt x="5613" y="5870"/>
                </a:lnTo>
                <a:lnTo>
                  <a:pt x="5687" y="5943"/>
                </a:lnTo>
                <a:lnTo>
                  <a:pt x="5577" y="6163"/>
                </a:lnTo>
                <a:lnTo>
                  <a:pt x="5540" y="6420"/>
                </a:lnTo>
                <a:lnTo>
                  <a:pt x="5577" y="6530"/>
                </a:lnTo>
                <a:lnTo>
                  <a:pt x="5687" y="6567"/>
                </a:lnTo>
                <a:lnTo>
                  <a:pt x="5833" y="6603"/>
                </a:lnTo>
                <a:lnTo>
                  <a:pt x="5980" y="6603"/>
                </a:lnTo>
                <a:lnTo>
                  <a:pt x="6090" y="6567"/>
                </a:lnTo>
                <a:lnTo>
                  <a:pt x="6237" y="6530"/>
                </a:lnTo>
                <a:lnTo>
                  <a:pt x="6347" y="6457"/>
                </a:lnTo>
                <a:lnTo>
                  <a:pt x="6420" y="6347"/>
                </a:lnTo>
                <a:lnTo>
                  <a:pt x="6457" y="6200"/>
                </a:lnTo>
                <a:lnTo>
                  <a:pt x="6457" y="6053"/>
                </a:lnTo>
                <a:lnTo>
                  <a:pt x="6420" y="5943"/>
                </a:lnTo>
                <a:lnTo>
                  <a:pt x="6347" y="5833"/>
                </a:lnTo>
                <a:lnTo>
                  <a:pt x="6274" y="5760"/>
                </a:lnTo>
                <a:lnTo>
                  <a:pt x="6163" y="5686"/>
                </a:lnTo>
                <a:lnTo>
                  <a:pt x="6053" y="5650"/>
                </a:lnTo>
                <a:lnTo>
                  <a:pt x="5943" y="5613"/>
                </a:lnTo>
                <a:close/>
                <a:moveTo>
                  <a:pt x="3926" y="441"/>
                </a:moveTo>
                <a:lnTo>
                  <a:pt x="4623" y="478"/>
                </a:lnTo>
                <a:lnTo>
                  <a:pt x="5356" y="478"/>
                </a:lnTo>
                <a:lnTo>
                  <a:pt x="6824" y="551"/>
                </a:lnTo>
                <a:lnTo>
                  <a:pt x="7631" y="551"/>
                </a:lnTo>
                <a:lnTo>
                  <a:pt x="7704" y="734"/>
                </a:lnTo>
                <a:lnTo>
                  <a:pt x="7777" y="1064"/>
                </a:lnTo>
                <a:lnTo>
                  <a:pt x="7521" y="1174"/>
                </a:lnTo>
                <a:lnTo>
                  <a:pt x="7191" y="1211"/>
                </a:lnTo>
                <a:lnTo>
                  <a:pt x="7044" y="1211"/>
                </a:lnTo>
                <a:lnTo>
                  <a:pt x="6860" y="1174"/>
                </a:lnTo>
                <a:lnTo>
                  <a:pt x="6714" y="1174"/>
                </a:lnTo>
                <a:lnTo>
                  <a:pt x="6530" y="1211"/>
                </a:lnTo>
                <a:lnTo>
                  <a:pt x="6494" y="1248"/>
                </a:lnTo>
                <a:lnTo>
                  <a:pt x="6457" y="1321"/>
                </a:lnTo>
                <a:lnTo>
                  <a:pt x="6420" y="1395"/>
                </a:lnTo>
                <a:lnTo>
                  <a:pt x="6457" y="1468"/>
                </a:lnTo>
                <a:lnTo>
                  <a:pt x="6457" y="1505"/>
                </a:lnTo>
                <a:lnTo>
                  <a:pt x="6494" y="1578"/>
                </a:lnTo>
                <a:lnTo>
                  <a:pt x="6567" y="1651"/>
                </a:lnTo>
                <a:lnTo>
                  <a:pt x="6567" y="1871"/>
                </a:lnTo>
                <a:lnTo>
                  <a:pt x="6567" y="2092"/>
                </a:lnTo>
                <a:lnTo>
                  <a:pt x="6640" y="2642"/>
                </a:lnTo>
                <a:lnTo>
                  <a:pt x="6677" y="3192"/>
                </a:lnTo>
                <a:lnTo>
                  <a:pt x="6714" y="3632"/>
                </a:lnTo>
                <a:lnTo>
                  <a:pt x="6714" y="4072"/>
                </a:lnTo>
                <a:lnTo>
                  <a:pt x="6677" y="4586"/>
                </a:lnTo>
                <a:lnTo>
                  <a:pt x="6640" y="4843"/>
                </a:lnTo>
                <a:lnTo>
                  <a:pt x="6640" y="5099"/>
                </a:lnTo>
                <a:lnTo>
                  <a:pt x="6677" y="5246"/>
                </a:lnTo>
                <a:lnTo>
                  <a:pt x="6640" y="5319"/>
                </a:lnTo>
                <a:lnTo>
                  <a:pt x="6640" y="5393"/>
                </a:lnTo>
                <a:lnTo>
                  <a:pt x="6640" y="5466"/>
                </a:lnTo>
                <a:lnTo>
                  <a:pt x="6714" y="5540"/>
                </a:lnTo>
                <a:lnTo>
                  <a:pt x="7117" y="5796"/>
                </a:lnTo>
                <a:lnTo>
                  <a:pt x="7484" y="6016"/>
                </a:lnTo>
                <a:lnTo>
                  <a:pt x="7851" y="6310"/>
                </a:lnTo>
                <a:lnTo>
                  <a:pt x="8218" y="6640"/>
                </a:lnTo>
                <a:lnTo>
                  <a:pt x="8915" y="7300"/>
                </a:lnTo>
                <a:lnTo>
                  <a:pt x="8621" y="7337"/>
                </a:lnTo>
                <a:lnTo>
                  <a:pt x="8328" y="7300"/>
                </a:lnTo>
                <a:lnTo>
                  <a:pt x="8108" y="7227"/>
                </a:lnTo>
                <a:lnTo>
                  <a:pt x="7887" y="7154"/>
                </a:lnTo>
                <a:lnTo>
                  <a:pt x="7484" y="6933"/>
                </a:lnTo>
                <a:lnTo>
                  <a:pt x="7117" y="6823"/>
                </a:lnTo>
                <a:lnTo>
                  <a:pt x="6750" y="6787"/>
                </a:lnTo>
                <a:lnTo>
                  <a:pt x="6384" y="6823"/>
                </a:lnTo>
                <a:lnTo>
                  <a:pt x="5980" y="6933"/>
                </a:lnTo>
                <a:lnTo>
                  <a:pt x="5577" y="7044"/>
                </a:lnTo>
                <a:lnTo>
                  <a:pt x="5210" y="7227"/>
                </a:lnTo>
                <a:lnTo>
                  <a:pt x="4843" y="7374"/>
                </a:lnTo>
                <a:lnTo>
                  <a:pt x="4439" y="7520"/>
                </a:lnTo>
                <a:lnTo>
                  <a:pt x="4109" y="7557"/>
                </a:lnTo>
                <a:lnTo>
                  <a:pt x="3816" y="7594"/>
                </a:lnTo>
                <a:lnTo>
                  <a:pt x="3889" y="7557"/>
                </a:lnTo>
                <a:lnTo>
                  <a:pt x="3926" y="7484"/>
                </a:lnTo>
                <a:lnTo>
                  <a:pt x="3926" y="7374"/>
                </a:lnTo>
                <a:lnTo>
                  <a:pt x="3926" y="7300"/>
                </a:lnTo>
                <a:lnTo>
                  <a:pt x="3889" y="7227"/>
                </a:lnTo>
                <a:lnTo>
                  <a:pt x="3816" y="7190"/>
                </a:lnTo>
                <a:lnTo>
                  <a:pt x="2789" y="7190"/>
                </a:lnTo>
                <a:lnTo>
                  <a:pt x="2935" y="7044"/>
                </a:lnTo>
                <a:lnTo>
                  <a:pt x="3266" y="6677"/>
                </a:lnTo>
                <a:lnTo>
                  <a:pt x="3559" y="6713"/>
                </a:lnTo>
                <a:lnTo>
                  <a:pt x="3853" y="6713"/>
                </a:lnTo>
                <a:lnTo>
                  <a:pt x="4403" y="6677"/>
                </a:lnTo>
                <a:lnTo>
                  <a:pt x="4549" y="6640"/>
                </a:lnTo>
                <a:lnTo>
                  <a:pt x="4623" y="6530"/>
                </a:lnTo>
                <a:lnTo>
                  <a:pt x="4623" y="6457"/>
                </a:lnTo>
                <a:lnTo>
                  <a:pt x="4586" y="6383"/>
                </a:lnTo>
                <a:lnTo>
                  <a:pt x="4513" y="6310"/>
                </a:lnTo>
                <a:lnTo>
                  <a:pt x="4403" y="6273"/>
                </a:lnTo>
                <a:lnTo>
                  <a:pt x="3669" y="6273"/>
                </a:lnTo>
                <a:lnTo>
                  <a:pt x="3926" y="6016"/>
                </a:lnTo>
                <a:lnTo>
                  <a:pt x="4183" y="5723"/>
                </a:lnTo>
                <a:lnTo>
                  <a:pt x="4293" y="5723"/>
                </a:lnTo>
                <a:lnTo>
                  <a:pt x="4366" y="5686"/>
                </a:lnTo>
                <a:lnTo>
                  <a:pt x="4439" y="5576"/>
                </a:lnTo>
                <a:lnTo>
                  <a:pt x="4476" y="5466"/>
                </a:lnTo>
                <a:lnTo>
                  <a:pt x="4403" y="3449"/>
                </a:lnTo>
                <a:lnTo>
                  <a:pt x="4366" y="2495"/>
                </a:lnTo>
                <a:lnTo>
                  <a:pt x="4329" y="2018"/>
                </a:lnTo>
                <a:lnTo>
                  <a:pt x="4293" y="1541"/>
                </a:lnTo>
                <a:lnTo>
                  <a:pt x="4256" y="1431"/>
                </a:lnTo>
                <a:lnTo>
                  <a:pt x="4549" y="1505"/>
                </a:lnTo>
                <a:lnTo>
                  <a:pt x="4953" y="1578"/>
                </a:lnTo>
                <a:lnTo>
                  <a:pt x="5173" y="1578"/>
                </a:lnTo>
                <a:lnTo>
                  <a:pt x="5356" y="1505"/>
                </a:lnTo>
                <a:lnTo>
                  <a:pt x="5393" y="1468"/>
                </a:lnTo>
                <a:lnTo>
                  <a:pt x="5430" y="1431"/>
                </a:lnTo>
                <a:lnTo>
                  <a:pt x="5430" y="1358"/>
                </a:lnTo>
                <a:lnTo>
                  <a:pt x="5393" y="1321"/>
                </a:lnTo>
                <a:lnTo>
                  <a:pt x="5246" y="1211"/>
                </a:lnTo>
                <a:lnTo>
                  <a:pt x="5063" y="1174"/>
                </a:lnTo>
                <a:lnTo>
                  <a:pt x="4733" y="1138"/>
                </a:lnTo>
                <a:lnTo>
                  <a:pt x="4219" y="1064"/>
                </a:lnTo>
                <a:lnTo>
                  <a:pt x="4183" y="1028"/>
                </a:lnTo>
                <a:lnTo>
                  <a:pt x="4146" y="991"/>
                </a:lnTo>
                <a:lnTo>
                  <a:pt x="3999" y="991"/>
                </a:lnTo>
                <a:lnTo>
                  <a:pt x="3853" y="1028"/>
                </a:lnTo>
                <a:lnTo>
                  <a:pt x="3706" y="1064"/>
                </a:lnTo>
                <a:lnTo>
                  <a:pt x="3596" y="1064"/>
                </a:lnTo>
                <a:lnTo>
                  <a:pt x="3522" y="1028"/>
                </a:lnTo>
                <a:lnTo>
                  <a:pt x="3486" y="991"/>
                </a:lnTo>
                <a:lnTo>
                  <a:pt x="3412" y="881"/>
                </a:lnTo>
                <a:lnTo>
                  <a:pt x="3412" y="771"/>
                </a:lnTo>
                <a:lnTo>
                  <a:pt x="3412" y="698"/>
                </a:lnTo>
                <a:lnTo>
                  <a:pt x="3486" y="624"/>
                </a:lnTo>
                <a:lnTo>
                  <a:pt x="3559" y="551"/>
                </a:lnTo>
                <a:lnTo>
                  <a:pt x="3742" y="478"/>
                </a:lnTo>
                <a:lnTo>
                  <a:pt x="3926" y="441"/>
                </a:lnTo>
                <a:close/>
                <a:moveTo>
                  <a:pt x="6090" y="8071"/>
                </a:moveTo>
                <a:lnTo>
                  <a:pt x="6127" y="8144"/>
                </a:lnTo>
                <a:lnTo>
                  <a:pt x="6127" y="8217"/>
                </a:lnTo>
                <a:lnTo>
                  <a:pt x="6090" y="8291"/>
                </a:lnTo>
                <a:lnTo>
                  <a:pt x="6053" y="8364"/>
                </a:lnTo>
                <a:lnTo>
                  <a:pt x="5980" y="8401"/>
                </a:lnTo>
                <a:lnTo>
                  <a:pt x="5907" y="8401"/>
                </a:lnTo>
                <a:lnTo>
                  <a:pt x="5833" y="8364"/>
                </a:lnTo>
                <a:lnTo>
                  <a:pt x="5760" y="8291"/>
                </a:lnTo>
                <a:lnTo>
                  <a:pt x="5760" y="8181"/>
                </a:lnTo>
                <a:lnTo>
                  <a:pt x="5833" y="8144"/>
                </a:lnTo>
                <a:lnTo>
                  <a:pt x="5943" y="8071"/>
                </a:lnTo>
                <a:lnTo>
                  <a:pt x="6017" y="8107"/>
                </a:lnTo>
                <a:lnTo>
                  <a:pt x="6053" y="8107"/>
                </a:lnTo>
                <a:lnTo>
                  <a:pt x="6090" y="8071"/>
                </a:lnTo>
                <a:close/>
                <a:moveTo>
                  <a:pt x="5907" y="7630"/>
                </a:moveTo>
                <a:lnTo>
                  <a:pt x="5797" y="7667"/>
                </a:lnTo>
                <a:lnTo>
                  <a:pt x="5687" y="7704"/>
                </a:lnTo>
                <a:lnTo>
                  <a:pt x="5577" y="7777"/>
                </a:lnTo>
                <a:lnTo>
                  <a:pt x="5467" y="7887"/>
                </a:lnTo>
                <a:lnTo>
                  <a:pt x="5467" y="7924"/>
                </a:lnTo>
                <a:lnTo>
                  <a:pt x="5430" y="7997"/>
                </a:lnTo>
                <a:lnTo>
                  <a:pt x="5503" y="8071"/>
                </a:lnTo>
                <a:lnTo>
                  <a:pt x="5430" y="8217"/>
                </a:lnTo>
                <a:lnTo>
                  <a:pt x="5430" y="8364"/>
                </a:lnTo>
                <a:lnTo>
                  <a:pt x="5467" y="8474"/>
                </a:lnTo>
                <a:lnTo>
                  <a:pt x="5540" y="8584"/>
                </a:lnTo>
                <a:lnTo>
                  <a:pt x="5650" y="8694"/>
                </a:lnTo>
                <a:lnTo>
                  <a:pt x="5797" y="8731"/>
                </a:lnTo>
                <a:lnTo>
                  <a:pt x="5907" y="8768"/>
                </a:lnTo>
                <a:lnTo>
                  <a:pt x="6053" y="8768"/>
                </a:lnTo>
                <a:lnTo>
                  <a:pt x="6200" y="8731"/>
                </a:lnTo>
                <a:lnTo>
                  <a:pt x="6310" y="8658"/>
                </a:lnTo>
                <a:lnTo>
                  <a:pt x="6384" y="8584"/>
                </a:lnTo>
                <a:lnTo>
                  <a:pt x="6457" y="8474"/>
                </a:lnTo>
                <a:lnTo>
                  <a:pt x="6494" y="8327"/>
                </a:lnTo>
                <a:lnTo>
                  <a:pt x="6494" y="8217"/>
                </a:lnTo>
                <a:lnTo>
                  <a:pt x="6494" y="8071"/>
                </a:lnTo>
                <a:lnTo>
                  <a:pt x="6457" y="7961"/>
                </a:lnTo>
                <a:lnTo>
                  <a:pt x="6384" y="7851"/>
                </a:lnTo>
                <a:lnTo>
                  <a:pt x="6310" y="7777"/>
                </a:lnTo>
                <a:lnTo>
                  <a:pt x="6200" y="7704"/>
                </a:lnTo>
                <a:lnTo>
                  <a:pt x="6053" y="7667"/>
                </a:lnTo>
                <a:lnTo>
                  <a:pt x="5907" y="7630"/>
                </a:lnTo>
                <a:close/>
                <a:moveTo>
                  <a:pt x="4476" y="9134"/>
                </a:moveTo>
                <a:lnTo>
                  <a:pt x="4513" y="9281"/>
                </a:lnTo>
                <a:lnTo>
                  <a:pt x="4476" y="9391"/>
                </a:lnTo>
                <a:lnTo>
                  <a:pt x="4403" y="9538"/>
                </a:lnTo>
                <a:lnTo>
                  <a:pt x="4256" y="9648"/>
                </a:lnTo>
                <a:lnTo>
                  <a:pt x="4183" y="9685"/>
                </a:lnTo>
                <a:lnTo>
                  <a:pt x="4109" y="9685"/>
                </a:lnTo>
                <a:lnTo>
                  <a:pt x="4036" y="9648"/>
                </a:lnTo>
                <a:lnTo>
                  <a:pt x="3963" y="9575"/>
                </a:lnTo>
                <a:lnTo>
                  <a:pt x="3926" y="9501"/>
                </a:lnTo>
                <a:lnTo>
                  <a:pt x="3926" y="9428"/>
                </a:lnTo>
                <a:lnTo>
                  <a:pt x="3963" y="9354"/>
                </a:lnTo>
                <a:lnTo>
                  <a:pt x="4036" y="9281"/>
                </a:lnTo>
                <a:lnTo>
                  <a:pt x="4219" y="9208"/>
                </a:lnTo>
                <a:lnTo>
                  <a:pt x="4403" y="9171"/>
                </a:lnTo>
                <a:lnTo>
                  <a:pt x="4439" y="9171"/>
                </a:lnTo>
                <a:lnTo>
                  <a:pt x="4476" y="9134"/>
                </a:lnTo>
                <a:close/>
                <a:moveTo>
                  <a:pt x="7741" y="9391"/>
                </a:moveTo>
                <a:lnTo>
                  <a:pt x="7814" y="9464"/>
                </a:lnTo>
                <a:lnTo>
                  <a:pt x="7851" y="9575"/>
                </a:lnTo>
                <a:lnTo>
                  <a:pt x="7851" y="9685"/>
                </a:lnTo>
                <a:lnTo>
                  <a:pt x="7814" y="9795"/>
                </a:lnTo>
                <a:lnTo>
                  <a:pt x="7704" y="9868"/>
                </a:lnTo>
                <a:lnTo>
                  <a:pt x="7557" y="9905"/>
                </a:lnTo>
                <a:lnTo>
                  <a:pt x="7447" y="9905"/>
                </a:lnTo>
                <a:lnTo>
                  <a:pt x="7301" y="9868"/>
                </a:lnTo>
                <a:lnTo>
                  <a:pt x="7227" y="9795"/>
                </a:lnTo>
                <a:lnTo>
                  <a:pt x="7301" y="9648"/>
                </a:lnTo>
                <a:lnTo>
                  <a:pt x="7374" y="9538"/>
                </a:lnTo>
                <a:lnTo>
                  <a:pt x="7484" y="9464"/>
                </a:lnTo>
                <a:lnTo>
                  <a:pt x="7631" y="9428"/>
                </a:lnTo>
                <a:lnTo>
                  <a:pt x="7704" y="9391"/>
                </a:lnTo>
                <a:close/>
                <a:moveTo>
                  <a:pt x="4439" y="8658"/>
                </a:moveTo>
                <a:lnTo>
                  <a:pt x="4293" y="8694"/>
                </a:lnTo>
                <a:lnTo>
                  <a:pt x="4146" y="8694"/>
                </a:lnTo>
                <a:lnTo>
                  <a:pt x="4073" y="8731"/>
                </a:lnTo>
                <a:lnTo>
                  <a:pt x="3999" y="8804"/>
                </a:lnTo>
                <a:lnTo>
                  <a:pt x="3963" y="8951"/>
                </a:lnTo>
                <a:lnTo>
                  <a:pt x="3742" y="9061"/>
                </a:lnTo>
                <a:lnTo>
                  <a:pt x="3596" y="9244"/>
                </a:lnTo>
                <a:lnTo>
                  <a:pt x="3559" y="9354"/>
                </a:lnTo>
                <a:lnTo>
                  <a:pt x="3522" y="9501"/>
                </a:lnTo>
                <a:lnTo>
                  <a:pt x="3559" y="9611"/>
                </a:lnTo>
                <a:lnTo>
                  <a:pt x="3596" y="9758"/>
                </a:lnTo>
                <a:lnTo>
                  <a:pt x="3706" y="9868"/>
                </a:lnTo>
                <a:lnTo>
                  <a:pt x="3779" y="9978"/>
                </a:lnTo>
                <a:lnTo>
                  <a:pt x="3926" y="10051"/>
                </a:lnTo>
                <a:lnTo>
                  <a:pt x="4036" y="10088"/>
                </a:lnTo>
                <a:lnTo>
                  <a:pt x="4366" y="10088"/>
                </a:lnTo>
                <a:lnTo>
                  <a:pt x="4513" y="10015"/>
                </a:lnTo>
                <a:lnTo>
                  <a:pt x="4623" y="9905"/>
                </a:lnTo>
                <a:lnTo>
                  <a:pt x="4733" y="9795"/>
                </a:lnTo>
                <a:lnTo>
                  <a:pt x="4843" y="9648"/>
                </a:lnTo>
                <a:lnTo>
                  <a:pt x="4880" y="9501"/>
                </a:lnTo>
                <a:lnTo>
                  <a:pt x="4916" y="9354"/>
                </a:lnTo>
                <a:lnTo>
                  <a:pt x="4916" y="9171"/>
                </a:lnTo>
                <a:lnTo>
                  <a:pt x="4880" y="9024"/>
                </a:lnTo>
                <a:lnTo>
                  <a:pt x="4806" y="8878"/>
                </a:lnTo>
                <a:lnTo>
                  <a:pt x="4733" y="8768"/>
                </a:lnTo>
                <a:lnTo>
                  <a:pt x="4586" y="8694"/>
                </a:lnTo>
                <a:lnTo>
                  <a:pt x="4439" y="8658"/>
                </a:lnTo>
                <a:close/>
                <a:moveTo>
                  <a:pt x="7447" y="8951"/>
                </a:moveTo>
                <a:lnTo>
                  <a:pt x="7337" y="8988"/>
                </a:lnTo>
                <a:lnTo>
                  <a:pt x="7264" y="9061"/>
                </a:lnTo>
                <a:lnTo>
                  <a:pt x="7227" y="9134"/>
                </a:lnTo>
                <a:lnTo>
                  <a:pt x="7227" y="9208"/>
                </a:lnTo>
                <a:lnTo>
                  <a:pt x="7117" y="9318"/>
                </a:lnTo>
                <a:lnTo>
                  <a:pt x="7007" y="9391"/>
                </a:lnTo>
                <a:lnTo>
                  <a:pt x="6934" y="9501"/>
                </a:lnTo>
                <a:lnTo>
                  <a:pt x="6897" y="9611"/>
                </a:lnTo>
                <a:lnTo>
                  <a:pt x="6897" y="9575"/>
                </a:lnTo>
                <a:lnTo>
                  <a:pt x="6860" y="9611"/>
                </a:lnTo>
                <a:lnTo>
                  <a:pt x="6824" y="9758"/>
                </a:lnTo>
                <a:lnTo>
                  <a:pt x="6824" y="9905"/>
                </a:lnTo>
                <a:lnTo>
                  <a:pt x="6860" y="9978"/>
                </a:lnTo>
                <a:lnTo>
                  <a:pt x="6897" y="10051"/>
                </a:lnTo>
                <a:lnTo>
                  <a:pt x="7007" y="10125"/>
                </a:lnTo>
                <a:lnTo>
                  <a:pt x="7044" y="10161"/>
                </a:lnTo>
                <a:lnTo>
                  <a:pt x="7044" y="10198"/>
                </a:lnTo>
                <a:lnTo>
                  <a:pt x="7227" y="10271"/>
                </a:lnTo>
                <a:lnTo>
                  <a:pt x="7374" y="10345"/>
                </a:lnTo>
                <a:lnTo>
                  <a:pt x="7704" y="10345"/>
                </a:lnTo>
                <a:lnTo>
                  <a:pt x="7851" y="10271"/>
                </a:lnTo>
                <a:lnTo>
                  <a:pt x="7998" y="10198"/>
                </a:lnTo>
                <a:lnTo>
                  <a:pt x="8108" y="10088"/>
                </a:lnTo>
                <a:lnTo>
                  <a:pt x="8181" y="9941"/>
                </a:lnTo>
                <a:lnTo>
                  <a:pt x="8254" y="9795"/>
                </a:lnTo>
                <a:lnTo>
                  <a:pt x="8291" y="9611"/>
                </a:lnTo>
                <a:lnTo>
                  <a:pt x="8254" y="9464"/>
                </a:lnTo>
                <a:lnTo>
                  <a:pt x="8218" y="9318"/>
                </a:lnTo>
                <a:lnTo>
                  <a:pt x="8144" y="9171"/>
                </a:lnTo>
                <a:lnTo>
                  <a:pt x="7998" y="9024"/>
                </a:lnTo>
                <a:lnTo>
                  <a:pt x="7924" y="8988"/>
                </a:lnTo>
                <a:lnTo>
                  <a:pt x="7851" y="8951"/>
                </a:lnTo>
                <a:close/>
                <a:moveTo>
                  <a:pt x="6970" y="7227"/>
                </a:moveTo>
                <a:lnTo>
                  <a:pt x="7227" y="7300"/>
                </a:lnTo>
                <a:lnTo>
                  <a:pt x="7741" y="7520"/>
                </a:lnTo>
                <a:lnTo>
                  <a:pt x="8071" y="7667"/>
                </a:lnTo>
                <a:lnTo>
                  <a:pt x="8474" y="7740"/>
                </a:lnTo>
                <a:lnTo>
                  <a:pt x="8658" y="7777"/>
                </a:lnTo>
                <a:lnTo>
                  <a:pt x="8878" y="7777"/>
                </a:lnTo>
                <a:lnTo>
                  <a:pt x="9061" y="7740"/>
                </a:lnTo>
                <a:lnTo>
                  <a:pt x="9245" y="7667"/>
                </a:lnTo>
                <a:lnTo>
                  <a:pt x="9575" y="8071"/>
                </a:lnTo>
                <a:lnTo>
                  <a:pt x="10125" y="8841"/>
                </a:lnTo>
                <a:lnTo>
                  <a:pt x="10639" y="9648"/>
                </a:lnTo>
                <a:lnTo>
                  <a:pt x="10785" y="9868"/>
                </a:lnTo>
                <a:lnTo>
                  <a:pt x="10822" y="10015"/>
                </a:lnTo>
                <a:lnTo>
                  <a:pt x="10785" y="10161"/>
                </a:lnTo>
                <a:lnTo>
                  <a:pt x="10749" y="10235"/>
                </a:lnTo>
                <a:lnTo>
                  <a:pt x="10639" y="10345"/>
                </a:lnTo>
                <a:lnTo>
                  <a:pt x="10455" y="10455"/>
                </a:lnTo>
                <a:lnTo>
                  <a:pt x="10235" y="10602"/>
                </a:lnTo>
                <a:lnTo>
                  <a:pt x="9758" y="10565"/>
                </a:lnTo>
                <a:lnTo>
                  <a:pt x="9281" y="10492"/>
                </a:lnTo>
                <a:lnTo>
                  <a:pt x="8328" y="10455"/>
                </a:lnTo>
                <a:lnTo>
                  <a:pt x="7374" y="10492"/>
                </a:lnTo>
                <a:lnTo>
                  <a:pt x="6420" y="10528"/>
                </a:lnTo>
                <a:lnTo>
                  <a:pt x="2092" y="10675"/>
                </a:lnTo>
                <a:lnTo>
                  <a:pt x="1065" y="10712"/>
                </a:lnTo>
                <a:lnTo>
                  <a:pt x="735" y="10712"/>
                </a:lnTo>
                <a:lnTo>
                  <a:pt x="625" y="10638"/>
                </a:lnTo>
                <a:lnTo>
                  <a:pt x="588" y="10602"/>
                </a:lnTo>
                <a:lnTo>
                  <a:pt x="551" y="10565"/>
                </a:lnTo>
                <a:lnTo>
                  <a:pt x="588" y="10418"/>
                </a:lnTo>
                <a:lnTo>
                  <a:pt x="735" y="10198"/>
                </a:lnTo>
                <a:lnTo>
                  <a:pt x="1065" y="9685"/>
                </a:lnTo>
                <a:lnTo>
                  <a:pt x="1542" y="9575"/>
                </a:lnTo>
                <a:lnTo>
                  <a:pt x="1762" y="9538"/>
                </a:lnTo>
                <a:lnTo>
                  <a:pt x="2018" y="9501"/>
                </a:lnTo>
                <a:lnTo>
                  <a:pt x="2092" y="9464"/>
                </a:lnTo>
                <a:lnTo>
                  <a:pt x="2128" y="9428"/>
                </a:lnTo>
                <a:lnTo>
                  <a:pt x="2165" y="9281"/>
                </a:lnTo>
                <a:lnTo>
                  <a:pt x="2128" y="9171"/>
                </a:lnTo>
                <a:lnTo>
                  <a:pt x="2092" y="9134"/>
                </a:lnTo>
                <a:lnTo>
                  <a:pt x="2018" y="9098"/>
                </a:lnTo>
                <a:lnTo>
                  <a:pt x="1872" y="9061"/>
                </a:lnTo>
                <a:lnTo>
                  <a:pt x="1725" y="9061"/>
                </a:lnTo>
                <a:lnTo>
                  <a:pt x="1395" y="9134"/>
                </a:lnTo>
                <a:lnTo>
                  <a:pt x="1395" y="9134"/>
                </a:lnTo>
                <a:lnTo>
                  <a:pt x="1798" y="8547"/>
                </a:lnTo>
                <a:lnTo>
                  <a:pt x="1835" y="8511"/>
                </a:lnTo>
                <a:lnTo>
                  <a:pt x="1945" y="8547"/>
                </a:lnTo>
                <a:lnTo>
                  <a:pt x="2092" y="8584"/>
                </a:lnTo>
                <a:lnTo>
                  <a:pt x="2459" y="8621"/>
                </a:lnTo>
                <a:lnTo>
                  <a:pt x="2972" y="8621"/>
                </a:lnTo>
                <a:lnTo>
                  <a:pt x="3082" y="8584"/>
                </a:lnTo>
                <a:lnTo>
                  <a:pt x="3156" y="8511"/>
                </a:lnTo>
                <a:lnTo>
                  <a:pt x="3192" y="8401"/>
                </a:lnTo>
                <a:lnTo>
                  <a:pt x="3156" y="8291"/>
                </a:lnTo>
                <a:lnTo>
                  <a:pt x="3082" y="8217"/>
                </a:lnTo>
                <a:lnTo>
                  <a:pt x="2972" y="8181"/>
                </a:lnTo>
                <a:lnTo>
                  <a:pt x="2055" y="8181"/>
                </a:lnTo>
                <a:lnTo>
                  <a:pt x="2532" y="7520"/>
                </a:lnTo>
                <a:lnTo>
                  <a:pt x="2752" y="7557"/>
                </a:lnTo>
                <a:lnTo>
                  <a:pt x="2899" y="7704"/>
                </a:lnTo>
                <a:lnTo>
                  <a:pt x="3046" y="7777"/>
                </a:lnTo>
                <a:lnTo>
                  <a:pt x="3192" y="7851"/>
                </a:lnTo>
                <a:lnTo>
                  <a:pt x="3376" y="7924"/>
                </a:lnTo>
                <a:lnTo>
                  <a:pt x="3742" y="7961"/>
                </a:lnTo>
                <a:lnTo>
                  <a:pt x="4073" y="7961"/>
                </a:lnTo>
                <a:lnTo>
                  <a:pt x="4549" y="7887"/>
                </a:lnTo>
                <a:lnTo>
                  <a:pt x="4953" y="7777"/>
                </a:lnTo>
                <a:lnTo>
                  <a:pt x="5797" y="7410"/>
                </a:lnTo>
                <a:lnTo>
                  <a:pt x="6237" y="7264"/>
                </a:lnTo>
                <a:lnTo>
                  <a:pt x="6494" y="7227"/>
                </a:lnTo>
                <a:close/>
                <a:moveTo>
                  <a:pt x="4036" y="1"/>
                </a:moveTo>
                <a:lnTo>
                  <a:pt x="3816" y="37"/>
                </a:lnTo>
                <a:lnTo>
                  <a:pt x="3596" y="74"/>
                </a:lnTo>
                <a:lnTo>
                  <a:pt x="3412" y="147"/>
                </a:lnTo>
                <a:lnTo>
                  <a:pt x="3229" y="257"/>
                </a:lnTo>
                <a:lnTo>
                  <a:pt x="3119" y="404"/>
                </a:lnTo>
                <a:lnTo>
                  <a:pt x="3009" y="551"/>
                </a:lnTo>
                <a:lnTo>
                  <a:pt x="2972" y="771"/>
                </a:lnTo>
                <a:lnTo>
                  <a:pt x="3009" y="991"/>
                </a:lnTo>
                <a:lnTo>
                  <a:pt x="3082" y="1174"/>
                </a:lnTo>
                <a:lnTo>
                  <a:pt x="3156" y="1285"/>
                </a:lnTo>
                <a:lnTo>
                  <a:pt x="3266" y="1358"/>
                </a:lnTo>
                <a:lnTo>
                  <a:pt x="3412" y="1431"/>
                </a:lnTo>
                <a:lnTo>
                  <a:pt x="3559" y="1468"/>
                </a:lnTo>
                <a:lnTo>
                  <a:pt x="3706" y="1468"/>
                </a:lnTo>
                <a:lnTo>
                  <a:pt x="3853" y="1431"/>
                </a:lnTo>
                <a:lnTo>
                  <a:pt x="3999" y="1395"/>
                </a:lnTo>
                <a:lnTo>
                  <a:pt x="4073" y="1395"/>
                </a:lnTo>
                <a:lnTo>
                  <a:pt x="3963" y="1468"/>
                </a:lnTo>
                <a:lnTo>
                  <a:pt x="3926" y="1578"/>
                </a:lnTo>
                <a:lnTo>
                  <a:pt x="3889" y="2055"/>
                </a:lnTo>
                <a:lnTo>
                  <a:pt x="3889" y="2532"/>
                </a:lnTo>
                <a:lnTo>
                  <a:pt x="3926" y="3449"/>
                </a:lnTo>
                <a:lnTo>
                  <a:pt x="3926" y="5099"/>
                </a:lnTo>
                <a:lnTo>
                  <a:pt x="3926" y="5283"/>
                </a:lnTo>
                <a:lnTo>
                  <a:pt x="3963" y="5466"/>
                </a:lnTo>
                <a:lnTo>
                  <a:pt x="3963" y="5503"/>
                </a:lnTo>
                <a:lnTo>
                  <a:pt x="3742" y="5613"/>
                </a:lnTo>
                <a:lnTo>
                  <a:pt x="3559" y="5723"/>
                </a:lnTo>
                <a:lnTo>
                  <a:pt x="3229" y="6016"/>
                </a:lnTo>
                <a:lnTo>
                  <a:pt x="2899" y="6347"/>
                </a:lnTo>
                <a:lnTo>
                  <a:pt x="2605" y="6677"/>
                </a:lnTo>
                <a:lnTo>
                  <a:pt x="2239" y="7080"/>
                </a:lnTo>
                <a:lnTo>
                  <a:pt x="1908" y="7484"/>
                </a:lnTo>
                <a:lnTo>
                  <a:pt x="1285" y="8364"/>
                </a:lnTo>
                <a:lnTo>
                  <a:pt x="698" y="9244"/>
                </a:lnTo>
                <a:lnTo>
                  <a:pt x="148" y="10125"/>
                </a:lnTo>
                <a:lnTo>
                  <a:pt x="38" y="10308"/>
                </a:lnTo>
                <a:lnTo>
                  <a:pt x="1" y="10492"/>
                </a:lnTo>
                <a:lnTo>
                  <a:pt x="38" y="10675"/>
                </a:lnTo>
                <a:lnTo>
                  <a:pt x="111" y="10858"/>
                </a:lnTo>
                <a:lnTo>
                  <a:pt x="221" y="11005"/>
                </a:lnTo>
                <a:lnTo>
                  <a:pt x="368" y="11115"/>
                </a:lnTo>
                <a:lnTo>
                  <a:pt x="551" y="11225"/>
                </a:lnTo>
                <a:lnTo>
                  <a:pt x="771" y="11262"/>
                </a:lnTo>
                <a:lnTo>
                  <a:pt x="1321" y="11299"/>
                </a:lnTo>
                <a:lnTo>
                  <a:pt x="1872" y="11262"/>
                </a:lnTo>
                <a:lnTo>
                  <a:pt x="3009" y="11189"/>
                </a:lnTo>
                <a:lnTo>
                  <a:pt x="5503" y="11115"/>
                </a:lnTo>
                <a:lnTo>
                  <a:pt x="7447" y="11042"/>
                </a:lnTo>
                <a:lnTo>
                  <a:pt x="8401" y="11005"/>
                </a:lnTo>
                <a:lnTo>
                  <a:pt x="9355" y="11042"/>
                </a:lnTo>
                <a:lnTo>
                  <a:pt x="9391" y="11152"/>
                </a:lnTo>
                <a:lnTo>
                  <a:pt x="9465" y="11225"/>
                </a:lnTo>
                <a:lnTo>
                  <a:pt x="9612" y="11299"/>
                </a:lnTo>
                <a:lnTo>
                  <a:pt x="9795" y="11335"/>
                </a:lnTo>
                <a:lnTo>
                  <a:pt x="9978" y="11335"/>
                </a:lnTo>
                <a:lnTo>
                  <a:pt x="10125" y="11299"/>
                </a:lnTo>
                <a:lnTo>
                  <a:pt x="10272" y="11299"/>
                </a:lnTo>
                <a:lnTo>
                  <a:pt x="10382" y="11262"/>
                </a:lnTo>
                <a:lnTo>
                  <a:pt x="10455" y="11189"/>
                </a:lnTo>
                <a:lnTo>
                  <a:pt x="10565" y="11115"/>
                </a:lnTo>
                <a:lnTo>
                  <a:pt x="10785" y="10968"/>
                </a:lnTo>
                <a:lnTo>
                  <a:pt x="10969" y="10785"/>
                </a:lnTo>
                <a:lnTo>
                  <a:pt x="11152" y="10602"/>
                </a:lnTo>
                <a:lnTo>
                  <a:pt x="11299" y="10455"/>
                </a:lnTo>
                <a:lnTo>
                  <a:pt x="11336" y="10308"/>
                </a:lnTo>
                <a:lnTo>
                  <a:pt x="11372" y="10198"/>
                </a:lnTo>
                <a:lnTo>
                  <a:pt x="11409" y="10051"/>
                </a:lnTo>
                <a:lnTo>
                  <a:pt x="11372" y="9941"/>
                </a:lnTo>
                <a:lnTo>
                  <a:pt x="11299" y="9685"/>
                </a:lnTo>
                <a:lnTo>
                  <a:pt x="11189" y="9464"/>
                </a:lnTo>
                <a:lnTo>
                  <a:pt x="10859" y="8914"/>
                </a:lnTo>
                <a:lnTo>
                  <a:pt x="10492" y="8364"/>
                </a:lnTo>
                <a:lnTo>
                  <a:pt x="10125" y="7887"/>
                </a:lnTo>
                <a:lnTo>
                  <a:pt x="9722" y="7410"/>
                </a:lnTo>
                <a:lnTo>
                  <a:pt x="9318" y="6933"/>
                </a:lnTo>
                <a:lnTo>
                  <a:pt x="8878" y="6493"/>
                </a:lnTo>
                <a:lnTo>
                  <a:pt x="8474" y="6126"/>
                </a:lnTo>
                <a:lnTo>
                  <a:pt x="8071" y="5760"/>
                </a:lnTo>
                <a:lnTo>
                  <a:pt x="7851" y="5576"/>
                </a:lnTo>
                <a:lnTo>
                  <a:pt x="7594" y="5430"/>
                </a:lnTo>
                <a:lnTo>
                  <a:pt x="7374" y="5319"/>
                </a:lnTo>
                <a:lnTo>
                  <a:pt x="7117" y="5209"/>
                </a:lnTo>
                <a:lnTo>
                  <a:pt x="7117" y="5173"/>
                </a:lnTo>
                <a:lnTo>
                  <a:pt x="7191" y="4953"/>
                </a:lnTo>
                <a:lnTo>
                  <a:pt x="7227" y="4696"/>
                </a:lnTo>
                <a:lnTo>
                  <a:pt x="7227" y="4182"/>
                </a:lnTo>
                <a:lnTo>
                  <a:pt x="7227" y="3669"/>
                </a:lnTo>
                <a:lnTo>
                  <a:pt x="7191" y="3192"/>
                </a:lnTo>
                <a:lnTo>
                  <a:pt x="7154" y="2825"/>
                </a:lnTo>
                <a:lnTo>
                  <a:pt x="7117" y="2385"/>
                </a:lnTo>
                <a:lnTo>
                  <a:pt x="7044" y="2165"/>
                </a:lnTo>
                <a:lnTo>
                  <a:pt x="7007" y="1945"/>
                </a:lnTo>
                <a:lnTo>
                  <a:pt x="6934" y="1761"/>
                </a:lnTo>
                <a:lnTo>
                  <a:pt x="6824" y="1615"/>
                </a:lnTo>
                <a:lnTo>
                  <a:pt x="7191" y="1651"/>
                </a:lnTo>
                <a:lnTo>
                  <a:pt x="7521" y="1651"/>
                </a:lnTo>
                <a:lnTo>
                  <a:pt x="7851" y="1541"/>
                </a:lnTo>
                <a:lnTo>
                  <a:pt x="7998" y="1468"/>
                </a:lnTo>
                <a:lnTo>
                  <a:pt x="8144" y="1358"/>
                </a:lnTo>
                <a:lnTo>
                  <a:pt x="8254" y="1248"/>
                </a:lnTo>
                <a:lnTo>
                  <a:pt x="8254" y="1174"/>
                </a:lnTo>
                <a:lnTo>
                  <a:pt x="8254" y="1101"/>
                </a:lnTo>
                <a:lnTo>
                  <a:pt x="8144" y="624"/>
                </a:lnTo>
                <a:lnTo>
                  <a:pt x="8071" y="404"/>
                </a:lnTo>
                <a:lnTo>
                  <a:pt x="7998" y="294"/>
                </a:lnTo>
                <a:lnTo>
                  <a:pt x="7924" y="221"/>
                </a:lnTo>
                <a:lnTo>
                  <a:pt x="7851" y="147"/>
                </a:lnTo>
                <a:lnTo>
                  <a:pt x="7777" y="147"/>
                </a:lnTo>
                <a:lnTo>
                  <a:pt x="7631" y="111"/>
                </a:lnTo>
                <a:lnTo>
                  <a:pt x="6824" y="74"/>
                </a:lnTo>
                <a:lnTo>
                  <a:pt x="4036" y="1"/>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2" name="Google Shape;212;p3"/>
          <p:cNvSpPr/>
          <p:nvPr/>
        </p:nvSpPr>
        <p:spPr>
          <a:xfrm>
            <a:off x="11363259" y="5333706"/>
            <a:ext cx="409288" cy="513369"/>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3" name="Google Shape;213;p3"/>
          <p:cNvSpPr/>
          <p:nvPr/>
        </p:nvSpPr>
        <p:spPr>
          <a:xfrm>
            <a:off x="6522965" y="6070569"/>
            <a:ext cx="554971" cy="546651"/>
          </a:xfrm>
          <a:custGeom>
            <a:avLst/>
            <a:gdLst/>
            <a:ahLst/>
            <a:cxnLst/>
            <a:rect l="l" t="t" r="r" b="b"/>
            <a:pathLst>
              <a:path w="14674" h="14454" extrusionOk="0">
                <a:moveTo>
                  <a:pt x="7887" y="3779"/>
                </a:moveTo>
                <a:lnTo>
                  <a:pt x="7961" y="3816"/>
                </a:lnTo>
                <a:lnTo>
                  <a:pt x="8071" y="3889"/>
                </a:lnTo>
                <a:lnTo>
                  <a:pt x="8218" y="4072"/>
                </a:lnTo>
                <a:lnTo>
                  <a:pt x="8291" y="4292"/>
                </a:lnTo>
                <a:lnTo>
                  <a:pt x="8364" y="4513"/>
                </a:lnTo>
                <a:lnTo>
                  <a:pt x="8401" y="4696"/>
                </a:lnTo>
                <a:lnTo>
                  <a:pt x="8401" y="4916"/>
                </a:lnTo>
                <a:lnTo>
                  <a:pt x="8401" y="5099"/>
                </a:lnTo>
                <a:lnTo>
                  <a:pt x="8291" y="5283"/>
                </a:lnTo>
                <a:lnTo>
                  <a:pt x="8144" y="4659"/>
                </a:lnTo>
                <a:lnTo>
                  <a:pt x="8034" y="4219"/>
                </a:lnTo>
                <a:lnTo>
                  <a:pt x="7961" y="3999"/>
                </a:lnTo>
                <a:lnTo>
                  <a:pt x="7887" y="3779"/>
                </a:lnTo>
                <a:close/>
                <a:moveTo>
                  <a:pt x="4329" y="5063"/>
                </a:moveTo>
                <a:lnTo>
                  <a:pt x="4476" y="5209"/>
                </a:lnTo>
                <a:lnTo>
                  <a:pt x="4586" y="5356"/>
                </a:lnTo>
                <a:lnTo>
                  <a:pt x="4696" y="5503"/>
                </a:lnTo>
                <a:lnTo>
                  <a:pt x="4769" y="5686"/>
                </a:lnTo>
                <a:lnTo>
                  <a:pt x="4769" y="5870"/>
                </a:lnTo>
                <a:lnTo>
                  <a:pt x="4769" y="6053"/>
                </a:lnTo>
                <a:lnTo>
                  <a:pt x="4659" y="6126"/>
                </a:lnTo>
                <a:lnTo>
                  <a:pt x="4549" y="6237"/>
                </a:lnTo>
                <a:lnTo>
                  <a:pt x="4439" y="5980"/>
                </a:lnTo>
                <a:lnTo>
                  <a:pt x="4329" y="5686"/>
                </a:lnTo>
                <a:lnTo>
                  <a:pt x="4293" y="5393"/>
                </a:lnTo>
                <a:lnTo>
                  <a:pt x="4293" y="5209"/>
                </a:lnTo>
                <a:lnTo>
                  <a:pt x="4293" y="5136"/>
                </a:lnTo>
                <a:lnTo>
                  <a:pt x="4329" y="5063"/>
                </a:lnTo>
                <a:close/>
                <a:moveTo>
                  <a:pt x="6604" y="7594"/>
                </a:moveTo>
                <a:lnTo>
                  <a:pt x="6714" y="7667"/>
                </a:lnTo>
                <a:lnTo>
                  <a:pt x="6787" y="7814"/>
                </a:lnTo>
                <a:lnTo>
                  <a:pt x="6934" y="8071"/>
                </a:lnTo>
                <a:lnTo>
                  <a:pt x="7337" y="8694"/>
                </a:lnTo>
                <a:lnTo>
                  <a:pt x="7117" y="8878"/>
                </a:lnTo>
                <a:lnTo>
                  <a:pt x="7080" y="8768"/>
                </a:lnTo>
                <a:lnTo>
                  <a:pt x="6860" y="8474"/>
                </a:lnTo>
                <a:lnTo>
                  <a:pt x="6677" y="8144"/>
                </a:lnTo>
                <a:lnTo>
                  <a:pt x="6567" y="7887"/>
                </a:lnTo>
                <a:lnTo>
                  <a:pt x="6420" y="7667"/>
                </a:lnTo>
                <a:lnTo>
                  <a:pt x="6604" y="7594"/>
                </a:lnTo>
                <a:close/>
                <a:moveTo>
                  <a:pt x="5283" y="8107"/>
                </a:moveTo>
                <a:lnTo>
                  <a:pt x="5356" y="8144"/>
                </a:lnTo>
                <a:lnTo>
                  <a:pt x="5833" y="9428"/>
                </a:lnTo>
                <a:lnTo>
                  <a:pt x="5650" y="9501"/>
                </a:lnTo>
                <a:lnTo>
                  <a:pt x="5686" y="9318"/>
                </a:lnTo>
                <a:lnTo>
                  <a:pt x="5650" y="9208"/>
                </a:lnTo>
                <a:lnTo>
                  <a:pt x="5613" y="9061"/>
                </a:lnTo>
                <a:lnTo>
                  <a:pt x="5503" y="8768"/>
                </a:lnTo>
                <a:lnTo>
                  <a:pt x="5246" y="8107"/>
                </a:lnTo>
                <a:close/>
                <a:moveTo>
                  <a:pt x="7337" y="9905"/>
                </a:moveTo>
                <a:lnTo>
                  <a:pt x="7337" y="10235"/>
                </a:lnTo>
                <a:lnTo>
                  <a:pt x="7190" y="9978"/>
                </a:lnTo>
                <a:lnTo>
                  <a:pt x="7337" y="9905"/>
                </a:lnTo>
                <a:close/>
                <a:moveTo>
                  <a:pt x="9721" y="9061"/>
                </a:moveTo>
                <a:lnTo>
                  <a:pt x="9832" y="9281"/>
                </a:lnTo>
                <a:lnTo>
                  <a:pt x="9942" y="9501"/>
                </a:lnTo>
                <a:lnTo>
                  <a:pt x="10052" y="9685"/>
                </a:lnTo>
                <a:lnTo>
                  <a:pt x="10162" y="9868"/>
                </a:lnTo>
                <a:lnTo>
                  <a:pt x="10198" y="10015"/>
                </a:lnTo>
                <a:lnTo>
                  <a:pt x="10198" y="10161"/>
                </a:lnTo>
                <a:lnTo>
                  <a:pt x="10198" y="10308"/>
                </a:lnTo>
                <a:lnTo>
                  <a:pt x="10125" y="10455"/>
                </a:lnTo>
                <a:lnTo>
                  <a:pt x="10052" y="10345"/>
                </a:lnTo>
                <a:lnTo>
                  <a:pt x="9978" y="10308"/>
                </a:lnTo>
                <a:lnTo>
                  <a:pt x="9758" y="9758"/>
                </a:lnTo>
                <a:lnTo>
                  <a:pt x="9685" y="9464"/>
                </a:lnTo>
                <a:lnTo>
                  <a:pt x="9575" y="9171"/>
                </a:lnTo>
                <a:lnTo>
                  <a:pt x="9648" y="9134"/>
                </a:lnTo>
                <a:lnTo>
                  <a:pt x="9721" y="9061"/>
                </a:lnTo>
                <a:close/>
                <a:moveTo>
                  <a:pt x="7667" y="9758"/>
                </a:moveTo>
                <a:lnTo>
                  <a:pt x="7777" y="9795"/>
                </a:lnTo>
                <a:lnTo>
                  <a:pt x="7924" y="9868"/>
                </a:lnTo>
                <a:lnTo>
                  <a:pt x="8071" y="10015"/>
                </a:lnTo>
                <a:lnTo>
                  <a:pt x="8181" y="10235"/>
                </a:lnTo>
                <a:lnTo>
                  <a:pt x="8291" y="10638"/>
                </a:lnTo>
                <a:lnTo>
                  <a:pt x="8328" y="10822"/>
                </a:lnTo>
                <a:lnTo>
                  <a:pt x="8328" y="10968"/>
                </a:lnTo>
                <a:lnTo>
                  <a:pt x="8291" y="11115"/>
                </a:lnTo>
                <a:lnTo>
                  <a:pt x="8181" y="11189"/>
                </a:lnTo>
                <a:lnTo>
                  <a:pt x="8181" y="11115"/>
                </a:lnTo>
                <a:lnTo>
                  <a:pt x="8144" y="11005"/>
                </a:lnTo>
                <a:lnTo>
                  <a:pt x="8071" y="10968"/>
                </a:lnTo>
                <a:lnTo>
                  <a:pt x="7997" y="10895"/>
                </a:lnTo>
                <a:lnTo>
                  <a:pt x="7887" y="10675"/>
                </a:lnTo>
                <a:lnTo>
                  <a:pt x="7814" y="10382"/>
                </a:lnTo>
                <a:lnTo>
                  <a:pt x="7741" y="9831"/>
                </a:lnTo>
                <a:lnTo>
                  <a:pt x="7667" y="9758"/>
                </a:lnTo>
                <a:close/>
                <a:moveTo>
                  <a:pt x="10162" y="1321"/>
                </a:moveTo>
                <a:lnTo>
                  <a:pt x="10198" y="1541"/>
                </a:lnTo>
                <a:lnTo>
                  <a:pt x="10272" y="1725"/>
                </a:lnTo>
                <a:lnTo>
                  <a:pt x="10455" y="2092"/>
                </a:lnTo>
                <a:lnTo>
                  <a:pt x="10932" y="3229"/>
                </a:lnTo>
                <a:lnTo>
                  <a:pt x="10969" y="3302"/>
                </a:lnTo>
                <a:lnTo>
                  <a:pt x="10749" y="3375"/>
                </a:lnTo>
                <a:lnTo>
                  <a:pt x="10528" y="3449"/>
                </a:lnTo>
                <a:lnTo>
                  <a:pt x="9758" y="3742"/>
                </a:lnTo>
                <a:lnTo>
                  <a:pt x="8988" y="4146"/>
                </a:lnTo>
                <a:lnTo>
                  <a:pt x="8841" y="4219"/>
                </a:lnTo>
                <a:lnTo>
                  <a:pt x="8731" y="4329"/>
                </a:lnTo>
                <a:lnTo>
                  <a:pt x="8658" y="4072"/>
                </a:lnTo>
                <a:lnTo>
                  <a:pt x="8511" y="3816"/>
                </a:lnTo>
                <a:lnTo>
                  <a:pt x="8364" y="3595"/>
                </a:lnTo>
                <a:lnTo>
                  <a:pt x="8254" y="3522"/>
                </a:lnTo>
                <a:lnTo>
                  <a:pt x="8144" y="3449"/>
                </a:lnTo>
                <a:lnTo>
                  <a:pt x="7997" y="3412"/>
                </a:lnTo>
                <a:lnTo>
                  <a:pt x="7851" y="3375"/>
                </a:lnTo>
                <a:lnTo>
                  <a:pt x="7777" y="3375"/>
                </a:lnTo>
                <a:lnTo>
                  <a:pt x="7704" y="3412"/>
                </a:lnTo>
                <a:lnTo>
                  <a:pt x="7667" y="3485"/>
                </a:lnTo>
                <a:lnTo>
                  <a:pt x="7667" y="3559"/>
                </a:lnTo>
                <a:lnTo>
                  <a:pt x="7484" y="3595"/>
                </a:lnTo>
                <a:lnTo>
                  <a:pt x="7337" y="3706"/>
                </a:lnTo>
                <a:lnTo>
                  <a:pt x="7190" y="3852"/>
                </a:lnTo>
                <a:lnTo>
                  <a:pt x="7044" y="3999"/>
                </a:lnTo>
                <a:lnTo>
                  <a:pt x="7007" y="4109"/>
                </a:lnTo>
                <a:lnTo>
                  <a:pt x="7044" y="4219"/>
                </a:lnTo>
                <a:lnTo>
                  <a:pt x="7264" y="4696"/>
                </a:lnTo>
                <a:lnTo>
                  <a:pt x="7080" y="4769"/>
                </a:lnTo>
                <a:lnTo>
                  <a:pt x="6310" y="5026"/>
                </a:lnTo>
                <a:lnTo>
                  <a:pt x="5576" y="5283"/>
                </a:lnTo>
                <a:lnTo>
                  <a:pt x="5320" y="5356"/>
                </a:lnTo>
                <a:lnTo>
                  <a:pt x="5210" y="5393"/>
                </a:lnTo>
                <a:lnTo>
                  <a:pt x="5136" y="5466"/>
                </a:lnTo>
                <a:lnTo>
                  <a:pt x="5100" y="5356"/>
                </a:lnTo>
                <a:lnTo>
                  <a:pt x="4916" y="5063"/>
                </a:lnTo>
                <a:lnTo>
                  <a:pt x="4806" y="4879"/>
                </a:lnTo>
                <a:lnTo>
                  <a:pt x="4659" y="4733"/>
                </a:lnTo>
                <a:lnTo>
                  <a:pt x="4513" y="4623"/>
                </a:lnTo>
                <a:lnTo>
                  <a:pt x="4329" y="4549"/>
                </a:lnTo>
                <a:lnTo>
                  <a:pt x="4183" y="4513"/>
                </a:lnTo>
                <a:lnTo>
                  <a:pt x="4036" y="4586"/>
                </a:lnTo>
                <a:lnTo>
                  <a:pt x="3852" y="4586"/>
                </a:lnTo>
                <a:lnTo>
                  <a:pt x="3779" y="4623"/>
                </a:lnTo>
                <a:lnTo>
                  <a:pt x="3742" y="4696"/>
                </a:lnTo>
                <a:lnTo>
                  <a:pt x="3706" y="4989"/>
                </a:lnTo>
                <a:lnTo>
                  <a:pt x="3706" y="5283"/>
                </a:lnTo>
                <a:lnTo>
                  <a:pt x="3742" y="5576"/>
                </a:lnTo>
                <a:lnTo>
                  <a:pt x="3816" y="5870"/>
                </a:lnTo>
                <a:lnTo>
                  <a:pt x="3596" y="5833"/>
                </a:lnTo>
                <a:lnTo>
                  <a:pt x="3376" y="5870"/>
                </a:lnTo>
                <a:lnTo>
                  <a:pt x="2972" y="6016"/>
                </a:lnTo>
                <a:lnTo>
                  <a:pt x="2422" y="6163"/>
                </a:lnTo>
                <a:lnTo>
                  <a:pt x="2165" y="6273"/>
                </a:lnTo>
                <a:lnTo>
                  <a:pt x="2055" y="6347"/>
                </a:lnTo>
                <a:lnTo>
                  <a:pt x="1945" y="6457"/>
                </a:lnTo>
                <a:lnTo>
                  <a:pt x="1945" y="6530"/>
                </a:lnTo>
                <a:lnTo>
                  <a:pt x="1982" y="6567"/>
                </a:lnTo>
                <a:lnTo>
                  <a:pt x="2238" y="6603"/>
                </a:lnTo>
                <a:lnTo>
                  <a:pt x="2459" y="6567"/>
                </a:lnTo>
                <a:lnTo>
                  <a:pt x="2972" y="6457"/>
                </a:lnTo>
                <a:lnTo>
                  <a:pt x="3449" y="6347"/>
                </a:lnTo>
                <a:lnTo>
                  <a:pt x="3706" y="6237"/>
                </a:lnTo>
                <a:lnTo>
                  <a:pt x="3816" y="6163"/>
                </a:lnTo>
                <a:lnTo>
                  <a:pt x="3889" y="6090"/>
                </a:lnTo>
                <a:lnTo>
                  <a:pt x="4073" y="6383"/>
                </a:lnTo>
                <a:lnTo>
                  <a:pt x="4256" y="6677"/>
                </a:lnTo>
                <a:lnTo>
                  <a:pt x="4293" y="6713"/>
                </a:lnTo>
                <a:lnTo>
                  <a:pt x="4366" y="6823"/>
                </a:lnTo>
                <a:lnTo>
                  <a:pt x="4549" y="6970"/>
                </a:lnTo>
                <a:lnTo>
                  <a:pt x="4659" y="7007"/>
                </a:lnTo>
                <a:lnTo>
                  <a:pt x="4733" y="7044"/>
                </a:lnTo>
                <a:lnTo>
                  <a:pt x="4806" y="7007"/>
                </a:lnTo>
                <a:lnTo>
                  <a:pt x="4879" y="6933"/>
                </a:lnTo>
                <a:lnTo>
                  <a:pt x="5063" y="6640"/>
                </a:lnTo>
                <a:lnTo>
                  <a:pt x="5173" y="6347"/>
                </a:lnTo>
                <a:lnTo>
                  <a:pt x="5210" y="6053"/>
                </a:lnTo>
                <a:lnTo>
                  <a:pt x="5210" y="5760"/>
                </a:lnTo>
                <a:lnTo>
                  <a:pt x="5320" y="5760"/>
                </a:lnTo>
                <a:lnTo>
                  <a:pt x="5430" y="5723"/>
                </a:lnTo>
                <a:lnTo>
                  <a:pt x="5686" y="5650"/>
                </a:lnTo>
                <a:lnTo>
                  <a:pt x="6457" y="5430"/>
                </a:lnTo>
                <a:lnTo>
                  <a:pt x="7190" y="5173"/>
                </a:lnTo>
                <a:lnTo>
                  <a:pt x="7447" y="5063"/>
                </a:lnTo>
                <a:lnTo>
                  <a:pt x="7631" y="5430"/>
                </a:lnTo>
                <a:lnTo>
                  <a:pt x="7704" y="5613"/>
                </a:lnTo>
                <a:lnTo>
                  <a:pt x="7814" y="5760"/>
                </a:lnTo>
                <a:lnTo>
                  <a:pt x="7924" y="5833"/>
                </a:lnTo>
                <a:lnTo>
                  <a:pt x="8218" y="5833"/>
                </a:lnTo>
                <a:lnTo>
                  <a:pt x="8328" y="5760"/>
                </a:lnTo>
                <a:lnTo>
                  <a:pt x="8548" y="5576"/>
                </a:lnTo>
                <a:lnTo>
                  <a:pt x="8731" y="5356"/>
                </a:lnTo>
                <a:lnTo>
                  <a:pt x="8804" y="5173"/>
                </a:lnTo>
                <a:lnTo>
                  <a:pt x="8841" y="4989"/>
                </a:lnTo>
                <a:lnTo>
                  <a:pt x="8841" y="4806"/>
                </a:lnTo>
                <a:lnTo>
                  <a:pt x="8804" y="4586"/>
                </a:lnTo>
                <a:lnTo>
                  <a:pt x="8914" y="4586"/>
                </a:lnTo>
                <a:lnTo>
                  <a:pt x="9061" y="4513"/>
                </a:lnTo>
                <a:lnTo>
                  <a:pt x="9942" y="4109"/>
                </a:lnTo>
                <a:lnTo>
                  <a:pt x="10639" y="3852"/>
                </a:lnTo>
                <a:lnTo>
                  <a:pt x="10895" y="3742"/>
                </a:lnTo>
                <a:lnTo>
                  <a:pt x="11115" y="3669"/>
                </a:lnTo>
                <a:lnTo>
                  <a:pt x="11519" y="4586"/>
                </a:lnTo>
                <a:lnTo>
                  <a:pt x="11849" y="5540"/>
                </a:lnTo>
                <a:lnTo>
                  <a:pt x="12069" y="6237"/>
                </a:lnTo>
                <a:lnTo>
                  <a:pt x="12032" y="6347"/>
                </a:lnTo>
                <a:lnTo>
                  <a:pt x="11996" y="6457"/>
                </a:lnTo>
                <a:lnTo>
                  <a:pt x="11959" y="6457"/>
                </a:lnTo>
                <a:lnTo>
                  <a:pt x="11592" y="6603"/>
                </a:lnTo>
                <a:lnTo>
                  <a:pt x="10969" y="6787"/>
                </a:lnTo>
                <a:lnTo>
                  <a:pt x="9685" y="7227"/>
                </a:lnTo>
                <a:lnTo>
                  <a:pt x="8438" y="7630"/>
                </a:lnTo>
                <a:lnTo>
                  <a:pt x="7887" y="7777"/>
                </a:lnTo>
                <a:lnTo>
                  <a:pt x="7631" y="7924"/>
                </a:lnTo>
                <a:lnTo>
                  <a:pt x="7521" y="7997"/>
                </a:lnTo>
                <a:lnTo>
                  <a:pt x="7447" y="8107"/>
                </a:lnTo>
                <a:lnTo>
                  <a:pt x="7447" y="8144"/>
                </a:lnTo>
                <a:lnTo>
                  <a:pt x="7631" y="8181"/>
                </a:lnTo>
                <a:lnTo>
                  <a:pt x="7997" y="8181"/>
                </a:lnTo>
                <a:lnTo>
                  <a:pt x="8181" y="8107"/>
                </a:lnTo>
                <a:lnTo>
                  <a:pt x="8914" y="7887"/>
                </a:lnTo>
                <a:lnTo>
                  <a:pt x="10565" y="7374"/>
                </a:lnTo>
                <a:lnTo>
                  <a:pt x="12216" y="6860"/>
                </a:lnTo>
                <a:lnTo>
                  <a:pt x="12289" y="6823"/>
                </a:lnTo>
                <a:lnTo>
                  <a:pt x="12546" y="7777"/>
                </a:lnTo>
                <a:lnTo>
                  <a:pt x="12766" y="8474"/>
                </a:lnTo>
                <a:lnTo>
                  <a:pt x="12729" y="8511"/>
                </a:lnTo>
                <a:lnTo>
                  <a:pt x="12693" y="8584"/>
                </a:lnTo>
                <a:lnTo>
                  <a:pt x="11629" y="8988"/>
                </a:lnTo>
                <a:lnTo>
                  <a:pt x="11042" y="9208"/>
                </a:lnTo>
                <a:lnTo>
                  <a:pt x="10859" y="9281"/>
                </a:lnTo>
                <a:lnTo>
                  <a:pt x="10749" y="9391"/>
                </a:lnTo>
                <a:lnTo>
                  <a:pt x="10455" y="9575"/>
                </a:lnTo>
                <a:lnTo>
                  <a:pt x="10455" y="9611"/>
                </a:lnTo>
                <a:lnTo>
                  <a:pt x="10418" y="9501"/>
                </a:lnTo>
                <a:lnTo>
                  <a:pt x="10198" y="9024"/>
                </a:lnTo>
                <a:lnTo>
                  <a:pt x="10052" y="8804"/>
                </a:lnTo>
                <a:lnTo>
                  <a:pt x="9942" y="8731"/>
                </a:lnTo>
                <a:lnTo>
                  <a:pt x="9832" y="8694"/>
                </a:lnTo>
                <a:lnTo>
                  <a:pt x="9758" y="8694"/>
                </a:lnTo>
                <a:lnTo>
                  <a:pt x="9721" y="8768"/>
                </a:lnTo>
                <a:lnTo>
                  <a:pt x="9685" y="8841"/>
                </a:lnTo>
                <a:lnTo>
                  <a:pt x="9501" y="8841"/>
                </a:lnTo>
                <a:lnTo>
                  <a:pt x="9355" y="8804"/>
                </a:lnTo>
                <a:lnTo>
                  <a:pt x="9208" y="8841"/>
                </a:lnTo>
                <a:lnTo>
                  <a:pt x="9061" y="8878"/>
                </a:lnTo>
                <a:lnTo>
                  <a:pt x="8988" y="8988"/>
                </a:lnTo>
                <a:lnTo>
                  <a:pt x="8914" y="9098"/>
                </a:lnTo>
                <a:lnTo>
                  <a:pt x="8914" y="9208"/>
                </a:lnTo>
                <a:lnTo>
                  <a:pt x="9025" y="9611"/>
                </a:lnTo>
                <a:lnTo>
                  <a:pt x="9135" y="10051"/>
                </a:lnTo>
                <a:lnTo>
                  <a:pt x="8694" y="10161"/>
                </a:lnTo>
                <a:lnTo>
                  <a:pt x="8658" y="10198"/>
                </a:lnTo>
                <a:lnTo>
                  <a:pt x="8621" y="10235"/>
                </a:lnTo>
                <a:lnTo>
                  <a:pt x="8584" y="10345"/>
                </a:lnTo>
                <a:lnTo>
                  <a:pt x="8511" y="10125"/>
                </a:lnTo>
                <a:lnTo>
                  <a:pt x="8401" y="9905"/>
                </a:lnTo>
                <a:lnTo>
                  <a:pt x="8254" y="9685"/>
                </a:lnTo>
                <a:lnTo>
                  <a:pt x="8034" y="9501"/>
                </a:lnTo>
                <a:lnTo>
                  <a:pt x="7777" y="9391"/>
                </a:lnTo>
                <a:lnTo>
                  <a:pt x="7557" y="9391"/>
                </a:lnTo>
                <a:lnTo>
                  <a:pt x="7411" y="9428"/>
                </a:lnTo>
                <a:lnTo>
                  <a:pt x="7300" y="9464"/>
                </a:lnTo>
                <a:lnTo>
                  <a:pt x="7190" y="9538"/>
                </a:lnTo>
                <a:lnTo>
                  <a:pt x="7080" y="9611"/>
                </a:lnTo>
                <a:lnTo>
                  <a:pt x="7044" y="9721"/>
                </a:lnTo>
                <a:lnTo>
                  <a:pt x="7007" y="9868"/>
                </a:lnTo>
                <a:lnTo>
                  <a:pt x="7044" y="9941"/>
                </a:lnTo>
                <a:lnTo>
                  <a:pt x="7117" y="9978"/>
                </a:lnTo>
                <a:lnTo>
                  <a:pt x="7044" y="10235"/>
                </a:lnTo>
                <a:lnTo>
                  <a:pt x="7080" y="10492"/>
                </a:lnTo>
                <a:lnTo>
                  <a:pt x="4806" y="11152"/>
                </a:lnTo>
                <a:lnTo>
                  <a:pt x="4219" y="11335"/>
                </a:lnTo>
                <a:lnTo>
                  <a:pt x="3632" y="11519"/>
                </a:lnTo>
                <a:lnTo>
                  <a:pt x="3449" y="11629"/>
                </a:lnTo>
                <a:lnTo>
                  <a:pt x="3192" y="10602"/>
                </a:lnTo>
                <a:lnTo>
                  <a:pt x="2862" y="9611"/>
                </a:lnTo>
                <a:lnTo>
                  <a:pt x="3339" y="9538"/>
                </a:lnTo>
                <a:lnTo>
                  <a:pt x="3816" y="9428"/>
                </a:lnTo>
                <a:lnTo>
                  <a:pt x="4769" y="9134"/>
                </a:lnTo>
                <a:lnTo>
                  <a:pt x="4843" y="9318"/>
                </a:lnTo>
                <a:lnTo>
                  <a:pt x="4953" y="9501"/>
                </a:lnTo>
                <a:lnTo>
                  <a:pt x="5063" y="9685"/>
                </a:lnTo>
                <a:lnTo>
                  <a:pt x="5246" y="9831"/>
                </a:lnTo>
                <a:lnTo>
                  <a:pt x="5356" y="9868"/>
                </a:lnTo>
                <a:lnTo>
                  <a:pt x="5466" y="9905"/>
                </a:lnTo>
                <a:lnTo>
                  <a:pt x="5613" y="9905"/>
                </a:lnTo>
                <a:lnTo>
                  <a:pt x="5723" y="9868"/>
                </a:lnTo>
                <a:lnTo>
                  <a:pt x="5980" y="9758"/>
                </a:lnTo>
                <a:lnTo>
                  <a:pt x="6163" y="9648"/>
                </a:lnTo>
                <a:lnTo>
                  <a:pt x="6237" y="9538"/>
                </a:lnTo>
                <a:lnTo>
                  <a:pt x="6273" y="9501"/>
                </a:lnTo>
                <a:lnTo>
                  <a:pt x="6237" y="9428"/>
                </a:lnTo>
                <a:lnTo>
                  <a:pt x="5980" y="8731"/>
                </a:lnTo>
                <a:lnTo>
                  <a:pt x="6200" y="8731"/>
                </a:lnTo>
                <a:lnTo>
                  <a:pt x="6383" y="8658"/>
                </a:lnTo>
                <a:lnTo>
                  <a:pt x="6604" y="9244"/>
                </a:lnTo>
                <a:lnTo>
                  <a:pt x="6677" y="9318"/>
                </a:lnTo>
                <a:lnTo>
                  <a:pt x="6714" y="9354"/>
                </a:lnTo>
                <a:lnTo>
                  <a:pt x="6787" y="9354"/>
                </a:lnTo>
                <a:lnTo>
                  <a:pt x="7044" y="9318"/>
                </a:lnTo>
                <a:lnTo>
                  <a:pt x="7300" y="9208"/>
                </a:lnTo>
                <a:lnTo>
                  <a:pt x="7521" y="9061"/>
                </a:lnTo>
                <a:lnTo>
                  <a:pt x="7704" y="8878"/>
                </a:lnTo>
                <a:lnTo>
                  <a:pt x="7741" y="8841"/>
                </a:lnTo>
                <a:lnTo>
                  <a:pt x="7777" y="8768"/>
                </a:lnTo>
                <a:lnTo>
                  <a:pt x="7741" y="8658"/>
                </a:lnTo>
                <a:lnTo>
                  <a:pt x="7264" y="7887"/>
                </a:lnTo>
                <a:lnTo>
                  <a:pt x="7080" y="7520"/>
                </a:lnTo>
                <a:lnTo>
                  <a:pt x="6970" y="7337"/>
                </a:lnTo>
                <a:lnTo>
                  <a:pt x="6824" y="7227"/>
                </a:lnTo>
                <a:lnTo>
                  <a:pt x="6640" y="7154"/>
                </a:lnTo>
                <a:lnTo>
                  <a:pt x="6457" y="7190"/>
                </a:lnTo>
                <a:lnTo>
                  <a:pt x="6383" y="7227"/>
                </a:lnTo>
                <a:lnTo>
                  <a:pt x="6310" y="7264"/>
                </a:lnTo>
                <a:lnTo>
                  <a:pt x="6237" y="7337"/>
                </a:lnTo>
                <a:lnTo>
                  <a:pt x="6200" y="7410"/>
                </a:lnTo>
                <a:lnTo>
                  <a:pt x="6017" y="7447"/>
                </a:lnTo>
                <a:lnTo>
                  <a:pt x="5980" y="7484"/>
                </a:lnTo>
                <a:lnTo>
                  <a:pt x="5943" y="7520"/>
                </a:lnTo>
                <a:lnTo>
                  <a:pt x="5907" y="7594"/>
                </a:lnTo>
                <a:lnTo>
                  <a:pt x="5907" y="7667"/>
                </a:lnTo>
                <a:lnTo>
                  <a:pt x="6200" y="8291"/>
                </a:lnTo>
                <a:lnTo>
                  <a:pt x="6163" y="8364"/>
                </a:lnTo>
                <a:lnTo>
                  <a:pt x="6127" y="8401"/>
                </a:lnTo>
                <a:lnTo>
                  <a:pt x="6090" y="8401"/>
                </a:lnTo>
                <a:lnTo>
                  <a:pt x="6053" y="8437"/>
                </a:lnTo>
                <a:lnTo>
                  <a:pt x="5943" y="8474"/>
                </a:lnTo>
                <a:lnTo>
                  <a:pt x="5907" y="8511"/>
                </a:lnTo>
                <a:lnTo>
                  <a:pt x="5613" y="7814"/>
                </a:lnTo>
                <a:lnTo>
                  <a:pt x="5576" y="7777"/>
                </a:lnTo>
                <a:lnTo>
                  <a:pt x="5540" y="7704"/>
                </a:lnTo>
                <a:lnTo>
                  <a:pt x="5393" y="7704"/>
                </a:lnTo>
                <a:lnTo>
                  <a:pt x="5356" y="7667"/>
                </a:lnTo>
                <a:lnTo>
                  <a:pt x="5173" y="7667"/>
                </a:lnTo>
                <a:lnTo>
                  <a:pt x="4990" y="7704"/>
                </a:lnTo>
                <a:lnTo>
                  <a:pt x="4843" y="7814"/>
                </a:lnTo>
                <a:lnTo>
                  <a:pt x="4733" y="7961"/>
                </a:lnTo>
                <a:lnTo>
                  <a:pt x="4659" y="8144"/>
                </a:lnTo>
                <a:lnTo>
                  <a:pt x="4623" y="8327"/>
                </a:lnTo>
                <a:lnTo>
                  <a:pt x="4623" y="8511"/>
                </a:lnTo>
                <a:lnTo>
                  <a:pt x="4623" y="8694"/>
                </a:lnTo>
                <a:lnTo>
                  <a:pt x="3669" y="8951"/>
                </a:lnTo>
                <a:lnTo>
                  <a:pt x="3229" y="9134"/>
                </a:lnTo>
                <a:lnTo>
                  <a:pt x="2752" y="9318"/>
                </a:lnTo>
                <a:lnTo>
                  <a:pt x="2348" y="7997"/>
                </a:lnTo>
                <a:lnTo>
                  <a:pt x="1908" y="6677"/>
                </a:lnTo>
                <a:lnTo>
                  <a:pt x="1541" y="5356"/>
                </a:lnTo>
                <a:lnTo>
                  <a:pt x="1395" y="4696"/>
                </a:lnTo>
                <a:lnTo>
                  <a:pt x="1285" y="3999"/>
                </a:lnTo>
                <a:lnTo>
                  <a:pt x="1505" y="3962"/>
                </a:lnTo>
                <a:lnTo>
                  <a:pt x="1725" y="3926"/>
                </a:lnTo>
                <a:lnTo>
                  <a:pt x="2165" y="3816"/>
                </a:lnTo>
                <a:lnTo>
                  <a:pt x="3302" y="3485"/>
                </a:lnTo>
                <a:lnTo>
                  <a:pt x="5760" y="2825"/>
                </a:lnTo>
                <a:lnTo>
                  <a:pt x="6934" y="2495"/>
                </a:lnTo>
                <a:lnTo>
                  <a:pt x="8071" y="2092"/>
                </a:lnTo>
                <a:lnTo>
                  <a:pt x="9135" y="1725"/>
                </a:lnTo>
                <a:lnTo>
                  <a:pt x="9758" y="1505"/>
                </a:lnTo>
                <a:lnTo>
                  <a:pt x="9978" y="1395"/>
                </a:lnTo>
                <a:lnTo>
                  <a:pt x="10088" y="1358"/>
                </a:lnTo>
                <a:lnTo>
                  <a:pt x="10162" y="1321"/>
                </a:lnTo>
                <a:close/>
                <a:moveTo>
                  <a:pt x="12876" y="8988"/>
                </a:moveTo>
                <a:lnTo>
                  <a:pt x="13023" y="9575"/>
                </a:lnTo>
                <a:lnTo>
                  <a:pt x="13096" y="9905"/>
                </a:lnTo>
                <a:lnTo>
                  <a:pt x="13206" y="10198"/>
                </a:lnTo>
                <a:lnTo>
                  <a:pt x="12619" y="10271"/>
                </a:lnTo>
                <a:lnTo>
                  <a:pt x="12069" y="10418"/>
                </a:lnTo>
                <a:lnTo>
                  <a:pt x="11519" y="10565"/>
                </a:lnTo>
                <a:lnTo>
                  <a:pt x="10969" y="10748"/>
                </a:lnTo>
                <a:lnTo>
                  <a:pt x="9685" y="11225"/>
                </a:lnTo>
                <a:lnTo>
                  <a:pt x="8438" y="11702"/>
                </a:lnTo>
                <a:lnTo>
                  <a:pt x="5980" y="12619"/>
                </a:lnTo>
                <a:lnTo>
                  <a:pt x="4879" y="13023"/>
                </a:lnTo>
                <a:lnTo>
                  <a:pt x="4329" y="13243"/>
                </a:lnTo>
                <a:lnTo>
                  <a:pt x="3816" y="13499"/>
                </a:lnTo>
                <a:lnTo>
                  <a:pt x="3669" y="12692"/>
                </a:lnTo>
                <a:lnTo>
                  <a:pt x="3522" y="11885"/>
                </a:lnTo>
                <a:lnTo>
                  <a:pt x="3742" y="11885"/>
                </a:lnTo>
                <a:lnTo>
                  <a:pt x="3999" y="11812"/>
                </a:lnTo>
                <a:lnTo>
                  <a:pt x="5173" y="11482"/>
                </a:lnTo>
                <a:lnTo>
                  <a:pt x="7190" y="10932"/>
                </a:lnTo>
                <a:lnTo>
                  <a:pt x="7374" y="11335"/>
                </a:lnTo>
                <a:lnTo>
                  <a:pt x="7594" y="11702"/>
                </a:lnTo>
                <a:lnTo>
                  <a:pt x="7631" y="11775"/>
                </a:lnTo>
                <a:lnTo>
                  <a:pt x="7814" y="11775"/>
                </a:lnTo>
                <a:lnTo>
                  <a:pt x="7887" y="11702"/>
                </a:lnTo>
                <a:lnTo>
                  <a:pt x="7961" y="11629"/>
                </a:lnTo>
                <a:lnTo>
                  <a:pt x="8107" y="11592"/>
                </a:lnTo>
                <a:lnTo>
                  <a:pt x="8401" y="11519"/>
                </a:lnTo>
                <a:lnTo>
                  <a:pt x="8474" y="11445"/>
                </a:lnTo>
                <a:lnTo>
                  <a:pt x="8548" y="11372"/>
                </a:lnTo>
                <a:lnTo>
                  <a:pt x="8658" y="11189"/>
                </a:lnTo>
                <a:lnTo>
                  <a:pt x="8694" y="11005"/>
                </a:lnTo>
                <a:lnTo>
                  <a:pt x="8694" y="10785"/>
                </a:lnTo>
                <a:lnTo>
                  <a:pt x="8658" y="10602"/>
                </a:lnTo>
                <a:lnTo>
                  <a:pt x="8621" y="10418"/>
                </a:lnTo>
                <a:lnTo>
                  <a:pt x="8658" y="10492"/>
                </a:lnTo>
                <a:lnTo>
                  <a:pt x="8768" y="10528"/>
                </a:lnTo>
                <a:lnTo>
                  <a:pt x="9025" y="10492"/>
                </a:lnTo>
                <a:lnTo>
                  <a:pt x="9281" y="10418"/>
                </a:lnTo>
                <a:lnTo>
                  <a:pt x="9428" y="10638"/>
                </a:lnTo>
                <a:lnTo>
                  <a:pt x="9611" y="10822"/>
                </a:lnTo>
                <a:lnTo>
                  <a:pt x="9758" y="10895"/>
                </a:lnTo>
                <a:lnTo>
                  <a:pt x="9942" y="10932"/>
                </a:lnTo>
                <a:lnTo>
                  <a:pt x="10088" y="10932"/>
                </a:lnTo>
                <a:lnTo>
                  <a:pt x="10235" y="10858"/>
                </a:lnTo>
                <a:lnTo>
                  <a:pt x="10382" y="10785"/>
                </a:lnTo>
                <a:lnTo>
                  <a:pt x="10492" y="10638"/>
                </a:lnTo>
                <a:lnTo>
                  <a:pt x="10565" y="10492"/>
                </a:lnTo>
                <a:lnTo>
                  <a:pt x="10602" y="10345"/>
                </a:lnTo>
                <a:lnTo>
                  <a:pt x="10639" y="10161"/>
                </a:lnTo>
                <a:lnTo>
                  <a:pt x="10602" y="9978"/>
                </a:lnTo>
                <a:lnTo>
                  <a:pt x="10492" y="9648"/>
                </a:lnTo>
                <a:lnTo>
                  <a:pt x="10749" y="9648"/>
                </a:lnTo>
                <a:lnTo>
                  <a:pt x="11005" y="9611"/>
                </a:lnTo>
                <a:lnTo>
                  <a:pt x="11629" y="9428"/>
                </a:lnTo>
                <a:lnTo>
                  <a:pt x="12876" y="8988"/>
                </a:lnTo>
                <a:close/>
                <a:moveTo>
                  <a:pt x="13206" y="10675"/>
                </a:moveTo>
                <a:lnTo>
                  <a:pt x="13096" y="10712"/>
                </a:lnTo>
                <a:lnTo>
                  <a:pt x="11592" y="11262"/>
                </a:lnTo>
                <a:lnTo>
                  <a:pt x="8731" y="12362"/>
                </a:lnTo>
                <a:lnTo>
                  <a:pt x="7300" y="12876"/>
                </a:lnTo>
                <a:lnTo>
                  <a:pt x="6604" y="13133"/>
                </a:lnTo>
                <a:lnTo>
                  <a:pt x="5870" y="13316"/>
                </a:lnTo>
                <a:lnTo>
                  <a:pt x="4696" y="13573"/>
                </a:lnTo>
                <a:lnTo>
                  <a:pt x="5393" y="13279"/>
                </a:lnTo>
                <a:lnTo>
                  <a:pt x="6090" y="13023"/>
                </a:lnTo>
                <a:lnTo>
                  <a:pt x="8438" y="12179"/>
                </a:lnTo>
                <a:lnTo>
                  <a:pt x="9611" y="11702"/>
                </a:lnTo>
                <a:lnTo>
                  <a:pt x="10822" y="11299"/>
                </a:lnTo>
                <a:lnTo>
                  <a:pt x="11409" y="11078"/>
                </a:lnTo>
                <a:lnTo>
                  <a:pt x="11996" y="10895"/>
                </a:lnTo>
                <a:lnTo>
                  <a:pt x="12619" y="10748"/>
                </a:lnTo>
                <a:lnTo>
                  <a:pt x="13206" y="10675"/>
                </a:lnTo>
                <a:close/>
                <a:moveTo>
                  <a:pt x="10492" y="478"/>
                </a:moveTo>
                <a:lnTo>
                  <a:pt x="10712" y="1064"/>
                </a:lnTo>
                <a:lnTo>
                  <a:pt x="10969" y="1688"/>
                </a:lnTo>
                <a:lnTo>
                  <a:pt x="11482" y="2862"/>
                </a:lnTo>
                <a:lnTo>
                  <a:pt x="11996" y="4182"/>
                </a:lnTo>
                <a:lnTo>
                  <a:pt x="12473" y="5466"/>
                </a:lnTo>
                <a:lnTo>
                  <a:pt x="12876" y="6713"/>
                </a:lnTo>
                <a:lnTo>
                  <a:pt x="13280" y="7924"/>
                </a:lnTo>
                <a:lnTo>
                  <a:pt x="13683" y="9171"/>
                </a:lnTo>
                <a:lnTo>
                  <a:pt x="14013" y="10418"/>
                </a:lnTo>
                <a:lnTo>
                  <a:pt x="13793" y="10418"/>
                </a:lnTo>
                <a:lnTo>
                  <a:pt x="13573" y="10492"/>
                </a:lnTo>
                <a:lnTo>
                  <a:pt x="13573" y="10418"/>
                </a:lnTo>
                <a:lnTo>
                  <a:pt x="13573" y="10308"/>
                </a:lnTo>
                <a:lnTo>
                  <a:pt x="13646" y="10235"/>
                </a:lnTo>
                <a:lnTo>
                  <a:pt x="13646" y="10125"/>
                </a:lnTo>
                <a:lnTo>
                  <a:pt x="13610" y="9831"/>
                </a:lnTo>
                <a:lnTo>
                  <a:pt x="13610" y="9758"/>
                </a:lnTo>
                <a:lnTo>
                  <a:pt x="13610" y="9721"/>
                </a:lnTo>
                <a:lnTo>
                  <a:pt x="13426" y="9024"/>
                </a:lnTo>
                <a:lnTo>
                  <a:pt x="13096" y="7777"/>
                </a:lnTo>
                <a:lnTo>
                  <a:pt x="12693" y="6603"/>
                </a:lnTo>
                <a:lnTo>
                  <a:pt x="12289" y="5430"/>
                </a:lnTo>
                <a:lnTo>
                  <a:pt x="11849" y="4256"/>
                </a:lnTo>
                <a:lnTo>
                  <a:pt x="11372" y="3119"/>
                </a:lnTo>
                <a:lnTo>
                  <a:pt x="10859" y="1981"/>
                </a:lnTo>
                <a:lnTo>
                  <a:pt x="10675" y="1651"/>
                </a:lnTo>
                <a:lnTo>
                  <a:pt x="10492" y="1358"/>
                </a:lnTo>
                <a:lnTo>
                  <a:pt x="10602" y="1285"/>
                </a:lnTo>
                <a:lnTo>
                  <a:pt x="10639" y="1174"/>
                </a:lnTo>
                <a:lnTo>
                  <a:pt x="10602" y="1064"/>
                </a:lnTo>
                <a:lnTo>
                  <a:pt x="10565" y="991"/>
                </a:lnTo>
                <a:lnTo>
                  <a:pt x="10528" y="954"/>
                </a:lnTo>
                <a:lnTo>
                  <a:pt x="10455" y="918"/>
                </a:lnTo>
                <a:lnTo>
                  <a:pt x="10272" y="881"/>
                </a:lnTo>
                <a:lnTo>
                  <a:pt x="10088" y="918"/>
                </a:lnTo>
                <a:lnTo>
                  <a:pt x="9391" y="1138"/>
                </a:lnTo>
                <a:lnTo>
                  <a:pt x="8658" y="1431"/>
                </a:lnTo>
                <a:lnTo>
                  <a:pt x="7924" y="1688"/>
                </a:lnTo>
                <a:lnTo>
                  <a:pt x="7190" y="1945"/>
                </a:lnTo>
                <a:lnTo>
                  <a:pt x="5650" y="2422"/>
                </a:lnTo>
                <a:lnTo>
                  <a:pt x="4109" y="2862"/>
                </a:lnTo>
                <a:lnTo>
                  <a:pt x="2569" y="3265"/>
                </a:lnTo>
                <a:lnTo>
                  <a:pt x="1762" y="3485"/>
                </a:lnTo>
                <a:lnTo>
                  <a:pt x="1358" y="3632"/>
                </a:lnTo>
                <a:lnTo>
                  <a:pt x="1175" y="3706"/>
                </a:lnTo>
                <a:lnTo>
                  <a:pt x="1028" y="3816"/>
                </a:lnTo>
                <a:lnTo>
                  <a:pt x="991" y="3816"/>
                </a:lnTo>
                <a:lnTo>
                  <a:pt x="955" y="3889"/>
                </a:lnTo>
                <a:lnTo>
                  <a:pt x="918" y="3962"/>
                </a:lnTo>
                <a:lnTo>
                  <a:pt x="991" y="4586"/>
                </a:lnTo>
                <a:lnTo>
                  <a:pt x="1101" y="5209"/>
                </a:lnTo>
                <a:lnTo>
                  <a:pt x="1248" y="5796"/>
                </a:lnTo>
                <a:lnTo>
                  <a:pt x="1395" y="6420"/>
                </a:lnTo>
                <a:lnTo>
                  <a:pt x="1725" y="7594"/>
                </a:lnTo>
                <a:lnTo>
                  <a:pt x="2128" y="8768"/>
                </a:lnTo>
                <a:lnTo>
                  <a:pt x="2532" y="9978"/>
                </a:lnTo>
                <a:lnTo>
                  <a:pt x="2899" y="11152"/>
                </a:lnTo>
                <a:lnTo>
                  <a:pt x="3045" y="11739"/>
                </a:lnTo>
                <a:lnTo>
                  <a:pt x="3192" y="12362"/>
                </a:lnTo>
                <a:lnTo>
                  <a:pt x="3302" y="12949"/>
                </a:lnTo>
                <a:lnTo>
                  <a:pt x="3412" y="13573"/>
                </a:lnTo>
                <a:lnTo>
                  <a:pt x="3412" y="13683"/>
                </a:lnTo>
                <a:lnTo>
                  <a:pt x="3486" y="13720"/>
                </a:lnTo>
                <a:lnTo>
                  <a:pt x="3559" y="13756"/>
                </a:lnTo>
                <a:lnTo>
                  <a:pt x="3632" y="13793"/>
                </a:lnTo>
                <a:lnTo>
                  <a:pt x="3669" y="13830"/>
                </a:lnTo>
                <a:lnTo>
                  <a:pt x="3742" y="13830"/>
                </a:lnTo>
                <a:lnTo>
                  <a:pt x="4036" y="13756"/>
                </a:lnTo>
                <a:lnTo>
                  <a:pt x="3706" y="13903"/>
                </a:lnTo>
                <a:lnTo>
                  <a:pt x="3412" y="14086"/>
                </a:lnTo>
                <a:lnTo>
                  <a:pt x="2569" y="11115"/>
                </a:lnTo>
                <a:lnTo>
                  <a:pt x="2128" y="9611"/>
                </a:lnTo>
                <a:lnTo>
                  <a:pt x="1725" y="8144"/>
                </a:lnTo>
                <a:lnTo>
                  <a:pt x="955" y="5136"/>
                </a:lnTo>
                <a:lnTo>
                  <a:pt x="808" y="4439"/>
                </a:lnTo>
                <a:lnTo>
                  <a:pt x="661" y="3999"/>
                </a:lnTo>
                <a:lnTo>
                  <a:pt x="588" y="3779"/>
                </a:lnTo>
                <a:lnTo>
                  <a:pt x="478" y="3632"/>
                </a:lnTo>
                <a:lnTo>
                  <a:pt x="1065" y="3522"/>
                </a:lnTo>
                <a:lnTo>
                  <a:pt x="1652" y="3412"/>
                </a:lnTo>
                <a:lnTo>
                  <a:pt x="2825" y="3045"/>
                </a:lnTo>
                <a:lnTo>
                  <a:pt x="4183" y="2642"/>
                </a:lnTo>
                <a:lnTo>
                  <a:pt x="5503" y="2202"/>
                </a:lnTo>
                <a:lnTo>
                  <a:pt x="8034" y="1358"/>
                </a:lnTo>
                <a:lnTo>
                  <a:pt x="9281" y="918"/>
                </a:lnTo>
                <a:lnTo>
                  <a:pt x="9905" y="734"/>
                </a:lnTo>
                <a:lnTo>
                  <a:pt x="10198" y="624"/>
                </a:lnTo>
                <a:lnTo>
                  <a:pt x="10492" y="478"/>
                </a:lnTo>
                <a:close/>
                <a:moveTo>
                  <a:pt x="10455" y="1"/>
                </a:moveTo>
                <a:lnTo>
                  <a:pt x="10162" y="37"/>
                </a:lnTo>
                <a:lnTo>
                  <a:pt x="9832" y="147"/>
                </a:lnTo>
                <a:lnTo>
                  <a:pt x="9245" y="367"/>
                </a:lnTo>
                <a:lnTo>
                  <a:pt x="7997" y="808"/>
                </a:lnTo>
                <a:lnTo>
                  <a:pt x="5503" y="1651"/>
                </a:lnTo>
                <a:lnTo>
                  <a:pt x="2935" y="2495"/>
                </a:lnTo>
                <a:lnTo>
                  <a:pt x="1615" y="2899"/>
                </a:lnTo>
                <a:lnTo>
                  <a:pt x="918" y="3082"/>
                </a:lnTo>
                <a:lnTo>
                  <a:pt x="258" y="3339"/>
                </a:lnTo>
                <a:lnTo>
                  <a:pt x="184" y="3412"/>
                </a:lnTo>
                <a:lnTo>
                  <a:pt x="148" y="3522"/>
                </a:lnTo>
                <a:lnTo>
                  <a:pt x="38" y="3559"/>
                </a:lnTo>
                <a:lnTo>
                  <a:pt x="1" y="3595"/>
                </a:lnTo>
                <a:lnTo>
                  <a:pt x="1" y="3632"/>
                </a:lnTo>
                <a:lnTo>
                  <a:pt x="38" y="3779"/>
                </a:lnTo>
                <a:lnTo>
                  <a:pt x="111" y="3926"/>
                </a:lnTo>
                <a:lnTo>
                  <a:pt x="184" y="4036"/>
                </a:lnTo>
                <a:lnTo>
                  <a:pt x="221" y="4146"/>
                </a:lnTo>
                <a:lnTo>
                  <a:pt x="294" y="4366"/>
                </a:lnTo>
                <a:lnTo>
                  <a:pt x="588" y="5796"/>
                </a:lnTo>
                <a:lnTo>
                  <a:pt x="955" y="7227"/>
                </a:lnTo>
                <a:lnTo>
                  <a:pt x="1285" y="8658"/>
                </a:lnTo>
                <a:lnTo>
                  <a:pt x="2055" y="11482"/>
                </a:lnTo>
                <a:lnTo>
                  <a:pt x="2459" y="12876"/>
                </a:lnTo>
                <a:lnTo>
                  <a:pt x="2899" y="14233"/>
                </a:lnTo>
                <a:lnTo>
                  <a:pt x="2935" y="14380"/>
                </a:lnTo>
                <a:lnTo>
                  <a:pt x="3045" y="14416"/>
                </a:lnTo>
                <a:lnTo>
                  <a:pt x="3155" y="14453"/>
                </a:lnTo>
                <a:lnTo>
                  <a:pt x="3302" y="14416"/>
                </a:lnTo>
                <a:lnTo>
                  <a:pt x="3596" y="14343"/>
                </a:lnTo>
                <a:lnTo>
                  <a:pt x="3889" y="14270"/>
                </a:lnTo>
                <a:lnTo>
                  <a:pt x="4513" y="14086"/>
                </a:lnTo>
                <a:lnTo>
                  <a:pt x="5980" y="13793"/>
                </a:lnTo>
                <a:lnTo>
                  <a:pt x="6714" y="13610"/>
                </a:lnTo>
                <a:lnTo>
                  <a:pt x="7447" y="13353"/>
                </a:lnTo>
                <a:lnTo>
                  <a:pt x="8878" y="12839"/>
                </a:lnTo>
                <a:lnTo>
                  <a:pt x="11739" y="11775"/>
                </a:lnTo>
                <a:lnTo>
                  <a:pt x="13133" y="11225"/>
                </a:lnTo>
                <a:lnTo>
                  <a:pt x="13646" y="11078"/>
                </a:lnTo>
                <a:lnTo>
                  <a:pt x="13903" y="10968"/>
                </a:lnTo>
                <a:lnTo>
                  <a:pt x="14160" y="10822"/>
                </a:lnTo>
                <a:lnTo>
                  <a:pt x="14197" y="10932"/>
                </a:lnTo>
                <a:lnTo>
                  <a:pt x="14270" y="10968"/>
                </a:lnTo>
                <a:lnTo>
                  <a:pt x="14380" y="11005"/>
                </a:lnTo>
                <a:lnTo>
                  <a:pt x="14490" y="11005"/>
                </a:lnTo>
                <a:lnTo>
                  <a:pt x="14563" y="10932"/>
                </a:lnTo>
                <a:lnTo>
                  <a:pt x="14637" y="10895"/>
                </a:lnTo>
                <a:lnTo>
                  <a:pt x="14674" y="10785"/>
                </a:lnTo>
                <a:lnTo>
                  <a:pt x="14637" y="10675"/>
                </a:lnTo>
                <a:lnTo>
                  <a:pt x="14270" y="9318"/>
                </a:lnTo>
                <a:lnTo>
                  <a:pt x="13867" y="7997"/>
                </a:lnTo>
                <a:lnTo>
                  <a:pt x="13426" y="6640"/>
                </a:lnTo>
                <a:lnTo>
                  <a:pt x="12949" y="5356"/>
                </a:lnTo>
                <a:lnTo>
                  <a:pt x="12473" y="4036"/>
                </a:lnTo>
                <a:lnTo>
                  <a:pt x="11922" y="2752"/>
                </a:lnTo>
                <a:lnTo>
                  <a:pt x="11409" y="1468"/>
                </a:lnTo>
                <a:lnTo>
                  <a:pt x="11115" y="881"/>
                </a:lnTo>
                <a:lnTo>
                  <a:pt x="10785" y="257"/>
                </a:lnTo>
                <a:lnTo>
                  <a:pt x="10749" y="221"/>
                </a:lnTo>
                <a:lnTo>
                  <a:pt x="10675" y="184"/>
                </a:lnTo>
                <a:lnTo>
                  <a:pt x="10639" y="111"/>
                </a:lnTo>
                <a:lnTo>
                  <a:pt x="10602" y="74"/>
                </a:lnTo>
                <a:lnTo>
                  <a:pt x="10528" y="37"/>
                </a:lnTo>
                <a:lnTo>
                  <a:pt x="10455" y="1"/>
                </a:lnTo>
                <a:close/>
              </a:path>
            </a:pathLst>
          </a:custGeom>
          <a:solidFill>
            <a:srgbClr val="3C78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4" name="Google Shape;214;p3"/>
          <p:cNvSpPr/>
          <p:nvPr/>
        </p:nvSpPr>
        <p:spPr>
          <a:xfrm>
            <a:off x="11772537" y="6111825"/>
            <a:ext cx="521651" cy="385727"/>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5" name="Google Shape;215;p3"/>
          <p:cNvSpPr/>
          <p:nvPr/>
        </p:nvSpPr>
        <p:spPr>
          <a:xfrm>
            <a:off x="5985573" y="5608925"/>
            <a:ext cx="240044" cy="498052"/>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6" name="Google Shape;216;p3"/>
          <p:cNvSpPr/>
          <p:nvPr/>
        </p:nvSpPr>
        <p:spPr>
          <a:xfrm rot="1920548">
            <a:off x="9648968" y="6210900"/>
            <a:ext cx="668696" cy="567409"/>
          </a:xfrm>
          <a:custGeom>
            <a:avLst/>
            <a:gdLst/>
            <a:ahLst/>
            <a:cxnLst/>
            <a:rect l="l" t="t" r="r" b="b"/>
            <a:pathLst>
              <a:path w="17681" h="15004" extrusionOk="0">
                <a:moveTo>
                  <a:pt x="6823" y="1981"/>
                </a:moveTo>
                <a:lnTo>
                  <a:pt x="6676" y="2018"/>
                </a:lnTo>
                <a:lnTo>
                  <a:pt x="6566" y="2055"/>
                </a:lnTo>
                <a:lnTo>
                  <a:pt x="6493" y="2201"/>
                </a:lnTo>
                <a:lnTo>
                  <a:pt x="6420" y="2385"/>
                </a:lnTo>
                <a:lnTo>
                  <a:pt x="6383" y="2531"/>
                </a:lnTo>
                <a:lnTo>
                  <a:pt x="6383" y="2641"/>
                </a:lnTo>
                <a:lnTo>
                  <a:pt x="6420" y="2752"/>
                </a:lnTo>
                <a:lnTo>
                  <a:pt x="6493" y="2825"/>
                </a:lnTo>
                <a:lnTo>
                  <a:pt x="6566" y="2862"/>
                </a:lnTo>
                <a:lnTo>
                  <a:pt x="6713" y="2862"/>
                </a:lnTo>
                <a:lnTo>
                  <a:pt x="6860" y="2825"/>
                </a:lnTo>
                <a:lnTo>
                  <a:pt x="6933" y="2752"/>
                </a:lnTo>
                <a:lnTo>
                  <a:pt x="7006" y="2641"/>
                </a:lnTo>
                <a:lnTo>
                  <a:pt x="7080" y="2531"/>
                </a:lnTo>
                <a:lnTo>
                  <a:pt x="7080" y="2421"/>
                </a:lnTo>
                <a:lnTo>
                  <a:pt x="7080" y="2275"/>
                </a:lnTo>
                <a:lnTo>
                  <a:pt x="7006" y="2165"/>
                </a:lnTo>
                <a:lnTo>
                  <a:pt x="6933" y="2055"/>
                </a:lnTo>
                <a:lnTo>
                  <a:pt x="6823" y="1981"/>
                </a:lnTo>
                <a:close/>
                <a:moveTo>
                  <a:pt x="5282" y="2641"/>
                </a:moveTo>
                <a:lnTo>
                  <a:pt x="5209" y="2678"/>
                </a:lnTo>
                <a:lnTo>
                  <a:pt x="5136" y="2715"/>
                </a:lnTo>
                <a:lnTo>
                  <a:pt x="5062" y="2788"/>
                </a:lnTo>
                <a:lnTo>
                  <a:pt x="5062" y="2898"/>
                </a:lnTo>
                <a:lnTo>
                  <a:pt x="5062" y="2935"/>
                </a:lnTo>
                <a:lnTo>
                  <a:pt x="4989" y="2972"/>
                </a:lnTo>
                <a:lnTo>
                  <a:pt x="4952" y="3045"/>
                </a:lnTo>
                <a:lnTo>
                  <a:pt x="4952" y="3118"/>
                </a:lnTo>
                <a:lnTo>
                  <a:pt x="4952" y="3228"/>
                </a:lnTo>
                <a:lnTo>
                  <a:pt x="5026" y="3338"/>
                </a:lnTo>
                <a:lnTo>
                  <a:pt x="5099" y="3412"/>
                </a:lnTo>
                <a:lnTo>
                  <a:pt x="5319" y="3412"/>
                </a:lnTo>
                <a:lnTo>
                  <a:pt x="5429" y="3338"/>
                </a:lnTo>
                <a:lnTo>
                  <a:pt x="5502" y="3265"/>
                </a:lnTo>
                <a:lnTo>
                  <a:pt x="5576" y="3155"/>
                </a:lnTo>
                <a:lnTo>
                  <a:pt x="5613" y="3008"/>
                </a:lnTo>
                <a:lnTo>
                  <a:pt x="5576" y="2862"/>
                </a:lnTo>
                <a:lnTo>
                  <a:pt x="5502" y="2752"/>
                </a:lnTo>
                <a:lnTo>
                  <a:pt x="5392" y="2678"/>
                </a:lnTo>
                <a:lnTo>
                  <a:pt x="5282" y="2641"/>
                </a:lnTo>
                <a:close/>
                <a:moveTo>
                  <a:pt x="6786" y="3559"/>
                </a:moveTo>
                <a:lnTo>
                  <a:pt x="6640" y="3595"/>
                </a:lnTo>
                <a:lnTo>
                  <a:pt x="6493" y="3705"/>
                </a:lnTo>
                <a:lnTo>
                  <a:pt x="6383" y="3815"/>
                </a:lnTo>
                <a:lnTo>
                  <a:pt x="6309" y="3962"/>
                </a:lnTo>
                <a:lnTo>
                  <a:pt x="6273" y="4109"/>
                </a:lnTo>
                <a:lnTo>
                  <a:pt x="6273" y="4255"/>
                </a:lnTo>
                <a:lnTo>
                  <a:pt x="6273" y="4366"/>
                </a:lnTo>
                <a:lnTo>
                  <a:pt x="6383" y="4439"/>
                </a:lnTo>
                <a:lnTo>
                  <a:pt x="6493" y="4476"/>
                </a:lnTo>
                <a:lnTo>
                  <a:pt x="6603" y="4439"/>
                </a:lnTo>
                <a:lnTo>
                  <a:pt x="6750" y="4329"/>
                </a:lnTo>
                <a:lnTo>
                  <a:pt x="6860" y="4329"/>
                </a:lnTo>
                <a:lnTo>
                  <a:pt x="6970" y="4292"/>
                </a:lnTo>
                <a:lnTo>
                  <a:pt x="7080" y="4182"/>
                </a:lnTo>
                <a:lnTo>
                  <a:pt x="7153" y="4035"/>
                </a:lnTo>
                <a:lnTo>
                  <a:pt x="7153" y="3852"/>
                </a:lnTo>
                <a:lnTo>
                  <a:pt x="7080" y="3705"/>
                </a:lnTo>
                <a:lnTo>
                  <a:pt x="7043" y="3632"/>
                </a:lnTo>
                <a:lnTo>
                  <a:pt x="6970" y="3595"/>
                </a:lnTo>
                <a:lnTo>
                  <a:pt x="6786" y="3559"/>
                </a:lnTo>
                <a:close/>
                <a:moveTo>
                  <a:pt x="4806" y="5979"/>
                </a:moveTo>
                <a:lnTo>
                  <a:pt x="4622" y="6090"/>
                </a:lnTo>
                <a:lnTo>
                  <a:pt x="4439" y="6200"/>
                </a:lnTo>
                <a:lnTo>
                  <a:pt x="4402" y="6236"/>
                </a:lnTo>
                <a:lnTo>
                  <a:pt x="4329" y="6310"/>
                </a:lnTo>
                <a:lnTo>
                  <a:pt x="4255" y="6383"/>
                </a:lnTo>
                <a:lnTo>
                  <a:pt x="4219" y="6493"/>
                </a:lnTo>
                <a:lnTo>
                  <a:pt x="4219" y="6566"/>
                </a:lnTo>
                <a:lnTo>
                  <a:pt x="4255" y="6713"/>
                </a:lnTo>
                <a:lnTo>
                  <a:pt x="4329" y="6860"/>
                </a:lnTo>
                <a:lnTo>
                  <a:pt x="4365" y="6897"/>
                </a:lnTo>
                <a:lnTo>
                  <a:pt x="4475" y="6970"/>
                </a:lnTo>
                <a:lnTo>
                  <a:pt x="4585" y="7007"/>
                </a:lnTo>
                <a:lnTo>
                  <a:pt x="4696" y="7043"/>
                </a:lnTo>
                <a:lnTo>
                  <a:pt x="4842" y="7007"/>
                </a:lnTo>
                <a:lnTo>
                  <a:pt x="4952" y="6970"/>
                </a:lnTo>
                <a:lnTo>
                  <a:pt x="5026" y="6897"/>
                </a:lnTo>
                <a:lnTo>
                  <a:pt x="5209" y="6750"/>
                </a:lnTo>
                <a:lnTo>
                  <a:pt x="5282" y="6640"/>
                </a:lnTo>
                <a:lnTo>
                  <a:pt x="5319" y="6493"/>
                </a:lnTo>
                <a:lnTo>
                  <a:pt x="5356" y="6346"/>
                </a:lnTo>
                <a:lnTo>
                  <a:pt x="5356" y="6236"/>
                </a:lnTo>
                <a:lnTo>
                  <a:pt x="5282" y="6126"/>
                </a:lnTo>
                <a:lnTo>
                  <a:pt x="5209" y="6053"/>
                </a:lnTo>
                <a:lnTo>
                  <a:pt x="5136" y="5979"/>
                </a:lnTo>
                <a:close/>
                <a:moveTo>
                  <a:pt x="4219" y="4916"/>
                </a:moveTo>
                <a:lnTo>
                  <a:pt x="4219" y="5062"/>
                </a:lnTo>
                <a:lnTo>
                  <a:pt x="4255" y="5136"/>
                </a:lnTo>
                <a:lnTo>
                  <a:pt x="4292" y="5173"/>
                </a:lnTo>
                <a:lnTo>
                  <a:pt x="4439" y="5209"/>
                </a:lnTo>
                <a:lnTo>
                  <a:pt x="4549" y="5173"/>
                </a:lnTo>
                <a:lnTo>
                  <a:pt x="4585" y="5136"/>
                </a:lnTo>
                <a:lnTo>
                  <a:pt x="4622" y="5062"/>
                </a:lnTo>
                <a:lnTo>
                  <a:pt x="4659" y="5026"/>
                </a:lnTo>
                <a:lnTo>
                  <a:pt x="4989" y="5136"/>
                </a:lnTo>
                <a:lnTo>
                  <a:pt x="5319" y="5209"/>
                </a:lnTo>
                <a:lnTo>
                  <a:pt x="5392" y="5319"/>
                </a:lnTo>
                <a:lnTo>
                  <a:pt x="5466" y="5429"/>
                </a:lnTo>
                <a:lnTo>
                  <a:pt x="5686" y="5613"/>
                </a:lnTo>
                <a:lnTo>
                  <a:pt x="5869" y="5833"/>
                </a:lnTo>
                <a:lnTo>
                  <a:pt x="5979" y="6053"/>
                </a:lnTo>
                <a:lnTo>
                  <a:pt x="6016" y="6273"/>
                </a:lnTo>
                <a:lnTo>
                  <a:pt x="5979" y="6530"/>
                </a:lnTo>
                <a:lnTo>
                  <a:pt x="5943" y="6676"/>
                </a:lnTo>
                <a:lnTo>
                  <a:pt x="5869" y="6823"/>
                </a:lnTo>
                <a:lnTo>
                  <a:pt x="5686" y="7080"/>
                </a:lnTo>
                <a:lnTo>
                  <a:pt x="5466" y="7227"/>
                </a:lnTo>
                <a:lnTo>
                  <a:pt x="5209" y="7373"/>
                </a:lnTo>
                <a:lnTo>
                  <a:pt x="4916" y="7447"/>
                </a:lnTo>
                <a:lnTo>
                  <a:pt x="4622" y="7483"/>
                </a:lnTo>
                <a:lnTo>
                  <a:pt x="4329" y="7520"/>
                </a:lnTo>
                <a:lnTo>
                  <a:pt x="4035" y="7483"/>
                </a:lnTo>
                <a:lnTo>
                  <a:pt x="3778" y="7447"/>
                </a:lnTo>
                <a:lnTo>
                  <a:pt x="3485" y="7337"/>
                </a:lnTo>
                <a:lnTo>
                  <a:pt x="3338" y="7227"/>
                </a:lnTo>
                <a:lnTo>
                  <a:pt x="3228" y="7080"/>
                </a:lnTo>
                <a:lnTo>
                  <a:pt x="3155" y="6897"/>
                </a:lnTo>
                <a:lnTo>
                  <a:pt x="3118" y="6713"/>
                </a:lnTo>
                <a:lnTo>
                  <a:pt x="3082" y="6383"/>
                </a:lnTo>
                <a:lnTo>
                  <a:pt x="3155" y="6090"/>
                </a:lnTo>
                <a:lnTo>
                  <a:pt x="3228" y="5796"/>
                </a:lnTo>
                <a:lnTo>
                  <a:pt x="3375" y="5539"/>
                </a:lnTo>
                <a:lnTo>
                  <a:pt x="3558" y="5319"/>
                </a:lnTo>
                <a:lnTo>
                  <a:pt x="3742" y="5173"/>
                </a:lnTo>
                <a:lnTo>
                  <a:pt x="3962" y="5026"/>
                </a:lnTo>
                <a:lnTo>
                  <a:pt x="4219" y="4916"/>
                </a:lnTo>
                <a:close/>
                <a:moveTo>
                  <a:pt x="11628" y="7190"/>
                </a:moveTo>
                <a:lnTo>
                  <a:pt x="11958" y="7263"/>
                </a:lnTo>
                <a:lnTo>
                  <a:pt x="12252" y="7263"/>
                </a:lnTo>
                <a:lnTo>
                  <a:pt x="12362" y="7227"/>
                </a:lnTo>
                <a:lnTo>
                  <a:pt x="12435" y="7447"/>
                </a:lnTo>
                <a:lnTo>
                  <a:pt x="12509" y="7704"/>
                </a:lnTo>
                <a:lnTo>
                  <a:pt x="12509" y="7814"/>
                </a:lnTo>
                <a:lnTo>
                  <a:pt x="12472" y="7814"/>
                </a:lnTo>
                <a:lnTo>
                  <a:pt x="12399" y="7850"/>
                </a:lnTo>
                <a:lnTo>
                  <a:pt x="12399" y="7887"/>
                </a:lnTo>
                <a:lnTo>
                  <a:pt x="12252" y="7814"/>
                </a:lnTo>
                <a:lnTo>
                  <a:pt x="11738" y="7557"/>
                </a:lnTo>
                <a:lnTo>
                  <a:pt x="11702" y="7483"/>
                </a:lnTo>
                <a:lnTo>
                  <a:pt x="11628" y="7373"/>
                </a:lnTo>
                <a:lnTo>
                  <a:pt x="11628" y="7190"/>
                </a:lnTo>
                <a:close/>
                <a:moveTo>
                  <a:pt x="4329" y="4402"/>
                </a:moveTo>
                <a:lnTo>
                  <a:pt x="4255" y="4476"/>
                </a:lnTo>
                <a:lnTo>
                  <a:pt x="4035" y="4512"/>
                </a:lnTo>
                <a:lnTo>
                  <a:pt x="3815" y="4622"/>
                </a:lnTo>
                <a:lnTo>
                  <a:pt x="3632" y="4732"/>
                </a:lnTo>
                <a:lnTo>
                  <a:pt x="3448" y="4842"/>
                </a:lnTo>
                <a:lnTo>
                  <a:pt x="3265" y="4989"/>
                </a:lnTo>
                <a:lnTo>
                  <a:pt x="3082" y="5173"/>
                </a:lnTo>
                <a:lnTo>
                  <a:pt x="2971" y="5356"/>
                </a:lnTo>
                <a:lnTo>
                  <a:pt x="2825" y="5576"/>
                </a:lnTo>
                <a:lnTo>
                  <a:pt x="2715" y="5906"/>
                </a:lnTo>
                <a:lnTo>
                  <a:pt x="2641" y="6236"/>
                </a:lnTo>
                <a:lnTo>
                  <a:pt x="2641" y="6603"/>
                </a:lnTo>
                <a:lnTo>
                  <a:pt x="2678" y="6933"/>
                </a:lnTo>
                <a:lnTo>
                  <a:pt x="2825" y="7263"/>
                </a:lnTo>
                <a:lnTo>
                  <a:pt x="3008" y="7520"/>
                </a:lnTo>
                <a:lnTo>
                  <a:pt x="3118" y="7667"/>
                </a:lnTo>
                <a:lnTo>
                  <a:pt x="3265" y="7740"/>
                </a:lnTo>
                <a:lnTo>
                  <a:pt x="3412" y="7850"/>
                </a:lnTo>
                <a:lnTo>
                  <a:pt x="3595" y="7887"/>
                </a:lnTo>
                <a:lnTo>
                  <a:pt x="3962" y="7997"/>
                </a:lnTo>
                <a:lnTo>
                  <a:pt x="4292" y="8034"/>
                </a:lnTo>
                <a:lnTo>
                  <a:pt x="4659" y="7997"/>
                </a:lnTo>
                <a:lnTo>
                  <a:pt x="5026" y="7960"/>
                </a:lnTo>
                <a:lnTo>
                  <a:pt x="5356" y="7850"/>
                </a:lnTo>
                <a:lnTo>
                  <a:pt x="5686" y="7704"/>
                </a:lnTo>
                <a:lnTo>
                  <a:pt x="5979" y="7483"/>
                </a:lnTo>
                <a:lnTo>
                  <a:pt x="6236" y="7227"/>
                </a:lnTo>
                <a:lnTo>
                  <a:pt x="6383" y="6933"/>
                </a:lnTo>
                <a:lnTo>
                  <a:pt x="6456" y="6640"/>
                </a:lnTo>
                <a:lnTo>
                  <a:pt x="6530" y="6346"/>
                </a:lnTo>
                <a:lnTo>
                  <a:pt x="6493" y="6016"/>
                </a:lnTo>
                <a:lnTo>
                  <a:pt x="6420" y="5759"/>
                </a:lnTo>
                <a:lnTo>
                  <a:pt x="6273" y="5503"/>
                </a:lnTo>
                <a:lnTo>
                  <a:pt x="6163" y="5393"/>
                </a:lnTo>
                <a:lnTo>
                  <a:pt x="5979" y="5246"/>
                </a:lnTo>
                <a:lnTo>
                  <a:pt x="5833" y="5099"/>
                </a:lnTo>
                <a:lnTo>
                  <a:pt x="5796" y="5026"/>
                </a:lnTo>
                <a:lnTo>
                  <a:pt x="5796" y="4952"/>
                </a:lnTo>
                <a:lnTo>
                  <a:pt x="5759" y="4879"/>
                </a:lnTo>
                <a:lnTo>
                  <a:pt x="5723" y="4806"/>
                </a:lnTo>
                <a:lnTo>
                  <a:pt x="5649" y="4732"/>
                </a:lnTo>
                <a:lnTo>
                  <a:pt x="5539" y="4696"/>
                </a:lnTo>
                <a:lnTo>
                  <a:pt x="5209" y="4659"/>
                </a:lnTo>
                <a:lnTo>
                  <a:pt x="5136" y="4586"/>
                </a:lnTo>
                <a:lnTo>
                  <a:pt x="5136" y="4512"/>
                </a:lnTo>
                <a:lnTo>
                  <a:pt x="5062" y="4439"/>
                </a:lnTo>
                <a:lnTo>
                  <a:pt x="4585" y="4439"/>
                </a:lnTo>
                <a:lnTo>
                  <a:pt x="4475" y="4402"/>
                </a:lnTo>
                <a:close/>
                <a:moveTo>
                  <a:pt x="1761" y="7447"/>
                </a:moveTo>
                <a:lnTo>
                  <a:pt x="1908" y="7483"/>
                </a:lnTo>
                <a:lnTo>
                  <a:pt x="2054" y="7520"/>
                </a:lnTo>
                <a:lnTo>
                  <a:pt x="2164" y="7630"/>
                </a:lnTo>
                <a:lnTo>
                  <a:pt x="2275" y="7740"/>
                </a:lnTo>
                <a:lnTo>
                  <a:pt x="2348" y="7887"/>
                </a:lnTo>
                <a:lnTo>
                  <a:pt x="2348" y="8070"/>
                </a:lnTo>
                <a:lnTo>
                  <a:pt x="2348" y="8107"/>
                </a:lnTo>
                <a:lnTo>
                  <a:pt x="2311" y="8144"/>
                </a:lnTo>
                <a:lnTo>
                  <a:pt x="2238" y="8144"/>
                </a:lnTo>
                <a:lnTo>
                  <a:pt x="2128" y="8070"/>
                </a:lnTo>
                <a:lnTo>
                  <a:pt x="2018" y="7960"/>
                </a:lnTo>
                <a:lnTo>
                  <a:pt x="1908" y="7814"/>
                </a:lnTo>
                <a:lnTo>
                  <a:pt x="1724" y="7520"/>
                </a:lnTo>
                <a:lnTo>
                  <a:pt x="1651" y="7447"/>
                </a:lnTo>
                <a:close/>
                <a:moveTo>
                  <a:pt x="14233" y="7630"/>
                </a:moveTo>
                <a:lnTo>
                  <a:pt x="14159" y="7667"/>
                </a:lnTo>
                <a:lnTo>
                  <a:pt x="14123" y="7740"/>
                </a:lnTo>
                <a:lnTo>
                  <a:pt x="14013" y="7960"/>
                </a:lnTo>
                <a:lnTo>
                  <a:pt x="14013" y="8070"/>
                </a:lnTo>
                <a:lnTo>
                  <a:pt x="14049" y="8180"/>
                </a:lnTo>
                <a:lnTo>
                  <a:pt x="14086" y="8254"/>
                </a:lnTo>
                <a:lnTo>
                  <a:pt x="14159" y="8290"/>
                </a:lnTo>
                <a:lnTo>
                  <a:pt x="14306" y="8290"/>
                </a:lnTo>
                <a:lnTo>
                  <a:pt x="14416" y="8254"/>
                </a:lnTo>
                <a:lnTo>
                  <a:pt x="14453" y="8180"/>
                </a:lnTo>
                <a:lnTo>
                  <a:pt x="14490" y="8107"/>
                </a:lnTo>
                <a:lnTo>
                  <a:pt x="14490" y="7997"/>
                </a:lnTo>
                <a:lnTo>
                  <a:pt x="14490" y="7924"/>
                </a:lnTo>
                <a:lnTo>
                  <a:pt x="14490" y="7777"/>
                </a:lnTo>
                <a:lnTo>
                  <a:pt x="14453" y="7704"/>
                </a:lnTo>
                <a:lnTo>
                  <a:pt x="14416" y="7667"/>
                </a:lnTo>
                <a:lnTo>
                  <a:pt x="14306" y="7630"/>
                </a:lnTo>
                <a:close/>
                <a:moveTo>
                  <a:pt x="7410" y="6236"/>
                </a:moveTo>
                <a:lnTo>
                  <a:pt x="7300" y="6310"/>
                </a:lnTo>
                <a:lnTo>
                  <a:pt x="7227" y="6346"/>
                </a:lnTo>
                <a:lnTo>
                  <a:pt x="7190" y="6420"/>
                </a:lnTo>
                <a:lnTo>
                  <a:pt x="7153" y="6566"/>
                </a:lnTo>
                <a:lnTo>
                  <a:pt x="7153" y="6750"/>
                </a:lnTo>
                <a:lnTo>
                  <a:pt x="7190" y="6933"/>
                </a:lnTo>
                <a:lnTo>
                  <a:pt x="7227" y="7007"/>
                </a:lnTo>
                <a:lnTo>
                  <a:pt x="7300" y="7080"/>
                </a:lnTo>
                <a:lnTo>
                  <a:pt x="7667" y="7153"/>
                </a:lnTo>
                <a:lnTo>
                  <a:pt x="7410" y="7373"/>
                </a:lnTo>
                <a:lnTo>
                  <a:pt x="7263" y="7520"/>
                </a:lnTo>
                <a:lnTo>
                  <a:pt x="7190" y="7593"/>
                </a:lnTo>
                <a:lnTo>
                  <a:pt x="7153" y="7704"/>
                </a:lnTo>
                <a:lnTo>
                  <a:pt x="7153" y="7887"/>
                </a:lnTo>
                <a:lnTo>
                  <a:pt x="7227" y="8070"/>
                </a:lnTo>
                <a:lnTo>
                  <a:pt x="7337" y="8180"/>
                </a:lnTo>
                <a:lnTo>
                  <a:pt x="7483" y="8290"/>
                </a:lnTo>
                <a:lnTo>
                  <a:pt x="7520" y="8400"/>
                </a:lnTo>
                <a:lnTo>
                  <a:pt x="7557" y="8474"/>
                </a:lnTo>
                <a:lnTo>
                  <a:pt x="7593" y="8511"/>
                </a:lnTo>
                <a:lnTo>
                  <a:pt x="7740" y="8511"/>
                </a:lnTo>
                <a:lnTo>
                  <a:pt x="7813" y="8437"/>
                </a:lnTo>
                <a:lnTo>
                  <a:pt x="7850" y="8364"/>
                </a:lnTo>
                <a:lnTo>
                  <a:pt x="7923" y="8217"/>
                </a:lnTo>
                <a:lnTo>
                  <a:pt x="7923" y="8144"/>
                </a:lnTo>
                <a:lnTo>
                  <a:pt x="7887" y="8070"/>
                </a:lnTo>
                <a:lnTo>
                  <a:pt x="7850" y="7997"/>
                </a:lnTo>
                <a:lnTo>
                  <a:pt x="7777" y="7960"/>
                </a:lnTo>
                <a:lnTo>
                  <a:pt x="7667" y="7924"/>
                </a:lnTo>
                <a:lnTo>
                  <a:pt x="7630" y="7887"/>
                </a:lnTo>
                <a:lnTo>
                  <a:pt x="7630" y="7814"/>
                </a:lnTo>
                <a:lnTo>
                  <a:pt x="7630" y="7777"/>
                </a:lnTo>
                <a:lnTo>
                  <a:pt x="7703" y="7667"/>
                </a:lnTo>
                <a:lnTo>
                  <a:pt x="7850" y="7593"/>
                </a:lnTo>
                <a:lnTo>
                  <a:pt x="7997" y="7410"/>
                </a:lnTo>
                <a:lnTo>
                  <a:pt x="8107" y="7190"/>
                </a:lnTo>
                <a:lnTo>
                  <a:pt x="8107" y="7080"/>
                </a:lnTo>
                <a:lnTo>
                  <a:pt x="8070" y="6970"/>
                </a:lnTo>
                <a:lnTo>
                  <a:pt x="8034" y="6897"/>
                </a:lnTo>
                <a:lnTo>
                  <a:pt x="7960" y="6823"/>
                </a:lnTo>
                <a:lnTo>
                  <a:pt x="7740" y="6750"/>
                </a:lnTo>
                <a:lnTo>
                  <a:pt x="7520" y="6713"/>
                </a:lnTo>
                <a:lnTo>
                  <a:pt x="7557" y="6566"/>
                </a:lnTo>
                <a:lnTo>
                  <a:pt x="7593" y="6493"/>
                </a:lnTo>
                <a:lnTo>
                  <a:pt x="7667" y="6456"/>
                </a:lnTo>
                <a:lnTo>
                  <a:pt x="7703" y="6383"/>
                </a:lnTo>
                <a:lnTo>
                  <a:pt x="7667" y="6310"/>
                </a:lnTo>
                <a:lnTo>
                  <a:pt x="7593" y="6236"/>
                </a:lnTo>
                <a:close/>
                <a:moveTo>
                  <a:pt x="1651" y="6897"/>
                </a:moveTo>
                <a:lnTo>
                  <a:pt x="1578" y="6933"/>
                </a:lnTo>
                <a:lnTo>
                  <a:pt x="1541" y="7007"/>
                </a:lnTo>
                <a:lnTo>
                  <a:pt x="1504" y="7080"/>
                </a:lnTo>
                <a:lnTo>
                  <a:pt x="1504" y="7227"/>
                </a:lnTo>
                <a:lnTo>
                  <a:pt x="1541" y="7300"/>
                </a:lnTo>
                <a:lnTo>
                  <a:pt x="1578" y="7373"/>
                </a:lnTo>
                <a:lnTo>
                  <a:pt x="1541" y="7410"/>
                </a:lnTo>
                <a:lnTo>
                  <a:pt x="1504" y="7410"/>
                </a:lnTo>
                <a:lnTo>
                  <a:pt x="1468" y="7483"/>
                </a:lnTo>
                <a:lnTo>
                  <a:pt x="1431" y="7557"/>
                </a:lnTo>
                <a:lnTo>
                  <a:pt x="1468" y="7814"/>
                </a:lnTo>
                <a:lnTo>
                  <a:pt x="1578" y="8034"/>
                </a:lnTo>
                <a:lnTo>
                  <a:pt x="1724" y="8254"/>
                </a:lnTo>
                <a:lnTo>
                  <a:pt x="1908" y="8437"/>
                </a:lnTo>
                <a:lnTo>
                  <a:pt x="2128" y="8547"/>
                </a:lnTo>
                <a:lnTo>
                  <a:pt x="2238" y="8584"/>
                </a:lnTo>
                <a:lnTo>
                  <a:pt x="2348" y="8621"/>
                </a:lnTo>
                <a:lnTo>
                  <a:pt x="2458" y="8621"/>
                </a:lnTo>
                <a:lnTo>
                  <a:pt x="2568" y="8547"/>
                </a:lnTo>
                <a:lnTo>
                  <a:pt x="2641" y="8474"/>
                </a:lnTo>
                <a:lnTo>
                  <a:pt x="2715" y="8364"/>
                </a:lnTo>
                <a:lnTo>
                  <a:pt x="2788" y="8144"/>
                </a:lnTo>
                <a:lnTo>
                  <a:pt x="2788" y="7960"/>
                </a:lnTo>
                <a:lnTo>
                  <a:pt x="2751" y="7740"/>
                </a:lnTo>
                <a:lnTo>
                  <a:pt x="2678" y="7557"/>
                </a:lnTo>
                <a:lnTo>
                  <a:pt x="2531" y="7373"/>
                </a:lnTo>
                <a:lnTo>
                  <a:pt x="2385" y="7227"/>
                </a:lnTo>
                <a:lnTo>
                  <a:pt x="2201" y="7117"/>
                </a:lnTo>
                <a:lnTo>
                  <a:pt x="1981" y="7043"/>
                </a:lnTo>
                <a:lnTo>
                  <a:pt x="1908" y="6933"/>
                </a:lnTo>
                <a:lnTo>
                  <a:pt x="1834" y="6897"/>
                </a:lnTo>
                <a:close/>
                <a:moveTo>
                  <a:pt x="14306" y="7227"/>
                </a:moveTo>
                <a:lnTo>
                  <a:pt x="14453" y="7263"/>
                </a:lnTo>
                <a:lnTo>
                  <a:pt x="14563" y="7300"/>
                </a:lnTo>
                <a:lnTo>
                  <a:pt x="14636" y="7410"/>
                </a:lnTo>
                <a:lnTo>
                  <a:pt x="14673" y="7520"/>
                </a:lnTo>
                <a:lnTo>
                  <a:pt x="14673" y="7667"/>
                </a:lnTo>
                <a:lnTo>
                  <a:pt x="14673" y="7814"/>
                </a:lnTo>
                <a:lnTo>
                  <a:pt x="14600" y="8070"/>
                </a:lnTo>
                <a:lnTo>
                  <a:pt x="14490" y="8290"/>
                </a:lnTo>
                <a:lnTo>
                  <a:pt x="14343" y="8511"/>
                </a:lnTo>
                <a:lnTo>
                  <a:pt x="14269" y="8584"/>
                </a:lnTo>
                <a:lnTo>
                  <a:pt x="14196" y="8621"/>
                </a:lnTo>
                <a:lnTo>
                  <a:pt x="14123" y="8621"/>
                </a:lnTo>
                <a:lnTo>
                  <a:pt x="14049" y="8584"/>
                </a:lnTo>
                <a:lnTo>
                  <a:pt x="14013" y="8547"/>
                </a:lnTo>
                <a:lnTo>
                  <a:pt x="13976" y="8474"/>
                </a:lnTo>
                <a:lnTo>
                  <a:pt x="13903" y="8290"/>
                </a:lnTo>
                <a:lnTo>
                  <a:pt x="13939" y="8034"/>
                </a:lnTo>
                <a:lnTo>
                  <a:pt x="13976" y="7777"/>
                </a:lnTo>
                <a:lnTo>
                  <a:pt x="14086" y="7263"/>
                </a:lnTo>
                <a:lnTo>
                  <a:pt x="14306" y="7227"/>
                </a:lnTo>
                <a:close/>
                <a:moveTo>
                  <a:pt x="14233" y="6750"/>
                </a:moveTo>
                <a:lnTo>
                  <a:pt x="14123" y="6786"/>
                </a:lnTo>
                <a:lnTo>
                  <a:pt x="13866" y="6786"/>
                </a:lnTo>
                <a:lnTo>
                  <a:pt x="13829" y="6823"/>
                </a:lnTo>
                <a:lnTo>
                  <a:pt x="13756" y="6933"/>
                </a:lnTo>
                <a:lnTo>
                  <a:pt x="13609" y="7373"/>
                </a:lnTo>
                <a:lnTo>
                  <a:pt x="13499" y="7850"/>
                </a:lnTo>
                <a:lnTo>
                  <a:pt x="13462" y="8107"/>
                </a:lnTo>
                <a:lnTo>
                  <a:pt x="13462" y="8327"/>
                </a:lnTo>
                <a:lnTo>
                  <a:pt x="13499" y="8584"/>
                </a:lnTo>
                <a:lnTo>
                  <a:pt x="13572" y="8804"/>
                </a:lnTo>
                <a:lnTo>
                  <a:pt x="13683" y="8914"/>
                </a:lnTo>
                <a:lnTo>
                  <a:pt x="13829" y="9024"/>
                </a:lnTo>
                <a:lnTo>
                  <a:pt x="13976" y="9097"/>
                </a:lnTo>
                <a:lnTo>
                  <a:pt x="14123" y="9134"/>
                </a:lnTo>
                <a:lnTo>
                  <a:pt x="14343" y="9097"/>
                </a:lnTo>
                <a:lnTo>
                  <a:pt x="14490" y="9024"/>
                </a:lnTo>
                <a:lnTo>
                  <a:pt x="14600" y="8877"/>
                </a:lnTo>
                <a:lnTo>
                  <a:pt x="14746" y="8731"/>
                </a:lnTo>
                <a:lnTo>
                  <a:pt x="14966" y="8400"/>
                </a:lnTo>
                <a:lnTo>
                  <a:pt x="15076" y="8180"/>
                </a:lnTo>
                <a:lnTo>
                  <a:pt x="15113" y="7997"/>
                </a:lnTo>
                <a:lnTo>
                  <a:pt x="15150" y="7814"/>
                </a:lnTo>
                <a:lnTo>
                  <a:pt x="15150" y="7593"/>
                </a:lnTo>
                <a:lnTo>
                  <a:pt x="15113" y="7410"/>
                </a:lnTo>
                <a:lnTo>
                  <a:pt x="15040" y="7190"/>
                </a:lnTo>
                <a:lnTo>
                  <a:pt x="15003" y="7080"/>
                </a:lnTo>
                <a:lnTo>
                  <a:pt x="14893" y="7007"/>
                </a:lnTo>
                <a:lnTo>
                  <a:pt x="14673" y="6823"/>
                </a:lnTo>
                <a:lnTo>
                  <a:pt x="14526" y="6786"/>
                </a:lnTo>
                <a:lnTo>
                  <a:pt x="14379" y="6750"/>
                </a:lnTo>
                <a:close/>
                <a:moveTo>
                  <a:pt x="6273" y="7887"/>
                </a:moveTo>
                <a:lnTo>
                  <a:pt x="6199" y="7924"/>
                </a:lnTo>
                <a:lnTo>
                  <a:pt x="6126" y="7997"/>
                </a:lnTo>
                <a:lnTo>
                  <a:pt x="5979" y="8107"/>
                </a:lnTo>
                <a:lnTo>
                  <a:pt x="5869" y="8290"/>
                </a:lnTo>
                <a:lnTo>
                  <a:pt x="5796" y="8474"/>
                </a:lnTo>
                <a:lnTo>
                  <a:pt x="5796" y="8584"/>
                </a:lnTo>
                <a:lnTo>
                  <a:pt x="5833" y="8657"/>
                </a:lnTo>
                <a:lnTo>
                  <a:pt x="5906" y="8694"/>
                </a:lnTo>
                <a:lnTo>
                  <a:pt x="6236" y="8694"/>
                </a:lnTo>
                <a:lnTo>
                  <a:pt x="6420" y="8767"/>
                </a:lnTo>
                <a:lnTo>
                  <a:pt x="6199" y="9024"/>
                </a:lnTo>
                <a:lnTo>
                  <a:pt x="6199" y="9061"/>
                </a:lnTo>
                <a:lnTo>
                  <a:pt x="6199" y="9134"/>
                </a:lnTo>
                <a:lnTo>
                  <a:pt x="6236" y="9244"/>
                </a:lnTo>
                <a:lnTo>
                  <a:pt x="6346" y="9354"/>
                </a:lnTo>
                <a:lnTo>
                  <a:pt x="6456" y="9391"/>
                </a:lnTo>
                <a:lnTo>
                  <a:pt x="6713" y="9391"/>
                </a:lnTo>
                <a:lnTo>
                  <a:pt x="6786" y="9318"/>
                </a:lnTo>
                <a:lnTo>
                  <a:pt x="6860" y="9207"/>
                </a:lnTo>
                <a:lnTo>
                  <a:pt x="6823" y="9097"/>
                </a:lnTo>
                <a:lnTo>
                  <a:pt x="6750" y="9024"/>
                </a:lnTo>
                <a:lnTo>
                  <a:pt x="6860" y="8951"/>
                </a:lnTo>
                <a:lnTo>
                  <a:pt x="6933" y="8877"/>
                </a:lnTo>
                <a:lnTo>
                  <a:pt x="6933" y="8804"/>
                </a:lnTo>
                <a:lnTo>
                  <a:pt x="6933" y="8731"/>
                </a:lnTo>
                <a:lnTo>
                  <a:pt x="6896" y="8621"/>
                </a:lnTo>
                <a:lnTo>
                  <a:pt x="6750" y="8511"/>
                </a:lnTo>
                <a:lnTo>
                  <a:pt x="6603" y="8437"/>
                </a:lnTo>
                <a:lnTo>
                  <a:pt x="6456" y="8364"/>
                </a:lnTo>
                <a:lnTo>
                  <a:pt x="6273" y="8327"/>
                </a:lnTo>
                <a:lnTo>
                  <a:pt x="6346" y="8180"/>
                </a:lnTo>
                <a:lnTo>
                  <a:pt x="6420" y="8034"/>
                </a:lnTo>
                <a:lnTo>
                  <a:pt x="6420" y="7960"/>
                </a:lnTo>
                <a:lnTo>
                  <a:pt x="6383" y="7924"/>
                </a:lnTo>
                <a:lnTo>
                  <a:pt x="6346" y="7924"/>
                </a:lnTo>
                <a:lnTo>
                  <a:pt x="6273" y="7887"/>
                </a:lnTo>
                <a:close/>
                <a:moveTo>
                  <a:pt x="7630" y="551"/>
                </a:moveTo>
                <a:lnTo>
                  <a:pt x="7777" y="587"/>
                </a:lnTo>
                <a:lnTo>
                  <a:pt x="7923" y="661"/>
                </a:lnTo>
                <a:lnTo>
                  <a:pt x="8437" y="1101"/>
                </a:lnTo>
                <a:lnTo>
                  <a:pt x="8657" y="1321"/>
                </a:lnTo>
                <a:lnTo>
                  <a:pt x="8877" y="1578"/>
                </a:lnTo>
                <a:lnTo>
                  <a:pt x="9061" y="1834"/>
                </a:lnTo>
                <a:lnTo>
                  <a:pt x="9207" y="2128"/>
                </a:lnTo>
                <a:lnTo>
                  <a:pt x="9281" y="2421"/>
                </a:lnTo>
                <a:lnTo>
                  <a:pt x="9317" y="2752"/>
                </a:lnTo>
                <a:lnTo>
                  <a:pt x="9281" y="3082"/>
                </a:lnTo>
                <a:lnTo>
                  <a:pt x="9244" y="3375"/>
                </a:lnTo>
                <a:lnTo>
                  <a:pt x="9024" y="3962"/>
                </a:lnTo>
                <a:lnTo>
                  <a:pt x="8804" y="4512"/>
                </a:lnTo>
                <a:lnTo>
                  <a:pt x="8584" y="5099"/>
                </a:lnTo>
                <a:lnTo>
                  <a:pt x="8547" y="5356"/>
                </a:lnTo>
                <a:lnTo>
                  <a:pt x="8510" y="5613"/>
                </a:lnTo>
                <a:lnTo>
                  <a:pt x="8510" y="5869"/>
                </a:lnTo>
                <a:lnTo>
                  <a:pt x="8547" y="6163"/>
                </a:lnTo>
                <a:lnTo>
                  <a:pt x="8584" y="6310"/>
                </a:lnTo>
                <a:lnTo>
                  <a:pt x="8657" y="6493"/>
                </a:lnTo>
                <a:lnTo>
                  <a:pt x="8804" y="6823"/>
                </a:lnTo>
                <a:lnTo>
                  <a:pt x="8987" y="7117"/>
                </a:lnTo>
                <a:lnTo>
                  <a:pt x="9134" y="7447"/>
                </a:lnTo>
                <a:lnTo>
                  <a:pt x="9207" y="7777"/>
                </a:lnTo>
                <a:lnTo>
                  <a:pt x="9244" y="8144"/>
                </a:lnTo>
                <a:lnTo>
                  <a:pt x="9207" y="8474"/>
                </a:lnTo>
                <a:lnTo>
                  <a:pt x="9097" y="8804"/>
                </a:lnTo>
                <a:lnTo>
                  <a:pt x="8951" y="9134"/>
                </a:lnTo>
                <a:lnTo>
                  <a:pt x="8767" y="9428"/>
                </a:lnTo>
                <a:lnTo>
                  <a:pt x="8510" y="9684"/>
                </a:lnTo>
                <a:lnTo>
                  <a:pt x="8254" y="9904"/>
                </a:lnTo>
                <a:lnTo>
                  <a:pt x="7960" y="10051"/>
                </a:lnTo>
                <a:lnTo>
                  <a:pt x="7667" y="10198"/>
                </a:lnTo>
                <a:lnTo>
                  <a:pt x="7373" y="10308"/>
                </a:lnTo>
                <a:lnTo>
                  <a:pt x="7043" y="10345"/>
                </a:lnTo>
                <a:lnTo>
                  <a:pt x="6676" y="10418"/>
                </a:lnTo>
                <a:lnTo>
                  <a:pt x="6493" y="10381"/>
                </a:lnTo>
                <a:lnTo>
                  <a:pt x="6309" y="10345"/>
                </a:lnTo>
                <a:lnTo>
                  <a:pt x="6163" y="10235"/>
                </a:lnTo>
                <a:lnTo>
                  <a:pt x="6016" y="10088"/>
                </a:lnTo>
                <a:lnTo>
                  <a:pt x="5906" y="9941"/>
                </a:lnTo>
                <a:lnTo>
                  <a:pt x="5759" y="9831"/>
                </a:lnTo>
                <a:lnTo>
                  <a:pt x="5649" y="9758"/>
                </a:lnTo>
                <a:lnTo>
                  <a:pt x="5502" y="9684"/>
                </a:lnTo>
                <a:lnTo>
                  <a:pt x="5209" y="9611"/>
                </a:lnTo>
                <a:lnTo>
                  <a:pt x="4916" y="9611"/>
                </a:lnTo>
                <a:lnTo>
                  <a:pt x="4622" y="9684"/>
                </a:lnTo>
                <a:lnTo>
                  <a:pt x="3999" y="9868"/>
                </a:lnTo>
                <a:lnTo>
                  <a:pt x="3705" y="9978"/>
                </a:lnTo>
                <a:lnTo>
                  <a:pt x="3412" y="10051"/>
                </a:lnTo>
                <a:lnTo>
                  <a:pt x="3118" y="10088"/>
                </a:lnTo>
                <a:lnTo>
                  <a:pt x="2825" y="10051"/>
                </a:lnTo>
                <a:lnTo>
                  <a:pt x="2495" y="10014"/>
                </a:lnTo>
                <a:lnTo>
                  <a:pt x="2201" y="9904"/>
                </a:lnTo>
                <a:lnTo>
                  <a:pt x="1944" y="9794"/>
                </a:lnTo>
                <a:lnTo>
                  <a:pt x="1651" y="9648"/>
                </a:lnTo>
                <a:lnTo>
                  <a:pt x="1394" y="9464"/>
                </a:lnTo>
                <a:lnTo>
                  <a:pt x="1174" y="9281"/>
                </a:lnTo>
                <a:lnTo>
                  <a:pt x="954" y="8987"/>
                </a:lnTo>
                <a:lnTo>
                  <a:pt x="771" y="8694"/>
                </a:lnTo>
                <a:lnTo>
                  <a:pt x="624" y="8364"/>
                </a:lnTo>
                <a:lnTo>
                  <a:pt x="550" y="8034"/>
                </a:lnTo>
                <a:lnTo>
                  <a:pt x="514" y="7667"/>
                </a:lnTo>
                <a:lnTo>
                  <a:pt x="514" y="7337"/>
                </a:lnTo>
                <a:lnTo>
                  <a:pt x="587" y="6970"/>
                </a:lnTo>
                <a:lnTo>
                  <a:pt x="661" y="6640"/>
                </a:lnTo>
                <a:lnTo>
                  <a:pt x="807" y="6310"/>
                </a:lnTo>
                <a:lnTo>
                  <a:pt x="991" y="6016"/>
                </a:lnTo>
                <a:lnTo>
                  <a:pt x="1211" y="5759"/>
                </a:lnTo>
                <a:lnTo>
                  <a:pt x="1468" y="5539"/>
                </a:lnTo>
                <a:lnTo>
                  <a:pt x="2018" y="5099"/>
                </a:lnTo>
                <a:lnTo>
                  <a:pt x="2568" y="4622"/>
                </a:lnTo>
                <a:lnTo>
                  <a:pt x="2788" y="4366"/>
                </a:lnTo>
                <a:lnTo>
                  <a:pt x="2971" y="4109"/>
                </a:lnTo>
                <a:lnTo>
                  <a:pt x="3082" y="3815"/>
                </a:lnTo>
                <a:lnTo>
                  <a:pt x="3192" y="3485"/>
                </a:lnTo>
                <a:lnTo>
                  <a:pt x="3265" y="3118"/>
                </a:lnTo>
                <a:lnTo>
                  <a:pt x="3302" y="2715"/>
                </a:lnTo>
                <a:lnTo>
                  <a:pt x="3375" y="2348"/>
                </a:lnTo>
                <a:lnTo>
                  <a:pt x="3448" y="2165"/>
                </a:lnTo>
                <a:lnTo>
                  <a:pt x="3558" y="1981"/>
                </a:lnTo>
                <a:lnTo>
                  <a:pt x="3705" y="1798"/>
                </a:lnTo>
                <a:lnTo>
                  <a:pt x="3852" y="1651"/>
                </a:lnTo>
                <a:lnTo>
                  <a:pt x="4072" y="1541"/>
                </a:lnTo>
                <a:lnTo>
                  <a:pt x="4292" y="1468"/>
                </a:lnTo>
                <a:lnTo>
                  <a:pt x="4512" y="1431"/>
                </a:lnTo>
                <a:lnTo>
                  <a:pt x="4769" y="1394"/>
                </a:lnTo>
                <a:lnTo>
                  <a:pt x="4989" y="1394"/>
                </a:lnTo>
                <a:lnTo>
                  <a:pt x="5209" y="1468"/>
                </a:lnTo>
                <a:lnTo>
                  <a:pt x="4952" y="1688"/>
                </a:lnTo>
                <a:lnTo>
                  <a:pt x="4916" y="1761"/>
                </a:lnTo>
                <a:lnTo>
                  <a:pt x="4879" y="1834"/>
                </a:lnTo>
                <a:lnTo>
                  <a:pt x="4916" y="1981"/>
                </a:lnTo>
                <a:lnTo>
                  <a:pt x="4989" y="2091"/>
                </a:lnTo>
                <a:lnTo>
                  <a:pt x="5062" y="2128"/>
                </a:lnTo>
                <a:lnTo>
                  <a:pt x="5136" y="2128"/>
                </a:lnTo>
                <a:lnTo>
                  <a:pt x="5319" y="2091"/>
                </a:lnTo>
                <a:lnTo>
                  <a:pt x="5429" y="2018"/>
                </a:lnTo>
                <a:lnTo>
                  <a:pt x="5539" y="1945"/>
                </a:lnTo>
                <a:lnTo>
                  <a:pt x="5613" y="1798"/>
                </a:lnTo>
                <a:lnTo>
                  <a:pt x="5759" y="1651"/>
                </a:lnTo>
                <a:lnTo>
                  <a:pt x="5833" y="1614"/>
                </a:lnTo>
                <a:lnTo>
                  <a:pt x="5869" y="1578"/>
                </a:lnTo>
                <a:lnTo>
                  <a:pt x="6420" y="1138"/>
                </a:lnTo>
                <a:lnTo>
                  <a:pt x="7006" y="771"/>
                </a:lnTo>
                <a:lnTo>
                  <a:pt x="7337" y="624"/>
                </a:lnTo>
                <a:lnTo>
                  <a:pt x="7483" y="551"/>
                </a:lnTo>
                <a:close/>
                <a:moveTo>
                  <a:pt x="10821" y="9281"/>
                </a:moveTo>
                <a:lnTo>
                  <a:pt x="10968" y="9538"/>
                </a:lnTo>
                <a:lnTo>
                  <a:pt x="11115" y="9758"/>
                </a:lnTo>
                <a:lnTo>
                  <a:pt x="11335" y="9978"/>
                </a:lnTo>
                <a:lnTo>
                  <a:pt x="11592" y="10161"/>
                </a:lnTo>
                <a:lnTo>
                  <a:pt x="11408" y="10418"/>
                </a:lnTo>
                <a:lnTo>
                  <a:pt x="11188" y="10198"/>
                </a:lnTo>
                <a:lnTo>
                  <a:pt x="10968" y="9978"/>
                </a:lnTo>
                <a:lnTo>
                  <a:pt x="10711" y="9831"/>
                </a:lnTo>
                <a:lnTo>
                  <a:pt x="10455" y="9648"/>
                </a:lnTo>
                <a:lnTo>
                  <a:pt x="10601" y="9464"/>
                </a:lnTo>
                <a:lnTo>
                  <a:pt x="10821" y="9281"/>
                </a:lnTo>
                <a:close/>
                <a:moveTo>
                  <a:pt x="13903" y="9941"/>
                </a:moveTo>
                <a:lnTo>
                  <a:pt x="13829" y="9978"/>
                </a:lnTo>
                <a:lnTo>
                  <a:pt x="13756" y="10014"/>
                </a:lnTo>
                <a:lnTo>
                  <a:pt x="13719" y="10014"/>
                </a:lnTo>
                <a:lnTo>
                  <a:pt x="13719" y="10051"/>
                </a:lnTo>
                <a:lnTo>
                  <a:pt x="13646" y="10161"/>
                </a:lnTo>
                <a:lnTo>
                  <a:pt x="13609" y="10271"/>
                </a:lnTo>
                <a:lnTo>
                  <a:pt x="13646" y="10418"/>
                </a:lnTo>
                <a:lnTo>
                  <a:pt x="13719" y="10565"/>
                </a:lnTo>
                <a:lnTo>
                  <a:pt x="13829" y="10638"/>
                </a:lnTo>
                <a:lnTo>
                  <a:pt x="13939" y="10675"/>
                </a:lnTo>
                <a:lnTo>
                  <a:pt x="14049" y="10638"/>
                </a:lnTo>
                <a:lnTo>
                  <a:pt x="14159" y="10601"/>
                </a:lnTo>
                <a:lnTo>
                  <a:pt x="14269" y="10491"/>
                </a:lnTo>
                <a:lnTo>
                  <a:pt x="14343" y="10418"/>
                </a:lnTo>
                <a:lnTo>
                  <a:pt x="14379" y="10308"/>
                </a:lnTo>
                <a:lnTo>
                  <a:pt x="14379" y="10271"/>
                </a:lnTo>
                <a:lnTo>
                  <a:pt x="14379" y="10198"/>
                </a:lnTo>
                <a:lnTo>
                  <a:pt x="14306" y="10124"/>
                </a:lnTo>
                <a:lnTo>
                  <a:pt x="14233" y="10051"/>
                </a:lnTo>
                <a:lnTo>
                  <a:pt x="14159" y="10014"/>
                </a:lnTo>
                <a:lnTo>
                  <a:pt x="14086" y="9978"/>
                </a:lnTo>
                <a:lnTo>
                  <a:pt x="13939" y="9941"/>
                </a:lnTo>
                <a:close/>
                <a:moveTo>
                  <a:pt x="7593" y="0"/>
                </a:moveTo>
                <a:lnTo>
                  <a:pt x="7447" y="37"/>
                </a:lnTo>
                <a:lnTo>
                  <a:pt x="7190" y="110"/>
                </a:lnTo>
                <a:lnTo>
                  <a:pt x="6970" y="221"/>
                </a:lnTo>
                <a:lnTo>
                  <a:pt x="6566" y="441"/>
                </a:lnTo>
                <a:lnTo>
                  <a:pt x="6199" y="697"/>
                </a:lnTo>
                <a:lnTo>
                  <a:pt x="5502" y="1211"/>
                </a:lnTo>
                <a:lnTo>
                  <a:pt x="5209" y="1064"/>
                </a:lnTo>
                <a:lnTo>
                  <a:pt x="4916" y="991"/>
                </a:lnTo>
                <a:lnTo>
                  <a:pt x="4585" y="991"/>
                </a:lnTo>
                <a:lnTo>
                  <a:pt x="4255" y="1027"/>
                </a:lnTo>
                <a:lnTo>
                  <a:pt x="3999" y="1101"/>
                </a:lnTo>
                <a:lnTo>
                  <a:pt x="3778" y="1211"/>
                </a:lnTo>
                <a:lnTo>
                  <a:pt x="3595" y="1358"/>
                </a:lnTo>
                <a:lnTo>
                  <a:pt x="3412" y="1504"/>
                </a:lnTo>
                <a:lnTo>
                  <a:pt x="3228" y="1688"/>
                </a:lnTo>
                <a:lnTo>
                  <a:pt x="3118" y="1908"/>
                </a:lnTo>
                <a:lnTo>
                  <a:pt x="3008" y="2128"/>
                </a:lnTo>
                <a:lnTo>
                  <a:pt x="2935" y="2348"/>
                </a:lnTo>
                <a:lnTo>
                  <a:pt x="2861" y="2678"/>
                </a:lnTo>
                <a:lnTo>
                  <a:pt x="2788" y="3008"/>
                </a:lnTo>
                <a:lnTo>
                  <a:pt x="2751" y="3338"/>
                </a:lnTo>
                <a:lnTo>
                  <a:pt x="2641" y="3669"/>
                </a:lnTo>
                <a:lnTo>
                  <a:pt x="2605" y="3852"/>
                </a:lnTo>
                <a:lnTo>
                  <a:pt x="2495" y="3999"/>
                </a:lnTo>
                <a:lnTo>
                  <a:pt x="2275" y="4255"/>
                </a:lnTo>
                <a:lnTo>
                  <a:pt x="2018" y="4476"/>
                </a:lnTo>
                <a:lnTo>
                  <a:pt x="1761" y="4696"/>
                </a:lnTo>
                <a:lnTo>
                  <a:pt x="1284" y="5062"/>
                </a:lnTo>
                <a:lnTo>
                  <a:pt x="844" y="5466"/>
                </a:lnTo>
                <a:lnTo>
                  <a:pt x="661" y="5649"/>
                </a:lnTo>
                <a:lnTo>
                  <a:pt x="514" y="5906"/>
                </a:lnTo>
                <a:lnTo>
                  <a:pt x="367" y="6126"/>
                </a:lnTo>
                <a:lnTo>
                  <a:pt x="220" y="6420"/>
                </a:lnTo>
                <a:lnTo>
                  <a:pt x="110" y="6713"/>
                </a:lnTo>
                <a:lnTo>
                  <a:pt x="37" y="7007"/>
                </a:lnTo>
                <a:lnTo>
                  <a:pt x="0" y="7263"/>
                </a:lnTo>
                <a:lnTo>
                  <a:pt x="0" y="7557"/>
                </a:lnTo>
                <a:lnTo>
                  <a:pt x="37" y="7850"/>
                </a:lnTo>
                <a:lnTo>
                  <a:pt x="74" y="8144"/>
                </a:lnTo>
                <a:lnTo>
                  <a:pt x="147" y="8400"/>
                </a:lnTo>
                <a:lnTo>
                  <a:pt x="220" y="8657"/>
                </a:lnTo>
                <a:lnTo>
                  <a:pt x="367" y="8914"/>
                </a:lnTo>
                <a:lnTo>
                  <a:pt x="514" y="9171"/>
                </a:lnTo>
                <a:lnTo>
                  <a:pt x="661" y="9391"/>
                </a:lnTo>
                <a:lnTo>
                  <a:pt x="844" y="9611"/>
                </a:lnTo>
                <a:lnTo>
                  <a:pt x="1064" y="9831"/>
                </a:lnTo>
                <a:lnTo>
                  <a:pt x="1284" y="10014"/>
                </a:lnTo>
                <a:lnTo>
                  <a:pt x="1541" y="10161"/>
                </a:lnTo>
                <a:lnTo>
                  <a:pt x="1798" y="10308"/>
                </a:lnTo>
                <a:lnTo>
                  <a:pt x="2054" y="10381"/>
                </a:lnTo>
                <a:lnTo>
                  <a:pt x="2348" y="10491"/>
                </a:lnTo>
                <a:lnTo>
                  <a:pt x="2641" y="10528"/>
                </a:lnTo>
                <a:lnTo>
                  <a:pt x="2898" y="10565"/>
                </a:lnTo>
                <a:lnTo>
                  <a:pt x="3192" y="10565"/>
                </a:lnTo>
                <a:lnTo>
                  <a:pt x="3485" y="10528"/>
                </a:lnTo>
                <a:lnTo>
                  <a:pt x="3742" y="10491"/>
                </a:lnTo>
                <a:lnTo>
                  <a:pt x="4035" y="10418"/>
                </a:lnTo>
                <a:lnTo>
                  <a:pt x="4365" y="10271"/>
                </a:lnTo>
                <a:lnTo>
                  <a:pt x="4696" y="10161"/>
                </a:lnTo>
                <a:lnTo>
                  <a:pt x="4879" y="10124"/>
                </a:lnTo>
                <a:lnTo>
                  <a:pt x="5209" y="10124"/>
                </a:lnTo>
                <a:lnTo>
                  <a:pt x="5392" y="10161"/>
                </a:lnTo>
                <a:lnTo>
                  <a:pt x="5502" y="10271"/>
                </a:lnTo>
                <a:lnTo>
                  <a:pt x="5613" y="10381"/>
                </a:lnTo>
                <a:lnTo>
                  <a:pt x="5833" y="10601"/>
                </a:lnTo>
                <a:lnTo>
                  <a:pt x="5979" y="10711"/>
                </a:lnTo>
                <a:lnTo>
                  <a:pt x="6089" y="10785"/>
                </a:lnTo>
                <a:lnTo>
                  <a:pt x="6273" y="10858"/>
                </a:lnTo>
                <a:lnTo>
                  <a:pt x="6420" y="10895"/>
                </a:lnTo>
                <a:lnTo>
                  <a:pt x="6933" y="10895"/>
                </a:lnTo>
                <a:lnTo>
                  <a:pt x="7227" y="10858"/>
                </a:lnTo>
                <a:lnTo>
                  <a:pt x="7483" y="10821"/>
                </a:lnTo>
                <a:lnTo>
                  <a:pt x="7740" y="10748"/>
                </a:lnTo>
                <a:lnTo>
                  <a:pt x="7997" y="10638"/>
                </a:lnTo>
                <a:lnTo>
                  <a:pt x="8217" y="10528"/>
                </a:lnTo>
                <a:lnTo>
                  <a:pt x="8437" y="10381"/>
                </a:lnTo>
                <a:lnTo>
                  <a:pt x="8657" y="10198"/>
                </a:lnTo>
                <a:lnTo>
                  <a:pt x="8877" y="10014"/>
                </a:lnTo>
                <a:lnTo>
                  <a:pt x="9061" y="9831"/>
                </a:lnTo>
                <a:lnTo>
                  <a:pt x="9207" y="9611"/>
                </a:lnTo>
                <a:lnTo>
                  <a:pt x="9354" y="9391"/>
                </a:lnTo>
                <a:lnTo>
                  <a:pt x="9501" y="9171"/>
                </a:lnTo>
                <a:lnTo>
                  <a:pt x="9574" y="8914"/>
                </a:lnTo>
                <a:lnTo>
                  <a:pt x="9684" y="8694"/>
                </a:lnTo>
                <a:lnTo>
                  <a:pt x="9721" y="8400"/>
                </a:lnTo>
                <a:lnTo>
                  <a:pt x="9721" y="8144"/>
                </a:lnTo>
                <a:lnTo>
                  <a:pt x="9721" y="7887"/>
                </a:lnTo>
                <a:lnTo>
                  <a:pt x="9684" y="7630"/>
                </a:lnTo>
                <a:lnTo>
                  <a:pt x="9611" y="7373"/>
                </a:lnTo>
                <a:lnTo>
                  <a:pt x="9537" y="7117"/>
                </a:lnTo>
                <a:lnTo>
                  <a:pt x="9281" y="6640"/>
                </a:lnTo>
                <a:lnTo>
                  <a:pt x="9171" y="6383"/>
                </a:lnTo>
                <a:lnTo>
                  <a:pt x="9061" y="6090"/>
                </a:lnTo>
                <a:lnTo>
                  <a:pt x="9061" y="5833"/>
                </a:lnTo>
                <a:lnTo>
                  <a:pt x="9061" y="5576"/>
                </a:lnTo>
                <a:lnTo>
                  <a:pt x="9097" y="5319"/>
                </a:lnTo>
                <a:lnTo>
                  <a:pt x="9134" y="5062"/>
                </a:lnTo>
                <a:lnTo>
                  <a:pt x="9317" y="4512"/>
                </a:lnTo>
                <a:lnTo>
                  <a:pt x="9501" y="4035"/>
                </a:lnTo>
                <a:lnTo>
                  <a:pt x="9684" y="3559"/>
                </a:lnTo>
                <a:lnTo>
                  <a:pt x="9794" y="3082"/>
                </a:lnTo>
                <a:lnTo>
                  <a:pt x="9831" y="2825"/>
                </a:lnTo>
                <a:lnTo>
                  <a:pt x="9831" y="2568"/>
                </a:lnTo>
                <a:lnTo>
                  <a:pt x="9794" y="2311"/>
                </a:lnTo>
                <a:lnTo>
                  <a:pt x="9721" y="2055"/>
                </a:lnTo>
                <a:lnTo>
                  <a:pt x="9611" y="1834"/>
                </a:lnTo>
                <a:lnTo>
                  <a:pt x="9501" y="1578"/>
                </a:lnTo>
                <a:lnTo>
                  <a:pt x="9354" y="1358"/>
                </a:lnTo>
                <a:lnTo>
                  <a:pt x="9207" y="1174"/>
                </a:lnTo>
                <a:lnTo>
                  <a:pt x="8841" y="771"/>
                </a:lnTo>
                <a:lnTo>
                  <a:pt x="8400" y="404"/>
                </a:lnTo>
                <a:lnTo>
                  <a:pt x="7960" y="110"/>
                </a:lnTo>
                <a:lnTo>
                  <a:pt x="7850" y="37"/>
                </a:lnTo>
                <a:lnTo>
                  <a:pt x="7703" y="0"/>
                </a:lnTo>
                <a:close/>
                <a:moveTo>
                  <a:pt x="12912" y="10675"/>
                </a:moveTo>
                <a:lnTo>
                  <a:pt x="12839" y="10711"/>
                </a:lnTo>
                <a:lnTo>
                  <a:pt x="12765" y="10785"/>
                </a:lnTo>
                <a:lnTo>
                  <a:pt x="12729" y="10858"/>
                </a:lnTo>
                <a:lnTo>
                  <a:pt x="12729" y="11005"/>
                </a:lnTo>
                <a:lnTo>
                  <a:pt x="12765" y="11115"/>
                </a:lnTo>
                <a:lnTo>
                  <a:pt x="12876" y="11225"/>
                </a:lnTo>
                <a:lnTo>
                  <a:pt x="13022" y="11262"/>
                </a:lnTo>
                <a:lnTo>
                  <a:pt x="13132" y="11225"/>
                </a:lnTo>
                <a:lnTo>
                  <a:pt x="13242" y="11115"/>
                </a:lnTo>
                <a:lnTo>
                  <a:pt x="13279" y="11005"/>
                </a:lnTo>
                <a:lnTo>
                  <a:pt x="13279" y="10858"/>
                </a:lnTo>
                <a:lnTo>
                  <a:pt x="13242" y="10785"/>
                </a:lnTo>
                <a:lnTo>
                  <a:pt x="13169" y="10711"/>
                </a:lnTo>
                <a:lnTo>
                  <a:pt x="13096" y="10675"/>
                </a:lnTo>
                <a:close/>
                <a:moveTo>
                  <a:pt x="13572" y="11262"/>
                </a:moveTo>
                <a:lnTo>
                  <a:pt x="13499" y="11298"/>
                </a:lnTo>
                <a:lnTo>
                  <a:pt x="13462" y="11372"/>
                </a:lnTo>
                <a:lnTo>
                  <a:pt x="13389" y="11408"/>
                </a:lnTo>
                <a:lnTo>
                  <a:pt x="13316" y="11445"/>
                </a:lnTo>
                <a:lnTo>
                  <a:pt x="13242" y="11555"/>
                </a:lnTo>
                <a:lnTo>
                  <a:pt x="13242" y="11702"/>
                </a:lnTo>
                <a:lnTo>
                  <a:pt x="13242" y="11775"/>
                </a:lnTo>
                <a:lnTo>
                  <a:pt x="13279" y="11849"/>
                </a:lnTo>
                <a:lnTo>
                  <a:pt x="13352" y="11959"/>
                </a:lnTo>
                <a:lnTo>
                  <a:pt x="13609" y="11959"/>
                </a:lnTo>
                <a:lnTo>
                  <a:pt x="13719" y="11922"/>
                </a:lnTo>
                <a:lnTo>
                  <a:pt x="13829" y="11849"/>
                </a:lnTo>
                <a:lnTo>
                  <a:pt x="13866" y="11738"/>
                </a:lnTo>
                <a:lnTo>
                  <a:pt x="13939" y="11628"/>
                </a:lnTo>
                <a:lnTo>
                  <a:pt x="13939" y="11555"/>
                </a:lnTo>
                <a:lnTo>
                  <a:pt x="13939" y="11518"/>
                </a:lnTo>
                <a:lnTo>
                  <a:pt x="13903" y="11445"/>
                </a:lnTo>
                <a:lnTo>
                  <a:pt x="13866" y="11372"/>
                </a:lnTo>
                <a:lnTo>
                  <a:pt x="13829" y="11298"/>
                </a:lnTo>
                <a:lnTo>
                  <a:pt x="13719" y="11262"/>
                </a:lnTo>
                <a:close/>
                <a:moveTo>
                  <a:pt x="12215" y="11555"/>
                </a:moveTo>
                <a:lnTo>
                  <a:pt x="12142" y="11592"/>
                </a:lnTo>
                <a:lnTo>
                  <a:pt x="12069" y="11702"/>
                </a:lnTo>
                <a:lnTo>
                  <a:pt x="12032" y="11812"/>
                </a:lnTo>
                <a:lnTo>
                  <a:pt x="12032" y="11959"/>
                </a:lnTo>
                <a:lnTo>
                  <a:pt x="12032" y="12069"/>
                </a:lnTo>
                <a:lnTo>
                  <a:pt x="12105" y="12362"/>
                </a:lnTo>
                <a:lnTo>
                  <a:pt x="12252" y="12582"/>
                </a:lnTo>
                <a:lnTo>
                  <a:pt x="12325" y="12619"/>
                </a:lnTo>
                <a:lnTo>
                  <a:pt x="12399" y="12656"/>
                </a:lnTo>
                <a:lnTo>
                  <a:pt x="12509" y="12656"/>
                </a:lnTo>
                <a:lnTo>
                  <a:pt x="12582" y="12582"/>
                </a:lnTo>
                <a:lnTo>
                  <a:pt x="12619" y="12545"/>
                </a:lnTo>
                <a:lnTo>
                  <a:pt x="12692" y="12545"/>
                </a:lnTo>
                <a:lnTo>
                  <a:pt x="12802" y="12619"/>
                </a:lnTo>
                <a:lnTo>
                  <a:pt x="12876" y="12619"/>
                </a:lnTo>
                <a:lnTo>
                  <a:pt x="12949" y="12582"/>
                </a:lnTo>
                <a:lnTo>
                  <a:pt x="12986" y="12545"/>
                </a:lnTo>
                <a:lnTo>
                  <a:pt x="13022" y="12435"/>
                </a:lnTo>
                <a:lnTo>
                  <a:pt x="12986" y="12325"/>
                </a:lnTo>
                <a:lnTo>
                  <a:pt x="12912" y="12215"/>
                </a:lnTo>
                <a:lnTo>
                  <a:pt x="12802" y="12179"/>
                </a:lnTo>
                <a:lnTo>
                  <a:pt x="12655" y="12142"/>
                </a:lnTo>
                <a:lnTo>
                  <a:pt x="12545" y="12142"/>
                </a:lnTo>
                <a:lnTo>
                  <a:pt x="12472" y="12179"/>
                </a:lnTo>
                <a:lnTo>
                  <a:pt x="12399" y="12032"/>
                </a:lnTo>
                <a:lnTo>
                  <a:pt x="12399" y="11849"/>
                </a:lnTo>
                <a:lnTo>
                  <a:pt x="12399" y="11665"/>
                </a:lnTo>
                <a:lnTo>
                  <a:pt x="12362" y="11592"/>
                </a:lnTo>
                <a:lnTo>
                  <a:pt x="12289" y="11555"/>
                </a:lnTo>
                <a:close/>
                <a:moveTo>
                  <a:pt x="14049" y="5466"/>
                </a:moveTo>
                <a:lnTo>
                  <a:pt x="14196" y="5503"/>
                </a:lnTo>
                <a:lnTo>
                  <a:pt x="14490" y="5649"/>
                </a:lnTo>
                <a:lnTo>
                  <a:pt x="14673" y="5723"/>
                </a:lnTo>
                <a:lnTo>
                  <a:pt x="14930" y="5906"/>
                </a:lnTo>
                <a:lnTo>
                  <a:pt x="15150" y="6090"/>
                </a:lnTo>
                <a:lnTo>
                  <a:pt x="15370" y="6310"/>
                </a:lnTo>
                <a:lnTo>
                  <a:pt x="15590" y="6566"/>
                </a:lnTo>
                <a:lnTo>
                  <a:pt x="15773" y="6860"/>
                </a:lnTo>
                <a:lnTo>
                  <a:pt x="15883" y="7190"/>
                </a:lnTo>
                <a:lnTo>
                  <a:pt x="15993" y="7520"/>
                </a:lnTo>
                <a:lnTo>
                  <a:pt x="16067" y="7850"/>
                </a:lnTo>
                <a:lnTo>
                  <a:pt x="16104" y="8217"/>
                </a:lnTo>
                <a:lnTo>
                  <a:pt x="16104" y="8547"/>
                </a:lnTo>
                <a:lnTo>
                  <a:pt x="16067" y="9244"/>
                </a:lnTo>
                <a:lnTo>
                  <a:pt x="15957" y="9941"/>
                </a:lnTo>
                <a:lnTo>
                  <a:pt x="15773" y="10601"/>
                </a:lnTo>
                <a:lnTo>
                  <a:pt x="15517" y="11225"/>
                </a:lnTo>
                <a:lnTo>
                  <a:pt x="15370" y="11555"/>
                </a:lnTo>
                <a:lnTo>
                  <a:pt x="15186" y="11849"/>
                </a:lnTo>
                <a:lnTo>
                  <a:pt x="15003" y="12105"/>
                </a:lnTo>
                <a:lnTo>
                  <a:pt x="14783" y="12362"/>
                </a:lnTo>
                <a:lnTo>
                  <a:pt x="14526" y="12619"/>
                </a:lnTo>
                <a:lnTo>
                  <a:pt x="14269" y="12839"/>
                </a:lnTo>
                <a:lnTo>
                  <a:pt x="14013" y="13022"/>
                </a:lnTo>
                <a:lnTo>
                  <a:pt x="13719" y="13169"/>
                </a:lnTo>
                <a:lnTo>
                  <a:pt x="13389" y="13316"/>
                </a:lnTo>
                <a:lnTo>
                  <a:pt x="13059" y="13463"/>
                </a:lnTo>
                <a:lnTo>
                  <a:pt x="12802" y="13499"/>
                </a:lnTo>
                <a:lnTo>
                  <a:pt x="12509" y="13536"/>
                </a:lnTo>
                <a:lnTo>
                  <a:pt x="12325" y="13499"/>
                </a:lnTo>
                <a:lnTo>
                  <a:pt x="12179" y="13426"/>
                </a:lnTo>
                <a:lnTo>
                  <a:pt x="12032" y="13279"/>
                </a:lnTo>
                <a:lnTo>
                  <a:pt x="11922" y="13169"/>
                </a:lnTo>
                <a:lnTo>
                  <a:pt x="11482" y="12692"/>
                </a:lnTo>
                <a:lnTo>
                  <a:pt x="11298" y="12435"/>
                </a:lnTo>
                <a:lnTo>
                  <a:pt x="11225" y="12289"/>
                </a:lnTo>
                <a:lnTo>
                  <a:pt x="11188" y="12105"/>
                </a:lnTo>
                <a:lnTo>
                  <a:pt x="11188" y="11922"/>
                </a:lnTo>
                <a:lnTo>
                  <a:pt x="11262" y="11738"/>
                </a:lnTo>
                <a:lnTo>
                  <a:pt x="11445" y="11408"/>
                </a:lnTo>
                <a:lnTo>
                  <a:pt x="11812" y="10785"/>
                </a:lnTo>
                <a:lnTo>
                  <a:pt x="12142" y="10161"/>
                </a:lnTo>
                <a:lnTo>
                  <a:pt x="12472" y="9501"/>
                </a:lnTo>
                <a:lnTo>
                  <a:pt x="12765" y="8877"/>
                </a:lnTo>
                <a:lnTo>
                  <a:pt x="12876" y="8547"/>
                </a:lnTo>
                <a:lnTo>
                  <a:pt x="12949" y="8217"/>
                </a:lnTo>
                <a:lnTo>
                  <a:pt x="12986" y="7887"/>
                </a:lnTo>
                <a:lnTo>
                  <a:pt x="12949" y="7593"/>
                </a:lnTo>
                <a:lnTo>
                  <a:pt x="12876" y="7263"/>
                </a:lnTo>
                <a:lnTo>
                  <a:pt x="12765" y="6970"/>
                </a:lnTo>
                <a:lnTo>
                  <a:pt x="12729" y="6750"/>
                </a:lnTo>
                <a:lnTo>
                  <a:pt x="12692" y="6566"/>
                </a:lnTo>
                <a:lnTo>
                  <a:pt x="12729" y="6346"/>
                </a:lnTo>
                <a:lnTo>
                  <a:pt x="12802" y="6200"/>
                </a:lnTo>
                <a:lnTo>
                  <a:pt x="12876" y="6016"/>
                </a:lnTo>
                <a:lnTo>
                  <a:pt x="12986" y="5869"/>
                </a:lnTo>
                <a:lnTo>
                  <a:pt x="13132" y="5723"/>
                </a:lnTo>
                <a:lnTo>
                  <a:pt x="13279" y="5613"/>
                </a:lnTo>
                <a:lnTo>
                  <a:pt x="13316" y="5686"/>
                </a:lnTo>
                <a:lnTo>
                  <a:pt x="13389" y="5723"/>
                </a:lnTo>
                <a:lnTo>
                  <a:pt x="13536" y="5759"/>
                </a:lnTo>
                <a:lnTo>
                  <a:pt x="13646" y="5686"/>
                </a:lnTo>
                <a:lnTo>
                  <a:pt x="13719" y="5649"/>
                </a:lnTo>
                <a:lnTo>
                  <a:pt x="13756" y="5576"/>
                </a:lnTo>
                <a:lnTo>
                  <a:pt x="13829" y="5503"/>
                </a:lnTo>
                <a:lnTo>
                  <a:pt x="13939" y="5466"/>
                </a:lnTo>
                <a:close/>
                <a:moveTo>
                  <a:pt x="13646" y="3852"/>
                </a:moveTo>
                <a:lnTo>
                  <a:pt x="13609" y="3925"/>
                </a:lnTo>
                <a:lnTo>
                  <a:pt x="13499" y="4182"/>
                </a:lnTo>
                <a:lnTo>
                  <a:pt x="13462" y="4476"/>
                </a:lnTo>
                <a:lnTo>
                  <a:pt x="13462" y="4732"/>
                </a:lnTo>
                <a:lnTo>
                  <a:pt x="13499" y="5026"/>
                </a:lnTo>
                <a:lnTo>
                  <a:pt x="13316" y="5099"/>
                </a:lnTo>
                <a:lnTo>
                  <a:pt x="13132" y="5173"/>
                </a:lnTo>
                <a:lnTo>
                  <a:pt x="13022" y="4769"/>
                </a:lnTo>
                <a:lnTo>
                  <a:pt x="12839" y="4439"/>
                </a:lnTo>
                <a:lnTo>
                  <a:pt x="12802" y="4402"/>
                </a:lnTo>
                <a:lnTo>
                  <a:pt x="12729" y="4402"/>
                </a:lnTo>
                <a:lnTo>
                  <a:pt x="12692" y="4439"/>
                </a:lnTo>
                <a:lnTo>
                  <a:pt x="12692" y="4476"/>
                </a:lnTo>
                <a:lnTo>
                  <a:pt x="12655" y="4732"/>
                </a:lnTo>
                <a:lnTo>
                  <a:pt x="12692" y="4952"/>
                </a:lnTo>
                <a:lnTo>
                  <a:pt x="12802" y="5429"/>
                </a:lnTo>
                <a:lnTo>
                  <a:pt x="12582" y="5649"/>
                </a:lnTo>
                <a:lnTo>
                  <a:pt x="12399" y="5466"/>
                </a:lnTo>
                <a:lnTo>
                  <a:pt x="12142" y="5173"/>
                </a:lnTo>
                <a:lnTo>
                  <a:pt x="12105" y="5136"/>
                </a:lnTo>
                <a:lnTo>
                  <a:pt x="12032" y="5173"/>
                </a:lnTo>
                <a:lnTo>
                  <a:pt x="11995" y="5209"/>
                </a:lnTo>
                <a:lnTo>
                  <a:pt x="11995" y="5283"/>
                </a:lnTo>
                <a:lnTo>
                  <a:pt x="12032" y="5466"/>
                </a:lnTo>
                <a:lnTo>
                  <a:pt x="12142" y="5649"/>
                </a:lnTo>
                <a:lnTo>
                  <a:pt x="12252" y="5796"/>
                </a:lnTo>
                <a:lnTo>
                  <a:pt x="12435" y="5906"/>
                </a:lnTo>
                <a:lnTo>
                  <a:pt x="12399" y="6016"/>
                </a:lnTo>
                <a:lnTo>
                  <a:pt x="12362" y="6053"/>
                </a:lnTo>
                <a:lnTo>
                  <a:pt x="12142" y="6016"/>
                </a:lnTo>
                <a:lnTo>
                  <a:pt x="11738" y="5833"/>
                </a:lnTo>
                <a:lnTo>
                  <a:pt x="11665" y="5686"/>
                </a:lnTo>
                <a:lnTo>
                  <a:pt x="11628" y="5649"/>
                </a:lnTo>
                <a:lnTo>
                  <a:pt x="11592" y="5686"/>
                </a:lnTo>
                <a:lnTo>
                  <a:pt x="11555" y="5833"/>
                </a:lnTo>
                <a:lnTo>
                  <a:pt x="11518" y="5906"/>
                </a:lnTo>
                <a:lnTo>
                  <a:pt x="11518" y="5979"/>
                </a:lnTo>
                <a:lnTo>
                  <a:pt x="11555" y="6053"/>
                </a:lnTo>
                <a:lnTo>
                  <a:pt x="11628" y="6126"/>
                </a:lnTo>
                <a:lnTo>
                  <a:pt x="11775" y="6236"/>
                </a:lnTo>
                <a:lnTo>
                  <a:pt x="11995" y="6346"/>
                </a:lnTo>
                <a:lnTo>
                  <a:pt x="12289" y="6456"/>
                </a:lnTo>
                <a:lnTo>
                  <a:pt x="12252" y="6676"/>
                </a:lnTo>
                <a:lnTo>
                  <a:pt x="12289" y="6897"/>
                </a:lnTo>
                <a:lnTo>
                  <a:pt x="11555" y="6897"/>
                </a:lnTo>
                <a:lnTo>
                  <a:pt x="11445" y="6933"/>
                </a:lnTo>
                <a:lnTo>
                  <a:pt x="11408" y="7007"/>
                </a:lnTo>
                <a:lnTo>
                  <a:pt x="11408" y="7153"/>
                </a:lnTo>
                <a:lnTo>
                  <a:pt x="11408" y="7337"/>
                </a:lnTo>
                <a:lnTo>
                  <a:pt x="11482" y="7483"/>
                </a:lnTo>
                <a:lnTo>
                  <a:pt x="11555" y="7593"/>
                </a:lnTo>
                <a:lnTo>
                  <a:pt x="11592" y="7630"/>
                </a:lnTo>
                <a:lnTo>
                  <a:pt x="11922" y="7960"/>
                </a:lnTo>
                <a:lnTo>
                  <a:pt x="12142" y="8107"/>
                </a:lnTo>
                <a:lnTo>
                  <a:pt x="12252" y="8180"/>
                </a:lnTo>
                <a:lnTo>
                  <a:pt x="12362" y="8217"/>
                </a:lnTo>
                <a:lnTo>
                  <a:pt x="12472" y="8217"/>
                </a:lnTo>
                <a:lnTo>
                  <a:pt x="12362" y="8547"/>
                </a:lnTo>
                <a:lnTo>
                  <a:pt x="12252" y="8804"/>
                </a:lnTo>
                <a:lnTo>
                  <a:pt x="12215" y="8841"/>
                </a:lnTo>
                <a:lnTo>
                  <a:pt x="12179" y="8877"/>
                </a:lnTo>
                <a:lnTo>
                  <a:pt x="11812" y="8731"/>
                </a:lnTo>
                <a:lnTo>
                  <a:pt x="11555" y="8584"/>
                </a:lnTo>
                <a:lnTo>
                  <a:pt x="11335" y="8364"/>
                </a:lnTo>
                <a:lnTo>
                  <a:pt x="11225" y="8364"/>
                </a:lnTo>
                <a:lnTo>
                  <a:pt x="11188" y="8437"/>
                </a:lnTo>
                <a:lnTo>
                  <a:pt x="11188" y="8511"/>
                </a:lnTo>
                <a:lnTo>
                  <a:pt x="11335" y="8731"/>
                </a:lnTo>
                <a:lnTo>
                  <a:pt x="11555" y="8951"/>
                </a:lnTo>
                <a:lnTo>
                  <a:pt x="11812" y="9134"/>
                </a:lnTo>
                <a:lnTo>
                  <a:pt x="12069" y="9244"/>
                </a:lnTo>
                <a:lnTo>
                  <a:pt x="11848" y="9648"/>
                </a:lnTo>
                <a:lnTo>
                  <a:pt x="11738" y="9648"/>
                </a:lnTo>
                <a:lnTo>
                  <a:pt x="11665" y="9721"/>
                </a:lnTo>
                <a:lnTo>
                  <a:pt x="11262" y="9428"/>
                </a:lnTo>
                <a:lnTo>
                  <a:pt x="10895" y="9134"/>
                </a:lnTo>
                <a:lnTo>
                  <a:pt x="10858" y="9097"/>
                </a:lnTo>
                <a:lnTo>
                  <a:pt x="10821" y="9134"/>
                </a:lnTo>
                <a:lnTo>
                  <a:pt x="10601" y="9391"/>
                </a:lnTo>
                <a:lnTo>
                  <a:pt x="10381" y="9648"/>
                </a:lnTo>
                <a:lnTo>
                  <a:pt x="10308" y="9648"/>
                </a:lnTo>
                <a:lnTo>
                  <a:pt x="10234" y="9684"/>
                </a:lnTo>
                <a:lnTo>
                  <a:pt x="10198" y="9758"/>
                </a:lnTo>
                <a:lnTo>
                  <a:pt x="10234" y="9831"/>
                </a:lnTo>
                <a:lnTo>
                  <a:pt x="10748" y="10308"/>
                </a:lnTo>
                <a:lnTo>
                  <a:pt x="11188" y="10821"/>
                </a:lnTo>
                <a:lnTo>
                  <a:pt x="10968" y="11262"/>
                </a:lnTo>
                <a:lnTo>
                  <a:pt x="10785" y="11152"/>
                </a:lnTo>
                <a:lnTo>
                  <a:pt x="10601" y="11078"/>
                </a:lnTo>
                <a:lnTo>
                  <a:pt x="10381" y="11042"/>
                </a:lnTo>
                <a:lnTo>
                  <a:pt x="10308" y="11005"/>
                </a:lnTo>
                <a:lnTo>
                  <a:pt x="10198" y="10968"/>
                </a:lnTo>
                <a:lnTo>
                  <a:pt x="10161" y="10931"/>
                </a:lnTo>
                <a:lnTo>
                  <a:pt x="10088" y="10931"/>
                </a:lnTo>
                <a:lnTo>
                  <a:pt x="9978" y="10968"/>
                </a:lnTo>
                <a:lnTo>
                  <a:pt x="9941" y="11078"/>
                </a:lnTo>
                <a:lnTo>
                  <a:pt x="9941" y="11152"/>
                </a:lnTo>
                <a:lnTo>
                  <a:pt x="9978" y="11188"/>
                </a:lnTo>
                <a:lnTo>
                  <a:pt x="10124" y="11335"/>
                </a:lnTo>
                <a:lnTo>
                  <a:pt x="10308" y="11445"/>
                </a:lnTo>
                <a:lnTo>
                  <a:pt x="10565" y="11555"/>
                </a:lnTo>
                <a:lnTo>
                  <a:pt x="10675" y="11592"/>
                </a:lnTo>
                <a:lnTo>
                  <a:pt x="10785" y="11592"/>
                </a:lnTo>
                <a:lnTo>
                  <a:pt x="10748" y="11775"/>
                </a:lnTo>
                <a:lnTo>
                  <a:pt x="10711" y="11959"/>
                </a:lnTo>
                <a:lnTo>
                  <a:pt x="10675" y="12179"/>
                </a:lnTo>
                <a:lnTo>
                  <a:pt x="10711" y="12362"/>
                </a:lnTo>
                <a:lnTo>
                  <a:pt x="10785" y="12582"/>
                </a:lnTo>
                <a:lnTo>
                  <a:pt x="10638" y="12692"/>
                </a:lnTo>
                <a:lnTo>
                  <a:pt x="10455" y="12876"/>
                </a:lnTo>
                <a:lnTo>
                  <a:pt x="10381" y="12949"/>
                </a:lnTo>
                <a:lnTo>
                  <a:pt x="10308" y="12949"/>
                </a:lnTo>
                <a:lnTo>
                  <a:pt x="10271" y="12986"/>
                </a:lnTo>
                <a:lnTo>
                  <a:pt x="10234" y="13059"/>
                </a:lnTo>
                <a:lnTo>
                  <a:pt x="10234" y="13169"/>
                </a:lnTo>
                <a:lnTo>
                  <a:pt x="10271" y="13206"/>
                </a:lnTo>
                <a:lnTo>
                  <a:pt x="10308" y="13242"/>
                </a:lnTo>
                <a:lnTo>
                  <a:pt x="10455" y="13242"/>
                </a:lnTo>
                <a:lnTo>
                  <a:pt x="10565" y="13206"/>
                </a:lnTo>
                <a:lnTo>
                  <a:pt x="10748" y="13059"/>
                </a:lnTo>
                <a:lnTo>
                  <a:pt x="11005" y="12912"/>
                </a:lnTo>
                <a:lnTo>
                  <a:pt x="11408" y="13352"/>
                </a:lnTo>
                <a:lnTo>
                  <a:pt x="11482" y="13426"/>
                </a:lnTo>
                <a:lnTo>
                  <a:pt x="11335" y="13609"/>
                </a:lnTo>
                <a:lnTo>
                  <a:pt x="11262" y="13829"/>
                </a:lnTo>
                <a:lnTo>
                  <a:pt x="11188" y="13829"/>
                </a:lnTo>
                <a:lnTo>
                  <a:pt x="11115" y="13866"/>
                </a:lnTo>
                <a:lnTo>
                  <a:pt x="11005" y="13939"/>
                </a:lnTo>
                <a:lnTo>
                  <a:pt x="10968" y="14013"/>
                </a:lnTo>
                <a:lnTo>
                  <a:pt x="11005" y="14123"/>
                </a:lnTo>
                <a:lnTo>
                  <a:pt x="11041" y="14233"/>
                </a:lnTo>
                <a:lnTo>
                  <a:pt x="11151" y="14306"/>
                </a:lnTo>
                <a:lnTo>
                  <a:pt x="11262" y="14343"/>
                </a:lnTo>
                <a:lnTo>
                  <a:pt x="11372" y="14343"/>
                </a:lnTo>
                <a:lnTo>
                  <a:pt x="11482" y="14270"/>
                </a:lnTo>
                <a:lnTo>
                  <a:pt x="11555" y="14196"/>
                </a:lnTo>
                <a:lnTo>
                  <a:pt x="11628" y="14086"/>
                </a:lnTo>
                <a:lnTo>
                  <a:pt x="11665" y="13976"/>
                </a:lnTo>
                <a:lnTo>
                  <a:pt x="11665" y="13866"/>
                </a:lnTo>
                <a:lnTo>
                  <a:pt x="11738" y="13719"/>
                </a:lnTo>
                <a:lnTo>
                  <a:pt x="11848" y="13829"/>
                </a:lnTo>
                <a:lnTo>
                  <a:pt x="11995" y="13903"/>
                </a:lnTo>
                <a:lnTo>
                  <a:pt x="12142" y="13976"/>
                </a:lnTo>
                <a:lnTo>
                  <a:pt x="12325" y="14013"/>
                </a:lnTo>
                <a:lnTo>
                  <a:pt x="12362" y="14049"/>
                </a:lnTo>
                <a:lnTo>
                  <a:pt x="12252" y="14270"/>
                </a:lnTo>
                <a:lnTo>
                  <a:pt x="12179" y="14453"/>
                </a:lnTo>
                <a:lnTo>
                  <a:pt x="12105" y="14563"/>
                </a:lnTo>
                <a:lnTo>
                  <a:pt x="11995" y="14600"/>
                </a:lnTo>
                <a:lnTo>
                  <a:pt x="11958" y="14600"/>
                </a:lnTo>
                <a:lnTo>
                  <a:pt x="11885" y="14636"/>
                </a:lnTo>
                <a:lnTo>
                  <a:pt x="11848" y="14746"/>
                </a:lnTo>
                <a:lnTo>
                  <a:pt x="11848" y="14856"/>
                </a:lnTo>
                <a:lnTo>
                  <a:pt x="11922" y="14930"/>
                </a:lnTo>
                <a:lnTo>
                  <a:pt x="11995" y="15003"/>
                </a:lnTo>
                <a:lnTo>
                  <a:pt x="12069" y="15003"/>
                </a:lnTo>
                <a:lnTo>
                  <a:pt x="12215" y="14966"/>
                </a:lnTo>
                <a:lnTo>
                  <a:pt x="12362" y="14856"/>
                </a:lnTo>
                <a:lnTo>
                  <a:pt x="12472" y="14746"/>
                </a:lnTo>
                <a:lnTo>
                  <a:pt x="12545" y="14563"/>
                </a:lnTo>
                <a:lnTo>
                  <a:pt x="12619" y="14416"/>
                </a:lnTo>
                <a:lnTo>
                  <a:pt x="12692" y="14049"/>
                </a:lnTo>
                <a:lnTo>
                  <a:pt x="13132" y="13976"/>
                </a:lnTo>
                <a:lnTo>
                  <a:pt x="13536" y="13829"/>
                </a:lnTo>
                <a:lnTo>
                  <a:pt x="13279" y="14526"/>
                </a:lnTo>
                <a:lnTo>
                  <a:pt x="13206" y="14710"/>
                </a:lnTo>
                <a:lnTo>
                  <a:pt x="13206" y="14820"/>
                </a:lnTo>
                <a:lnTo>
                  <a:pt x="13242" y="14856"/>
                </a:lnTo>
                <a:lnTo>
                  <a:pt x="13279" y="14930"/>
                </a:lnTo>
                <a:lnTo>
                  <a:pt x="13352" y="14966"/>
                </a:lnTo>
                <a:lnTo>
                  <a:pt x="13426" y="14966"/>
                </a:lnTo>
                <a:lnTo>
                  <a:pt x="13499" y="14930"/>
                </a:lnTo>
                <a:lnTo>
                  <a:pt x="13572" y="14893"/>
                </a:lnTo>
                <a:lnTo>
                  <a:pt x="13609" y="14820"/>
                </a:lnTo>
                <a:lnTo>
                  <a:pt x="13719" y="14563"/>
                </a:lnTo>
                <a:lnTo>
                  <a:pt x="13793" y="14270"/>
                </a:lnTo>
                <a:lnTo>
                  <a:pt x="13829" y="13976"/>
                </a:lnTo>
                <a:lnTo>
                  <a:pt x="13829" y="13719"/>
                </a:lnTo>
                <a:lnTo>
                  <a:pt x="14269" y="13463"/>
                </a:lnTo>
                <a:lnTo>
                  <a:pt x="14306" y="13939"/>
                </a:lnTo>
                <a:lnTo>
                  <a:pt x="14343" y="14049"/>
                </a:lnTo>
                <a:lnTo>
                  <a:pt x="14379" y="14123"/>
                </a:lnTo>
                <a:lnTo>
                  <a:pt x="14379" y="14159"/>
                </a:lnTo>
                <a:lnTo>
                  <a:pt x="14416" y="14270"/>
                </a:lnTo>
                <a:lnTo>
                  <a:pt x="14490" y="14343"/>
                </a:lnTo>
                <a:lnTo>
                  <a:pt x="14673" y="14343"/>
                </a:lnTo>
                <a:lnTo>
                  <a:pt x="14673" y="14306"/>
                </a:lnTo>
                <a:lnTo>
                  <a:pt x="14746" y="14233"/>
                </a:lnTo>
                <a:lnTo>
                  <a:pt x="14783" y="14159"/>
                </a:lnTo>
                <a:lnTo>
                  <a:pt x="14710" y="13903"/>
                </a:lnTo>
                <a:lnTo>
                  <a:pt x="14673" y="13646"/>
                </a:lnTo>
                <a:lnTo>
                  <a:pt x="14563" y="13279"/>
                </a:lnTo>
                <a:lnTo>
                  <a:pt x="15003" y="12876"/>
                </a:lnTo>
                <a:lnTo>
                  <a:pt x="15113" y="13022"/>
                </a:lnTo>
                <a:lnTo>
                  <a:pt x="15223" y="13132"/>
                </a:lnTo>
                <a:lnTo>
                  <a:pt x="15370" y="13352"/>
                </a:lnTo>
                <a:lnTo>
                  <a:pt x="15480" y="13463"/>
                </a:lnTo>
                <a:lnTo>
                  <a:pt x="15590" y="13536"/>
                </a:lnTo>
                <a:lnTo>
                  <a:pt x="15663" y="13536"/>
                </a:lnTo>
                <a:lnTo>
                  <a:pt x="15737" y="13463"/>
                </a:lnTo>
                <a:lnTo>
                  <a:pt x="15773" y="13389"/>
                </a:lnTo>
                <a:lnTo>
                  <a:pt x="15773" y="13316"/>
                </a:lnTo>
                <a:lnTo>
                  <a:pt x="15737" y="13132"/>
                </a:lnTo>
                <a:lnTo>
                  <a:pt x="15627" y="12986"/>
                </a:lnTo>
                <a:lnTo>
                  <a:pt x="15480" y="12876"/>
                </a:lnTo>
                <a:lnTo>
                  <a:pt x="15370" y="12729"/>
                </a:lnTo>
                <a:lnTo>
                  <a:pt x="15260" y="12582"/>
                </a:lnTo>
                <a:lnTo>
                  <a:pt x="15480" y="12289"/>
                </a:lnTo>
                <a:lnTo>
                  <a:pt x="15700" y="11995"/>
                </a:lnTo>
                <a:lnTo>
                  <a:pt x="15773" y="12069"/>
                </a:lnTo>
                <a:lnTo>
                  <a:pt x="15993" y="12215"/>
                </a:lnTo>
                <a:lnTo>
                  <a:pt x="16177" y="12399"/>
                </a:lnTo>
                <a:lnTo>
                  <a:pt x="16250" y="12435"/>
                </a:lnTo>
                <a:lnTo>
                  <a:pt x="16397" y="12435"/>
                </a:lnTo>
                <a:lnTo>
                  <a:pt x="16434" y="12399"/>
                </a:lnTo>
                <a:lnTo>
                  <a:pt x="16470" y="12325"/>
                </a:lnTo>
                <a:lnTo>
                  <a:pt x="16507" y="12252"/>
                </a:lnTo>
                <a:lnTo>
                  <a:pt x="16507" y="12179"/>
                </a:lnTo>
                <a:lnTo>
                  <a:pt x="16434" y="12105"/>
                </a:lnTo>
                <a:lnTo>
                  <a:pt x="16250" y="11922"/>
                </a:lnTo>
                <a:lnTo>
                  <a:pt x="16030" y="11775"/>
                </a:lnTo>
                <a:lnTo>
                  <a:pt x="15883" y="11702"/>
                </a:lnTo>
                <a:lnTo>
                  <a:pt x="16140" y="11115"/>
                </a:lnTo>
                <a:lnTo>
                  <a:pt x="16324" y="11225"/>
                </a:lnTo>
                <a:lnTo>
                  <a:pt x="16617" y="11335"/>
                </a:lnTo>
                <a:lnTo>
                  <a:pt x="16984" y="11408"/>
                </a:lnTo>
                <a:lnTo>
                  <a:pt x="17057" y="11408"/>
                </a:lnTo>
                <a:lnTo>
                  <a:pt x="17094" y="11372"/>
                </a:lnTo>
                <a:lnTo>
                  <a:pt x="17131" y="11298"/>
                </a:lnTo>
                <a:lnTo>
                  <a:pt x="17167" y="11225"/>
                </a:lnTo>
                <a:lnTo>
                  <a:pt x="17167" y="11152"/>
                </a:lnTo>
                <a:lnTo>
                  <a:pt x="17131" y="11078"/>
                </a:lnTo>
                <a:lnTo>
                  <a:pt x="17094" y="11042"/>
                </a:lnTo>
                <a:lnTo>
                  <a:pt x="17021" y="11005"/>
                </a:lnTo>
                <a:lnTo>
                  <a:pt x="16764" y="10968"/>
                </a:lnTo>
                <a:lnTo>
                  <a:pt x="16544" y="10895"/>
                </a:lnTo>
                <a:lnTo>
                  <a:pt x="16250" y="10821"/>
                </a:lnTo>
                <a:lnTo>
                  <a:pt x="16397" y="10345"/>
                </a:lnTo>
                <a:lnTo>
                  <a:pt x="16507" y="9831"/>
                </a:lnTo>
                <a:lnTo>
                  <a:pt x="16727" y="9941"/>
                </a:lnTo>
                <a:lnTo>
                  <a:pt x="16984" y="9978"/>
                </a:lnTo>
                <a:lnTo>
                  <a:pt x="17131" y="10014"/>
                </a:lnTo>
                <a:lnTo>
                  <a:pt x="17277" y="10014"/>
                </a:lnTo>
                <a:lnTo>
                  <a:pt x="17424" y="9978"/>
                </a:lnTo>
                <a:lnTo>
                  <a:pt x="17461" y="9904"/>
                </a:lnTo>
                <a:lnTo>
                  <a:pt x="17497" y="9831"/>
                </a:lnTo>
                <a:lnTo>
                  <a:pt x="17497" y="9794"/>
                </a:lnTo>
                <a:lnTo>
                  <a:pt x="17497" y="9721"/>
                </a:lnTo>
                <a:lnTo>
                  <a:pt x="17387" y="9648"/>
                </a:lnTo>
                <a:lnTo>
                  <a:pt x="17277" y="9611"/>
                </a:lnTo>
                <a:lnTo>
                  <a:pt x="17167" y="9574"/>
                </a:lnTo>
                <a:lnTo>
                  <a:pt x="16544" y="9501"/>
                </a:lnTo>
                <a:lnTo>
                  <a:pt x="16544" y="9464"/>
                </a:lnTo>
                <a:lnTo>
                  <a:pt x="16580" y="8987"/>
                </a:lnTo>
                <a:lnTo>
                  <a:pt x="16617" y="8511"/>
                </a:lnTo>
                <a:lnTo>
                  <a:pt x="16800" y="8584"/>
                </a:lnTo>
                <a:lnTo>
                  <a:pt x="17021" y="8621"/>
                </a:lnTo>
                <a:lnTo>
                  <a:pt x="17204" y="8657"/>
                </a:lnTo>
                <a:lnTo>
                  <a:pt x="17424" y="8621"/>
                </a:lnTo>
                <a:lnTo>
                  <a:pt x="17571" y="8584"/>
                </a:lnTo>
                <a:lnTo>
                  <a:pt x="17644" y="8511"/>
                </a:lnTo>
                <a:lnTo>
                  <a:pt x="17681" y="8437"/>
                </a:lnTo>
                <a:lnTo>
                  <a:pt x="17681" y="8364"/>
                </a:lnTo>
                <a:lnTo>
                  <a:pt x="17644" y="8290"/>
                </a:lnTo>
                <a:lnTo>
                  <a:pt x="17534" y="8217"/>
                </a:lnTo>
                <a:lnTo>
                  <a:pt x="17387" y="8217"/>
                </a:lnTo>
                <a:lnTo>
                  <a:pt x="17094" y="8254"/>
                </a:lnTo>
                <a:lnTo>
                  <a:pt x="16617" y="8217"/>
                </a:lnTo>
                <a:lnTo>
                  <a:pt x="16580" y="7814"/>
                </a:lnTo>
                <a:lnTo>
                  <a:pt x="16507" y="7410"/>
                </a:lnTo>
                <a:lnTo>
                  <a:pt x="16507" y="7410"/>
                </a:lnTo>
                <a:lnTo>
                  <a:pt x="16690" y="7447"/>
                </a:lnTo>
                <a:lnTo>
                  <a:pt x="16874" y="7447"/>
                </a:lnTo>
                <a:lnTo>
                  <a:pt x="17021" y="7410"/>
                </a:lnTo>
                <a:lnTo>
                  <a:pt x="17204" y="7337"/>
                </a:lnTo>
                <a:lnTo>
                  <a:pt x="17351" y="7263"/>
                </a:lnTo>
                <a:lnTo>
                  <a:pt x="17387" y="7190"/>
                </a:lnTo>
                <a:lnTo>
                  <a:pt x="17424" y="7117"/>
                </a:lnTo>
                <a:lnTo>
                  <a:pt x="17424" y="7043"/>
                </a:lnTo>
                <a:lnTo>
                  <a:pt x="17424" y="7007"/>
                </a:lnTo>
                <a:lnTo>
                  <a:pt x="17351" y="6933"/>
                </a:lnTo>
                <a:lnTo>
                  <a:pt x="17314" y="6897"/>
                </a:lnTo>
                <a:lnTo>
                  <a:pt x="17131" y="6897"/>
                </a:lnTo>
                <a:lnTo>
                  <a:pt x="16947" y="6970"/>
                </a:lnTo>
                <a:lnTo>
                  <a:pt x="16764" y="7007"/>
                </a:lnTo>
                <a:lnTo>
                  <a:pt x="16397" y="7080"/>
                </a:lnTo>
                <a:lnTo>
                  <a:pt x="16324" y="6897"/>
                </a:lnTo>
                <a:lnTo>
                  <a:pt x="16140" y="6493"/>
                </a:lnTo>
                <a:lnTo>
                  <a:pt x="16397" y="6420"/>
                </a:lnTo>
                <a:lnTo>
                  <a:pt x="16764" y="6273"/>
                </a:lnTo>
                <a:lnTo>
                  <a:pt x="16947" y="6200"/>
                </a:lnTo>
                <a:lnTo>
                  <a:pt x="17094" y="6090"/>
                </a:lnTo>
                <a:lnTo>
                  <a:pt x="17131" y="6053"/>
                </a:lnTo>
                <a:lnTo>
                  <a:pt x="17131" y="5979"/>
                </a:lnTo>
                <a:lnTo>
                  <a:pt x="17131" y="5906"/>
                </a:lnTo>
                <a:lnTo>
                  <a:pt x="17021" y="5833"/>
                </a:lnTo>
                <a:lnTo>
                  <a:pt x="16910" y="5796"/>
                </a:lnTo>
                <a:lnTo>
                  <a:pt x="16764" y="5833"/>
                </a:lnTo>
                <a:lnTo>
                  <a:pt x="16580" y="5906"/>
                </a:lnTo>
                <a:lnTo>
                  <a:pt x="16250" y="6090"/>
                </a:lnTo>
                <a:lnTo>
                  <a:pt x="16104" y="6163"/>
                </a:lnTo>
                <a:lnTo>
                  <a:pt x="15957" y="6236"/>
                </a:lnTo>
                <a:lnTo>
                  <a:pt x="15957" y="6200"/>
                </a:lnTo>
                <a:lnTo>
                  <a:pt x="15957" y="6163"/>
                </a:lnTo>
                <a:lnTo>
                  <a:pt x="15920" y="6163"/>
                </a:lnTo>
                <a:lnTo>
                  <a:pt x="15590" y="5796"/>
                </a:lnTo>
                <a:lnTo>
                  <a:pt x="15920" y="5503"/>
                </a:lnTo>
                <a:lnTo>
                  <a:pt x="16250" y="5173"/>
                </a:lnTo>
                <a:lnTo>
                  <a:pt x="16287" y="5099"/>
                </a:lnTo>
                <a:lnTo>
                  <a:pt x="16324" y="4989"/>
                </a:lnTo>
                <a:lnTo>
                  <a:pt x="16287" y="4916"/>
                </a:lnTo>
                <a:lnTo>
                  <a:pt x="16250" y="4879"/>
                </a:lnTo>
                <a:lnTo>
                  <a:pt x="16177" y="4806"/>
                </a:lnTo>
                <a:lnTo>
                  <a:pt x="16030" y="4806"/>
                </a:lnTo>
                <a:lnTo>
                  <a:pt x="15957" y="4842"/>
                </a:lnTo>
                <a:lnTo>
                  <a:pt x="15627" y="5209"/>
                </a:lnTo>
                <a:lnTo>
                  <a:pt x="15333" y="5576"/>
                </a:lnTo>
                <a:lnTo>
                  <a:pt x="15076" y="5393"/>
                </a:lnTo>
                <a:lnTo>
                  <a:pt x="14820" y="5246"/>
                </a:lnTo>
                <a:lnTo>
                  <a:pt x="14673" y="5173"/>
                </a:lnTo>
                <a:lnTo>
                  <a:pt x="14746" y="5026"/>
                </a:lnTo>
                <a:lnTo>
                  <a:pt x="14966" y="4659"/>
                </a:lnTo>
                <a:lnTo>
                  <a:pt x="15003" y="4586"/>
                </a:lnTo>
                <a:lnTo>
                  <a:pt x="15003" y="4512"/>
                </a:lnTo>
                <a:lnTo>
                  <a:pt x="14930" y="4402"/>
                </a:lnTo>
                <a:lnTo>
                  <a:pt x="14856" y="4366"/>
                </a:lnTo>
                <a:lnTo>
                  <a:pt x="14746" y="4366"/>
                </a:lnTo>
                <a:lnTo>
                  <a:pt x="14673" y="4439"/>
                </a:lnTo>
                <a:lnTo>
                  <a:pt x="14526" y="4622"/>
                </a:lnTo>
                <a:lnTo>
                  <a:pt x="14416" y="4842"/>
                </a:lnTo>
                <a:lnTo>
                  <a:pt x="14343" y="5026"/>
                </a:lnTo>
                <a:lnTo>
                  <a:pt x="14159" y="4989"/>
                </a:lnTo>
                <a:lnTo>
                  <a:pt x="13939" y="4989"/>
                </a:lnTo>
                <a:lnTo>
                  <a:pt x="13903" y="4732"/>
                </a:lnTo>
                <a:lnTo>
                  <a:pt x="13866" y="4476"/>
                </a:lnTo>
                <a:lnTo>
                  <a:pt x="13829" y="3962"/>
                </a:lnTo>
                <a:lnTo>
                  <a:pt x="13829" y="3889"/>
                </a:lnTo>
                <a:lnTo>
                  <a:pt x="13756" y="3852"/>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7" name="Google Shape;217;p3"/>
          <p:cNvSpPr/>
          <p:nvPr/>
        </p:nvSpPr>
        <p:spPr>
          <a:xfrm>
            <a:off x="11017723" y="6023741"/>
            <a:ext cx="639575" cy="452289"/>
          </a:xfrm>
          <a:custGeom>
            <a:avLst/>
            <a:gdLst/>
            <a:ahLst/>
            <a:cxnLst/>
            <a:rect l="l" t="t" r="r" b="b"/>
            <a:pathLst>
              <a:path w="16911" h="11959" extrusionOk="0">
                <a:moveTo>
                  <a:pt x="12215" y="8951"/>
                </a:moveTo>
                <a:lnTo>
                  <a:pt x="12032" y="9098"/>
                </a:lnTo>
                <a:lnTo>
                  <a:pt x="11848" y="9244"/>
                </a:lnTo>
                <a:lnTo>
                  <a:pt x="11408" y="9538"/>
                </a:lnTo>
                <a:lnTo>
                  <a:pt x="11005" y="9685"/>
                </a:lnTo>
                <a:lnTo>
                  <a:pt x="10638" y="9868"/>
                </a:lnTo>
                <a:lnTo>
                  <a:pt x="10124" y="10051"/>
                </a:lnTo>
                <a:lnTo>
                  <a:pt x="9977" y="10125"/>
                </a:lnTo>
                <a:lnTo>
                  <a:pt x="9794" y="10161"/>
                </a:lnTo>
                <a:lnTo>
                  <a:pt x="9904" y="9978"/>
                </a:lnTo>
                <a:lnTo>
                  <a:pt x="10051" y="9795"/>
                </a:lnTo>
                <a:lnTo>
                  <a:pt x="10344" y="9758"/>
                </a:lnTo>
                <a:lnTo>
                  <a:pt x="10601" y="9648"/>
                </a:lnTo>
                <a:lnTo>
                  <a:pt x="10858" y="9538"/>
                </a:lnTo>
                <a:lnTo>
                  <a:pt x="11115" y="9354"/>
                </a:lnTo>
                <a:lnTo>
                  <a:pt x="11335" y="9171"/>
                </a:lnTo>
                <a:lnTo>
                  <a:pt x="11371" y="9061"/>
                </a:lnTo>
                <a:lnTo>
                  <a:pt x="11445" y="9061"/>
                </a:lnTo>
                <a:lnTo>
                  <a:pt x="11481" y="9024"/>
                </a:lnTo>
                <a:lnTo>
                  <a:pt x="11848" y="8951"/>
                </a:lnTo>
                <a:close/>
                <a:moveTo>
                  <a:pt x="12619" y="8988"/>
                </a:moveTo>
                <a:lnTo>
                  <a:pt x="12839" y="9061"/>
                </a:lnTo>
                <a:lnTo>
                  <a:pt x="12839" y="9171"/>
                </a:lnTo>
                <a:lnTo>
                  <a:pt x="12215" y="9685"/>
                </a:lnTo>
                <a:lnTo>
                  <a:pt x="11518" y="10125"/>
                </a:lnTo>
                <a:lnTo>
                  <a:pt x="11115" y="10345"/>
                </a:lnTo>
                <a:lnTo>
                  <a:pt x="10711" y="10528"/>
                </a:lnTo>
                <a:lnTo>
                  <a:pt x="10308" y="10712"/>
                </a:lnTo>
                <a:lnTo>
                  <a:pt x="9904" y="10932"/>
                </a:lnTo>
                <a:lnTo>
                  <a:pt x="9831" y="10822"/>
                </a:lnTo>
                <a:lnTo>
                  <a:pt x="9794" y="10712"/>
                </a:lnTo>
                <a:lnTo>
                  <a:pt x="9757" y="10455"/>
                </a:lnTo>
                <a:lnTo>
                  <a:pt x="9904" y="10455"/>
                </a:lnTo>
                <a:lnTo>
                  <a:pt x="10051" y="10381"/>
                </a:lnTo>
                <a:lnTo>
                  <a:pt x="10344" y="10271"/>
                </a:lnTo>
                <a:lnTo>
                  <a:pt x="11078" y="10015"/>
                </a:lnTo>
                <a:lnTo>
                  <a:pt x="11481" y="9831"/>
                </a:lnTo>
                <a:lnTo>
                  <a:pt x="11922" y="9611"/>
                </a:lnTo>
                <a:lnTo>
                  <a:pt x="12288" y="9318"/>
                </a:lnTo>
                <a:lnTo>
                  <a:pt x="12435" y="9171"/>
                </a:lnTo>
                <a:lnTo>
                  <a:pt x="12619" y="8988"/>
                </a:lnTo>
                <a:close/>
                <a:moveTo>
                  <a:pt x="9464" y="514"/>
                </a:moveTo>
                <a:lnTo>
                  <a:pt x="9721" y="551"/>
                </a:lnTo>
                <a:lnTo>
                  <a:pt x="9941" y="588"/>
                </a:lnTo>
                <a:lnTo>
                  <a:pt x="10161" y="661"/>
                </a:lnTo>
                <a:lnTo>
                  <a:pt x="10344" y="771"/>
                </a:lnTo>
                <a:lnTo>
                  <a:pt x="10491" y="918"/>
                </a:lnTo>
                <a:lnTo>
                  <a:pt x="10564" y="1101"/>
                </a:lnTo>
                <a:lnTo>
                  <a:pt x="10601" y="1101"/>
                </a:lnTo>
                <a:lnTo>
                  <a:pt x="10528" y="1211"/>
                </a:lnTo>
                <a:lnTo>
                  <a:pt x="10528" y="1321"/>
                </a:lnTo>
                <a:lnTo>
                  <a:pt x="10564" y="1615"/>
                </a:lnTo>
                <a:lnTo>
                  <a:pt x="10638" y="1871"/>
                </a:lnTo>
                <a:lnTo>
                  <a:pt x="10748" y="2091"/>
                </a:lnTo>
                <a:lnTo>
                  <a:pt x="10931" y="2348"/>
                </a:lnTo>
                <a:lnTo>
                  <a:pt x="11005" y="2495"/>
                </a:lnTo>
                <a:lnTo>
                  <a:pt x="11041" y="2678"/>
                </a:lnTo>
                <a:lnTo>
                  <a:pt x="11041" y="2752"/>
                </a:lnTo>
                <a:lnTo>
                  <a:pt x="11005" y="2788"/>
                </a:lnTo>
                <a:lnTo>
                  <a:pt x="10931" y="2788"/>
                </a:lnTo>
                <a:lnTo>
                  <a:pt x="10858" y="2752"/>
                </a:lnTo>
                <a:lnTo>
                  <a:pt x="10784" y="2642"/>
                </a:lnTo>
                <a:lnTo>
                  <a:pt x="10674" y="2312"/>
                </a:lnTo>
                <a:lnTo>
                  <a:pt x="10601" y="2128"/>
                </a:lnTo>
                <a:lnTo>
                  <a:pt x="10491" y="1981"/>
                </a:lnTo>
                <a:lnTo>
                  <a:pt x="10381" y="1798"/>
                </a:lnTo>
                <a:lnTo>
                  <a:pt x="10234" y="1651"/>
                </a:lnTo>
                <a:lnTo>
                  <a:pt x="10088" y="1541"/>
                </a:lnTo>
                <a:lnTo>
                  <a:pt x="9904" y="1431"/>
                </a:lnTo>
                <a:lnTo>
                  <a:pt x="9721" y="1358"/>
                </a:lnTo>
                <a:lnTo>
                  <a:pt x="9537" y="1321"/>
                </a:lnTo>
                <a:lnTo>
                  <a:pt x="9134" y="1321"/>
                </a:lnTo>
                <a:lnTo>
                  <a:pt x="8950" y="1358"/>
                </a:lnTo>
                <a:lnTo>
                  <a:pt x="8767" y="1431"/>
                </a:lnTo>
                <a:lnTo>
                  <a:pt x="8694" y="1468"/>
                </a:lnTo>
                <a:lnTo>
                  <a:pt x="8657" y="1505"/>
                </a:lnTo>
                <a:lnTo>
                  <a:pt x="8694" y="1615"/>
                </a:lnTo>
                <a:lnTo>
                  <a:pt x="8767" y="1688"/>
                </a:lnTo>
                <a:lnTo>
                  <a:pt x="8804" y="1725"/>
                </a:lnTo>
                <a:lnTo>
                  <a:pt x="8877" y="1725"/>
                </a:lnTo>
                <a:lnTo>
                  <a:pt x="9097" y="1688"/>
                </a:lnTo>
                <a:lnTo>
                  <a:pt x="9281" y="1688"/>
                </a:lnTo>
                <a:lnTo>
                  <a:pt x="9501" y="1725"/>
                </a:lnTo>
                <a:lnTo>
                  <a:pt x="9684" y="1798"/>
                </a:lnTo>
                <a:lnTo>
                  <a:pt x="9867" y="1871"/>
                </a:lnTo>
                <a:lnTo>
                  <a:pt x="10014" y="2018"/>
                </a:lnTo>
                <a:lnTo>
                  <a:pt x="10161" y="2165"/>
                </a:lnTo>
                <a:lnTo>
                  <a:pt x="10271" y="2348"/>
                </a:lnTo>
                <a:lnTo>
                  <a:pt x="10418" y="2788"/>
                </a:lnTo>
                <a:lnTo>
                  <a:pt x="10528" y="2972"/>
                </a:lnTo>
                <a:lnTo>
                  <a:pt x="10638" y="3119"/>
                </a:lnTo>
                <a:lnTo>
                  <a:pt x="10528" y="3192"/>
                </a:lnTo>
                <a:lnTo>
                  <a:pt x="10308" y="3375"/>
                </a:lnTo>
                <a:lnTo>
                  <a:pt x="10088" y="3595"/>
                </a:lnTo>
                <a:lnTo>
                  <a:pt x="9904" y="3816"/>
                </a:lnTo>
                <a:lnTo>
                  <a:pt x="9794" y="4072"/>
                </a:lnTo>
                <a:lnTo>
                  <a:pt x="9721" y="4292"/>
                </a:lnTo>
                <a:lnTo>
                  <a:pt x="9684" y="4512"/>
                </a:lnTo>
                <a:lnTo>
                  <a:pt x="9721" y="4733"/>
                </a:lnTo>
                <a:lnTo>
                  <a:pt x="9757" y="4953"/>
                </a:lnTo>
                <a:lnTo>
                  <a:pt x="9867" y="5136"/>
                </a:lnTo>
                <a:lnTo>
                  <a:pt x="10014" y="5283"/>
                </a:lnTo>
                <a:lnTo>
                  <a:pt x="10198" y="5429"/>
                </a:lnTo>
                <a:lnTo>
                  <a:pt x="10418" y="5503"/>
                </a:lnTo>
                <a:lnTo>
                  <a:pt x="10638" y="5576"/>
                </a:lnTo>
                <a:lnTo>
                  <a:pt x="10895" y="5540"/>
                </a:lnTo>
                <a:lnTo>
                  <a:pt x="11151" y="5503"/>
                </a:lnTo>
                <a:lnTo>
                  <a:pt x="11371" y="5393"/>
                </a:lnTo>
                <a:lnTo>
                  <a:pt x="12032" y="5063"/>
                </a:lnTo>
                <a:lnTo>
                  <a:pt x="12692" y="4659"/>
                </a:lnTo>
                <a:lnTo>
                  <a:pt x="12729" y="4586"/>
                </a:lnTo>
                <a:lnTo>
                  <a:pt x="12765" y="4512"/>
                </a:lnTo>
                <a:lnTo>
                  <a:pt x="12765" y="4439"/>
                </a:lnTo>
                <a:lnTo>
                  <a:pt x="12729" y="4402"/>
                </a:lnTo>
                <a:lnTo>
                  <a:pt x="12692" y="4329"/>
                </a:lnTo>
                <a:lnTo>
                  <a:pt x="12619" y="4292"/>
                </a:lnTo>
                <a:lnTo>
                  <a:pt x="12472" y="4292"/>
                </a:lnTo>
                <a:lnTo>
                  <a:pt x="12032" y="4549"/>
                </a:lnTo>
                <a:lnTo>
                  <a:pt x="11591" y="4843"/>
                </a:lnTo>
                <a:lnTo>
                  <a:pt x="11371" y="4953"/>
                </a:lnTo>
                <a:lnTo>
                  <a:pt x="11151" y="5063"/>
                </a:lnTo>
                <a:lnTo>
                  <a:pt x="10895" y="5136"/>
                </a:lnTo>
                <a:lnTo>
                  <a:pt x="10528" y="5136"/>
                </a:lnTo>
                <a:lnTo>
                  <a:pt x="10418" y="5099"/>
                </a:lnTo>
                <a:lnTo>
                  <a:pt x="10308" y="5026"/>
                </a:lnTo>
                <a:lnTo>
                  <a:pt x="10234" y="4953"/>
                </a:lnTo>
                <a:lnTo>
                  <a:pt x="10161" y="4843"/>
                </a:lnTo>
                <a:lnTo>
                  <a:pt x="10124" y="4733"/>
                </a:lnTo>
                <a:lnTo>
                  <a:pt x="10088" y="4476"/>
                </a:lnTo>
                <a:lnTo>
                  <a:pt x="10124" y="4366"/>
                </a:lnTo>
                <a:lnTo>
                  <a:pt x="10161" y="4219"/>
                </a:lnTo>
                <a:lnTo>
                  <a:pt x="10271" y="3999"/>
                </a:lnTo>
                <a:lnTo>
                  <a:pt x="10454" y="3816"/>
                </a:lnTo>
                <a:lnTo>
                  <a:pt x="10674" y="3632"/>
                </a:lnTo>
                <a:lnTo>
                  <a:pt x="10968" y="3375"/>
                </a:lnTo>
                <a:lnTo>
                  <a:pt x="11225" y="3119"/>
                </a:lnTo>
                <a:lnTo>
                  <a:pt x="11335" y="2972"/>
                </a:lnTo>
                <a:lnTo>
                  <a:pt x="11408" y="2825"/>
                </a:lnTo>
                <a:lnTo>
                  <a:pt x="11408" y="2642"/>
                </a:lnTo>
                <a:lnTo>
                  <a:pt x="11408" y="2422"/>
                </a:lnTo>
                <a:lnTo>
                  <a:pt x="11335" y="2275"/>
                </a:lnTo>
                <a:lnTo>
                  <a:pt x="11261" y="2165"/>
                </a:lnTo>
                <a:lnTo>
                  <a:pt x="11078" y="1871"/>
                </a:lnTo>
                <a:lnTo>
                  <a:pt x="10895" y="1578"/>
                </a:lnTo>
                <a:lnTo>
                  <a:pt x="10821" y="1431"/>
                </a:lnTo>
                <a:lnTo>
                  <a:pt x="10821" y="1284"/>
                </a:lnTo>
                <a:lnTo>
                  <a:pt x="10895" y="1248"/>
                </a:lnTo>
                <a:lnTo>
                  <a:pt x="11298" y="1138"/>
                </a:lnTo>
                <a:lnTo>
                  <a:pt x="11702" y="1028"/>
                </a:lnTo>
                <a:lnTo>
                  <a:pt x="12142" y="954"/>
                </a:lnTo>
                <a:lnTo>
                  <a:pt x="12582" y="918"/>
                </a:lnTo>
                <a:lnTo>
                  <a:pt x="12802" y="954"/>
                </a:lnTo>
                <a:lnTo>
                  <a:pt x="13022" y="1028"/>
                </a:lnTo>
                <a:lnTo>
                  <a:pt x="13205" y="1101"/>
                </a:lnTo>
                <a:lnTo>
                  <a:pt x="13352" y="1211"/>
                </a:lnTo>
                <a:lnTo>
                  <a:pt x="13499" y="1358"/>
                </a:lnTo>
                <a:lnTo>
                  <a:pt x="13609" y="1505"/>
                </a:lnTo>
                <a:lnTo>
                  <a:pt x="13829" y="1908"/>
                </a:lnTo>
                <a:lnTo>
                  <a:pt x="14012" y="2202"/>
                </a:lnTo>
                <a:lnTo>
                  <a:pt x="13866" y="2422"/>
                </a:lnTo>
                <a:lnTo>
                  <a:pt x="13682" y="2568"/>
                </a:lnTo>
                <a:lnTo>
                  <a:pt x="13499" y="2678"/>
                </a:lnTo>
                <a:lnTo>
                  <a:pt x="13279" y="2788"/>
                </a:lnTo>
                <a:lnTo>
                  <a:pt x="12839" y="2935"/>
                </a:lnTo>
                <a:lnTo>
                  <a:pt x="12362" y="3082"/>
                </a:lnTo>
                <a:lnTo>
                  <a:pt x="11995" y="3229"/>
                </a:lnTo>
                <a:lnTo>
                  <a:pt x="11518" y="3449"/>
                </a:lnTo>
                <a:lnTo>
                  <a:pt x="11298" y="3559"/>
                </a:lnTo>
                <a:lnTo>
                  <a:pt x="11151" y="3742"/>
                </a:lnTo>
                <a:lnTo>
                  <a:pt x="11041" y="3889"/>
                </a:lnTo>
                <a:lnTo>
                  <a:pt x="11005" y="3999"/>
                </a:lnTo>
                <a:lnTo>
                  <a:pt x="11005" y="4109"/>
                </a:lnTo>
                <a:lnTo>
                  <a:pt x="11005" y="4182"/>
                </a:lnTo>
                <a:lnTo>
                  <a:pt x="11041" y="4256"/>
                </a:lnTo>
                <a:lnTo>
                  <a:pt x="11115" y="4292"/>
                </a:lnTo>
                <a:lnTo>
                  <a:pt x="11335" y="4292"/>
                </a:lnTo>
                <a:lnTo>
                  <a:pt x="11371" y="4219"/>
                </a:lnTo>
                <a:lnTo>
                  <a:pt x="11408" y="4146"/>
                </a:lnTo>
                <a:lnTo>
                  <a:pt x="11445" y="4072"/>
                </a:lnTo>
                <a:lnTo>
                  <a:pt x="11555" y="3962"/>
                </a:lnTo>
                <a:lnTo>
                  <a:pt x="11775" y="3816"/>
                </a:lnTo>
                <a:lnTo>
                  <a:pt x="12068" y="3669"/>
                </a:lnTo>
                <a:lnTo>
                  <a:pt x="12288" y="3595"/>
                </a:lnTo>
                <a:lnTo>
                  <a:pt x="12802" y="3412"/>
                </a:lnTo>
                <a:lnTo>
                  <a:pt x="13279" y="3229"/>
                </a:lnTo>
                <a:lnTo>
                  <a:pt x="13572" y="3119"/>
                </a:lnTo>
                <a:lnTo>
                  <a:pt x="13866" y="2972"/>
                </a:lnTo>
                <a:lnTo>
                  <a:pt x="14086" y="2752"/>
                </a:lnTo>
                <a:lnTo>
                  <a:pt x="14159" y="2642"/>
                </a:lnTo>
                <a:lnTo>
                  <a:pt x="14233" y="2495"/>
                </a:lnTo>
                <a:lnTo>
                  <a:pt x="14306" y="2568"/>
                </a:lnTo>
                <a:lnTo>
                  <a:pt x="14489" y="2715"/>
                </a:lnTo>
                <a:lnTo>
                  <a:pt x="14673" y="2788"/>
                </a:lnTo>
                <a:lnTo>
                  <a:pt x="14893" y="2898"/>
                </a:lnTo>
                <a:lnTo>
                  <a:pt x="15076" y="3009"/>
                </a:lnTo>
                <a:lnTo>
                  <a:pt x="15296" y="3192"/>
                </a:lnTo>
                <a:lnTo>
                  <a:pt x="15480" y="3449"/>
                </a:lnTo>
                <a:lnTo>
                  <a:pt x="15626" y="3705"/>
                </a:lnTo>
                <a:lnTo>
                  <a:pt x="15700" y="3999"/>
                </a:lnTo>
                <a:lnTo>
                  <a:pt x="15480" y="4366"/>
                </a:lnTo>
                <a:lnTo>
                  <a:pt x="15370" y="4549"/>
                </a:lnTo>
                <a:lnTo>
                  <a:pt x="15186" y="4696"/>
                </a:lnTo>
                <a:lnTo>
                  <a:pt x="14966" y="4879"/>
                </a:lnTo>
                <a:lnTo>
                  <a:pt x="14709" y="5063"/>
                </a:lnTo>
                <a:lnTo>
                  <a:pt x="14416" y="5173"/>
                </a:lnTo>
                <a:lnTo>
                  <a:pt x="14123" y="5283"/>
                </a:lnTo>
                <a:lnTo>
                  <a:pt x="13572" y="5429"/>
                </a:lnTo>
                <a:lnTo>
                  <a:pt x="13022" y="5613"/>
                </a:lnTo>
                <a:lnTo>
                  <a:pt x="12765" y="5723"/>
                </a:lnTo>
                <a:lnTo>
                  <a:pt x="12509" y="5870"/>
                </a:lnTo>
                <a:lnTo>
                  <a:pt x="12288" y="6016"/>
                </a:lnTo>
                <a:lnTo>
                  <a:pt x="12105" y="6236"/>
                </a:lnTo>
                <a:lnTo>
                  <a:pt x="11958" y="6420"/>
                </a:lnTo>
                <a:lnTo>
                  <a:pt x="11922" y="6640"/>
                </a:lnTo>
                <a:lnTo>
                  <a:pt x="11922" y="6823"/>
                </a:lnTo>
                <a:lnTo>
                  <a:pt x="11958" y="7007"/>
                </a:lnTo>
                <a:lnTo>
                  <a:pt x="12032" y="7154"/>
                </a:lnTo>
                <a:lnTo>
                  <a:pt x="12178" y="7300"/>
                </a:lnTo>
                <a:lnTo>
                  <a:pt x="12325" y="7410"/>
                </a:lnTo>
                <a:lnTo>
                  <a:pt x="12545" y="7520"/>
                </a:lnTo>
                <a:lnTo>
                  <a:pt x="12765" y="7557"/>
                </a:lnTo>
                <a:lnTo>
                  <a:pt x="12985" y="7557"/>
                </a:lnTo>
                <a:lnTo>
                  <a:pt x="13205" y="7520"/>
                </a:lnTo>
                <a:lnTo>
                  <a:pt x="13426" y="7484"/>
                </a:lnTo>
                <a:lnTo>
                  <a:pt x="13682" y="7410"/>
                </a:lnTo>
                <a:lnTo>
                  <a:pt x="13976" y="7300"/>
                </a:lnTo>
                <a:lnTo>
                  <a:pt x="14196" y="7154"/>
                </a:lnTo>
                <a:lnTo>
                  <a:pt x="14306" y="7043"/>
                </a:lnTo>
                <a:lnTo>
                  <a:pt x="14343" y="6970"/>
                </a:lnTo>
                <a:lnTo>
                  <a:pt x="14379" y="6823"/>
                </a:lnTo>
                <a:lnTo>
                  <a:pt x="14343" y="6787"/>
                </a:lnTo>
                <a:lnTo>
                  <a:pt x="14269" y="6750"/>
                </a:lnTo>
                <a:lnTo>
                  <a:pt x="14086" y="6750"/>
                </a:lnTo>
                <a:lnTo>
                  <a:pt x="13902" y="6823"/>
                </a:lnTo>
                <a:lnTo>
                  <a:pt x="13536" y="6970"/>
                </a:lnTo>
                <a:lnTo>
                  <a:pt x="13316" y="7043"/>
                </a:lnTo>
                <a:lnTo>
                  <a:pt x="13095" y="7080"/>
                </a:lnTo>
                <a:lnTo>
                  <a:pt x="12655" y="7080"/>
                </a:lnTo>
                <a:lnTo>
                  <a:pt x="12509" y="7007"/>
                </a:lnTo>
                <a:lnTo>
                  <a:pt x="12435" y="6933"/>
                </a:lnTo>
                <a:lnTo>
                  <a:pt x="12362" y="6823"/>
                </a:lnTo>
                <a:lnTo>
                  <a:pt x="12362" y="6713"/>
                </a:lnTo>
                <a:lnTo>
                  <a:pt x="12398" y="6603"/>
                </a:lnTo>
                <a:lnTo>
                  <a:pt x="12472" y="6493"/>
                </a:lnTo>
                <a:lnTo>
                  <a:pt x="12655" y="6310"/>
                </a:lnTo>
                <a:lnTo>
                  <a:pt x="12875" y="6163"/>
                </a:lnTo>
                <a:lnTo>
                  <a:pt x="13132" y="6053"/>
                </a:lnTo>
                <a:lnTo>
                  <a:pt x="13609" y="5906"/>
                </a:lnTo>
                <a:lnTo>
                  <a:pt x="14453" y="5613"/>
                </a:lnTo>
                <a:lnTo>
                  <a:pt x="14893" y="5429"/>
                </a:lnTo>
                <a:lnTo>
                  <a:pt x="15076" y="5319"/>
                </a:lnTo>
                <a:lnTo>
                  <a:pt x="15260" y="5173"/>
                </a:lnTo>
                <a:lnTo>
                  <a:pt x="15516" y="4953"/>
                </a:lnTo>
                <a:lnTo>
                  <a:pt x="15736" y="4659"/>
                </a:lnTo>
                <a:lnTo>
                  <a:pt x="15736" y="4696"/>
                </a:lnTo>
                <a:lnTo>
                  <a:pt x="15700" y="4806"/>
                </a:lnTo>
                <a:lnTo>
                  <a:pt x="15773" y="4916"/>
                </a:lnTo>
                <a:lnTo>
                  <a:pt x="15847" y="4989"/>
                </a:lnTo>
                <a:lnTo>
                  <a:pt x="15957" y="5026"/>
                </a:lnTo>
                <a:lnTo>
                  <a:pt x="16103" y="5063"/>
                </a:lnTo>
                <a:lnTo>
                  <a:pt x="16177" y="5099"/>
                </a:lnTo>
                <a:lnTo>
                  <a:pt x="16250" y="5209"/>
                </a:lnTo>
                <a:lnTo>
                  <a:pt x="16323" y="5356"/>
                </a:lnTo>
                <a:lnTo>
                  <a:pt x="16140" y="5393"/>
                </a:lnTo>
                <a:lnTo>
                  <a:pt x="15920" y="5466"/>
                </a:lnTo>
                <a:lnTo>
                  <a:pt x="15553" y="5650"/>
                </a:lnTo>
                <a:lnTo>
                  <a:pt x="15003" y="5833"/>
                </a:lnTo>
                <a:lnTo>
                  <a:pt x="14783" y="5906"/>
                </a:lnTo>
                <a:lnTo>
                  <a:pt x="14709" y="5980"/>
                </a:lnTo>
                <a:lnTo>
                  <a:pt x="14636" y="6090"/>
                </a:lnTo>
                <a:lnTo>
                  <a:pt x="14599" y="6163"/>
                </a:lnTo>
                <a:lnTo>
                  <a:pt x="14673" y="6273"/>
                </a:lnTo>
                <a:lnTo>
                  <a:pt x="14783" y="6310"/>
                </a:lnTo>
                <a:lnTo>
                  <a:pt x="14893" y="6310"/>
                </a:lnTo>
                <a:lnTo>
                  <a:pt x="15150" y="6273"/>
                </a:lnTo>
                <a:lnTo>
                  <a:pt x="15406" y="6163"/>
                </a:lnTo>
                <a:lnTo>
                  <a:pt x="15626" y="6053"/>
                </a:lnTo>
                <a:lnTo>
                  <a:pt x="16030" y="5870"/>
                </a:lnTo>
                <a:lnTo>
                  <a:pt x="16213" y="5723"/>
                </a:lnTo>
                <a:lnTo>
                  <a:pt x="16397" y="5576"/>
                </a:lnTo>
                <a:lnTo>
                  <a:pt x="16397" y="5833"/>
                </a:lnTo>
                <a:lnTo>
                  <a:pt x="16397" y="6090"/>
                </a:lnTo>
                <a:lnTo>
                  <a:pt x="16397" y="6493"/>
                </a:lnTo>
                <a:lnTo>
                  <a:pt x="16397" y="6567"/>
                </a:lnTo>
                <a:lnTo>
                  <a:pt x="16323" y="6603"/>
                </a:lnTo>
                <a:lnTo>
                  <a:pt x="16177" y="6933"/>
                </a:lnTo>
                <a:lnTo>
                  <a:pt x="16067" y="7264"/>
                </a:lnTo>
                <a:lnTo>
                  <a:pt x="15076" y="7264"/>
                </a:lnTo>
                <a:lnTo>
                  <a:pt x="14783" y="7300"/>
                </a:lnTo>
                <a:lnTo>
                  <a:pt x="14526" y="7410"/>
                </a:lnTo>
                <a:lnTo>
                  <a:pt x="14343" y="7594"/>
                </a:lnTo>
                <a:lnTo>
                  <a:pt x="14196" y="7814"/>
                </a:lnTo>
                <a:lnTo>
                  <a:pt x="14086" y="8034"/>
                </a:lnTo>
                <a:lnTo>
                  <a:pt x="14049" y="8181"/>
                </a:lnTo>
                <a:lnTo>
                  <a:pt x="14012" y="8327"/>
                </a:lnTo>
                <a:lnTo>
                  <a:pt x="14049" y="8584"/>
                </a:lnTo>
                <a:lnTo>
                  <a:pt x="14159" y="8841"/>
                </a:lnTo>
                <a:lnTo>
                  <a:pt x="14306" y="9098"/>
                </a:lnTo>
                <a:lnTo>
                  <a:pt x="14489" y="9318"/>
                </a:lnTo>
                <a:lnTo>
                  <a:pt x="14673" y="9538"/>
                </a:lnTo>
                <a:lnTo>
                  <a:pt x="14856" y="9758"/>
                </a:lnTo>
                <a:lnTo>
                  <a:pt x="15003" y="9831"/>
                </a:lnTo>
                <a:lnTo>
                  <a:pt x="15150" y="9868"/>
                </a:lnTo>
                <a:lnTo>
                  <a:pt x="15223" y="9831"/>
                </a:lnTo>
                <a:lnTo>
                  <a:pt x="15260" y="9758"/>
                </a:lnTo>
                <a:lnTo>
                  <a:pt x="15260" y="9685"/>
                </a:lnTo>
                <a:lnTo>
                  <a:pt x="15260" y="9574"/>
                </a:lnTo>
                <a:lnTo>
                  <a:pt x="15150" y="9428"/>
                </a:lnTo>
                <a:lnTo>
                  <a:pt x="14893" y="9134"/>
                </a:lnTo>
                <a:lnTo>
                  <a:pt x="14709" y="8951"/>
                </a:lnTo>
                <a:lnTo>
                  <a:pt x="14563" y="8731"/>
                </a:lnTo>
                <a:lnTo>
                  <a:pt x="14489" y="8511"/>
                </a:lnTo>
                <a:lnTo>
                  <a:pt x="14453" y="8364"/>
                </a:lnTo>
                <a:lnTo>
                  <a:pt x="14453" y="8254"/>
                </a:lnTo>
                <a:lnTo>
                  <a:pt x="14489" y="8107"/>
                </a:lnTo>
                <a:lnTo>
                  <a:pt x="14563" y="7997"/>
                </a:lnTo>
                <a:lnTo>
                  <a:pt x="14673" y="7850"/>
                </a:lnTo>
                <a:lnTo>
                  <a:pt x="14893" y="7740"/>
                </a:lnTo>
                <a:lnTo>
                  <a:pt x="15113" y="7667"/>
                </a:lnTo>
                <a:lnTo>
                  <a:pt x="15333" y="7630"/>
                </a:lnTo>
                <a:lnTo>
                  <a:pt x="16103" y="7630"/>
                </a:lnTo>
                <a:lnTo>
                  <a:pt x="15993" y="7850"/>
                </a:lnTo>
                <a:lnTo>
                  <a:pt x="15957" y="7961"/>
                </a:lnTo>
                <a:lnTo>
                  <a:pt x="15993" y="8107"/>
                </a:lnTo>
                <a:lnTo>
                  <a:pt x="16030" y="8327"/>
                </a:lnTo>
                <a:lnTo>
                  <a:pt x="16030" y="8584"/>
                </a:lnTo>
                <a:lnTo>
                  <a:pt x="16030" y="8804"/>
                </a:lnTo>
                <a:lnTo>
                  <a:pt x="15993" y="9024"/>
                </a:lnTo>
                <a:lnTo>
                  <a:pt x="15920" y="8841"/>
                </a:lnTo>
                <a:lnTo>
                  <a:pt x="15847" y="8694"/>
                </a:lnTo>
                <a:lnTo>
                  <a:pt x="15736" y="8511"/>
                </a:lnTo>
                <a:lnTo>
                  <a:pt x="15590" y="8364"/>
                </a:lnTo>
                <a:lnTo>
                  <a:pt x="15516" y="8327"/>
                </a:lnTo>
                <a:lnTo>
                  <a:pt x="15370" y="8327"/>
                </a:lnTo>
                <a:lnTo>
                  <a:pt x="15296" y="8364"/>
                </a:lnTo>
                <a:lnTo>
                  <a:pt x="15260" y="8437"/>
                </a:lnTo>
                <a:lnTo>
                  <a:pt x="15260" y="8511"/>
                </a:lnTo>
                <a:lnTo>
                  <a:pt x="15260" y="8584"/>
                </a:lnTo>
                <a:lnTo>
                  <a:pt x="15296" y="8657"/>
                </a:lnTo>
                <a:lnTo>
                  <a:pt x="15480" y="8914"/>
                </a:lnTo>
                <a:lnTo>
                  <a:pt x="15590" y="9171"/>
                </a:lnTo>
                <a:lnTo>
                  <a:pt x="15626" y="9464"/>
                </a:lnTo>
                <a:lnTo>
                  <a:pt x="15590" y="9795"/>
                </a:lnTo>
                <a:lnTo>
                  <a:pt x="15590" y="9868"/>
                </a:lnTo>
                <a:lnTo>
                  <a:pt x="15626" y="9978"/>
                </a:lnTo>
                <a:lnTo>
                  <a:pt x="15370" y="10308"/>
                </a:lnTo>
                <a:lnTo>
                  <a:pt x="15040" y="10638"/>
                </a:lnTo>
                <a:lnTo>
                  <a:pt x="14893" y="10748"/>
                </a:lnTo>
                <a:lnTo>
                  <a:pt x="14673" y="10895"/>
                </a:lnTo>
                <a:lnTo>
                  <a:pt x="14269" y="11042"/>
                </a:lnTo>
                <a:lnTo>
                  <a:pt x="14306" y="10968"/>
                </a:lnTo>
                <a:lnTo>
                  <a:pt x="14343" y="10638"/>
                </a:lnTo>
                <a:lnTo>
                  <a:pt x="14306" y="10345"/>
                </a:lnTo>
                <a:lnTo>
                  <a:pt x="14233" y="10015"/>
                </a:lnTo>
                <a:lnTo>
                  <a:pt x="14086" y="9721"/>
                </a:lnTo>
                <a:lnTo>
                  <a:pt x="13902" y="9428"/>
                </a:lnTo>
                <a:lnTo>
                  <a:pt x="13682" y="9171"/>
                </a:lnTo>
                <a:lnTo>
                  <a:pt x="13499" y="9024"/>
                </a:lnTo>
                <a:lnTo>
                  <a:pt x="13426" y="8914"/>
                </a:lnTo>
                <a:lnTo>
                  <a:pt x="13352" y="8841"/>
                </a:lnTo>
                <a:lnTo>
                  <a:pt x="13169" y="8841"/>
                </a:lnTo>
                <a:lnTo>
                  <a:pt x="12839" y="8694"/>
                </a:lnTo>
                <a:lnTo>
                  <a:pt x="12875" y="8584"/>
                </a:lnTo>
                <a:lnTo>
                  <a:pt x="12875" y="8437"/>
                </a:lnTo>
                <a:lnTo>
                  <a:pt x="12875" y="8364"/>
                </a:lnTo>
                <a:lnTo>
                  <a:pt x="12839" y="8327"/>
                </a:lnTo>
                <a:lnTo>
                  <a:pt x="12765" y="8291"/>
                </a:lnTo>
                <a:lnTo>
                  <a:pt x="12655" y="8291"/>
                </a:lnTo>
                <a:lnTo>
                  <a:pt x="12582" y="8327"/>
                </a:lnTo>
                <a:lnTo>
                  <a:pt x="12545" y="8401"/>
                </a:lnTo>
                <a:lnTo>
                  <a:pt x="12472" y="8584"/>
                </a:lnTo>
                <a:lnTo>
                  <a:pt x="12252" y="8547"/>
                </a:lnTo>
                <a:lnTo>
                  <a:pt x="12032" y="8584"/>
                </a:lnTo>
                <a:lnTo>
                  <a:pt x="11812" y="8621"/>
                </a:lnTo>
                <a:lnTo>
                  <a:pt x="11628" y="8694"/>
                </a:lnTo>
                <a:lnTo>
                  <a:pt x="11555" y="8584"/>
                </a:lnTo>
                <a:lnTo>
                  <a:pt x="11445" y="8511"/>
                </a:lnTo>
                <a:lnTo>
                  <a:pt x="11261" y="8511"/>
                </a:lnTo>
                <a:lnTo>
                  <a:pt x="11188" y="8584"/>
                </a:lnTo>
                <a:lnTo>
                  <a:pt x="11115" y="8657"/>
                </a:lnTo>
                <a:lnTo>
                  <a:pt x="11041" y="8731"/>
                </a:lnTo>
                <a:lnTo>
                  <a:pt x="10895" y="8914"/>
                </a:lnTo>
                <a:lnTo>
                  <a:pt x="10748" y="9061"/>
                </a:lnTo>
                <a:lnTo>
                  <a:pt x="10454" y="9208"/>
                </a:lnTo>
                <a:lnTo>
                  <a:pt x="10124" y="9318"/>
                </a:lnTo>
                <a:lnTo>
                  <a:pt x="9794" y="9391"/>
                </a:lnTo>
                <a:lnTo>
                  <a:pt x="9464" y="9428"/>
                </a:lnTo>
                <a:lnTo>
                  <a:pt x="8767" y="9428"/>
                </a:lnTo>
                <a:lnTo>
                  <a:pt x="8327" y="9354"/>
                </a:lnTo>
                <a:lnTo>
                  <a:pt x="8180" y="9318"/>
                </a:lnTo>
                <a:lnTo>
                  <a:pt x="8143" y="9318"/>
                </a:lnTo>
                <a:lnTo>
                  <a:pt x="8143" y="9281"/>
                </a:lnTo>
                <a:lnTo>
                  <a:pt x="8143" y="9134"/>
                </a:lnTo>
                <a:lnTo>
                  <a:pt x="8033" y="9024"/>
                </a:lnTo>
                <a:lnTo>
                  <a:pt x="8290" y="8621"/>
                </a:lnTo>
                <a:lnTo>
                  <a:pt x="8547" y="8181"/>
                </a:lnTo>
                <a:lnTo>
                  <a:pt x="8767" y="7924"/>
                </a:lnTo>
                <a:lnTo>
                  <a:pt x="8987" y="7630"/>
                </a:lnTo>
                <a:lnTo>
                  <a:pt x="9244" y="7410"/>
                </a:lnTo>
                <a:lnTo>
                  <a:pt x="9501" y="7154"/>
                </a:lnTo>
                <a:lnTo>
                  <a:pt x="9794" y="6970"/>
                </a:lnTo>
                <a:lnTo>
                  <a:pt x="10088" y="6787"/>
                </a:lnTo>
                <a:lnTo>
                  <a:pt x="10234" y="6713"/>
                </a:lnTo>
                <a:lnTo>
                  <a:pt x="10418" y="6713"/>
                </a:lnTo>
                <a:lnTo>
                  <a:pt x="10491" y="6750"/>
                </a:lnTo>
                <a:lnTo>
                  <a:pt x="10528" y="6823"/>
                </a:lnTo>
                <a:lnTo>
                  <a:pt x="10528" y="6897"/>
                </a:lnTo>
                <a:lnTo>
                  <a:pt x="10528" y="7043"/>
                </a:lnTo>
                <a:lnTo>
                  <a:pt x="10454" y="7154"/>
                </a:lnTo>
                <a:lnTo>
                  <a:pt x="10308" y="7374"/>
                </a:lnTo>
                <a:lnTo>
                  <a:pt x="10051" y="7667"/>
                </a:lnTo>
                <a:lnTo>
                  <a:pt x="9757" y="7961"/>
                </a:lnTo>
                <a:lnTo>
                  <a:pt x="9501" y="8291"/>
                </a:lnTo>
                <a:lnTo>
                  <a:pt x="9281" y="8657"/>
                </a:lnTo>
                <a:lnTo>
                  <a:pt x="9281" y="8731"/>
                </a:lnTo>
                <a:lnTo>
                  <a:pt x="9317" y="8841"/>
                </a:lnTo>
                <a:lnTo>
                  <a:pt x="9391" y="8878"/>
                </a:lnTo>
                <a:lnTo>
                  <a:pt x="9501" y="8878"/>
                </a:lnTo>
                <a:lnTo>
                  <a:pt x="9721" y="8694"/>
                </a:lnTo>
                <a:lnTo>
                  <a:pt x="9941" y="8474"/>
                </a:lnTo>
                <a:lnTo>
                  <a:pt x="10271" y="7997"/>
                </a:lnTo>
                <a:lnTo>
                  <a:pt x="10601" y="7630"/>
                </a:lnTo>
                <a:lnTo>
                  <a:pt x="10748" y="7447"/>
                </a:lnTo>
                <a:lnTo>
                  <a:pt x="10858" y="7227"/>
                </a:lnTo>
                <a:lnTo>
                  <a:pt x="10895" y="7043"/>
                </a:lnTo>
                <a:lnTo>
                  <a:pt x="10895" y="6860"/>
                </a:lnTo>
                <a:lnTo>
                  <a:pt x="10858" y="6677"/>
                </a:lnTo>
                <a:lnTo>
                  <a:pt x="10784" y="6530"/>
                </a:lnTo>
                <a:lnTo>
                  <a:pt x="10674" y="6383"/>
                </a:lnTo>
                <a:lnTo>
                  <a:pt x="10491" y="6310"/>
                </a:lnTo>
                <a:lnTo>
                  <a:pt x="10344" y="6310"/>
                </a:lnTo>
                <a:lnTo>
                  <a:pt x="10124" y="6347"/>
                </a:lnTo>
                <a:lnTo>
                  <a:pt x="9904" y="6420"/>
                </a:lnTo>
                <a:lnTo>
                  <a:pt x="9684" y="6567"/>
                </a:lnTo>
                <a:lnTo>
                  <a:pt x="9281" y="6860"/>
                </a:lnTo>
                <a:lnTo>
                  <a:pt x="8914" y="7190"/>
                </a:lnTo>
                <a:lnTo>
                  <a:pt x="8584" y="7557"/>
                </a:lnTo>
                <a:lnTo>
                  <a:pt x="8290" y="7887"/>
                </a:lnTo>
                <a:lnTo>
                  <a:pt x="8033" y="8254"/>
                </a:lnTo>
                <a:lnTo>
                  <a:pt x="7850" y="8657"/>
                </a:lnTo>
                <a:lnTo>
                  <a:pt x="7777" y="8878"/>
                </a:lnTo>
                <a:lnTo>
                  <a:pt x="7740" y="9098"/>
                </a:lnTo>
                <a:lnTo>
                  <a:pt x="7703" y="9098"/>
                </a:lnTo>
                <a:lnTo>
                  <a:pt x="7667" y="9171"/>
                </a:lnTo>
                <a:lnTo>
                  <a:pt x="7556" y="9208"/>
                </a:lnTo>
                <a:lnTo>
                  <a:pt x="7300" y="9208"/>
                </a:lnTo>
                <a:lnTo>
                  <a:pt x="6823" y="9098"/>
                </a:lnTo>
                <a:lnTo>
                  <a:pt x="6236" y="9098"/>
                </a:lnTo>
                <a:lnTo>
                  <a:pt x="5686" y="9171"/>
                </a:lnTo>
                <a:lnTo>
                  <a:pt x="5612" y="9171"/>
                </a:lnTo>
                <a:lnTo>
                  <a:pt x="5612" y="8988"/>
                </a:lnTo>
                <a:lnTo>
                  <a:pt x="5612" y="8804"/>
                </a:lnTo>
                <a:lnTo>
                  <a:pt x="5686" y="8657"/>
                </a:lnTo>
                <a:lnTo>
                  <a:pt x="5759" y="8511"/>
                </a:lnTo>
                <a:lnTo>
                  <a:pt x="5869" y="8364"/>
                </a:lnTo>
                <a:lnTo>
                  <a:pt x="6016" y="8291"/>
                </a:lnTo>
                <a:lnTo>
                  <a:pt x="6163" y="8181"/>
                </a:lnTo>
                <a:lnTo>
                  <a:pt x="6383" y="8144"/>
                </a:lnTo>
                <a:lnTo>
                  <a:pt x="6749" y="8034"/>
                </a:lnTo>
                <a:lnTo>
                  <a:pt x="7080" y="7924"/>
                </a:lnTo>
                <a:lnTo>
                  <a:pt x="7410" y="7777"/>
                </a:lnTo>
                <a:lnTo>
                  <a:pt x="7703" y="7594"/>
                </a:lnTo>
                <a:lnTo>
                  <a:pt x="7960" y="7374"/>
                </a:lnTo>
                <a:lnTo>
                  <a:pt x="8217" y="7154"/>
                </a:lnTo>
                <a:lnTo>
                  <a:pt x="8437" y="6897"/>
                </a:lnTo>
                <a:lnTo>
                  <a:pt x="8620" y="6603"/>
                </a:lnTo>
                <a:lnTo>
                  <a:pt x="8767" y="6383"/>
                </a:lnTo>
                <a:lnTo>
                  <a:pt x="8914" y="6090"/>
                </a:lnTo>
                <a:lnTo>
                  <a:pt x="8950" y="5943"/>
                </a:lnTo>
                <a:lnTo>
                  <a:pt x="8987" y="5796"/>
                </a:lnTo>
                <a:lnTo>
                  <a:pt x="8950" y="5650"/>
                </a:lnTo>
                <a:lnTo>
                  <a:pt x="8914" y="5540"/>
                </a:lnTo>
                <a:lnTo>
                  <a:pt x="8804" y="5540"/>
                </a:lnTo>
                <a:lnTo>
                  <a:pt x="8694" y="5576"/>
                </a:lnTo>
                <a:lnTo>
                  <a:pt x="8620" y="5686"/>
                </a:lnTo>
                <a:lnTo>
                  <a:pt x="8510" y="5943"/>
                </a:lnTo>
                <a:lnTo>
                  <a:pt x="8327" y="6310"/>
                </a:lnTo>
                <a:lnTo>
                  <a:pt x="8107" y="6677"/>
                </a:lnTo>
                <a:lnTo>
                  <a:pt x="7813" y="7007"/>
                </a:lnTo>
                <a:lnTo>
                  <a:pt x="7483" y="7264"/>
                </a:lnTo>
                <a:lnTo>
                  <a:pt x="7116" y="7484"/>
                </a:lnTo>
                <a:lnTo>
                  <a:pt x="6713" y="7667"/>
                </a:lnTo>
                <a:lnTo>
                  <a:pt x="6346" y="7777"/>
                </a:lnTo>
                <a:lnTo>
                  <a:pt x="6016" y="7887"/>
                </a:lnTo>
                <a:lnTo>
                  <a:pt x="5832" y="7924"/>
                </a:lnTo>
                <a:lnTo>
                  <a:pt x="5686" y="8034"/>
                </a:lnTo>
                <a:lnTo>
                  <a:pt x="5539" y="8144"/>
                </a:lnTo>
                <a:lnTo>
                  <a:pt x="5429" y="8291"/>
                </a:lnTo>
                <a:lnTo>
                  <a:pt x="5282" y="8511"/>
                </a:lnTo>
                <a:lnTo>
                  <a:pt x="5209" y="8768"/>
                </a:lnTo>
                <a:lnTo>
                  <a:pt x="5209" y="9024"/>
                </a:lnTo>
                <a:lnTo>
                  <a:pt x="5282" y="9281"/>
                </a:lnTo>
                <a:lnTo>
                  <a:pt x="4915" y="9391"/>
                </a:lnTo>
                <a:lnTo>
                  <a:pt x="4512" y="9501"/>
                </a:lnTo>
                <a:lnTo>
                  <a:pt x="4365" y="9501"/>
                </a:lnTo>
                <a:lnTo>
                  <a:pt x="4218" y="9464"/>
                </a:lnTo>
                <a:lnTo>
                  <a:pt x="4072" y="9428"/>
                </a:lnTo>
                <a:lnTo>
                  <a:pt x="3962" y="9354"/>
                </a:lnTo>
                <a:lnTo>
                  <a:pt x="3852" y="9244"/>
                </a:lnTo>
                <a:lnTo>
                  <a:pt x="3778" y="9134"/>
                </a:lnTo>
                <a:lnTo>
                  <a:pt x="3742" y="9024"/>
                </a:lnTo>
                <a:lnTo>
                  <a:pt x="3778" y="8841"/>
                </a:lnTo>
                <a:lnTo>
                  <a:pt x="3815" y="8768"/>
                </a:lnTo>
                <a:lnTo>
                  <a:pt x="3778" y="8694"/>
                </a:lnTo>
                <a:lnTo>
                  <a:pt x="3888" y="8547"/>
                </a:lnTo>
                <a:lnTo>
                  <a:pt x="3962" y="8401"/>
                </a:lnTo>
                <a:lnTo>
                  <a:pt x="4108" y="8107"/>
                </a:lnTo>
                <a:lnTo>
                  <a:pt x="4255" y="7850"/>
                </a:lnTo>
                <a:lnTo>
                  <a:pt x="4439" y="7520"/>
                </a:lnTo>
                <a:lnTo>
                  <a:pt x="4475" y="7374"/>
                </a:lnTo>
                <a:lnTo>
                  <a:pt x="4512" y="7227"/>
                </a:lnTo>
                <a:lnTo>
                  <a:pt x="4475" y="7043"/>
                </a:lnTo>
                <a:lnTo>
                  <a:pt x="4439" y="6897"/>
                </a:lnTo>
                <a:lnTo>
                  <a:pt x="4328" y="6823"/>
                </a:lnTo>
                <a:lnTo>
                  <a:pt x="4218" y="6750"/>
                </a:lnTo>
                <a:lnTo>
                  <a:pt x="4108" y="6713"/>
                </a:lnTo>
                <a:lnTo>
                  <a:pt x="3962" y="6713"/>
                </a:lnTo>
                <a:lnTo>
                  <a:pt x="3705" y="6750"/>
                </a:lnTo>
                <a:lnTo>
                  <a:pt x="3485" y="6823"/>
                </a:lnTo>
                <a:lnTo>
                  <a:pt x="3191" y="7007"/>
                </a:lnTo>
                <a:lnTo>
                  <a:pt x="2935" y="7227"/>
                </a:lnTo>
                <a:lnTo>
                  <a:pt x="2751" y="7447"/>
                </a:lnTo>
                <a:lnTo>
                  <a:pt x="2568" y="7667"/>
                </a:lnTo>
                <a:lnTo>
                  <a:pt x="2494" y="7667"/>
                </a:lnTo>
                <a:lnTo>
                  <a:pt x="2421" y="7704"/>
                </a:lnTo>
                <a:lnTo>
                  <a:pt x="2348" y="7850"/>
                </a:lnTo>
                <a:lnTo>
                  <a:pt x="2348" y="7887"/>
                </a:lnTo>
                <a:lnTo>
                  <a:pt x="2348" y="7961"/>
                </a:lnTo>
                <a:lnTo>
                  <a:pt x="2384" y="8034"/>
                </a:lnTo>
                <a:lnTo>
                  <a:pt x="2458" y="8071"/>
                </a:lnTo>
                <a:lnTo>
                  <a:pt x="2568" y="8107"/>
                </a:lnTo>
                <a:lnTo>
                  <a:pt x="2678" y="8107"/>
                </a:lnTo>
                <a:lnTo>
                  <a:pt x="2788" y="8071"/>
                </a:lnTo>
                <a:lnTo>
                  <a:pt x="2861" y="7997"/>
                </a:lnTo>
                <a:lnTo>
                  <a:pt x="3191" y="7630"/>
                </a:lnTo>
                <a:lnTo>
                  <a:pt x="3338" y="7447"/>
                </a:lnTo>
                <a:lnTo>
                  <a:pt x="3521" y="7300"/>
                </a:lnTo>
                <a:lnTo>
                  <a:pt x="3742" y="7227"/>
                </a:lnTo>
                <a:lnTo>
                  <a:pt x="3962" y="7154"/>
                </a:lnTo>
                <a:lnTo>
                  <a:pt x="4035" y="7154"/>
                </a:lnTo>
                <a:lnTo>
                  <a:pt x="4035" y="7190"/>
                </a:lnTo>
                <a:lnTo>
                  <a:pt x="4035" y="7300"/>
                </a:lnTo>
                <a:lnTo>
                  <a:pt x="3925" y="7557"/>
                </a:lnTo>
                <a:lnTo>
                  <a:pt x="3668" y="8034"/>
                </a:lnTo>
                <a:lnTo>
                  <a:pt x="3558" y="8327"/>
                </a:lnTo>
                <a:lnTo>
                  <a:pt x="3485" y="8474"/>
                </a:lnTo>
                <a:lnTo>
                  <a:pt x="3411" y="8547"/>
                </a:lnTo>
                <a:lnTo>
                  <a:pt x="3301" y="8621"/>
                </a:lnTo>
                <a:lnTo>
                  <a:pt x="3301" y="8657"/>
                </a:lnTo>
                <a:lnTo>
                  <a:pt x="3265" y="8694"/>
                </a:lnTo>
                <a:lnTo>
                  <a:pt x="3118" y="8804"/>
                </a:lnTo>
                <a:lnTo>
                  <a:pt x="2935" y="8841"/>
                </a:lnTo>
                <a:lnTo>
                  <a:pt x="2751" y="8878"/>
                </a:lnTo>
                <a:lnTo>
                  <a:pt x="2531" y="8878"/>
                </a:lnTo>
                <a:lnTo>
                  <a:pt x="2348" y="8841"/>
                </a:lnTo>
                <a:lnTo>
                  <a:pt x="2164" y="8768"/>
                </a:lnTo>
                <a:lnTo>
                  <a:pt x="2018" y="8694"/>
                </a:lnTo>
                <a:lnTo>
                  <a:pt x="1871" y="8584"/>
                </a:lnTo>
                <a:lnTo>
                  <a:pt x="1724" y="8437"/>
                </a:lnTo>
                <a:lnTo>
                  <a:pt x="1651" y="8291"/>
                </a:lnTo>
                <a:lnTo>
                  <a:pt x="1577" y="8144"/>
                </a:lnTo>
                <a:lnTo>
                  <a:pt x="1504" y="7961"/>
                </a:lnTo>
                <a:lnTo>
                  <a:pt x="1504" y="7777"/>
                </a:lnTo>
                <a:lnTo>
                  <a:pt x="1504" y="7594"/>
                </a:lnTo>
                <a:lnTo>
                  <a:pt x="1504" y="7447"/>
                </a:lnTo>
                <a:lnTo>
                  <a:pt x="1577" y="7264"/>
                </a:lnTo>
                <a:lnTo>
                  <a:pt x="1614" y="7154"/>
                </a:lnTo>
                <a:lnTo>
                  <a:pt x="1651" y="7043"/>
                </a:lnTo>
                <a:lnTo>
                  <a:pt x="1614" y="6970"/>
                </a:lnTo>
                <a:lnTo>
                  <a:pt x="1687" y="6970"/>
                </a:lnTo>
                <a:lnTo>
                  <a:pt x="1944" y="6860"/>
                </a:lnTo>
                <a:lnTo>
                  <a:pt x="2201" y="6787"/>
                </a:lnTo>
                <a:lnTo>
                  <a:pt x="2788" y="6493"/>
                </a:lnTo>
                <a:lnTo>
                  <a:pt x="3375" y="6163"/>
                </a:lnTo>
                <a:lnTo>
                  <a:pt x="3815" y="5870"/>
                </a:lnTo>
                <a:lnTo>
                  <a:pt x="3998" y="5686"/>
                </a:lnTo>
                <a:lnTo>
                  <a:pt x="4145" y="5503"/>
                </a:lnTo>
                <a:lnTo>
                  <a:pt x="4292" y="5283"/>
                </a:lnTo>
                <a:lnTo>
                  <a:pt x="4402" y="5099"/>
                </a:lnTo>
                <a:lnTo>
                  <a:pt x="4475" y="4843"/>
                </a:lnTo>
                <a:lnTo>
                  <a:pt x="4512" y="4586"/>
                </a:lnTo>
                <a:lnTo>
                  <a:pt x="4512" y="4402"/>
                </a:lnTo>
                <a:lnTo>
                  <a:pt x="4475" y="4182"/>
                </a:lnTo>
                <a:lnTo>
                  <a:pt x="4365" y="3999"/>
                </a:lnTo>
                <a:lnTo>
                  <a:pt x="4292" y="3926"/>
                </a:lnTo>
                <a:lnTo>
                  <a:pt x="4218" y="3889"/>
                </a:lnTo>
                <a:lnTo>
                  <a:pt x="3962" y="3816"/>
                </a:lnTo>
                <a:lnTo>
                  <a:pt x="3742" y="3779"/>
                </a:lnTo>
                <a:lnTo>
                  <a:pt x="3485" y="3816"/>
                </a:lnTo>
                <a:lnTo>
                  <a:pt x="3228" y="3852"/>
                </a:lnTo>
                <a:lnTo>
                  <a:pt x="2935" y="3962"/>
                </a:lnTo>
                <a:lnTo>
                  <a:pt x="2678" y="4072"/>
                </a:lnTo>
                <a:lnTo>
                  <a:pt x="2164" y="4366"/>
                </a:lnTo>
                <a:lnTo>
                  <a:pt x="1504" y="4733"/>
                </a:lnTo>
                <a:lnTo>
                  <a:pt x="1211" y="4916"/>
                </a:lnTo>
                <a:lnTo>
                  <a:pt x="917" y="5099"/>
                </a:lnTo>
                <a:lnTo>
                  <a:pt x="844" y="5173"/>
                </a:lnTo>
                <a:lnTo>
                  <a:pt x="807" y="5246"/>
                </a:lnTo>
                <a:lnTo>
                  <a:pt x="807" y="5319"/>
                </a:lnTo>
                <a:lnTo>
                  <a:pt x="844" y="5356"/>
                </a:lnTo>
                <a:lnTo>
                  <a:pt x="880" y="5429"/>
                </a:lnTo>
                <a:lnTo>
                  <a:pt x="954" y="5466"/>
                </a:lnTo>
                <a:lnTo>
                  <a:pt x="1101" y="5466"/>
                </a:lnTo>
                <a:lnTo>
                  <a:pt x="1541" y="5246"/>
                </a:lnTo>
                <a:lnTo>
                  <a:pt x="1944" y="4989"/>
                </a:lnTo>
                <a:lnTo>
                  <a:pt x="2788" y="4512"/>
                </a:lnTo>
                <a:lnTo>
                  <a:pt x="3191" y="4329"/>
                </a:lnTo>
                <a:lnTo>
                  <a:pt x="3375" y="4256"/>
                </a:lnTo>
                <a:lnTo>
                  <a:pt x="3595" y="4219"/>
                </a:lnTo>
                <a:lnTo>
                  <a:pt x="3742" y="4182"/>
                </a:lnTo>
                <a:lnTo>
                  <a:pt x="3852" y="4219"/>
                </a:lnTo>
                <a:lnTo>
                  <a:pt x="3998" y="4256"/>
                </a:lnTo>
                <a:lnTo>
                  <a:pt x="4035" y="4292"/>
                </a:lnTo>
                <a:lnTo>
                  <a:pt x="4072" y="4366"/>
                </a:lnTo>
                <a:lnTo>
                  <a:pt x="4108" y="4476"/>
                </a:lnTo>
                <a:lnTo>
                  <a:pt x="4108" y="4586"/>
                </a:lnTo>
                <a:lnTo>
                  <a:pt x="4072" y="4843"/>
                </a:lnTo>
                <a:lnTo>
                  <a:pt x="3998" y="5026"/>
                </a:lnTo>
                <a:lnTo>
                  <a:pt x="3852" y="5246"/>
                </a:lnTo>
                <a:lnTo>
                  <a:pt x="3705" y="5393"/>
                </a:lnTo>
                <a:lnTo>
                  <a:pt x="3558" y="5576"/>
                </a:lnTo>
                <a:lnTo>
                  <a:pt x="3155" y="5833"/>
                </a:lnTo>
                <a:lnTo>
                  <a:pt x="2788" y="6053"/>
                </a:lnTo>
                <a:lnTo>
                  <a:pt x="2348" y="6310"/>
                </a:lnTo>
                <a:lnTo>
                  <a:pt x="1908" y="6530"/>
                </a:lnTo>
                <a:lnTo>
                  <a:pt x="1467" y="6750"/>
                </a:lnTo>
                <a:lnTo>
                  <a:pt x="1321" y="6823"/>
                </a:lnTo>
                <a:lnTo>
                  <a:pt x="1247" y="6860"/>
                </a:lnTo>
                <a:lnTo>
                  <a:pt x="1211" y="6933"/>
                </a:lnTo>
                <a:lnTo>
                  <a:pt x="1174" y="6933"/>
                </a:lnTo>
                <a:lnTo>
                  <a:pt x="1064" y="6860"/>
                </a:lnTo>
                <a:lnTo>
                  <a:pt x="880" y="6713"/>
                </a:lnTo>
                <a:lnTo>
                  <a:pt x="697" y="6457"/>
                </a:lnTo>
                <a:lnTo>
                  <a:pt x="587" y="6273"/>
                </a:lnTo>
                <a:lnTo>
                  <a:pt x="514" y="6053"/>
                </a:lnTo>
                <a:lnTo>
                  <a:pt x="477" y="5833"/>
                </a:lnTo>
                <a:lnTo>
                  <a:pt x="477" y="5613"/>
                </a:lnTo>
                <a:lnTo>
                  <a:pt x="477" y="5356"/>
                </a:lnTo>
                <a:lnTo>
                  <a:pt x="550" y="5136"/>
                </a:lnTo>
                <a:lnTo>
                  <a:pt x="660" y="4879"/>
                </a:lnTo>
                <a:lnTo>
                  <a:pt x="770" y="4659"/>
                </a:lnTo>
                <a:lnTo>
                  <a:pt x="917" y="4476"/>
                </a:lnTo>
                <a:lnTo>
                  <a:pt x="1101" y="4292"/>
                </a:lnTo>
                <a:lnTo>
                  <a:pt x="1504" y="3962"/>
                </a:lnTo>
                <a:lnTo>
                  <a:pt x="1908" y="3705"/>
                </a:lnTo>
                <a:lnTo>
                  <a:pt x="2384" y="3485"/>
                </a:lnTo>
                <a:lnTo>
                  <a:pt x="2458" y="3412"/>
                </a:lnTo>
                <a:lnTo>
                  <a:pt x="2494" y="3302"/>
                </a:lnTo>
                <a:lnTo>
                  <a:pt x="2568" y="3119"/>
                </a:lnTo>
                <a:lnTo>
                  <a:pt x="2715" y="2898"/>
                </a:lnTo>
                <a:lnTo>
                  <a:pt x="2898" y="2715"/>
                </a:lnTo>
                <a:lnTo>
                  <a:pt x="3045" y="2532"/>
                </a:lnTo>
                <a:lnTo>
                  <a:pt x="3228" y="2385"/>
                </a:lnTo>
                <a:lnTo>
                  <a:pt x="3448" y="2238"/>
                </a:lnTo>
                <a:lnTo>
                  <a:pt x="3632" y="2128"/>
                </a:lnTo>
                <a:lnTo>
                  <a:pt x="3852" y="2055"/>
                </a:lnTo>
                <a:lnTo>
                  <a:pt x="4108" y="1981"/>
                </a:lnTo>
                <a:lnTo>
                  <a:pt x="4328" y="1945"/>
                </a:lnTo>
                <a:lnTo>
                  <a:pt x="4549" y="1908"/>
                </a:lnTo>
                <a:lnTo>
                  <a:pt x="4695" y="2055"/>
                </a:lnTo>
                <a:lnTo>
                  <a:pt x="4879" y="2165"/>
                </a:lnTo>
                <a:lnTo>
                  <a:pt x="5135" y="2348"/>
                </a:lnTo>
                <a:lnTo>
                  <a:pt x="5356" y="2568"/>
                </a:lnTo>
                <a:lnTo>
                  <a:pt x="5466" y="2715"/>
                </a:lnTo>
                <a:lnTo>
                  <a:pt x="5539" y="2898"/>
                </a:lnTo>
                <a:lnTo>
                  <a:pt x="5649" y="3229"/>
                </a:lnTo>
                <a:lnTo>
                  <a:pt x="5722" y="3559"/>
                </a:lnTo>
                <a:lnTo>
                  <a:pt x="5686" y="3926"/>
                </a:lnTo>
                <a:lnTo>
                  <a:pt x="5612" y="4256"/>
                </a:lnTo>
                <a:lnTo>
                  <a:pt x="5466" y="4549"/>
                </a:lnTo>
                <a:lnTo>
                  <a:pt x="5062" y="5063"/>
                </a:lnTo>
                <a:lnTo>
                  <a:pt x="4879" y="5319"/>
                </a:lnTo>
                <a:lnTo>
                  <a:pt x="4732" y="5613"/>
                </a:lnTo>
                <a:lnTo>
                  <a:pt x="4659" y="5943"/>
                </a:lnTo>
                <a:lnTo>
                  <a:pt x="4659" y="6090"/>
                </a:lnTo>
                <a:lnTo>
                  <a:pt x="4659" y="6273"/>
                </a:lnTo>
                <a:lnTo>
                  <a:pt x="4695" y="6420"/>
                </a:lnTo>
                <a:lnTo>
                  <a:pt x="4769" y="6567"/>
                </a:lnTo>
                <a:lnTo>
                  <a:pt x="4805" y="6677"/>
                </a:lnTo>
                <a:lnTo>
                  <a:pt x="4915" y="6787"/>
                </a:lnTo>
                <a:lnTo>
                  <a:pt x="5135" y="6933"/>
                </a:lnTo>
                <a:lnTo>
                  <a:pt x="5392" y="7007"/>
                </a:lnTo>
                <a:lnTo>
                  <a:pt x="5649" y="7043"/>
                </a:lnTo>
                <a:lnTo>
                  <a:pt x="5942" y="7007"/>
                </a:lnTo>
                <a:lnTo>
                  <a:pt x="6199" y="6933"/>
                </a:lnTo>
                <a:lnTo>
                  <a:pt x="6456" y="6823"/>
                </a:lnTo>
                <a:lnTo>
                  <a:pt x="6676" y="6677"/>
                </a:lnTo>
                <a:lnTo>
                  <a:pt x="6896" y="6457"/>
                </a:lnTo>
                <a:lnTo>
                  <a:pt x="7043" y="6200"/>
                </a:lnTo>
                <a:lnTo>
                  <a:pt x="7226" y="5980"/>
                </a:lnTo>
                <a:lnTo>
                  <a:pt x="7667" y="5246"/>
                </a:lnTo>
                <a:lnTo>
                  <a:pt x="7887" y="4879"/>
                </a:lnTo>
                <a:lnTo>
                  <a:pt x="8107" y="4476"/>
                </a:lnTo>
                <a:lnTo>
                  <a:pt x="8143" y="4402"/>
                </a:lnTo>
                <a:lnTo>
                  <a:pt x="8107" y="4329"/>
                </a:lnTo>
                <a:lnTo>
                  <a:pt x="8070" y="4256"/>
                </a:lnTo>
                <a:lnTo>
                  <a:pt x="8033" y="4182"/>
                </a:lnTo>
                <a:lnTo>
                  <a:pt x="7777" y="4182"/>
                </a:lnTo>
                <a:lnTo>
                  <a:pt x="7703" y="4256"/>
                </a:lnTo>
                <a:lnTo>
                  <a:pt x="7520" y="4586"/>
                </a:lnTo>
                <a:lnTo>
                  <a:pt x="7300" y="4879"/>
                </a:lnTo>
                <a:lnTo>
                  <a:pt x="6933" y="5540"/>
                </a:lnTo>
                <a:lnTo>
                  <a:pt x="6749" y="5796"/>
                </a:lnTo>
                <a:lnTo>
                  <a:pt x="6566" y="6053"/>
                </a:lnTo>
                <a:lnTo>
                  <a:pt x="6383" y="6273"/>
                </a:lnTo>
                <a:lnTo>
                  <a:pt x="6126" y="6493"/>
                </a:lnTo>
                <a:lnTo>
                  <a:pt x="5942" y="6567"/>
                </a:lnTo>
                <a:lnTo>
                  <a:pt x="5796" y="6603"/>
                </a:lnTo>
                <a:lnTo>
                  <a:pt x="5612" y="6567"/>
                </a:lnTo>
                <a:lnTo>
                  <a:pt x="5466" y="6530"/>
                </a:lnTo>
                <a:lnTo>
                  <a:pt x="5319" y="6457"/>
                </a:lnTo>
                <a:lnTo>
                  <a:pt x="5209" y="6347"/>
                </a:lnTo>
                <a:lnTo>
                  <a:pt x="5135" y="6200"/>
                </a:lnTo>
                <a:lnTo>
                  <a:pt x="5099" y="6016"/>
                </a:lnTo>
                <a:lnTo>
                  <a:pt x="5135" y="5833"/>
                </a:lnTo>
                <a:lnTo>
                  <a:pt x="5172" y="5686"/>
                </a:lnTo>
                <a:lnTo>
                  <a:pt x="5356" y="5393"/>
                </a:lnTo>
                <a:lnTo>
                  <a:pt x="5759" y="4879"/>
                </a:lnTo>
                <a:lnTo>
                  <a:pt x="5906" y="4659"/>
                </a:lnTo>
                <a:lnTo>
                  <a:pt x="6016" y="4402"/>
                </a:lnTo>
                <a:lnTo>
                  <a:pt x="6126" y="4146"/>
                </a:lnTo>
                <a:lnTo>
                  <a:pt x="6163" y="3889"/>
                </a:lnTo>
                <a:lnTo>
                  <a:pt x="6163" y="3632"/>
                </a:lnTo>
                <a:lnTo>
                  <a:pt x="6163" y="3339"/>
                </a:lnTo>
                <a:lnTo>
                  <a:pt x="6089" y="3082"/>
                </a:lnTo>
                <a:lnTo>
                  <a:pt x="6016" y="2825"/>
                </a:lnTo>
                <a:lnTo>
                  <a:pt x="5832" y="2532"/>
                </a:lnTo>
                <a:lnTo>
                  <a:pt x="5576" y="2165"/>
                </a:lnTo>
                <a:lnTo>
                  <a:pt x="5429" y="2018"/>
                </a:lnTo>
                <a:lnTo>
                  <a:pt x="5282" y="1908"/>
                </a:lnTo>
                <a:lnTo>
                  <a:pt x="5099" y="1798"/>
                </a:lnTo>
                <a:lnTo>
                  <a:pt x="4915" y="1725"/>
                </a:lnTo>
                <a:lnTo>
                  <a:pt x="4915" y="1688"/>
                </a:lnTo>
                <a:lnTo>
                  <a:pt x="4915" y="1468"/>
                </a:lnTo>
                <a:lnTo>
                  <a:pt x="4989" y="1321"/>
                </a:lnTo>
                <a:lnTo>
                  <a:pt x="5062" y="1174"/>
                </a:lnTo>
                <a:lnTo>
                  <a:pt x="5172" y="1028"/>
                </a:lnTo>
                <a:lnTo>
                  <a:pt x="5319" y="918"/>
                </a:lnTo>
                <a:lnTo>
                  <a:pt x="5502" y="844"/>
                </a:lnTo>
                <a:lnTo>
                  <a:pt x="5686" y="808"/>
                </a:lnTo>
                <a:lnTo>
                  <a:pt x="5869" y="771"/>
                </a:lnTo>
                <a:lnTo>
                  <a:pt x="6016" y="771"/>
                </a:lnTo>
                <a:lnTo>
                  <a:pt x="6199" y="808"/>
                </a:lnTo>
                <a:lnTo>
                  <a:pt x="6529" y="918"/>
                </a:lnTo>
                <a:lnTo>
                  <a:pt x="7190" y="1211"/>
                </a:lnTo>
                <a:lnTo>
                  <a:pt x="7080" y="1321"/>
                </a:lnTo>
                <a:lnTo>
                  <a:pt x="7043" y="1431"/>
                </a:lnTo>
                <a:lnTo>
                  <a:pt x="7043" y="1541"/>
                </a:lnTo>
                <a:lnTo>
                  <a:pt x="7043" y="1651"/>
                </a:lnTo>
                <a:lnTo>
                  <a:pt x="7153" y="1871"/>
                </a:lnTo>
                <a:lnTo>
                  <a:pt x="7300" y="2018"/>
                </a:lnTo>
                <a:lnTo>
                  <a:pt x="7446" y="2165"/>
                </a:lnTo>
                <a:lnTo>
                  <a:pt x="7556" y="2275"/>
                </a:lnTo>
                <a:lnTo>
                  <a:pt x="7446" y="2495"/>
                </a:lnTo>
                <a:lnTo>
                  <a:pt x="7263" y="3045"/>
                </a:lnTo>
                <a:lnTo>
                  <a:pt x="7153" y="3265"/>
                </a:lnTo>
                <a:lnTo>
                  <a:pt x="7043" y="3485"/>
                </a:lnTo>
                <a:lnTo>
                  <a:pt x="6933" y="3705"/>
                </a:lnTo>
                <a:lnTo>
                  <a:pt x="6896" y="3926"/>
                </a:lnTo>
                <a:lnTo>
                  <a:pt x="6896" y="3999"/>
                </a:lnTo>
                <a:lnTo>
                  <a:pt x="6970" y="4036"/>
                </a:lnTo>
                <a:lnTo>
                  <a:pt x="7043" y="4072"/>
                </a:lnTo>
                <a:lnTo>
                  <a:pt x="7116" y="4036"/>
                </a:lnTo>
                <a:lnTo>
                  <a:pt x="7263" y="3889"/>
                </a:lnTo>
                <a:lnTo>
                  <a:pt x="7410" y="3705"/>
                </a:lnTo>
                <a:lnTo>
                  <a:pt x="7593" y="3265"/>
                </a:lnTo>
                <a:lnTo>
                  <a:pt x="7777" y="2715"/>
                </a:lnTo>
                <a:lnTo>
                  <a:pt x="7813" y="2458"/>
                </a:lnTo>
                <a:lnTo>
                  <a:pt x="7813" y="2422"/>
                </a:lnTo>
                <a:lnTo>
                  <a:pt x="8363" y="2678"/>
                </a:lnTo>
                <a:lnTo>
                  <a:pt x="8584" y="2862"/>
                </a:lnTo>
                <a:lnTo>
                  <a:pt x="8694" y="3009"/>
                </a:lnTo>
                <a:lnTo>
                  <a:pt x="8804" y="3155"/>
                </a:lnTo>
                <a:lnTo>
                  <a:pt x="8877" y="3302"/>
                </a:lnTo>
                <a:lnTo>
                  <a:pt x="8877" y="3449"/>
                </a:lnTo>
                <a:lnTo>
                  <a:pt x="8840" y="3595"/>
                </a:lnTo>
                <a:lnTo>
                  <a:pt x="8694" y="3705"/>
                </a:lnTo>
                <a:lnTo>
                  <a:pt x="8620" y="3779"/>
                </a:lnTo>
                <a:lnTo>
                  <a:pt x="8584" y="3852"/>
                </a:lnTo>
                <a:lnTo>
                  <a:pt x="8584" y="3926"/>
                </a:lnTo>
                <a:lnTo>
                  <a:pt x="8620" y="3999"/>
                </a:lnTo>
                <a:lnTo>
                  <a:pt x="8657" y="4072"/>
                </a:lnTo>
                <a:lnTo>
                  <a:pt x="8730" y="4109"/>
                </a:lnTo>
                <a:lnTo>
                  <a:pt x="8840" y="4109"/>
                </a:lnTo>
                <a:lnTo>
                  <a:pt x="8914" y="4072"/>
                </a:lnTo>
                <a:lnTo>
                  <a:pt x="9097" y="3926"/>
                </a:lnTo>
                <a:lnTo>
                  <a:pt x="9207" y="3779"/>
                </a:lnTo>
                <a:lnTo>
                  <a:pt x="9281" y="3595"/>
                </a:lnTo>
                <a:lnTo>
                  <a:pt x="9281" y="3412"/>
                </a:lnTo>
                <a:lnTo>
                  <a:pt x="9281" y="3192"/>
                </a:lnTo>
                <a:lnTo>
                  <a:pt x="9207" y="3009"/>
                </a:lnTo>
                <a:lnTo>
                  <a:pt x="9097" y="2825"/>
                </a:lnTo>
                <a:lnTo>
                  <a:pt x="8987" y="2642"/>
                </a:lnTo>
                <a:lnTo>
                  <a:pt x="8804" y="2458"/>
                </a:lnTo>
                <a:lnTo>
                  <a:pt x="8584" y="2348"/>
                </a:lnTo>
                <a:lnTo>
                  <a:pt x="8107" y="2091"/>
                </a:lnTo>
                <a:lnTo>
                  <a:pt x="7887" y="1981"/>
                </a:lnTo>
                <a:lnTo>
                  <a:pt x="7593" y="1798"/>
                </a:lnTo>
                <a:lnTo>
                  <a:pt x="7446" y="1651"/>
                </a:lnTo>
                <a:lnTo>
                  <a:pt x="7373" y="1541"/>
                </a:lnTo>
                <a:lnTo>
                  <a:pt x="7336" y="1431"/>
                </a:lnTo>
                <a:lnTo>
                  <a:pt x="7373" y="1284"/>
                </a:lnTo>
                <a:lnTo>
                  <a:pt x="7483" y="1358"/>
                </a:lnTo>
                <a:lnTo>
                  <a:pt x="7556" y="1358"/>
                </a:lnTo>
                <a:lnTo>
                  <a:pt x="7593" y="1321"/>
                </a:lnTo>
                <a:lnTo>
                  <a:pt x="7630" y="1248"/>
                </a:lnTo>
                <a:lnTo>
                  <a:pt x="7703" y="1138"/>
                </a:lnTo>
                <a:lnTo>
                  <a:pt x="7813" y="954"/>
                </a:lnTo>
                <a:lnTo>
                  <a:pt x="7923" y="808"/>
                </a:lnTo>
                <a:lnTo>
                  <a:pt x="8107" y="698"/>
                </a:lnTo>
                <a:lnTo>
                  <a:pt x="8290" y="624"/>
                </a:lnTo>
                <a:lnTo>
                  <a:pt x="8474" y="588"/>
                </a:lnTo>
                <a:lnTo>
                  <a:pt x="8694" y="551"/>
                </a:lnTo>
                <a:lnTo>
                  <a:pt x="9060" y="514"/>
                </a:lnTo>
                <a:close/>
                <a:moveTo>
                  <a:pt x="13279" y="9318"/>
                </a:moveTo>
                <a:lnTo>
                  <a:pt x="13426" y="9428"/>
                </a:lnTo>
                <a:lnTo>
                  <a:pt x="13426" y="9464"/>
                </a:lnTo>
                <a:lnTo>
                  <a:pt x="13352" y="9464"/>
                </a:lnTo>
                <a:lnTo>
                  <a:pt x="13242" y="9538"/>
                </a:lnTo>
                <a:lnTo>
                  <a:pt x="12985" y="9868"/>
                </a:lnTo>
                <a:lnTo>
                  <a:pt x="12692" y="10198"/>
                </a:lnTo>
                <a:lnTo>
                  <a:pt x="12362" y="10492"/>
                </a:lnTo>
                <a:lnTo>
                  <a:pt x="12032" y="10748"/>
                </a:lnTo>
                <a:lnTo>
                  <a:pt x="11445" y="11078"/>
                </a:lnTo>
                <a:lnTo>
                  <a:pt x="10858" y="11409"/>
                </a:lnTo>
                <a:lnTo>
                  <a:pt x="10638" y="11372"/>
                </a:lnTo>
                <a:lnTo>
                  <a:pt x="10418" y="11299"/>
                </a:lnTo>
                <a:lnTo>
                  <a:pt x="10234" y="11188"/>
                </a:lnTo>
                <a:lnTo>
                  <a:pt x="10051" y="11078"/>
                </a:lnTo>
                <a:lnTo>
                  <a:pt x="10491" y="11005"/>
                </a:lnTo>
                <a:lnTo>
                  <a:pt x="10895" y="10858"/>
                </a:lnTo>
                <a:lnTo>
                  <a:pt x="11298" y="10675"/>
                </a:lnTo>
                <a:lnTo>
                  <a:pt x="11702" y="10492"/>
                </a:lnTo>
                <a:lnTo>
                  <a:pt x="12142" y="10235"/>
                </a:lnTo>
                <a:lnTo>
                  <a:pt x="12545" y="9941"/>
                </a:lnTo>
                <a:lnTo>
                  <a:pt x="12912" y="9648"/>
                </a:lnTo>
                <a:lnTo>
                  <a:pt x="13279" y="9318"/>
                </a:lnTo>
                <a:close/>
                <a:moveTo>
                  <a:pt x="13609" y="9648"/>
                </a:moveTo>
                <a:lnTo>
                  <a:pt x="13719" y="9795"/>
                </a:lnTo>
                <a:lnTo>
                  <a:pt x="13792" y="9978"/>
                </a:lnTo>
                <a:lnTo>
                  <a:pt x="13939" y="10345"/>
                </a:lnTo>
                <a:lnTo>
                  <a:pt x="13939" y="10602"/>
                </a:lnTo>
                <a:lnTo>
                  <a:pt x="13939" y="10858"/>
                </a:lnTo>
                <a:lnTo>
                  <a:pt x="13866" y="10968"/>
                </a:lnTo>
                <a:lnTo>
                  <a:pt x="13829" y="10932"/>
                </a:lnTo>
                <a:lnTo>
                  <a:pt x="13719" y="10932"/>
                </a:lnTo>
                <a:lnTo>
                  <a:pt x="13719" y="10968"/>
                </a:lnTo>
                <a:lnTo>
                  <a:pt x="13609" y="11188"/>
                </a:lnTo>
                <a:lnTo>
                  <a:pt x="12765" y="11299"/>
                </a:lnTo>
                <a:lnTo>
                  <a:pt x="12912" y="11188"/>
                </a:lnTo>
                <a:lnTo>
                  <a:pt x="13316" y="10895"/>
                </a:lnTo>
                <a:lnTo>
                  <a:pt x="13682" y="10565"/>
                </a:lnTo>
                <a:lnTo>
                  <a:pt x="13756" y="10492"/>
                </a:lnTo>
                <a:lnTo>
                  <a:pt x="13756" y="10381"/>
                </a:lnTo>
                <a:lnTo>
                  <a:pt x="13719" y="10308"/>
                </a:lnTo>
                <a:lnTo>
                  <a:pt x="13609" y="10271"/>
                </a:lnTo>
                <a:lnTo>
                  <a:pt x="13536" y="10271"/>
                </a:lnTo>
                <a:lnTo>
                  <a:pt x="13462" y="10308"/>
                </a:lnTo>
                <a:lnTo>
                  <a:pt x="13059" y="10638"/>
                </a:lnTo>
                <a:lnTo>
                  <a:pt x="12655" y="10968"/>
                </a:lnTo>
                <a:lnTo>
                  <a:pt x="12398" y="11152"/>
                </a:lnTo>
                <a:lnTo>
                  <a:pt x="12325" y="11225"/>
                </a:lnTo>
                <a:lnTo>
                  <a:pt x="12252" y="11372"/>
                </a:lnTo>
                <a:lnTo>
                  <a:pt x="11665" y="11409"/>
                </a:lnTo>
                <a:lnTo>
                  <a:pt x="11481" y="11445"/>
                </a:lnTo>
                <a:lnTo>
                  <a:pt x="11775" y="11299"/>
                </a:lnTo>
                <a:lnTo>
                  <a:pt x="12068" y="11115"/>
                </a:lnTo>
                <a:lnTo>
                  <a:pt x="12362" y="10932"/>
                </a:lnTo>
                <a:lnTo>
                  <a:pt x="12655" y="10748"/>
                </a:lnTo>
                <a:lnTo>
                  <a:pt x="12912" y="10492"/>
                </a:lnTo>
                <a:lnTo>
                  <a:pt x="13132" y="10271"/>
                </a:lnTo>
                <a:lnTo>
                  <a:pt x="13352" y="10015"/>
                </a:lnTo>
                <a:lnTo>
                  <a:pt x="13572" y="9721"/>
                </a:lnTo>
                <a:lnTo>
                  <a:pt x="13609" y="9648"/>
                </a:lnTo>
                <a:close/>
                <a:moveTo>
                  <a:pt x="9060" y="1"/>
                </a:moveTo>
                <a:lnTo>
                  <a:pt x="8804" y="37"/>
                </a:lnTo>
                <a:lnTo>
                  <a:pt x="8547" y="37"/>
                </a:lnTo>
                <a:lnTo>
                  <a:pt x="8290" y="111"/>
                </a:lnTo>
                <a:lnTo>
                  <a:pt x="8033" y="184"/>
                </a:lnTo>
                <a:lnTo>
                  <a:pt x="7813" y="294"/>
                </a:lnTo>
                <a:lnTo>
                  <a:pt x="7593" y="441"/>
                </a:lnTo>
                <a:lnTo>
                  <a:pt x="7410" y="624"/>
                </a:lnTo>
                <a:lnTo>
                  <a:pt x="7300" y="844"/>
                </a:lnTo>
                <a:lnTo>
                  <a:pt x="6896" y="624"/>
                </a:lnTo>
                <a:lnTo>
                  <a:pt x="6493" y="441"/>
                </a:lnTo>
                <a:lnTo>
                  <a:pt x="6273" y="367"/>
                </a:lnTo>
                <a:lnTo>
                  <a:pt x="6053" y="331"/>
                </a:lnTo>
                <a:lnTo>
                  <a:pt x="5612" y="331"/>
                </a:lnTo>
                <a:lnTo>
                  <a:pt x="5392" y="404"/>
                </a:lnTo>
                <a:lnTo>
                  <a:pt x="5209" y="477"/>
                </a:lnTo>
                <a:lnTo>
                  <a:pt x="5025" y="588"/>
                </a:lnTo>
                <a:lnTo>
                  <a:pt x="4842" y="734"/>
                </a:lnTo>
                <a:lnTo>
                  <a:pt x="4695" y="881"/>
                </a:lnTo>
                <a:lnTo>
                  <a:pt x="4585" y="1064"/>
                </a:lnTo>
                <a:lnTo>
                  <a:pt x="4512" y="1248"/>
                </a:lnTo>
                <a:lnTo>
                  <a:pt x="4475" y="1468"/>
                </a:lnTo>
                <a:lnTo>
                  <a:pt x="4182" y="1505"/>
                </a:lnTo>
                <a:lnTo>
                  <a:pt x="3888" y="1541"/>
                </a:lnTo>
                <a:lnTo>
                  <a:pt x="3595" y="1651"/>
                </a:lnTo>
                <a:lnTo>
                  <a:pt x="3338" y="1798"/>
                </a:lnTo>
                <a:lnTo>
                  <a:pt x="3081" y="1945"/>
                </a:lnTo>
                <a:lnTo>
                  <a:pt x="2861" y="2091"/>
                </a:lnTo>
                <a:lnTo>
                  <a:pt x="2641" y="2312"/>
                </a:lnTo>
                <a:lnTo>
                  <a:pt x="2421" y="2532"/>
                </a:lnTo>
                <a:lnTo>
                  <a:pt x="2238" y="2788"/>
                </a:lnTo>
                <a:lnTo>
                  <a:pt x="2091" y="3082"/>
                </a:lnTo>
                <a:lnTo>
                  <a:pt x="1981" y="3155"/>
                </a:lnTo>
                <a:lnTo>
                  <a:pt x="1834" y="3229"/>
                </a:lnTo>
                <a:lnTo>
                  <a:pt x="1504" y="3375"/>
                </a:lnTo>
                <a:lnTo>
                  <a:pt x="1211" y="3559"/>
                </a:lnTo>
                <a:lnTo>
                  <a:pt x="954" y="3779"/>
                </a:lnTo>
                <a:lnTo>
                  <a:pt x="697" y="3999"/>
                </a:lnTo>
                <a:lnTo>
                  <a:pt x="477" y="4256"/>
                </a:lnTo>
                <a:lnTo>
                  <a:pt x="330" y="4512"/>
                </a:lnTo>
                <a:lnTo>
                  <a:pt x="183" y="4769"/>
                </a:lnTo>
                <a:lnTo>
                  <a:pt x="73" y="5063"/>
                </a:lnTo>
                <a:lnTo>
                  <a:pt x="37" y="5319"/>
                </a:lnTo>
                <a:lnTo>
                  <a:pt x="0" y="5613"/>
                </a:lnTo>
                <a:lnTo>
                  <a:pt x="0" y="5906"/>
                </a:lnTo>
                <a:lnTo>
                  <a:pt x="73" y="6200"/>
                </a:lnTo>
                <a:lnTo>
                  <a:pt x="183" y="6493"/>
                </a:lnTo>
                <a:lnTo>
                  <a:pt x="294" y="6713"/>
                </a:lnTo>
                <a:lnTo>
                  <a:pt x="440" y="6933"/>
                </a:lnTo>
                <a:lnTo>
                  <a:pt x="660" y="7117"/>
                </a:lnTo>
                <a:lnTo>
                  <a:pt x="880" y="7300"/>
                </a:lnTo>
                <a:lnTo>
                  <a:pt x="1064" y="7374"/>
                </a:lnTo>
                <a:lnTo>
                  <a:pt x="1027" y="7594"/>
                </a:lnTo>
                <a:lnTo>
                  <a:pt x="1027" y="7814"/>
                </a:lnTo>
                <a:lnTo>
                  <a:pt x="1064" y="8034"/>
                </a:lnTo>
                <a:lnTo>
                  <a:pt x="1101" y="8217"/>
                </a:lnTo>
                <a:lnTo>
                  <a:pt x="1174" y="8437"/>
                </a:lnTo>
                <a:lnTo>
                  <a:pt x="1284" y="8621"/>
                </a:lnTo>
                <a:lnTo>
                  <a:pt x="1431" y="8804"/>
                </a:lnTo>
                <a:lnTo>
                  <a:pt x="1614" y="8988"/>
                </a:lnTo>
                <a:lnTo>
                  <a:pt x="1797" y="9098"/>
                </a:lnTo>
                <a:lnTo>
                  <a:pt x="1981" y="9208"/>
                </a:lnTo>
                <a:lnTo>
                  <a:pt x="2201" y="9281"/>
                </a:lnTo>
                <a:lnTo>
                  <a:pt x="2421" y="9318"/>
                </a:lnTo>
                <a:lnTo>
                  <a:pt x="2641" y="9354"/>
                </a:lnTo>
                <a:lnTo>
                  <a:pt x="2861" y="9318"/>
                </a:lnTo>
                <a:lnTo>
                  <a:pt x="3081" y="9281"/>
                </a:lnTo>
                <a:lnTo>
                  <a:pt x="3301" y="9208"/>
                </a:lnTo>
                <a:lnTo>
                  <a:pt x="3375" y="9354"/>
                </a:lnTo>
                <a:lnTo>
                  <a:pt x="3448" y="9501"/>
                </a:lnTo>
                <a:lnTo>
                  <a:pt x="3595" y="9648"/>
                </a:lnTo>
                <a:lnTo>
                  <a:pt x="3742" y="9758"/>
                </a:lnTo>
                <a:lnTo>
                  <a:pt x="3925" y="9868"/>
                </a:lnTo>
                <a:lnTo>
                  <a:pt x="4108" y="9905"/>
                </a:lnTo>
                <a:lnTo>
                  <a:pt x="4292" y="9941"/>
                </a:lnTo>
                <a:lnTo>
                  <a:pt x="4475" y="9941"/>
                </a:lnTo>
                <a:lnTo>
                  <a:pt x="4842" y="9905"/>
                </a:lnTo>
                <a:lnTo>
                  <a:pt x="5246" y="9795"/>
                </a:lnTo>
                <a:lnTo>
                  <a:pt x="5686" y="9648"/>
                </a:lnTo>
                <a:lnTo>
                  <a:pt x="6163" y="9574"/>
                </a:lnTo>
                <a:lnTo>
                  <a:pt x="6603" y="9574"/>
                </a:lnTo>
                <a:lnTo>
                  <a:pt x="7080" y="9611"/>
                </a:lnTo>
                <a:lnTo>
                  <a:pt x="7446" y="9648"/>
                </a:lnTo>
                <a:lnTo>
                  <a:pt x="7630" y="9648"/>
                </a:lnTo>
                <a:lnTo>
                  <a:pt x="7813" y="9611"/>
                </a:lnTo>
                <a:lnTo>
                  <a:pt x="7960" y="9721"/>
                </a:lnTo>
                <a:lnTo>
                  <a:pt x="8143" y="9795"/>
                </a:lnTo>
                <a:lnTo>
                  <a:pt x="8327" y="9831"/>
                </a:lnTo>
                <a:lnTo>
                  <a:pt x="8547" y="9868"/>
                </a:lnTo>
                <a:lnTo>
                  <a:pt x="9024" y="9905"/>
                </a:lnTo>
                <a:lnTo>
                  <a:pt x="9391" y="9868"/>
                </a:lnTo>
                <a:lnTo>
                  <a:pt x="9501" y="9868"/>
                </a:lnTo>
                <a:lnTo>
                  <a:pt x="9354" y="10161"/>
                </a:lnTo>
                <a:lnTo>
                  <a:pt x="9317" y="10308"/>
                </a:lnTo>
                <a:lnTo>
                  <a:pt x="9281" y="10492"/>
                </a:lnTo>
                <a:lnTo>
                  <a:pt x="9317" y="10638"/>
                </a:lnTo>
                <a:lnTo>
                  <a:pt x="9354" y="10785"/>
                </a:lnTo>
                <a:lnTo>
                  <a:pt x="9464" y="11078"/>
                </a:lnTo>
                <a:lnTo>
                  <a:pt x="9647" y="11335"/>
                </a:lnTo>
                <a:lnTo>
                  <a:pt x="9831" y="11519"/>
                </a:lnTo>
                <a:lnTo>
                  <a:pt x="9977" y="11629"/>
                </a:lnTo>
                <a:lnTo>
                  <a:pt x="10198" y="11739"/>
                </a:lnTo>
                <a:lnTo>
                  <a:pt x="10381" y="11812"/>
                </a:lnTo>
                <a:lnTo>
                  <a:pt x="10821" y="11922"/>
                </a:lnTo>
                <a:lnTo>
                  <a:pt x="11298" y="11959"/>
                </a:lnTo>
                <a:lnTo>
                  <a:pt x="11775" y="11922"/>
                </a:lnTo>
                <a:lnTo>
                  <a:pt x="12215" y="11885"/>
                </a:lnTo>
                <a:lnTo>
                  <a:pt x="13095" y="11775"/>
                </a:lnTo>
                <a:lnTo>
                  <a:pt x="13939" y="11665"/>
                </a:lnTo>
                <a:lnTo>
                  <a:pt x="14343" y="11555"/>
                </a:lnTo>
                <a:lnTo>
                  <a:pt x="14746" y="11409"/>
                </a:lnTo>
                <a:lnTo>
                  <a:pt x="15076" y="11262"/>
                </a:lnTo>
                <a:lnTo>
                  <a:pt x="15370" y="11042"/>
                </a:lnTo>
                <a:lnTo>
                  <a:pt x="15626" y="10785"/>
                </a:lnTo>
                <a:lnTo>
                  <a:pt x="15847" y="10528"/>
                </a:lnTo>
                <a:lnTo>
                  <a:pt x="16030" y="10235"/>
                </a:lnTo>
                <a:lnTo>
                  <a:pt x="16213" y="9941"/>
                </a:lnTo>
                <a:lnTo>
                  <a:pt x="16360" y="9648"/>
                </a:lnTo>
                <a:lnTo>
                  <a:pt x="16433" y="9318"/>
                </a:lnTo>
                <a:lnTo>
                  <a:pt x="16507" y="8988"/>
                </a:lnTo>
                <a:lnTo>
                  <a:pt x="16543" y="8657"/>
                </a:lnTo>
                <a:lnTo>
                  <a:pt x="16507" y="8327"/>
                </a:lnTo>
                <a:lnTo>
                  <a:pt x="16470" y="7997"/>
                </a:lnTo>
                <a:lnTo>
                  <a:pt x="16690" y="7447"/>
                </a:lnTo>
                <a:lnTo>
                  <a:pt x="16837" y="6933"/>
                </a:lnTo>
                <a:lnTo>
                  <a:pt x="16910" y="6347"/>
                </a:lnTo>
                <a:lnTo>
                  <a:pt x="16910" y="5796"/>
                </a:lnTo>
                <a:lnTo>
                  <a:pt x="16837" y="5429"/>
                </a:lnTo>
                <a:lnTo>
                  <a:pt x="16727" y="5063"/>
                </a:lnTo>
                <a:lnTo>
                  <a:pt x="16654" y="4916"/>
                </a:lnTo>
                <a:lnTo>
                  <a:pt x="16543" y="4769"/>
                </a:lnTo>
                <a:lnTo>
                  <a:pt x="16397" y="4659"/>
                </a:lnTo>
                <a:lnTo>
                  <a:pt x="16250" y="4586"/>
                </a:lnTo>
                <a:lnTo>
                  <a:pt x="16250" y="4146"/>
                </a:lnTo>
                <a:lnTo>
                  <a:pt x="16177" y="3742"/>
                </a:lnTo>
                <a:lnTo>
                  <a:pt x="16030" y="3375"/>
                </a:lnTo>
                <a:lnTo>
                  <a:pt x="15773" y="3009"/>
                </a:lnTo>
                <a:lnTo>
                  <a:pt x="15626" y="2825"/>
                </a:lnTo>
                <a:lnTo>
                  <a:pt x="15443" y="2642"/>
                </a:lnTo>
                <a:lnTo>
                  <a:pt x="15223" y="2495"/>
                </a:lnTo>
                <a:lnTo>
                  <a:pt x="15003" y="2385"/>
                </a:lnTo>
                <a:lnTo>
                  <a:pt x="14746" y="2238"/>
                </a:lnTo>
                <a:lnTo>
                  <a:pt x="14526" y="2055"/>
                </a:lnTo>
                <a:lnTo>
                  <a:pt x="14379" y="1835"/>
                </a:lnTo>
                <a:lnTo>
                  <a:pt x="14233" y="1578"/>
                </a:lnTo>
                <a:lnTo>
                  <a:pt x="14123" y="1358"/>
                </a:lnTo>
                <a:lnTo>
                  <a:pt x="13976" y="1138"/>
                </a:lnTo>
                <a:lnTo>
                  <a:pt x="13829" y="991"/>
                </a:lnTo>
                <a:lnTo>
                  <a:pt x="13682" y="808"/>
                </a:lnTo>
                <a:lnTo>
                  <a:pt x="13499" y="698"/>
                </a:lnTo>
                <a:lnTo>
                  <a:pt x="13279" y="588"/>
                </a:lnTo>
                <a:lnTo>
                  <a:pt x="13059" y="514"/>
                </a:lnTo>
                <a:lnTo>
                  <a:pt x="12802" y="441"/>
                </a:lnTo>
                <a:lnTo>
                  <a:pt x="12362" y="441"/>
                </a:lnTo>
                <a:lnTo>
                  <a:pt x="11885" y="477"/>
                </a:lnTo>
                <a:lnTo>
                  <a:pt x="11408" y="588"/>
                </a:lnTo>
                <a:lnTo>
                  <a:pt x="10968" y="698"/>
                </a:lnTo>
                <a:lnTo>
                  <a:pt x="10821" y="514"/>
                </a:lnTo>
                <a:lnTo>
                  <a:pt x="10601" y="331"/>
                </a:lnTo>
                <a:lnTo>
                  <a:pt x="10381" y="221"/>
                </a:lnTo>
                <a:lnTo>
                  <a:pt x="10124" y="147"/>
                </a:lnTo>
                <a:lnTo>
                  <a:pt x="9867" y="74"/>
                </a:lnTo>
                <a:lnTo>
                  <a:pt x="9574" y="37"/>
                </a:lnTo>
                <a:lnTo>
                  <a:pt x="9060" y="1"/>
                </a:lnTo>
                <a:close/>
              </a:path>
            </a:pathLst>
          </a:custGeom>
          <a:solidFill>
            <a:srgbClr val="3C78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8" name="Google Shape;218;p3"/>
          <p:cNvSpPr/>
          <p:nvPr/>
        </p:nvSpPr>
        <p:spPr>
          <a:xfrm rot="-5400000">
            <a:off x="10245807" y="5309640"/>
            <a:ext cx="373208" cy="477288"/>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3C78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9" name="Google Shape;219;p3"/>
          <p:cNvSpPr/>
          <p:nvPr/>
        </p:nvSpPr>
        <p:spPr>
          <a:xfrm>
            <a:off x="10212864" y="5826928"/>
            <a:ext cx="503611" cy="568851"/>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0" name="Google Shape;220;p3"/>
          <p:cNvSpPr/>
          <p:nvPr/>
        </p:nvSpPr>
        <p:spPr>
          <a:xfrm>
            <a:off x="6746084" y="6610610"/>
            <a:ext cx="514731" cy="344087"/>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1" name="Google Shape;221;p3"/>
          <p:cNvSpPr/>
          <p:nvPr/>
        </p:nvSpPr>
        <p:spPr>
          <a:xfrm>
            <a:off x="10376560" y="6513509"/>
            <a:ext cx="233123" cy="249763"/>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2" name="Google Shape;222;p3"/>
          <p:cNvSpPr/>
          <p:nvPr/>
        </p:nvSpPr>
        <p:spPr>
          <a:xfrm>
            <a:off x="1977021" y="5612687"/>
            <a:ext cx="280284" cy="611852"/>
          </a:xfrm>
          <a:custGeom>
            <a:avLst/>
            <a:gdLst/>
            <a:ahLst/>
            <a:cxnLst/>
            <a:rect l="l" t="t" r="r" b="b"/>
            <a:pathLst>
              <a:path w="7411" h="16178" extrusionOk="0">
                <a:moveTo>
                  <a:pt x="3339" y="147"/>
                </a:moveTo>
                <a:lnTo>
                  <a:pt x="3229" y="441"/>
                </a:lnTo>
                <a:lnTo>
                  <a:pt x="3155" y="734"/>
                </a:lnTo>
                <a:lnTo>
                  <a:pt x="3119" y="1358"/>
                </a:lnTo>
                <a:lnTo>
                  <a:pt x="3082" y="2972"/>
                </a:lnTo>
                <a:lnTo>
                  <a:pt x="3119" y="4476"/>
                </a:lnTo>
                <a:lnTo>
                  <a:pt x="3119" y="5283"/>
                </a:lnTo>
                <a:lnTo>
                  <a:pt x="3119" y="5576"/>
                </a:lnTo>
                <a:lnTo>
                  <a:pt x="3155" y="5723"/>
                </a:lnTo>
                <a:lnTo>
                  <a:pt x="3229" y="5870"/>
                </a:lnTo>
                <a:lnTo>
                  <a:pt x="3265" y="5906"/>
                </a:lnTo>
                <a:lnTo>
                  <a:pt x="3339" y="5943"/>
                </a:lnTo>
                <a:lnTo>
                  <a:pt x="3375" y="5943"/>
                </a:lnTo>
                <a:lnTo>
                  <a:pt x="3449" y="5870"/>
                </a:lnTo>
                <a:lnTo>
                  <a:pt x="3486" y="5760"/>
                </a:lnTo>
                <a:lnTo>
                  <a:pt x="3522" y="5649"/>
                </a:lnTo>
                <a:lnTo>
                  <a:pt x="3522" y="5393"/>
                </a:lnTo>
                <a:lnTo>
                  <a:pt x="3522" y="4586"/>
                </a:lnTo>
                <a:lnTo>
                  <a:pt x="3486" y="2972"/>
                </a:lnTo>
                <a:lnTo>
                  <a:pt x="3522" y="1504"/>
                </a:lnTo>
                <a:lnTo>
                  <a:pt x="3522" y="808"/>
                </a:lnTo>
                <a:lnTo>
                  <a:pt x="3486" y="477"/>
                </a:lnTo>
                <a:lnTo>
                  <a:pt x="3412" y="294"/>
                </a:lnTo>
                <a:lnTo>
                  <a:pt x="3375" y="147"/>
                </a:lnTo>
                <a:close/>
                <a:moveTo>
                  <a:pt x="1725" y="1"/>
                </a:moveTo>
                <a:lnTo>
                  <a:pt x="1688" y="37"/>
                </a:lnTo>
                <a:lnTo>
                  <a:pt x="1615" y="147"/>
                </a:lnTo>
                <a:lnTo>
                  <a:pt x="1578" y="294"/>
                </a:lnTo>
                <a:lnTo>
                  <a:pt x="1541" y="624"/>
                </a:lnTo>
                <a:lnTo>
                  <a:pt x="1578" y="1284"/>
                </a:lnTo>
                <a:lnTo>
                  <a:pt x="1615" y="2898"/>
                </a:lnTo>
                <a:lnTo>
                  <a:pt x="1725" y="6236"/>
                </a:lnTo>
                <a:lnTo>
                  <a:pt x="1761" y="6346"/>
                </a:lnTo>
                <a:lnTo>
                  <a:pt x="1798" y="6383"/>
                </a:lnTo>
                <a:lnTo>
                  <a:pt x="1872" y="6420"/>
                </a:lnTo>
                <a:lnTo>
                  <a:pt x="1945" y="6456"/>
                </a:lnTo>
                <a:lnTo>
                  <a:pt x="2018" y="6420"/>
                </a:lnTo>
                <a:lnTo>
                  <a:pt x="2092" y="6383"/>
                </a:lnTo>
                <a:lnTo>
                  <a:pt x="2165" y="6346"/>
                </a:lnTo>
                <a:lnTo>
                  <a:pt x="2165" y="6236"/>
                </a:lnTo>
                <a:lnTo>
                  <a:pt x="2165" y="5980"/>
                </a:lnTo>
                <a:lnTo>
                  <a:pt x="2165" y="5943"/>
                </a:lnTo>
                <a:lnTo>
                  <a:pt x="2055" y="3008"/>
                </a:lnTo>
                <a:lnTo>
                  <a:pt x="1982" y="1394"/>
                </a:lnTo>
                <a:lnTo>
                  <a:pt x="1945" y="587"/>
                </a:lnTo>
                <a:lnTo>
                  <a:pt x="1908" y="294"/>
                </a:lnTo>
                <a:lnTo>
                  <a:pt x="1872" y="147"/>
                </a:lnTo>
                <a:lnTo>
                  <a:pt x="1761" y="37"/>
                </a:lnTo>
                <a:lnTo>
                  <a:pt x="1725" y="1"/>
                </a:lnTo>
                <a:close/>
                <a:moveTo>
                  <a:pt x="4953" y="184"/>
                </a:moveTo>
                <a:lnTo>
                  <a:pt x="4879" y="221"/>
                </a:lnTo>
                <a:lnTo>
                  <a:pt x="4843" y="257"/>
                </a:lnTo>
                <a:lnTo>
                  <a:pt x="4843" y="331"/>
                </a:lnTo>
                <a:lnTo>
                  <a:pt x="4769" y="1101"/>
                </a:lnTo>
                <a:lnTo>
                  <a:pt x="4733" y="1908"/>
                </a:lnTo>
                <a:lnTo>
                  <a:pt x="4733" y="3522"/>
                </a:lnTo>
                <a:lnTo>
                  <a:pt x="4733" y="5136"/>
                </a:lnTo>
                <a:lnTo>
                  <a:pt x="4696" y="5870"/>
                </a:lnTo>
                <a:lnTo>
                  <a:pt x="4696" y="6273"/>
                </a:lnTo>
                <a:lnTo>
                  <a:pt x="4769" y="6640"/>
                </a:lnTo>
                <a:lnTo>
                  <a:pt x="4806" y="6713"/>
                </a:lnTo>
                <a:lnTo>
                  <a:pt x="4916" y="6750"/>
                </a:lnTo>
                <a:lnTo>
                  <a:pt x="5026" y="6713"/>
                </a:lnTo>
                <a:lnTo>
                  <a:pt x="5100" y="6640"/>
                </a:lnTo>
                <a:lnTo>
                  <a:pt x="5173" y="6273"/>
                </a:lnTo>
                <a:lnTo>
                  <a:pt x="5173" y="5870"/>
                </a:lnTo>
                <a:lnTo>
                  <a:pt x="5136" y="5136"/>
                </a:lnTo>
                <a:lnTo>
                  <a:pt x="5136" y="3522"/>
                </a:lnTo>
                <a:lnTo>
                  <a:pt x="5173" y="1908"/>
                </a:lnTo>
                <a:lnTo>
                  <a:pt x="5136" y="1138"/>
                </a:lnTo>
                <a:lnTo>
                  <a:pt x="5100" y="331"/>
                </a:lnTo>
                <a:lnTo>
                  <a:pt x="5100" y="257"/>
                </a:lnTo>
                <a:lnTo>
                  <a:pt x="5063" y="221"/>
                </a:lnTo>
                <a:lnTo>
                  <a:pt x="4953" y="184"/>
                </a:lnTo>
                <a:close/>
                <a:moveTo>
                  <a:pt x="6273" y="2678"/>
                </a:moveTo>
                <a:lnTo>
                  <a:pt x="6273" y="2715"/>
                </a:lnTo>
                <a:lnTo>
                  <a:pt x="6200" y="3008"/>
                </a:lnTo>
                <a:lnTo>
                  <a:pt x="6163" y="3302"/>
                </a:lnTo>
                <a:lnTo>
                  <a:pt x="6127" y="3925"/>
                </a:lnTo>
                <a:lnTo>
                  <a:pt x="6127" y="5173"/>
                </a:lnTo>
                <a:lnTo>
                  <a:pt x="6090" y="7667"/>
                </a:lnTo>
                <a:lnTo>
                  <a:pt x="6090" y="7887"/>
                </a:lnTo>
                <a:lnTo>
                  <a:pt x="6127" y="7960"/>
                </a:lnTo>
                <a:lnTo>
                  <a:pt x="6163" y="8034"/>
                </a:lnTo>
                <a:lnTo>
                  <a:pt x="6237" y="8070"/>
                </a:lnTo>
                <a:lnTo>
                  <a:pt x="6383" y="8070"/>
                </a:lnTo>
                <a:lnTo>
                  <a:pt x="6457" y="8034"/>
                </a:lnTo>
                <a:lnTo>
                  <a:pt x="6493" y="7960"/>
                </a:lnTo>
                <a:lnTo>
                  <a:pt x="6530" y="7887"/>
                </a:lnTo>
                <a:lnTo>
                  <a:pt x="6530" y="5283"/>
                </a:lnTo>
                <a:lnTo>
                  <a:pt x="6530" y="3962"/>
                </a:lnTo>
                <a:lnTo>
                  <a:pt x="6493" y="3339"/>
                </a:lnTo>
                <a:lnTo>
                  <a:pt x="6457" y="3008"/>
                </a:lnTo>
                <a:lnTo>
                  <a:pt x="6383" y="2715"/>
                </a:lnTo>
                <a:lnTo>
                  <a:pt x="6347" y="2678"/>
                </a:lnTo>
                <a:close/>
                <a:moveTo>
                  <a:pt x="3265" y="7887"/>
                </a:moveTo>
                <a:lnTo>
                  <a:pt x="3082" y="8107"/>
                </a:lnTo>
                <a:lnTo>
                  <a:pt x="2862" y="8291"/>
                </a:lnTo>
                <a:lnTo>
                  <a:pt x="2679" y="8401"/>
                </a:lnTo>
                <a:lnTo>
                  <a:pt x="2458" y="8474"/>
                </a:lnTo>
                <a:lnTo>
                  <a:pt x="2458" y="8474"/>
                </a:lnTo>
                <a:lnTo>
                  <a:pt x="2605" y="8291"/>
                </a:lnTo>
                <a:lnTo>
                  <a:pt x="2752" y="8144"/>
                </a:lnTo>
                <a:lnTo>
                  <a:pt x="2972" y="7997"/>
                </a:lnTo>
                <a:lnTo>
                  <a:pt x="3192" y="7924"/>
                </a:lnTo>
                <a:lnTo>
                  <a:pt x="3265" y="7887"/>
                </a:lnTo>
                <a:close/>
                <a:moveTo>
                  <a:pt x="4806" y="9501"/>
                </a:moveTo>
                <a:lnTo>
                  <a:pt x="4513" y="9538"/>
                </a:lnTo>
                <a:lnTo>
                  <a:pt x="4329" y="9574"/>
                </a:lnTo>
                <a:lnTo>
                  <a:pt x="4072" y="9574"/>
                </a:lnTo>
                <a:lnTo>
                  <a:pt x="4072" y="9611"/>
                </a:lnTo>
                <a:lnTo>
                  <a:pt x="4072" y="9684"/>
                </a:lnTo>
                <a:lnTo>
                  <a:pt x="4109" y="9758"/>
                </a:lnTo>
                <a:lnTo>
                  <a:pt x="4146" y="9831"/>
                </a:lnTo>
                <a:lnTo>
                  <a:pt x="4219" y="9868"/>
                </a:lnTo>
                <a:lnTo>
                  <a:pt x="4293" y="9905"/>
                </a:lnTo>
                <a:lnTo>
                  <a:pt x="4476" y="9941"/>
                </a:lnTo>
                <a:lnTo>
                  <a:pt x="4659" y="9905"/>
                </a:lnTo>
                <a:lnTo>
                  <a:pt x="4806" y="9941"/>
                </a:lnTo>
                <a:lnTo>
                  <a:pt x="4953" y="9978"/>
                </a:lnTo>
                <a:lnTo>
                  <a:pt x="5100" y="10015"/>
                </a:lnTo>
                <a:lnTo>
                  <a:pt x="5246" y="10125"/>
                </a:lnTo>
                <a:lnTo>
                  <a:pt x="5320" y="10235"/>
                </a:lnTo>
                <a:lnTo>
                  <a:pt x="5430" y="10381"/>
                </a:lnTo>
                <a:lnTo>
                  <a:pt x="5466" y="10528"/>
                </a:lnTo>
                <a:lnTo>
                  <a:pt x="5503" y="10675"/>
                </a:lnTo>
                <a:lnTo>
                  <a:pt x="5540" y="10748"/>
                </a:lnTo>
                <a:lnTo>
                  <a:pt x="5613" y="10822"/>
                </a:lnTo>
                <a:lnTo>
                  <a:pt x="5833" y="10822"/>
                </a:lnTo>
                <a:lnTo>
                  <a:pt x="5907" y="10748"/>
                </a:lnTo>
                <a:lnTo>
                  <a:pt x="5943" y="10711"/>
                </a:lnTo>
                <a:lnTo>
                  <a:pt x="5980" y="10601"/>
                </a:lnTo>
                <a:lnTo>
                  <a:pt x="5907" y="10308"/>
                </a:lnTo>
                <a:lnTo>
                  <a:pt x="5760" y="10051"/>
                </a:lnTo>
                <a:lnTo>
                  <a:pt x="5576" y="9831"/>
                </a:lnTo>
                <a:lnTo>
                  <a:pt x="5356" y="9648"/>
                </a:lnTo>
                <a:lnTo>
                  <a:pt x="5100" y="9538"/>
                </a:lnTo>
                <a:lnTo>
                  <a:pt x="4806" y="9501"/>
                </a:lnTo>
                <a:close/>
                <a:moveTo>
                  <a:pt x="4879" y="8547"/>
                </a:moveTo>
                <a:lnTo>
                  <a:pt x="5136" y="8621"/>
                </a:lnTo>
                <a:lnTo>
                  <a:pt x="5393" y="8731"/>
                </a:lnTo>
                <a:lnTo>
                  <a:pt x="5650" y="8877"/>
                </a:lnTo>
                <a:lnTo>
                  <a:pt x="5907" y="9061"/>
                </a:lnTo>
                <a:lnTo>
                  <a:pt x="6090" y="9244"/>
                </a:lnTo>
                <a:lnTo>
                  <a:pt x="6310" y="9464"/>
                </a:lnTo>
                <a:lnTo>
                  <a:pt x="6457" y="9684"/>
                </a:lnTo>
                <a:lnTo>
                  <a:pt x="6603" y="9941"/>
                </a:lnTo>
                <a:lnTo>
                  <a:pt x="6714" y="10198"/>
                </a:lnTo>
                <a:lnTo>
                  <a:pt x="6787" y="10491"/>
                </a:lnTo>
                <a:lnTo>
                  <a:pt x="6860" y="10748"/>
                </a:lnTo>
                <a:lnTo>
                  <a:pt x="6934" y="11078"/>
                </a:lnTo>
                <a:lnTo>
                  <a:pt x="6934" y="11372"/>
                </a:lnTo>
                <a:lnTo>
                  <a:pt x="6934" y="11665"/>
                </a:lnTo>
                <a:lnTo>
                  <a:pt x="6934" y="11995"/>
                </a:lnTo>
                <a:lnTo>
                  <a:pt x="6824" y="12619"/>
                </a:lnTo>
                <a:lnTo>
                  <a:pt x="6677" y="13206"/>
                </a:lnTo>
                <a:lnTo>
                  <a:pt x="6530" y="13499"/>
                </a:lnTo>
                <a:lnTo>
                  <a:pt x="6383" y="13793"/>
                </a:lnTo>
                <a:lnTo>
                  <a:pt x="6310" y="13939"/>
                </a:lnTo>
                <a:lnTo>
                  <a:pt x="6163" y="14050"/>
                </a:lnTo>
                <a:lnTo>
                  <a:pt x="5907" y="14270"/>
                </a:lnTo>
                <a:lnTo>
                  <a:pt x="5540" y="14526"/>
                </a:lnTo>
                <a:lnTo>
                  <a:pt x="5173" y="14857"/>
                </a:lnTo>
                <a:lnTo>
                  <a:pt x="5026" y="14967"/>
                </a:lnTo>
                <a:lnTo>
                  <a:pt x="4659" y="15187"/>
                </a:lnTo>
                <a:lnTo>
                  <a:pt x="4659" y="15187"/>
                </a:lnTo>
                <a:lnTo>
                  <a:pt x="4806" y="14857"/>
                </a:lnTo>
                <a:lnTo>
                  <a:pt x="4916" y="14636"/>
                </a:lnTo>
                <a:lnTo>
                  <a:pt x="4953" y="14490"/>
                </a:lnTo>
                <a:lnTo>
                  <a:pt x="4989" y="14380"/>
                </a:lnTo>
                <a:lnTo>
                  <a:pt x="4953" y="14270"/>
                </a:lnTo>
                <a:lnTo>
                  <a:pt x="4916" y="14160"/>
                </a:lnTo>
                <a:lnTo>
                  <a:pt x="4843" y="14123"/>
                </a:lnTo>
                <a:lnTo>
                  <a:pt x="4659" y="14123"/>
                </a:lnTo>
                <a:lnTo>
                  <a:pt x="4586" y="14160"/>
                </a:lnTo>
                <a:lnTo>
                  <a:pt x="4549" y="14233"/>
                </a:lnTo>
                <a:lnTo>
                  <a:pt x="4513" y="14343"/>
                </a:lnTo>
                <a:lnTo>
                  <a:pt x="4549" y="14453"/>
                </a:lnTo>
                <a:lnTo>
                  <a:pt x="4513" y="14526"/>
                </a:lnTo>
                <a:lnTo>
                  <a:pt x="4439" y="14783"/>
                </a:lnTo>
                <a:lnTo>
                  <a:pt x="4366" y="15003"/>
                </a:lnTo>
                <a:lnTo>
                  <a:pt x="4329" y="15260"/>
                </a:lnTo>
                <a:lnTo>
                  <a:pt x="4366" y="15333"/>
                </a:lnTo>
                <a:lnTo>
                  <a:pt x="4293" y="15370"/>
                </a:lnTo>
                <a:lnTo>
                  <a:pt x="3999" y="15480"/>
                </a:lnTo>
                <a:lnTo>
                  <a:pt x="3632" y="15590"/>
                </a:lnTo>
                <a:lnTo>
                  <a:pt x="3816" y="15333"/>
                </a:lnTo>
                <a:lnTo>
                  <a:pt x="4109" y="14746"/>
                </a:lnTo>
                <a:lnTo>
                  <a:pt x="4109" y="14673"/>
                </a:lnTo>
                <a:lnTo>
                  <a:pt x="4109" y="14600"/>
                </a:lnTo>
                <a:lnTo>
                  <a:pt x="4072" y="14526"/>
                </a:lnTo>
                <a:lnTo>
                  <a:pt x="4036" y="14490"/>
                </a:lnTo>
                <a:lnTo>
                  <a:pt x="3962" y="14453"/>
                </a:lnTo>
                <a:lnTo>
                  <a:pt x="3889" y="14453"/>
                </a:lnTo>
                <a:lnTo>
                  <a:pt x="3816" y="14490"/>
                </a:lnTo>
                <a:lnTo>
                  <a:pt x="3779" y="14563"/>
                </a:lnTo>
                <a:lnTo>
                  <a:pt x="3486" y="15150"/>
                </a:lnTo>
                <a:lnTo>
                  <a:pt x="3339" y="15407"/>
                </a:lnTo>
                <a:lnTo>
                  <a:pt x="3229" y="15663"/>
                </a:lnTo>
                <a:lnTo>
                  <a:pt x="2899" y="15700"/>
                </a:lnTo>
                <a:lnTo>
                  <a:pt x="2532" y="15627"/>
                </a:lnTo>
                <a:lnTo>
                  <a:pt x="2752" y="15407"/>
                </a:lnTo>
                <a:lnTo>
                  <a:pt x="2935" y="15187"/>
                </a:lnTo>
                <a:lnTo>
                  <a:pt x="3119" y="14893"/>
                </a:lnTo>
                <a:lnTo>
                  <a:pt x="3265" y="14600"/>
                </a:lnTo>
                <a:lnTo>
                  <a:pt x="3339" y="14600"/>
                </a:lnTo>
                <a:lnTo>
                  <a:pt x="3375" y="14526"/>
                </a:lnTo>
                <a:lnTo>
                  <a:pt x="3412" y="14490"/>
                </a:lnTo>
                <a:lnTo>
                  <a:pt x="3449" y="14380"/>
                </a:lnTo>
                <a:lnTo>
                  <a:pt x="3412" y="14343"/>
                </a:lnTo>
                <a:lnTo>
                  <a:pt x="3412" y="14270"/>
                </a:lnTo>
                <a:lnTo>
                  <a:pt x="3339" y="14233"/>
                </a:lnTo>
                <a:lnTo>
                  <a:pt x="3229" y="14196"/>
                </a:lnTo>
                <a:lnTo>
                  <a:pt x="3155" y="14196"/>
                </a:lnTo>
                <a:lnTo>
                  <a:pt x="3045" y="14233"/>
                </a:lnTo>
                <a:lnTo>
                  <a:pt x="2935" y="14380"/>
                </a:lnTo>
                <a:lnTo>
                  <a:pt x="2752" y="14673"/>
                </a:lnTo>
                <a:lnTo>
                  <a:pt x="2495" y="15077"/>
                </a:lnTo>
                <a:lnTo>
                  <a:pt x="2238" y="15443"/>
                </a:lnTo>
                <a:lnTo>
                  <a:pt x="2202" y="15553"/>
                </a:lnTo>
                <a:lnTo>
                  <a:pt x="1908" y="15370"/>
                </a:lnTo>
                <a:lnTo>
                  <a:pt x="1615" y="15187"/>
                </a:lnTo>
                <a:lnTo>
                  <a:pt x="1761" y="15077"/>
                </a:lnTo>
                <a:lnTo>
                  <a:pt x="1872" y="14967"/>
                </a:lnTo>
                <a:lnTo>
                  <a:pt x="2238" y="14563"/>
                </a:lnTo>
                <a:lnTo>
                  <a:pt x="2568" y="14196"/>
                </a:lnTo>
                <a:lnTo>
                  <a:pt x="2715" y="13976"/>
                </a:lnTo>
                <a:lnTo>
                  <a:pt x="2789" y="13756"/>
                </a:lnTo>
                <a:lnTo>
                  <a:pt x="2789" y="13683"/>
                </a:lnTo>
                <a:lnTo>
                  <a:pt x="2752" y="13609"/>
                </a:lnTo>
                <a:lnTo>
                  <a:pt x="2642" y="13609"/>
                </a:lnTo>
                <a:lnTo>
                  <a:pt x="2422" y="13719"/>
                </a:lnTo>
                <a:lnTo>
                  <a:pt x="2238" y="13866"/>
                </a:lnTo>
                <a:lnTo>
                  <a:pt x="1945" y="14233"/>
                </a:lnTo>
                <a:lnTo>
                  <a:pt x="1578" y="14673"/>
                </a:lnTo>
                <a:lnTo>
                  <a:pt x="1505" y="14820"/>
                </a:lnTo>
                <a:lnTo>
                  <a:pt x="1431" y="15003"/>
                </a:lnTo>
                <a:lnTo>
                  <a:pt x="1138" y="14636"/>
                </a:lnTo>
                <a:lnTo>
                  <a:pt x="1468" y="14306"/>
                </a:lnTo>
                <a:lnTo>
                  <a:pt x="1761" y="13939"/>
                </a:lnTo>
                <a:lnTo>
                  <a:pt x="2312" y="13206"/>
                </a:lnTo>
                <a:lnTo>
                  <a:pt x="2312" y="13132"/>
                </a:lnTo>
                <a:lnTo>
                  <a:pt x="2312" y="13059"/>
                </a:lnTo>
                <a:lnTo>
                  <a:pt x="2238" y="12949"/>
                </a:lnTo>
                <a:lnTo>
                  <a:pt x="2202" y="12912"/>
                </a:lnTo>
                <a:lnTo>
                  <a:pt x="2055" y="12912"/>
                </a:lnTo>
                <a:lnTo>
                  <a:pt x="1982" y="12949"/>
                </a:lnTo>
                <a:lnTo>
                  <a:pt x="1431" y="13646"/>
                </a:lnTo>
                <a:lnTo>
                  <a:pt x="1211" y="14013"/>
                </a:lnTo>
                <a:lnTo>
                  <a:pt x="991" y="14380"/>
                </a:lnTo>
                <a:lnTo>
                  <a:pt x="844" y="14050"/>
                </a:lnTo>
                <a:lnTo>
                  <a:pt x="698" y="13719"/>
                </a:lnTo>
                <a:lnTo>
                  <a:pt x="1028" y="13426"/>
                </a:lnTo>
                <a:lnTo>
                  <a:pt x="1358" y="13096"/>
                </a:lnTo>
                <a:lnTo>
                  <a:pt x="1872" y="12436"/>
                </a:lnTo>
                <a:lnTo>
                  <a:pt x="1908" y="12362"/>
                </a:lnTo>
                <a:lnTo>
                  <a:pt x="1908" y="12289"/>
                </a:lnTo>
                <a:lnTo>
                  <a:pt x="1872" y="12215"/>
                </a:lnTo>
                <a:lnTo>
                  <a:pt x="1835" y="12179"/>
                </a:lnTo>
                <a:lnTo>
                  <a:pt x="1761" y="12142"/>
                </a:lnTo>
                <a:lnTo>
                  <a:pt x="1688" y="12105"/>
                </a:lnTo>
                <a:lnTo>
                  <a:pt x="1615" y="12105"/>
                </a:lnTo>
                <a:lnTo>
                  <a:pt x="1541" y="12179"/>
                </a:lnTo>
                <a:lnTo>
                  <a:pt x="1065" y="12729"/>
                </a:lnTo>
                <a:lnTo>
                  <a:pt x="808" y="13022"/>
                </a:lnTo>
                <a:lnTo>
                  <a:pt x="624" y="13353"/>
                </a:lnTo>
                <a:lnTo>
                  <a:pt x="588" y="13206"/>
                </a:lnTo>
                <a:lnTo>
                  <a:pt x="551" y="12876"/>
                </a:lnTo>
                <a:lnTo>
                  <a:pt x="771" y="12656"/>
                </a:lnTo>
                <a:lnTo>
                  <a:pt x="1028" y="12399"/>
                </a:lnTo>
                <a:lnTo>
                  <a:pt x="1321" y="12069"/>
                </a:lnTo>
                <a:lnTo>
                  <a:pt x="1468" y="11885"/>
                </a:lnTo>
                <a:lnTo>
                  <a:pt x="1505" y="11775"/>
                </a:lnTo>
                <a:lnTo>
                  <a:pt x="1505" y="11665"/>
                </a:lnTo>
                <a:lnTo>
                  <a:pt x="1505" y="11592"/>
                </a:lnTo>
                <a:lnTo>
                  <a:pt x="1468" y="11555"/>
                </a:lnTo>
                <a:lnTo>
                  <a:pt x="1395" y="11518"/>
                </a:lnTo>
                <a:lnTo>
                  <a:pt x="1358" y="11555"/>
                </a:lnTo>
                <a:lnTo>
                  <a:pt x="1175" y="11629"/>
                </a:lnTo>
                <a:lnTo>
                  <a:pt x="1028" y="11775"/>
                </a:lnTo>
                <a:lnTo>
                  <a:pt x="771" y="12105"/>
                </a:lnTo>
                <a:lnTo>
                  <a:pt x="514" y="12436"/>
                </a:lnTo>
                <a:lnTo>
                  <a:pt x="514" y="11922"/>
                </a:lnTo>
                <a:lnTo>
                  <a:pt x="624" y="11812"/>
                </a:lnTo>
                <a:lnTo>
                  <a:pt x="734" y="11702"/>
                </a:lnTo>
                <a:lnTo>
                  <a:pt x="808" y="11482"/>
                </a:lnTo>
                <a:lnTo>
                  <a:pt x="991" y="11445"/>
                </a:lnTo>
                <a:lnTo>
                  <a:pt x="1138" y="11408"/>
                </a:lnTo>
                <a:lnTo>
                  <a:pt x="1248" y="11298"/>
                </a:lnTo>
                <a:lnTo>
                  <a:pt x="1358" y="11188"/>
                </a:lnTo>
                <a:lnTo>
                  <a:pt x="1468" y="11078"/>
                </a:lnTo>
                <a:lnTo>
                  <a:pt x="1505" y="10932"/>
                </a:lnTo>
                <a:lnTo>
                  <a:pt x="1505" y="10858"/>
                </a:lnTo>
                <a:lnTo>
                  <a:pt x="1505" y="10785"/>
                </a:lnTo>
                <a:lnTo>
                  <a:pt x="1468" y="10711"/>
                </a:lnTo>
                <a:lnTo>
                  <a:pt x="1395" y="10675"/>
                </a:lnTo>
                <a:lnTo>
                  <a:pt x="1175" y="10675"/>
                </a:lnTo>
                <a:lnTo>
                  <a:pt x="1101" y="10748"/>
                </a:lnTo>
                <a:lnTo>
                  <a:pt x="1065" y="10822"/>
                </a:lnTo>
                <a:lnTo>
                  <a:pt x="1028" y="10932"/>
                </a:lnTo>
                <a:lnTo>
                  <a:pt x="954" y="11005"/>
                </a:lnTo>
                <a:lnTo>
                  <a:pt x="844" y="11042"/>
                </a:lnTo>
                <a:lnTo>
                  <a:pt x="698" y="11078"/>
                </a:lnTo>
                <a:lnTo>
                  <a:pt x="881" y="10785"/>
                </a:lnTo>
                <a:lnTo>
                  <a:pt x="954" y="10675"/>
                </a:lnTo>
                <a:lnTo>
                  <a:pt x="1101" y="10565"/>
                </a:lnTo>
                <a:lnTo>
                  <a:pt x="1211" y="10455"/>
                </a:lnTo>
                <a:lnTo>
                  <a:pt x="1395" y="10418"/>
                </a:lnTo>
                <a:lnTo>
                  <a:pt x="1541" y="10345"/>
                </a:lnTo>
                <a:lnTo>
                  <a:pt x="1725" y="10345"/>
                </a:lnTo>
                <a:lnTo>
                  <a:pt x="2092" y="10308"/>
                </a:lnTo>
                <a:lnTo>
                  <a:pt x="2422" y="10271"/>
                </a:lnTo>
                <a:lnTo>
                  <a:pt x="2715" y="10161"/>
                </a:lnTo>
                <a:lnTo>
                  <a:pt x="3009" y="9978"/>
                </a:lnTo>
                <a:lnTo>
                  <a:pt x="3229" y="9721"/>
                </a:lnTo>
                <a:lnTo>
                  <a:pt x="3412" y="9464"/>
                </a:lnTo>
                <a:lnTo>
                  <a:pt x="3559" y="9171"/>
                </a:lnTo>
                <a:lnTo>
                  <a:pt x="3706" y="8841"/>
                </a:lnTo>
                <a:lnTo>
                  <a:pt x="3706" y="8804"/>
                </a:lnTo>
                <a:lnTo>
                  <a:pt x="3706" y="8767"/>
                </a:lnTo>
                <a:lnTo>
                  <a:pt x="3926" y="8731"/>
                </a:lnTo>
                <a:lnTo>
                  <a:pt x="4146" y="8657"/>
                </a:lnTo>
                <a:lnTo>
                  <a:pt x="4366" y="8584"/>
                </a:lnTo>
                <a:lnTo>
                  <a:pt x="4586" y="8547"/>
                </a:lnTo>
                <a:close/>
                <a:moveTo>
                  <a:pt x="3265" y="7484"/>
                </a:moveTo>
                <a:lnTo>
                  <a:pt x="3009" y="7557"/>
                </a:lnTo>
                <a:lnTo>
                  <a:pt x="2789" y="7704"/>
                </a:lnTo>
                <a:lnTo>
                  <a:pt x="2568" y="7850"/>
                </a:lnTo>
                <a:lnTo>
                  <a:pt x="2422" y="7997"/>
                </a:lnTo>
                <a:lnTo>
                  <a:pt x="2275" y="8180"/>
                </a:lnTo>
                <a:lnTo>
                  <a:pt x="2165" y="8364"/>
                </a:lnTo>
                <a:lnTo>
                  <a:pt x="2092" y="8584"/>
                </a:lnTo>
                <a:lnTo>
                  <a:pt x="2018" y="8254"/>
                </a:lnTo>
                <a:lnTo>
                  <a:pt x="1945" y="7924"/>
                </a:lnTo>
                <a:lnTo>
                  <a:pt x="1872" y="7850"/>
                </a:lnTo>
                <a:lnTo>
                  <a:pt x="1835" y="7850"/>
                </a:lnTo>
                <a:lnTo>
                  <a:pt x="1761" y="7887"/>
                </a:lnTo>
                <a:lnTo>
                  <a:pt x="1688" y="7997"/>
                </a:lnTo>
                <a:lnTo>
                  <a:pt x="1651" y="8107"/>
                </a:lnTo>
                <a:lnTo>
                  <a:pt x="1615" y="8364"/>
                </a:lnTo>
                <a:lnTo>
                  <a:pt x="1651" y="8657"/>
                </a:lnTo>
                <a:lnTo>
                  <a:pt x="1725" y="8914"/>
                </a:lnTo>
                <a:lnTo>
                  <a:pt x="1872" y="9208"/>
                </a:lnTo>
                <a:lnTo>
                  <a:pt x="2055" y="9428"/>
                </a:lnTo>
                <a:lnTo>
                  <a:pt x="2275" y="9611"/>
                </a:lnTo>
                <a:lnTo>
                  <a:pt x="2495" y="9758"/>
                </a:lnTo>
                <a:lnTo>
                  <a:pt x="2312" y="9831"/>
                </a:lnTo>
                <a:lnTo>
                  <a:pt x="2128" y="9868"/>
                </a:lnTo>
                <a:lnTo>
                  <a:pt x="1688" y="9868"/>
                </a:lnTo>
                <a:lnTo>
                  <a:pt x="1468" y="9905"/>
                </a:lnTo>
                <a:lnTo>
                  <a:pt x="1248" y="9941"/>
                </a:lnTo>
                <a:lnTo>
                  <a:pt x="1065" y="10015"/>
                </a:lnTo>
                <a:lnTo>
                  <a:pt x="881" y="10125"/>
                </a:lnTo>
                <a:lnTo>
                  <a:pt x="588" y="10381"/>
                </a:lnTo>
                <a:lnTo>
                  <a:pt x="441" y="10528"/>
                </a:lnTo>
                <a:lnTo>
                  <a:pt x="331" y="10711"/>
                </a:lnTo>
                <a:lnTo>
                  <a:pt x="221" y="10932"/>
                </a:lnTo>
                <a:lnTo>
                  <a:pt x="147" y="11115"/>
                </a:lnTo>
                <a:lnTo>
                  <a:pt x="37" y="11592"/>
                </a:lnTo>
                <a:lnTo>
                  <a:pt x="1" y="12069"/>
                </a:lnTo>
                <a:lnTo>
                  <a:pt x="1" y="12546"/>
                </a:lnTo>
                <a:lnTo>
                  <a:pt x="74" y="13022"/>
                </a:lnTo>
                <a:lnTo>
                  <a:pt x="147" y="13463"/>
                </a:lnTo>
                <a:lnTo>
                  <a:pt x="258" y="13903"/>
                </a:lnTo>
                <a:lnTo>
                  <a:pt x="404" y="14270"/>
                </a:lnTo>
                <a:lnTo>
                  <a:pt x="588" y="14673"/>
                </a:lnTo>
                <a:lnTo>
                  <a:pt x="844" y="15040"/>
                </a:lnTo>
                <a:lnTo>
                  <a:pt x="1101" y="15333"/>
                </a:lnTo>
                <a:lnTo>
                  <a:pt x="1431" y="15627"/>
                </a:lnTo>
                <a:lnTo>
                  <a:pt x="1761" y="15847"/>
                </a:lnTo>
                <a:lnTo>
                  <a:pt x="2165" y="16030"/>
                </a:lnTo>
                <a:lnTo>
                  <a:pt x="2568" y="16140"/>
                </a:lnTo>
                <a:lnTo>
                  <a:pt x="2789" y="16177"/>
                </a:lnTo>
                <a:lnTo>
                  <a:pt x="3009" y="16177"/>
                </a:lnTo>
                <a:lnTo>
                  <a:pt x="3486" y="16140"/>
                </a:lnTo>
                <a:lnTo>
                  <a:pt x="3926" y="16030"/>
                </a:lnTo>
                <a:lnTo>
                  <a:pt x="4329" y="15884"/>
                </a:lnTo>
                <a:lnTo>
                  <a:pt x="4696" y="15700"/>
                </a:lnTo>
                <a:lnTo>
                  <a:pt x="5100" y="15517"/>
                </a:lnTo>
                <a:lnTo>
                  <a:pt x="5430" y="15297"/>
                </a:lnTo>
                <a:lnTo>
                  <a:pt x="5613" y="15150"/>
                </a:lnTo>
                <a:lnTo>
                  <a:pt x="5723" y="15003"/>
                </a:lnTo>
                <a:lnTo>
                  <a:pt x="6310" y="14490"/>
                </a:lnTo>
                <a:lnTo>
                  <a:pt x="6567" y="14270"/>
                </a:lnTo>
                <a:lnTo>
                  <a:pt x="6714" y="14160"/>
                </a:lnTo>
                <a:lnTo>
                  <a:pt x="6787" y="14013"/>
                </a:lnTo>
                <a:lnTo>
                  <a:pt x="6970" y="13683"/>
                </a:lnTo>
                <a:lnTo>
                  <a:pt x="7117" y="13316"/>
                </a:lnTo>
                <a:lnTo>
                  <a:pt x="7227" y="12949"/>
                </a:lnTo>
                <a:lnTo>
                  <a:pt x="7300" y="12619"/>
                </a:lnTo>
                <a:lnTo>
                  <a:pt x="7374" y="12252"/>
                </a:lnTo>
                <a:lnTo>
                  <a:pt x="7410" y="11885"/>
                </a:lnTo>
                <a:lnTo>
                  <a:pt x="7410" y="11518"/>
                </a:lnTo>
                <a:lnTo>
                  <a:pt x="7374" y="11152"/>
                </a:lnTo>
                <a:lnTo>
                  <a:pt x="7337" y="10785"/>
                </a:lnTo>
                <a:lnTo>
                  <a:pt x="7264" y="10418"/>
                </a:lnTo>
                <a:lnTo>
                  <a:pt x="7154" y="10125"/>
                </a:lnTo>
                <a:lnTo>
                  <a:pt x="7007" y="9794"/>
                </a:lnTo>
                <a:lnTo>
                  <a:pt x="6860" y="9538"/>
                </a:lnTo>
                <a:lnTo>
                  <a:pt x="6677" y="9244"/>
                </a:lnTo>
                <a:lnTo>
                  <a:pt x="6457" y="8987"/>
                </a:lnTo>
                <a:lnTo>
                  <a:pt x="6237" y="8767"/>
                </a:lnTo>
                <a:lnTo>
                  <a:pt x="5980" y="8584"/>
                </a:lnTo>
                <a:lnTo>
                  <a:pt x="5686" y="8401"/>
                </a:lnTo>
                <a:lnTo>
                  <a:pt x="5393" y="8291"/>
                </a:lnTo>
                <a:lnTo>
                  <a:pt x="5100" y="8180"/>
                </a:lnTo>
                <a:lnTo>
                  <a:pt x="4769" y="8144"/>
                </a:lnTo>
                <a:lnTo>
                  <a:pt x="4476" y="8144"/>
                </a:lnTo>
                <a:lnTo>
                  <a:pt x="4219" y="8180"/>
                </a:lnTo>
                <a:lnTo>
                  <a:pt x="3926" y="8291"/>
                </a:lnTo>
                <a:lnTo>
                  <a:pt x="3816" y="8364"/>
                </a:lnTo>
                <a:lnTo>
                  <a:pt x="3706" y="8437"/>
                </a:lnTo>
                <a:lnTo>
                  <a:pt x="3632" y="8547"/>
                </a:lnTo>
                <a:lnTo>
                  <a:pt x="3559" y="8657"/>
                </a:lnTo>
                <a:lnTo>
                  <a:pt x="3559" y="8694"/>
                </a:lnTo>
                <a:lnTo>
                  <a:pt x="3522" y="8731"/>
                </a:lnTo>
                <a:lnTo>
                  <a:pt x="3486" y="8767"/>
                </a:lnTo>
                <a:lnTo>
                  <a:pt x="3192" y="9171"/>
                </a:lnTo>
                <a:lnTo>
                  <a:pt x="3009" y="9354"/>
                </a:lnTo>
                <a:lnTo>
                  <a:pt x="2825" y="9538"/>
                </a:lnTo>
                <a:lnTo>
                  <a:pt x="2789" y="9464"/>
                </a:lnTo>
                <a:lnTo>
                  <a:pt x="2458" y="9171"/>
                </a:lnTo>
                <a:lnTo>
                  <a:pt x="2348" y="9024"/>
                </a:lnTo>
                <a:lnTo>
                  <a:pt x="2202" y="8877"/>
                </a:lnTo>
                <a:lnTo>
                  <a:pt x="2275" y="8877"/>
                </a:lnTo>
                <a:lnTo>
                  <a:pt x="2312" y="8841"/>
                </a:lnTo>
                <a:lnTo>
                  <a:pt x="2532" y="8841"/>
                </a:lnTo>
                <a:lnTo>
                  <a:pt x="2715" y="8804"/>
                </a:lnTo>
                <a:lnTo>
                  <a:pt x="2899" y="8731"/>
                </a:lnTo>
                <a:lnTo>
                  <a:pt x="3045" y="8621"/>
                </a:lnTo>
                <a:lnTo>
                  <a:pt x="3265" y="8474"/>
                </a:lnTo>
                <a:lnTo>
                  <a:pt x="3486" y="8254"/>
                </a:lnTo>
                <a:lnTo>
                  <a:pt x="3669" y="8034"/>
                </a:lnTo>
                <a:lnTo>
                  <a:pt x="3816" y="7814"/>
                </a:lnTo>
                <a:lnTo>
                  <a:pt x="3852" y="7740"/>
                </a:lnTo>
                <a:lnTo>
                  <a:pt x="3852" y="7667"/>
                </a:lnTo>
                <a:lnTo>
                  <a:pt x="3779" y="7557"/>
                </a:lnTo>
                <a:lnTo>
                  <a:pt x="3669" y="7484"/>
                </a:lnTo>
                <a:lnTo>
                  <a:pt x="3596" y="7484"/>
                </a:lnTo>
                <a:lnTo>
                  <a:pt x="3522" y="7520"/>
                </a:lnTo>
                <a:lnTo>
                  <a:pt x="3412" y="7484"/>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3" name="Google Shape;223;p3"/>
          <p:cNvSpPr/>
          <p:nvPr/>
        </p:nvSpPr>
        <p:spPr>
          <a:xfrm>
            <a:off x="1261281" y="5390448"/>
            <a:ext cx="552209" cy="677016"/>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4" name="Google Shape;224;p3"/>
          <p:cNvSpPr/>
          <p:nvPr/>
        </p:nvSpPr>
        <p:spPr>
          <a:xfrm>
            <a:off x="3017347" y="5509371"/>
            <a:ext cx="609091" cy="567451"/>
          </a:xfrm>
          <a:custGeom>
            <a:avLst/>
            <a:gdLst/>
            <a:ahLst/>
            <a:cxnLst/>
            <a:rect l="l" t="t" r="r" b="b"/>
            <a:pathLst>
              <a:path w="16105" h="15004" extrusionOk="0">
                <a:moveTo>
                  <a:pt x="13170" y="587"/>
                </a:moveTo>
                <a:lnTo>
                  <a:pt x="13206" y="624"/>
                </a:lnTo>
                <a:lnTo>
                  <a:pt x="13280" y="661"/>
                </a:lnTo>
                <a:lnTo>
                  <a:pt x="13353" y="697"/>
                </a:lnTo>
                <a:lnTo>
                  <a:pt x="13610" y="771"/>
                </a:lnTo>
                <a:lnTo>
                  <a:pt x="13830" y="844"/>
                </a:lnTo>
                <a:lnTo>
                  <a:pt x="14013" y="954"/>
                </a:lnTo>
                <a:lnTo>
                  <a:pt x="14160" y="1174"/>
                </a:lnTo>
                <a:lnTo>
                  <a:pt x="14307" y="1394"/>
                </a:lnTo>
                <a:lnTo>
                  <a:pt x="14343" y="1651"/>
                </a:lnTo>
                <a:lnTo>
                  <a:pt x="14307" y="1908"/>
                </a:lnTo>
                <a:lnTo>
                  <a:pt x="14233" y="2128"/>
                </a:lnTo>
                <a:lnTo>
                  <a:pt x="14087" y="2348"/>
                </a:lnTo>
                <a:lnTo>
                  <a:pt x="13903" y="2531"/>
                </a:lnTo>
                <a:lnTo>
                  <a:pt x="13683" y="2678"/>
                </a:lnTo>
                <a:lnTo>
                  <a:pt x="13463" y="2788"/>
                </a:lnTo>
                <a:lnTo>
                  <a:pt x="13170" y="2825"/>
                </a:lnTo>
                <a:lnTo>
                  <a:pt x="12840" y="2788"/>
                </a:lnTo>
                <a:lnTo>
                  <a:pt x="12656" y="2751"/>
                </a:lnTo>
                <a:lnTo>
                  <a:pt x="12546" y="2715"/>
                </a:lnTo>
                <a:lnTo>
                  <a:pt x="12436" y="2641"/>
                </a:lnTo>
                <a:lnTo>
                  <a:pt x="12363" y="2495"/>
                </a:lnTo>
                <a:lnTo>
                  <a:pt x="12289" y="2495"/>
                </a:lnTo>
                <a:lnTo>
                  <a:pt x="12253" y="2275"/>
                </a:lnTo>
                <a:lnTo>
                  <a:pt x="12253" y="2054"/>
                </a:lnTo>
                <a:lnTo>
                  <a:pt x="12253" y="1871"/>
                </a:lnTo>
                <a:lnTo>
                  <a:pt x="12289" y="1724"/>
                </a:lnTo>
                <a:lnTo>
                  <a:pt x="12399" y="1394"/>
                </a:lnTo>
                <a:lnTo>
                  <a:pt x="12583" y="1064"/>
                </a:lnTo>
                <a:lnTo>
                  <a:pt x="12840" y="807"/>
                </a:lnTo>
                <a:lnTo>
                  <a:pt x="12986" y="697"/>
                </a:lnTo>
                <a:lnTo>
                  <a:pt x="13170" y="587"/>
                </a:lnTo>
                <a:close/>
                <a:moveTo>
                  <a:pt x="9061" y="3338"/>
                </a:moveTo>
                <a:lnTo>
                  <a:pt x="9245" y="3412"/>
                </a:lnTo>
                <a:lnTo>
                  <a:pt x="9245" y="3448"/>
                </a:lnTo>
                <a:lnTo>
                  <a:pt x="9171" y="3632"/>
                </a:lnTo>
                <a:lnTo>
                  <a:pt x="9171" y="3668"/>
                </a:lnTo>
                <a:lnTo>
                  <a:pt x="9135" y="3632"/>
                </a:lnTo>
                <a:lnTo>
                  <a:pt x="9061" y="3522"/>
                </a:lnTo>
                <a:lnTo>
                  <a:pt x="8988" y="3448"/>
                </a:lnTo>
                <a:lnTo>
                  <a:pt x="8988" y="3412"/>
                </a:lnTo>
                <a:lnTo>
                  <a:pt x="8988" y="3375"/>
                </a:lnTo>
                <a:lnTo>
                  <a:pt x="9061" y="3338"/>
                </a:lnTo>
                <a:close/>
                <a:moveTo>
                  <a:pt x="14123" y="440"/>
                </a:moveTo>
                <a:lnTo>
                  <a:pt x="14233" y="477"/>
                </a:lnTo>
                <a:lnTo>
                  <a:pt x="14307" y="587"/>
                </a:lnTo>
                <a:lnTo>
                  <a:pt x="14417" y="661"/>
                </a:lnTo>
                <a:lnTo>
                  <a:pt x="14454" y="807"/>
                </a:lnTo>
                <a:lnTo>
                  <a:pt x="14527" y="807"/>
                </a:lnTo>
                <a:lnTo>
                  <a:pt x="14490" y="624"/>
                </a:lnTo>
                <a:lnTo>
                  <a:pt x="14454" y="477"/>
                </a:lnTo>
                <a:lnTo>
                  <a:pt x="14600" y="551"/>
                </a:lnTo>
                <a:lnTo>
                  <a:pt x="14784" y="624"/>
                </a:lnTo>
                <a:lnTo>
                  <a:pt x="14967" y="771"/>
                </a:lnTo>
                <a:lnTo>
                  <a:pt x="15114" y="881"/>
                </a:lnTo>
                <a:lnTo>
                  <a:pt x="15224" y="1064"/>
                </a:lnTo>
                <a:lnTo>
                  <a:pt x="15334" y="1211"/>
                </a:lnTo>
                <a:lnTo>
                  <a:pt x="15444" y="1578"/>
                </a:lnTo>
                <a:lnTo>
                  <a:pt x="15554" y="1944"/>
                </a:lnTo>
                <a:lnTo>
                  <a:pt x="15627" y="2385"/>
                </a:lnTo>
                <a:lnTo>
                  <a:pt x="15664" y="2568"/>
                </a:lnTo>
                <a:lnTo>
                  <a:pt x="15627" y="2788"/>
                </a:lnTo>
                <a:lnTo>
                  <a:pt x="15591" y="2972"/>
                </a:lnTo>
                <a:lnTo>
                  <a:pt x="15481" y="3118"/>
                </a:lnTo>
                <a:lnTo>
                  <a:pt x="15187" y="3412"/>
                </a:lnTo>
                <a:lnTo>
                  <a:pt x="14930" y="3595"/>
                </a:lnTo>
                <a:lnTo>
                  <a:pt x="14600" y="3705"/>
                </a:lnTo>
                <a:lnTo>
                  <a:pt x="14270" y="3779"/>
                </a:lnTo>
                <a:lnTo>
                  <a:pt x="13940" y="3815"/>
                </a:lnTo>
                <a:lnTo>
                  <a:pt x="13720" y="3779"/>
                </a:lnTo>
                <a:lnTo>
                  <a:pt x="13500" y="3742"/>
                </a:lnTo>
                <a:lnTo>
                  <a:pt x="13316" y="3668"/>
                </a:lnTo>
                <a:lnTo>
                  <a:pt x="13133" y="3595"/>
                </a:lnTo>
                <a:lnTo>
                  <a:pt x="12950" y="3485"/>
                </a:lnTo>
                <a:lnTo>
                  <a:pt x="12803" y="3338"/>
                </a:lnTo>
                <a:lnTo>
                  <a:pt x="12656" y="3192"/>
                </a:lnTo>
                <a:lnTo>
                  <a:pt x="12546" y="3045"/>
                </a:lnTo>
                <a:lnTo>
                  <a:pt x="12840" y="3118"/>
                </a:lnTo>
                <a:lnTo>
                  <a:pt x="13133" y="3155"/>
                </a:lnTo>
                <a:lnTo>
                  <a:pt x="13426" y="3118"/>
                </a:lnTo>
                <a:lnTo>
                  <a:pt x="13720" y="3045"/>
                </a:lnTo>
                <a:lnTo>
                  <a:pt x="13977" y="2935"/>
                </a:lnTo>
                <a:lnTo>
                  <a:pt x="14233" y="2751"/>
                </a:lnTo>
                <a:lnTo>
                  <a:pt x="14417" y="2495"/>
                </a:lnTo>
                <a:lnTo>
                  <a:pt x="14600" y="2238"/>
                </a:lnTo>
                <a:lnTo>
                  <a:pt x="14674" y="1981"/>
                </a:lnTo>
                <a:lnTo>
                  <a:pt x="14710" y="1724"/>
                </a:lnTo>
                <a:lnTo>
                  <a:pt x="14674" y="1468"/>
                </a:lnTo>
                <a:lnTo>
                  <a:pt x="14600" y="1211"/>
                </a:lnTo>
                <a:lnTo>
                  <a:pt x="14490" y="991"/>
                </a:lnTo>
                <a:lnTo>
                  <a:pt x="14343" y="771"/>
                </a:lnTo>
                <a:lnTo>
                  <a:pt x="14160" y="587"/>
                </a:lnTo>
                <a:lnTo>
                  <a:pt x="13940" y="440"/>
                </a:lnTo>
                <a:close/>
                <a:moveTo>
                  <a:pt x="13757" y="0"/>
                </a:moveTo>
                <a:lnTo>
                  <a:pt x="13610" y="74"/>
                </a:lnTo>
                <a:lnTo>
                  <a:pt x="13353" y="110"/>
                </a:lnTo>
                <a:lnTo>
                  <a:pt x="13133" y="147"/>
                </a:lnTo>
                <a:lnTo>
                  <a:pt x="12913" y="257"/>
                </a:lnTo>
                <a:lnTo>
                  <a:pt x="12729" y="404"/>
                </a:lnTo>
                <a:lnTo>
                  <a:pt x="12509" y="551"/>
                </a:lnTo>
                <a:lnTo>
                  <a:pt x="12363" y="734"/>
                </a:lnTo>
                <a:lnTo>
                  <a:pt x="12216" y="917"/>
                </a:lnTo>
                <a:lnTo>
                  <a:pt x="12069" y="1137"/>
                </a:lnTo>
                <a:lnTo>
                  <a:pt x="11996" y="1321"/>
                </a:lnTo>
                <a:lnTo>
                  <a:pt x="11922" y="1578"/>
                </a:lnTo>
                <a:lnTo>
                  <a:pt x="11849" y="1798"/>
                </a:lnTo>
                <a:lnTo>
                  <a:pt x="11849" y="2054"/>
                </a:lnTo>
                <a:lnTo>
                  <a:pt x="11849" y="2275"/>
                </a:lnTo>
                <a:lnTo>
                  <a:pt x="11886" y="2531"/>
                </a:lnTo>
                <a:lnTo>
                  <a:pt x="11959" y="2751"/>
                </a:lnTo>
                <a:lnTo>
                  <a:pt x="12033" y="2972"/>
                </a:lnTo>
                <a:lnTo>
                  <a:pt x="12143" y="3192"/>
                </a:lnTo>
                <a:lnTo>
                  <a:pt x="12253" y="3375"/>
                </a:lnTo>
                <a:lnTo>
                  <a:pt x="12399" y="3558"/>
                </a:lnTo>
                <a:lnTo>
                  <a:pt x="12583" y="3705"/>
                </a:lnTo>
                <a:lnTo>
                  <a:pt x="12766" y="3852"/>
                </a:lnTo>
                <a:lnTo>
                  <a:pt x="12986" y="3999"/>
                </a:lnTo>
                <a:lnTo>
                  <a:pt x="13206" y="4072"/>
                </a:lnTo>
                <a:lnTo>
                  <a:pt x="13426" y="4145"/>
                </a:lnTo>
                <a:lnTo>
                  <a:pt x="13683" y="4219"/>
                </a:lnTo>
                <a:lnTo>
                  <a:pt x="14123" y="4219"/>
                </a:lnTo>
                <a:lnTo>
                  <a:pt x="14564" y="4145"/>
                </a:lnTo>
                <a:lnTo>
                  <a:pt x="15004" y="3999"/>
                </a:lnTo>
                <a:lnTo>
                  <a:pt x="15371" y="3779"/>
                </a:lnTo>
                <a:lnTo>
                  <a:pt x="15591" y="3632"/>
                </a:lnTo>
                <a:lnTo>
                  <a:pt x="15737" y="3448"/>
                </a:lnTo>
                <a:lnTo>
                  <a:pt x="15884" y="3265"/>
                </a:lnTo>
                <a:lnTo>
                  <a:pt x="15994" y="3045"/>
                </a:lnTo>
                <a:lnTo>
                  <a:pt x="16067" y="2788"/>
                </a:lnTo>
                <a:lnTo>
                  <a:pt x="16104" y="2495"/>
                </a:lnTo>
                <a:lnTo>
                  <a:pt x="16067" y="2238"/>
                </a:lnTo>
                <a:lnTo>
                  <a:pt x="15994" y="1981"/>
                </a:lnTo>
                <a:lnTo>
                  <a:pt x="15884" y="1431"/>
                </a:lnTo>
                <a:lnTo>
                  <a:pt x="15774" y="1174"/>
                </a:lnTo>
                <a:lnTo>
                  <a:pt x="15664" y="954"/>
                </a:lnTo>
                <a:lnTo>
                  <a:pt x="15517" y="734"/>
                </a:lnTo>
                <a:lnTo>
                  <a:pt x="15371" y="551"/>
                </a:lnTo>
                <a:lnTo>
                  <a:pt x="15150" y="367"/>
                </a:lnTo>
                <a:lnTo>
                  <a:pt x="14930" y="220"/>
                </a:lnTo>
                <a:lnTo>
                  <a:pt x="14637" y="74"/>
                </a:lnTo>
                <a:lnTo>
                  <a:pt x="14270" y="0"/>
                </a:lnTo>
                <a:close/>
                <a:moveTo>
                  <a:pt x="11115" y="4549"/>
                </a:moveTo>
                <a:lnTo>
                  <a:pt x="11446" y="4842"/>
                </a:lnTo>
                <a:lnTo>
                  <a:pt x="11299" y="4952"/>
                </a:lnTo>
                <a:lnTo>
                  <a:pt x="11115" y="4916"/>
                </a:lnTo>
                <a:lnTo>
                  <a:pt x="10932" y="4916"/>
                </a:lnTo>
                <a:lnTo>
                  <a:pt x="10639" y="4952"/>
                </a:lnTo>
                <a:lnTo>
                  <a:pt x="10859" y="4732"/>
                </a:lnTo>
                <a:lnTo>
                  <a:pt x="11115" y="4549"/>
                </a:lnTo>
                <a:close/>
                <a:moveTo>
                  <a:pt x="6860" y="3632"/>
                </a:moveTo>
                <a:lnTo>
                  <a:pt x="7007" y="3668"/>
                </a:lnTo>
                <a:lnTo>
                  <a:pt x="7044" y="3705"/>
                </a:lnTo>
                <a:lnTo>
                  <a:pt x="7044" y="3742"/>
                </a:lnTo>
                <a:lnTo>
                  <a:pt x="7044" y="3779"/>
                </a:lnTo>
                <a:lnTo>
                  <a:pt x="7080" y="3852"/>
                </a:lnTo>
                <a:lnTo>
                  <a:pt x="7191" y="3889"/>
                </a:lnTo>
                <a:lnTo>
                  <a:pt x="7374" y="3889"/>
                </a:lnTo>
                <a:lnTo>
                  <a:pt x="7411" y="3925"/>
                </a:lnTo>
                <a:lnTo>
                  <a:pt x="7447" y="4035"/>
                </a:lnTo>
                <a:lnTo>
                  <a:pt x="7484" y="4145"/>
                </a:lnTo>
                <a:lnTo>
                  <a:pt x="7484" y="4255"/>
                </a:lnTo>
                <a:lnTo>
                  <a:pt x="7447" y="4512"/>
                </a:lnTo>
                <a:lnTo>
                  <a:pt x="7374" y="4769"/>
                </a:lnTo>
                <a:lnTo>
                  <a:pt x="7227" y="5026"/>
                </a:lnTo>
                <a:lnTo>
                  <a:pt x="7154" y="5136"/>
                </a:lnTo>
                <a:lnTo>
                  <a:pt x="7044" y="5209"/>
                </a:lnTo>
                <a:lnTo>
                  <a:pt x="6934" y="5246"/>
                </a:lnTo>
                <a:lnTo>
                  <a:pt x="6787" y="5246"/>
                </a:lnTo>
                <a:lnTo>
                  <a:pt x="6787" y="4989"/>
                </a:lnTo>
                <a:lnTo>
                  <a:pt x="6750" y="4769"/>
                </a:lnTo>
                <a:lnTo>
                  <a:pt x="6640" y="4549"/>
                </a:lnTo>
                <a:lnTo>
                  <a:pt x="6494" y="4329"/>
                </a:lnTo>
                <a:lnTo>
                  <a:pt x="6310" y="4145"/>
                </a:lnTo>
                <a:lnTo>
                  <a:pt x="6090" y="4035"/>
                </a:lnTo>
                <a:lnTo>
                  <a:pt x="6090" y="3925"/>
                </a:lnTo>
                <a:lnTo>
                  <a:pt x="6163" y="3852"/>
                </a:lnTo>
                <a:lnTo>
                  <a:pt x="6237" y="3779"/>
                </a:lnTo>
                <a:lnTo>
                  <a:pt x="6347" y="3742"/>
                </a:lnTo>
                <a:lnTo>
                  <a:pt x="6567" y="3705"/>
                </a:lnTo>
                <a:lnTo>
                  <a:pt x="6860" y="3632"/>
                </a:lnTo>
                <a:close/>
                <a:moveTo>
                  <a:pt x="6530" y="3192"/>
                </a:moveTo>
                <a:lnTo>
                  <a:pt x="6494" y="3228"/>
                </a:lnTo>
                <a:lnTo>
                  <a:pt x="6457" y="3302"/>
                </a:lnTo>
                <a:lnTo>
                  <a:pt x="6457" y="3338"/>
                </a:lnTo>
                <a:lnTo>
                  <a:pt x="6457" y="3412"/>
                </a:lnTo>
                <a:lnTo>
                  <a:pt x="6200" y="3485"/>
                </a:lnTo>
                <a:lnTo>
                  <a:pt x="5980" y="3558"/>
                </a:lnTo>
                <a:lnTo>
                  <a:pt x="5797" y="3742"/>
                </a:lnTo>
                <a:lnTo>
                  <a:pt x="5760" y="3815"/>
                </a:lnTo>
                <a:lnTo>
                  <a:pt x="5687" y="3925"/>
                </a:lnTo>
                <a:lnTo>
                  <a:pt x="5687" y="4035"/>
                </a:lnTo>
                <a:lnTo>
                  <a:pt x="5687" y="4072"/>
                </a:lnTo>
                <a:lnTo>
                  <a:pt x="5797" y="4219"/>
                </a:lnTo>
                <a:lnTo>
                  <a:pt x="5907" y="4292"/>
                </a:lnTo>
                <a:lnTo>
                  <a:pt x="6053" y="4365"/>
                </a:lnTo>
                <a:lnTo>
                  <a:pt x="6163" y="4439"/>
                </a:lnTo>
                <a:lnTo>
                  <a:pt x="6274" y="4512"/>
                </a:lnTo>
                <a:lnTo>
                  <a:pt x="6347" y="4622"/>
                </a:lnTo>
                <a:lnTo>
                  <a:pt x="6420" y="4769"/>
                </a:lnTo>
                <a:lnTo>
                  <a:pt x="6494" y="5026"/>
                </a:lnTo>
                <a:lnTo>
                  <a:pt x="6457" y="5282"/>
                </a:lnTo>
                <a:lnTo>
                  <a:pt x="6494" y="5392"/>
                </a:lnTo>
                <a:lnTo>
                  <a:pt x="6530" y="5466"/>
                </a:lnTo>
                <a:lnTo>
                  <a:pt x="6750" y="5539"/>
                </a:lnTo>
                <a:lnTo>
                  <a:pt x="6934" y="5539"/>
                </a:lnTo>
                <a:lnTo>
                  <a:pt x="7117" y="5503"/>
                </a:lnTo>
                <a:lnTo>
                  <a:pt x="7264" y="5429"/>
                </a:lnTo>
                <a:lnTo>
                  <a:pt x="7411" y="5282"/>
                </a:lnTo>
                <a:lnTo>
                  <a:pt x="7521" y="5136"/>
                </a:lnTo>
                <a:lnTo>
                  <a:pt x="7631" y="4952"/>
                </a:lnTo>
                <a:lnTo>
                  <a:pt x="7704" y="4769"/>
                </a:lnTo>
                <a:lnTo>
                  <a:pt x="7741" y="4585"/>
                </a:lnTo>
                <a:lnTo>
                  <a:pt x="7777" y="4365"/>
                </a:lnTo>
                <a:lnTo>
                  <a:pt x="7777" y="4145"/>
                </a:lnTo>
                <a:lnTo>
                  <a:pt x="7777" y="3925"/>
                </a:lnTo>
                <a:lnTo>
                  <a:pt x="7704" y="3779"/>
                </a:lnTo>
                <a:lnTo>
                  <a:pt x="7631" y="3668"/>
                </a:lnTo>
                <a:lnTo>
                  <a:pt x="7484" y="3595"/>
                </a:lnTo>
                <a:lnTo>
                  <a:pt x="7337" y="3595"/>
                </a:lnTo>
                <a:lnTo>
                  <a:pt x="7301" y="3485"/>
                </a:lnTo>
                <a:lnTo>
                  <a:pt x="7227" y="3448"/>
                </a:lnTo>
                <a:lnTo>
                  <a:pt x="7044" y="3375"/>
                </a:lnTo>
                <a:lnTo>
                  <a:pt x="6824" y="3302"/>
                </a:lnTo>
                <a:lnTo>
                  <a:pt x="6677" y="3228"/>
                </a:lnTo>
                <a:lnTo>
                  <a:pt x="6567" y="3192"/>
                </a:lnTo>
                <a:close/>
                <a:moveTo>
                  <a:pt x="11739" y="5136"/>
                </a:moveTo>
                <a:lnTo>
                  <a:pt x="12179" y="5686"/>
                </a:lnTo>
                <a:lnTo>
                  <a:pt x="11776" y="5796"/>
                </a:lnTo>
                <a:lnTo>
                  <a:pt x="11409" y="6016"/>
                </a:lnTo>
                <a:lnTo>
                  <a:pt x="11042" y="6236"/>
                </a:lnTo>
                <a:lnTo>
                  <a:pt x="10895" y="6383"/>
                </a:lnTo>
                <a:lnTo>
                  <a:pt x="10785" y="6566"/>
                </a:lnTo>
                <a:lnTo>
                  <a:pt x="10749" y="6640"/>
                </a:lnTo>
                <a:lnTo>
                  <a:pt x="10785" y="6676"/>
                </a:lnTo>
                <a:lnTo>
                  <a:pt x="10859" y="6713"/>
                </a:lnTo>
                <a:lnTo>
                  <a:pt x="10932" y="6713"/>
                </a:lnTo>
                <a:lnTo>
                  <a:pt x="11262" y="6493"/>
                </a:lnTo>
                <a:lnTo>
                  <a:pt x="11556" y="6310"/>
                </a:lnTo>
                <a:lnTo>
                  <a:pt x="11849" y="6199"/>
                </a:lnTo>
                <a:lnTo>
                  <a:pt x="12143" y="6089"/>
                </a:lnTo>
                <a:lnTo>
                  <a:pt x="12253" y="6053"/>
                </a:lnTo>
                <a:lnTo>
                  <a:pt x="12363" y="6016"/>
                </a:lnTo>
                <a:lnTo>
                  <a:pt x="12399" y="5979"/>
                </a:lnTo>
                <a:lnTo>
                  <a:pt x="12619" y="6456"/>
                </a:lnTo>
                <a:lnTo>
                  <a:pt x="12840" y="6896"/>
                </a:lnTo>
                <a:lnTo>
                  <a:pt x="12803" y="6933"/>
                </a:lnTo>
                <a:lnTo>
                  <a:pt x="12326" y="7043"/>
                </a:lnTo>
                <a:lnTo>
                  <a:pt x="11812" y="7117"/>
                </a:lnTo>
                <a:lnTo>
                  <a:pt x="11299" y="7117"/>
                </a:lnTo>
                <a:lnTo>
                  <a:pt x="10749" y="7080"/>
                </a:lnTo>
                <a:lnTo>
                  <a:pt x="10675" y="7117"/>
                </a:lnTo>
                <a:lnTo>
                  <a:pt x="10639" y="7153"/>
                </a:lnTo>
                <a:lnTo>
                  <a:pt x="10639" y="7227"/>
                </a:lnTo>
                <a:lnTo>
                  <a:pt x="10712" y="7300"/>
                </a:lnTo>
                <a:lnTo>
                  <a:pt x="10932" y="7373"/>
                </a:lnTo>
                <a:lnTo>
                  <a:pt x="11189" y="7447"/>
                </a:lnTo>
                <a:lnTo>
                  <a:pt x="11702" y="7483"/>
                </a:lnTo>
                <a:lnTo>
                  <a:pt x="11959" y="7483"/>
                </a:lnTo>
                <a:lnTo>
                  <a:pt x="12216" y="7447"/>
                </a:lnTo>
                <a:lnTo>
                  <a:pt x="12583" y="7373"/>
                </a:lnTo>
                <a:lnTo>
                  <a:pt x="12693" y="7373"/>
                </a:lnTo>
                <a:lnTo>
                  <a:pt x="12766" y="7337"/>
                </a:lnTo>
                <a:lnTo>
                  <a:pt x="12803" y="7410"/>
                </a:lnTo>
                <a:lnTo>
                  <a:pt x="12840" y="7447"/>
                </a:lnTo>
                <a:lnTo>
                  <a:pt x="12876" y="7483"/>
                </a:lnTo>
                <a:lnTo>
                  <a:pt x="12986" y="7520"/>
                </a:lnTo>
                <a:lnTo>
                  <a:pt x="13023" y="7777"/>
                </a:lnTo>
                <a:lnTo>
                  <a:pt x="13060" y="8070"/>
                </a:lnTo>
                <a:lnTo>
                  <a:pt x="12986" y="8107"/>
                </a:lnTo>
                <a:lnTo>
                  <a:pt x="12693" y="7997"/>
                </a:lnTo>
                <a:lnTo>
                  <a:pt x="12473" y="7887"/>
                </a:lnTo>
                <a:lnTo>
                  <a:pt x="12253" y="7777"/>
                </a:lnTo>
                <a:lnTo>
                  <a:pt x="11886" y="7777"/>
                </a:lnTo>
                <a:lnTo>
                  <a:pt x="11776" y="7813"/>
                </a:lnTo>
                <a:lnTo>
                  <a:pt x="11226" y="7777"/>
                </a:lnTo>
                <a:lnTo>
                  <a:pt x="10895" y="7740"/>
                </a:lnTo>
                <a:lnTo>
                  <a:pt x="10749" y="7740"/>
                </a:lnTo>
                <a:lnTo>
                  <a:pt x="10675" y="7703"/>
                </a:lnTo>
                <a:lnTo>
                  <a:pt x="10565" y="7483"/>
                </a:lnTo>
                <a:lnTo>
                  <a:pt x="10529" y="7483"/>
                </a:lnTo>
                <a:lnTo>
                  <a:pt x="10529" y="7520"/>
                </a:lnTo>
                <a:lnTo>
                  <a:pt x="10529" y="7887"/>
                </a:lnTo>
                <a:lnTo>
                  <a:pt x="10529" y="7960"/>
                </a:lnTo>
                <a:lnTo>
                  <a:pt x="10602" y="7997"/>
                </a:lnTo>
                <a:lnTo>
                  <a:pt x="11042" y="8107"/>
                </a:lnTo>
                <a:lnTo>
                  <a:pt x="11482" y="8144"/>
                </a:lnTo>
                <a:lnTo>
                  <a:pt x="11482" y="8327"/>
                </a:lnTo>
                <a:lnTo>
                  <a:pt x="11519" y="8474"/>
                </a:lnTo>
                <a:lnTo>
                  <a:pt x="11592" y="8547"/>
                </a:lnTo>
                <a:lnTo>
                  <a:pt x="11629" y="8584"/>
                </a:lnTo>
                <a:lnTo>
                  <a:pt x="11776" y="8657"/>
                </a:lnTo>
                <a:lnTo>
                  <a:pt x="11959" y="8767"/>
                </a:lnTo>
                <a:lnTo>
                  <a:pt x="11409" y="8657"/>
                </a:lnTo>
                <a:lnTo>
                  <a:pt x="10969" y="8474"/>
                </a:lnTo>
                <a:lnTo>
                  <a:pt x="10712" y="8437"/>
                </a:lnTo>
                <a:lnTo>
                  <a:pt x="10455" y="8400"/>
                </a:lnTo>
                <a:lnTo>
                  <a:pt x="10198" y="8217"/>
                </a:lnTo>
                <a:lnTo>
                  <a:pt x="10052" y="8180"/>
                </a:lnTo>
                <a:lnTo>
                  <a:pt x="9942" y="8144"/>
                </a:lnTo>
                <a:lnTo>
                  <a:pt x="9722" y="8180"/>
                </a:lnTo>
                <a:lnTo>
                  <a:pt x="9575" y="8254"/>
                </a:lnTo>
                <a:lnTo>
                  <a:pt x="9465" y="8364"/>
                </a:lnTo>
                <a:lnTo>
                  <a:pt x="9355" y="8510"/>
                </a:lnTo>
                <a:lnTo>
                  <a:pt x="9245" y="8584"/>
                </a:lnTo>
                <a:lnTo>
                  <a:pt x="9098" y="8620"/>
                </a:lnTo>
                <a:lnTo>
                  <a:pt x="8841" y="8584"/>
                </a:lnTo>
                <a:lnTo>
                  <a:pt x="8621" y="8620"/>
                </a:lnTo>
                <a:lnTo>
                  <a:pt x="8401" y="8694"/>
                </a:lnTo>
                <a:lnTo>
                  <a:pt x="8181" y="8804"/>
                </a:lnTo>
                <a:lnTo>
                  <a:pt x="7924" y="8804"/>
                </a:lnTo>
                <a:lnTo>
                  <a:pt x="7851" y="8767"/>
                </a:lnTo>
                <a:lnTo>
                  <a:pt x="7814" y="8730"/>
                </a:lnTo>
                <a:lnTo>
                  <a:pt x="7814" y="8694"/>
                </a:lnTo>
                <a:lnTo>
                  <a:pt x="7887" y="8620"/>
                </a:lnTo>
                <a:lnTo>
                  <a:pt x="7998" y="8510"/>
                </a:lnTo>
                <a:lnTo>
                  <a:pt x="8144" y="8437"/>
                </a:lnTo>
                <a:lnTo>
                  <a:pt x="8401" y="8327"/>
                </a:lnTo>
                <a:lnTo>
                  <a:pt x="8731" y="8180"/>
                </a:lnTo>
                <a:lnTo>
                  <a:pt x="8915" y="8070"/>
                </a:lnTo>
                <a:lnTo>
                  <a:pt x="9025" y="7924"/>
                </a:lnTo>
                <a:lnTo>
                  <a:pt x="9135" y="7777"/>
                </a:lnTo>
                <a:lnTo>
                  <a:pt x="9208" y="7630"/>
                </a:lnTo>
                <a:lnTo>
                  <a:pt x="9208" y="7447"/>
                </a:lnTo>
                <a:lnTo>
                  <a:pt x="9171" y="7227"/>
                </a:lnTo>
                <a:lnTo>
                  <a:pt x="9098" y="7117"/>
                </a:lnTo>
                <a:lnTo>
                  <a:pt x="8988" y="7006"/>
                </a:lnTo>
                <a:lnTo>
                  <a:pt x="8841" y="6896"/>
                </a:lnTo>
                <a:lnTo>
                  <a:pt x="8694" y="6860"/>
                </a:lnTo>
                <a:lnTo>
                  <a:pt x="8548" y="6823"/>
                </a:lnTo>
                <a:lnTo>
                  <a:pt x="8401" y="6823"/>
                </a:lnTo>
                <a:lnTo>
                  <a:pt x="8254" y="6860"/>
                </a:lnTo>
                <a:lnTo>
                  <a:pt x="8108" y="6933"/>
                </a:lnTo>
                <a:lnTo>
                  <a:pt x="7924" y="7117"/>
                </a:lnTo>
                <a:lnTo>
                  <a:pt x="7924" y="7117"/>
                </a:lnTo>
                <a:lnTo>
                  <a:pt x="7998" y="6970"/>
                </a:lnTo>
                <a:lnTo>
                  <a:pt x="8108" y="6860"/>
                </a:lnTo>
                <a:lnTo>
                  <a:pt x="8291" y="6603"/>
                </a:lnTo>
                <a:lnTo>
                  <a:pt x="8511" y="6383"/>
                </a:lnTo>
                <a:lnTo>
                  <a:pt x="8768" y="6126"/>
                </a:lnTo>
                <a:lnTo>
                  <a:pt x="8951" y="5943"/>
                </a:lnTo>
                <a:lnTo>
                  <a:pt x="9135" y="5796"/>
                </a:lnTo>
                <a:lnTo>
                  <a:pt x="9171" y="5796"/>
                </a:lnTo>
                <a:lnTo>
                  <a:pt x="9391" y="5759"/>
                </a:lnTo>
                <a:lnTo>
                  <a:pt x="9612" y="5686"/>
                </a:lnTo>
                <a:lnTo>
                  <a:pt x="10052" y="5539"/>
                </a:lnTo>
                <a:lnTo>
                  <a:pt x="10455" y="5356"/>
                </a:lnTo>
                <a:lnTo>
                  <a:pt x="10639" y="5282"/>
                </a:lnTo>
                <a:lnTo>
                  <a:pt x="10895" y="5246"/>
                </a:lnTo>
                <a:lnTo>
                  <a:pt x="10895" y="5246"/>
                </a:lnTo>
                <a:lnTo>
                  <a:pt x="10602" y="5503"/>
                </a:lnTo>
                <a:lnTo>
                  <a:pt x="10492" y="5649"/>
                </a:lnTo>
                <a:lnTo>
                  <a:pt x="10419" y="5833"/>
                </a:lnTo>
                <a:lnTo>
                  <a:pt x="10455" y="5869"/>
                </a:lnTo>
                <a:lnTo>
                  <a:pt x="10639" y="5796"/>
                </a:lnTo>
                <a:lnTo>
                  <a:pt x="10822" y="5723"/>
                </a:lnTo>
                <a:lnTo>
                  <a:pt x="11152" y="5503"/>
                </a:lnTo>
                <a:lnTo>
                  <a:pt x="11739" y="5136"/>
                </a:lnTo>
                <a:close/>
                <a:moveTo>
                  <a:pt x="11996" y="8254"/>
                </a:moveTo>
                <a:lnTo>
                  <a:pt x="12546" y="8400"/>
                </a:lnTo>
                <a:lnTo>
                  <a:pt x="12729" y="8584"/>
                </a:lnTo>
                <a:lnTo>
                  <a:pt x="12803" y="8620"/>
                </a:lnTo>
                <a:lnTo>
                  <a:pt x="12876" y="8657"/>
                </a:lnTo>
                <a:lnTo>
                  <a:pt x="12950" y="8620"/>
                </a:lnTo>
                <a:lnTo>
                  <a:pt x="13023" y="8584"/>
                </a:lnTo>
                <a:lnTo>
                  <a:pt x="12950" y="9024"/>
                </a:lnTo>
                <a:lnTo>
                  <a:pt x="12509" y="8914"/>
                </a:lnTo>
                <a:lnTo>
                  <a:pt x="12399" y="8657"/>
                </a:lnTo>
                <a:lnTo>
                  <a:pt x="12216" y="8474"/>
                </a:lnTo>
                <a:lnTo>
                  <a:pt x="12033" y="8327"/>
                </a:lnTo>
                <a:lnTo>
                  <a:pt x="11959" y="8290"/>
                </a:lnTo>
                <a:lnTo>
                  <a:pt x="11996" y="8254"/>
                </a:lnTo>
                <a:close/>
                <a:moveTo>
                  <a:pt x="10932" y="8841"/>
                </a:moveTo>
                <a:lnTo>
                  <a:pt x="11519" y="9097"/>
                </a:lnTo>
                <a:lnTo>
                  <a:pt x="12106" y="9244"/>
                </a:lnTo>
                <a:lnTo>
                  <a:pt x="12033" y="9391"/>
                </a:lnTo>
                <a:lnTo>
                  <a:pt x="11922" y="9537"/>
                </a:lnTo>
                <a:lnTo>
                  <a:pt x="11776" y="9611"/>
                </a:lnTo>
                <a:lnTo>
                  <a:pt x="11702" y="9611"/>
                </a:lnTo>
                <a:lnTo>
                  <a:pt x="11629" y="9574"/>
                </a:lnTo>
                <a:lnTo>
                  <a:pt x="11519" y="9537"/>
                </a:lnTo>
                <a:lnTo>
                  <a:pt x="11409" y="9427"/>
                </a:lnTo>
                <a:lnTo>
                  <a:pt x="11226" y="9244"/>
                </a:lnTo>
                <a:lnTo>
                  <a:pt x="10932" y="8841"/>
                </a:lnTo>
                <a:close/>
                <a:moveTo>
                  <a:pt x="12509" y="9354"/>
                </a:moveTo>
                <a:lnTo>
                  <a:pt x="12876" y="9391"/>
                </a:lnTo>
                <a:lnTo>
                  <a:pt x="12656" y="10161"/>
                </a:lnTo>
                <a:lnTo>
                  <a:pt x="12583" y="10088"/>
                </a:lnTo>
                <a:lnTo>
                  <a:pt x="12363" y="10088"/>
                </a:lnTo>
                <a:lnTo>
                  <a:pt x="12216" y="10051"/>
                </a:lnTo>
                <a:lnTo>
                  <a:pt x="11886" y="9978"/>
                </a:lnTo>
                <a:lnTo>
                  <a:pt x="12106" y="9868"/>
                </a:lnTo>
                <a:lnTo>
                  <a:pt x="12289" y="9758"/>
                </a:lnTo>
                <a:lnTo>
                  <a:pt x="12399" y="9574"/>
                </a:lnTo>
                <a:lnTo>
                  <a:pt x="12509" y="9354"/>
                </a:lnTo>
                <a:close/>
                <a:moveTo>
                  <a:pt x="10382" y="9721"/>
                </a:moveTo>
                <a:lnTo>
                  <a:pt x="11409" y="10161"/>
                </a:lnTo>
                <a:lnTo>
                  <a:pt x="11922" y="10381"/>
                </a:lnTo>
                <a:lnTo>
                  <a:pt x="12253" y="10491"/>
                </a:lnTo>
                <a:lnTo>
                  <a:pt x="12399" y="10491"/>
                </a:lnTo>
                <a:lnTo>
                  <a:pt x="12509" y="10455"/>
                </a:lnTo>
                <a:lnTo>
                  <a:pt x="12326" y="10968"/>
                </a:lnTo>
                <a:lnTo>
                  <a:pt x="12033" y="10858"/>
                </a:lnTo>
                <a:lnTo>
                  <a:pt x="11886" y="10785"/>
                </a:lnTo>
                <a:lnTo>
                  <a:pt x="11776" y="10711"/>
                </a:lnTo>
                <a:lnTo>
                  <a:pt x="11519" y="10528"/>
                </a:lnTo>
                <a:lnTo>
                  <a:pt x="11409" y="10418"/>
                </a:lnTo>
                <a:lnTo>
                  <a:pt x="11262" y="10344"/>
                </a:lnTo>
                <a:lnTo>
                  <a:pt x="11079" y="10308"/>
                </a:lnTo>
                <a:lnTo>
                  <a:pt x="10895" y="10271"/>
                </a:lnTo>
                <a:lnTo>
                  <a:pt x="10492" y="10234"/>
                </a:lnTo>
                <a:lnTo>
                  <a:pt x="10455" y="9978"/>
                </a:lnTo>
                <a:lnTo>
                  <a:pt x="10382" y="9721"/>
                </a:lnTo>
                <a:close/>
                <a:moveTo>
                  <a:pt x="10455" y="10528"/>
                </a:moveTo>
                <a:lnTo>
                  <a:pt x="10785" y="10601"/>
                </a:lnTo>
                <a:lnTo>
                  <a:pt x="10969" y="10638"/>
                </a:lnTo>
                <a:lnTo>
                  <a:pt x="11115" y="10711"/>
                </a:lnTo>
                <a:lnTo>
                  <a:pt x="11336" y="10821"/>
                </a:lnTo>
                <a:lnTo>
                  <a:pt x="11519" y="10968"/>
                </a:lnTo>
                <a:lnTo>
                  <a:pt x="11702" y="11115"/>
                </a:lnTo>
                <a:lnTo>
                  <a:pt x="11886" y="11262"/>
                </a:lnTo>
                <a:lnTo>
                  <a:pt x="12106" y="11335"/>
                </a:lnTo>
                <a:lnTo>
                  <a:pt x="11739" y="11922"/>
                </a:lnTo>
                <a:lnTo>
                  <a:pt x="11629" y="11922"/>
                </a:lnTo>
                <a:lnTo>
                  <a:pt x="11482" y="11885"/>
                </a:lnTo>
                <a:lnTo>
                  <a:pt x="11226" y="11738"/>
                </a:lnTo>
                <a:lnTo>
                  <a:pt x="10565" y="11482"/>
                </a:lnTo>
                <a:lnTo>
                  <a:pt x="10272" y="11335"/>
                </a:lnTo>
                <a:lnTo>
                  <a:pt x="10382" y="10968"/>
                </a:lnTo>
                <a:lnTo>
                  <a:pt x="10455" y="10601"/>
                </a:lnTo>
                <a:lnTo>
                  <a:pt x="10455" y="10528"/>
                </a:lnTo>
                <a:close/>
                <a:moveTo>
                  <a:pt x="10125" y="11665"/>
                </a:moveTo>
                <a:lnTo>
                  <a:pt x="10785" y="11958"/>
                </a:lnTo>
                <a:lnTo>
                  <a:pt x="11115" y="12142"/>
                </a:lnTo>
                <a:lnTo>
                  <a:pt x="11299" y="12215"/>
                </a:lnTo>
                <a:lnTo>
                  <a:pt x="11482" y="12289"/>
                </a:lnTo>
                <a:lnTo>
                  <a:pt x="11226" y="12655"/>
                </a:lnTo>
                <a:lnTo>
                  <a:pt x="10895" y="12545"/>
                </a:lnTo>
                <a:lnTo>
                  <a:pt x="10455" y="12399"/>
                </a:lnTo>
                <a:lnTo>
                  <a:pt x="10052" y="12252"/>
                </a:lnTo>
                <a:lnTo>
                  <a:pt x="9868" y="12142"/>
                </a:lnTo>
                <a:lnTo>
                  <a:pt x="10125" y="11665"/>
                </a:lnTo>
                <a:close/>
                <a:moveTo>
                  <a:pt x="9355" y="9574"/>
                </a:moveTo>
                <a:lnTo>
                  <a:pt x="9575" y="9611"/>
                </a:lnTo>
                <a:lnTo>
                  <a:pt x="9795" y="9648"/>
                </a:lnTo>
                <a:lnTo>
                  <a:pt x="9978" y="9758"/>
                </a:lnTo>
                <a:lnTo>
                  <a:pt x="10052" y="9868"/>
                </a:lnTo>
                <a:lnTo>
                  <a:pt x="10088" y="9941"/>
                </a:lnTo>
                <a:lnTo>
                  <a:pt x="10125" y="10088"/>
                </a:lnTo>
                <a:lnTo>
                  <a:pt x="10125" y="10198"/>
                </a:lnTo>
                <a:lnTo>
                  <a:pt x="9832" y="10161"/>
                </a:lnTo>
                <a:lnTo>
                  <a:pt x="9795" y="10198"/>
                </a:lnTo>
                <a:lnTo>
                  <a:pt x="9795" y="10234"/>
                </a:lnTo>
                <a:lnTo>
                  <a:pt x="9942" y="10344"/>
                </a:lnTo>
                <a:lnTo>
                  <a:pt x="10088" y="10455"/>
                </a:lnTo>
                <a:lnTo>
                  <a:pt x="10015" y="10785"/>
                </a:lnTo>
                <a:lnTo>
                  <a:pt x="9942" y="11078"/>
                </a:lnTo>
                <a:lnTo>
                  <a:pt x="9905" y="11188"/>
                </a:lnTo>
                <a:lnTo>
                  <a:pt x="9648" y="11115"/>
                </a:lnTo>
                <a:lnTo>
                  <a:pt x="9391" y="11078"/>
                </a:lnTo>
                <a:lnTo>
                  <a:pt x="9355" y="11078"/>
                </a:lnTo>
                <a:lnTo>
                  <a:pt x="9318" y="11115"/>
                </a:lnTo>
                <a:lnTo>
                  <a:pt x="9318" y="11151"/>
                </a:lnTo>
                <a:lnTo>
                  <a:pt x="9355" y="11188"/>
                </a:lnTo>
                <a:lnTo>
                  <a:pt x="9538" y="11372"/>
                </a:lnTo>
                <a:lnTo>
                  <a:pt x="9795" y="11518"/>
                </a:lnTo>
                <a:lnTo>
                  <a:pt x="9501" y="11995"/>
                </a:lnTo>
                <a:lnTo>
                  <a:pt x="9061" y="11812"/>
                </a:lnTo>
                <a:lnTo>
                  <a:pt x="8584" y="11628"/>
                </a:lnTo>
                <a:lnTo>
                  <a:pt x="8548" y="11628"/>
                </a:lnTo>
                <a:lnTo>
                  <a:pt x="8548" y="11702"/>
                </a:lnTo>
                <a:lnTo>
                  <a:pt x="8731" y="11848"/>
                </a:lnTo>
                <a:lnTo>
                  <a:pt x="8915" y="12032"/>
                </a:lnTo>
                <a:lnTo>
                  <a:pt x="9318" y="12289"/>
                </a:lnTo>
                <a:lnTo>
                  <a:pt x="9061" y="12582"/>
                </a:lnTo>
                <a:lnTo>
                  <a:pt x="8805" y="12802"/>
                </a:lnTo>
                <a:lnTo>
                  <a:pt x="8548" y="12692"/>
                </a:lnTo>
                <a:lnTo>
                  <a:pt x="8401" y="12069"/>
                </a:lnTo>
                <a:lnTo>
                  <a:pt x="8291" y="11445"/>
                </a:lnTo>
                <a:lnTo>
                  <a:pt x="8218" y="11298"/>
                </a:lnTo>
                <a:lnTo>
                  <a:pt x="8144" y="11188"/>
                </a:lnTo>
                <a:lnTo>
                  <a:pt x="8034" y="11115"/>
                </a:lnTo>
                <a:lnTo>
                  <a:pt x="7374" y="11115"/>
                </a:lnTo>
                <a:lnTo>
                  <a:pt x="7264" y="11078"/>
                </a:lnTo>
                <a:lnTo>
                  <a:pt x="7154" y="11041"/>
                </a:lnTo>
                <a:lnTo>
                  <a:pt x="7007" y="10895"/>
                </a:lnTo>
                <a:lnTo>
                  <a:pt x="6897" y="10675"/>
                </a:lnTo>
                <a:lnTo>
                  <a:pt x="6860" y="10455"/>
                </a:lnTo>
                <a:lnTo>
                  <a:pt x="6860" y="10344"/>
                </a:lnTo>
                <a:lnTo>
                  <a:pt x="6897" y="10234"/>
                </a:lnTo>
                <a:lnTo>
                  <a:pt x="6934" y="10124"/>
                </a:lnTo>
                <a:lnTo>
                  <a:pt x="7007" y="10051"/>
                </a:lnTo>
                <a:lnTo>
                  <a:pt x="7227" y="9978"/>
                </a:lnTo>
                <a:lnTo>
                  <a:pt x="7447" y="9904"/>
                </a:lnTo>
                <a:lnTo>
                  <a:pt x="8328" y="9721"/>
                </a:lnTo>
                <a:lnTo>
                  <a:pt x="8401" y="9758"/>
                </a:lnTo>
                <a:lnTo>
                  <a:pt x="8548" y="9758"/>
                </a:lnTo>
                <a:lnTo>
                  <a:pt x="8841" y="9648"/>
                </a:lnTo>
                <a:lnTo>
                  <a:pt x="9135" y="9574"/>
                </a:lnTo>
                <a:close/>
                <a:moveTo>
                  <a:pt x="1028" y="7373"/>
                </a:moveTo>
                <a:lnTo>
                  <a:pt x="1028" y="7887"/>
                </a:lnTo>
                <a:lnTo>
                  <a:pt x="1101" y="8437"/>
                </a:lnTo>
                <a:lnTo>
                  <a:pt x="1138" y="8474"/>
                </a:lnTo>
                <a:lnTo>
                  <a:pt x="1211" y="8510"/>
                </a:lnTo>
                <a:lnTo>
                  <a:pt x="1285" y="8510"/>
                </a:lnTo>
                <a:lnTo>
                  <a:pt x="1358" y="8474"/>
                </a:lnTo>
                <a:lnTo>
                  <a:pt x="1872" y="8070"/>
                </a:lnTo>
                <a:lnTo>
                  <a:pt x="1945" y="8951"/>
                </a:lnTo>
                <a:lnTo>
                  <a:pt x="1982" y="9611"/>
                </a:lnTo>
                <a:lnTo>
                  <a:pt x="1982" y="9758"/>
                </a:lnTo>
                <a:lnTo>
                  <a:pt x="1982" y="9904"/>
                </a:lnTo>
                <a:lnTo>
                  <a:pt x="1872" y="10014"/>
                </a:lnTo>
                <a:lnTo>
                  <a:pt x="1762" y="10088"/>
                </a:lnTo>
                <a:lnTo>
                  <a:pt x="1615" y="10271"/>
                </a:lnTo>
                <a:lnTo>
                  <a:pt x="1505" y="10455"/>
                </a:lnTo>
                <a:lnTo>
                  <a:pt x="1468" y="10638"/>
                </a:lnTo>
                <a:lnTo>
                  <a:pt x="1468" y="10858"/>
                </a:lnTo>
                <a:lnTo>
                  <a:pt x="1505" y="11078"/>
                </a:lnTo>
                <a:lnTo>
                  <a:pt x="1578" y="11298"/>
                </a:lnTo>
                <a:lnTo>
                  <a:pt x="1688" y="11702"/>
                </a:lnTo>
                <a:lnTo>
                  <a:pt x="2165" y="12876"/>
                </a:lnTo>
                <a:lnTo>
                  <a:pt x="1835" y="12509"/>
                </a:lnTo>
                <a:lnTo>
                  <a:pt x="1505" y="12142"/>
                </a:lnTo>
                <a:lnTo>
                  <a:pt x="1211" y="11665"/>
                </a:lnTo>
                <a:lnTo>
                  <a:pt x="918" y="11188"/>
                </a:lnTo>
                <a:lnTo>
                  <a:pt x="735" y="10675"/>
                </a:lnTo>
                <a:lnTo>
                  <a:pt x="588" y="10161"/>
                </a:lnTo>
                <a:lnTo>
                  <a:pt x="551" y="9831"/>
                </a:lnTo>
                <a:lnTo>
                  <a:pt x="514" y="9501"/>
                </a:lnTo>
                <a:lnTo>
                  <a:pt x="551" y="9171"/>
                </a:lnTo>
                <a:lnTo>
                  <a:pt x="588" y="8841"/>
                </a:lnTo>
                <a:lnTo>
                  <a:pt x="771" y="8180"/>
                </a:lnTo>
                <a:lnTo>
                  <a:pt x="955" y="7557"/>
                </a:lnTo>
                <a:lnTo>
                  <a:pt x="1028" y="7373"/>
                </a:lnTo>
                <a:close/>
                <a:moveTo>
                  <a:pt x="9612" y="12472"/>
                </a:moveTo>
                <a:lnTo>
                  <a:pt x="9942" y="12619"/>
                </a:lnTo>
                <a:lnTo>
                  <a:pt x="10675" y="12912"/>
                </a:lnTo>
                <a:lnTo>
                  <a:pt x="10895" y="12986"/>
                </a:lnTo>
                <a:lnTo>
                  <a:pt x="10529" y="13316"/>
                </a:lnTo>
                <a:lnTo>
                  <a:pt x="10162" y="13609"/>
                </a:lnTo>
                <a:lnTo>
                  <a:pt x="9685" y="13279"/>
                </a:lnTo>
                <a:lnTo>
                  <a:pt x="9171" y="12986"/>
                </a:lnTo>
                <a:lnTo>
                  <a:pt x="9391" y="12729"/>
                </a:lnTo>
                <a:lnTo>
                  <a:pt x="9612" y="12472"/>
                </a:lnTo>
                <a:close/>
                <a:moveTo>
                  <a:pt x="2569" y="5209"/>
                </a:moveTo>
                <a:lnTo>
                  <a:pt x="2899" y="5319"/>
                </a:lnTo>
                <a:lnTo>
                  <a:pt x="3266" y="5356"/>
                </a:lnTo>
                <a:lnTo>
                  <a:pt x="3999" y="5356"/>
                </a:lnTo>
                <a:lnTo>
                  <a:pt x="4733" y="5429"/>
                </a:lnTo>
                <a:lnTo>
                  <a:pt x="5467" y="5539"/>
                </a:lnTo>
                <a:lnTo>
                  <a:pt x="5320" y="5649"/>
                </a:lnTo>
                <a:lnTo>
                  <a:pt x="5173" y="5723"/>
                </a:lnTo>
                <a:lnTo>
                  <a:pt x="4880" y="5833"/>
                </a:lnTo>
                <a:lnTo>
                  <a:pt x="4696" y="5943"/>
                </a:lnTo>
                <a:lnTo>
                  <a:pt x="4513" y="6053"/>
                </a:lnTo>
                <a:lnTo>
                  <a:pt x="4366" y="6236"/>
                </a:lnTo>
                <a:lnTo>
                  <a:pt x="4293" y="6420"/>
                </a:lnTo>
                <a:lnTo>
                  <a:pt x="4256" y="6493"/>
                </a:lnTo>
                <a:lnTo>
                  <a:pt x="4293" y="6603"/>
                </a:lnTo>
                <a:lnTo>
                  <a:pt x="4329" y="6676"/>
                </a:lnTo>
                <a:lnTo>
                  <a:pt x="4366" y="6750"/>
                </a:lnTo>
                <a:lnTo>
                  <a:pt x="4439" y="6823"/>
                </a:lnTo>
                <a:lnTo>
                  <a:pt x="4549" y="6823"/>
                </a:lnTo>
                <a:lnTo>
                  <a:pt x="4660" y="6860"/>
                </a:lnTo>
                <a:lnTo>
                  <a:pt x="4696" y="6933"/>
                </a:lnTo>
                <a:lnTo>
                  <a:pt x="4733" y="7117"/>
                </a:lnTo>
                <a:lnTo>
                  <a:pt x="4770" y="7300"/>
                </a:lnTo>
                <a:lnTo>
                  <a:pt x="4770" y="7667"/>
                </a:lnTo>
                <a:lnTo>
                  <a:pt x="4806" y="7813"/>
                </a:lnTo>
                <a:lnTo>
                  <a:pt x="4586" y="7520"/>
                </a:lnTo>
                <a:lnTo>
                  <a:pt x="4366" y="7263"/>
                </a:lnTo>
                <a:lnTo>
                  <a:pt x="4256" y="7190"/>
                </a:lnTo>
                <a:lnTo>
                  <a:pt x="4146" y="7153"/>
                </a:lnTo>
                <a:lnTo>
                  <a:pt x="3999" y="7117"/>
                </a:lnTo>
                <a:lnTo>
                  <a:pt x="3889" y="7153"/>
                </a:lnTo>
                <a:lnTo>
                  <a:pt x="3632" y="7227"/>
                </a:lnTo>
                <a:lnTo>
                  <a:pt x="3412" y="7373"/>
                </a:lnTo>
                <a:lnTo>
                  <a:pt x="3192" y="7593"/>
                </a:lnTo>
                <a:lnTo>
                  <a:pt x="2972" y="7813"/>
                </a:lnTo>
                <a:lnTo>
                  <a:pt x="2825" y="8070"/>
                </a:lnTo>
                <a:lnTo>
                  <a:pt x="2715" y="8364"/>
                </a:lnTo>
                <a:lnTo>
                  <a:pt x="2642" y="8657"/>
                </a:lnTo>
                <a:lnTo>
                  <a:pt x="2605" y="8951"/>
                </a:lnTo>
                <a:lnTo>
                  <a:pt x="2605" y="9244"/>
                </a:lnTo>
                <a:lnTo>
                  <a:pt x="2679" y="9537"/>
                </a:lnTo>
                <a:lnTo>
                  <a:pt x="2679" y="9611"/>
                </a:lnTo>
                <a:lnTo>
                  <a:pt x="2752" y="9648"/>
                </a:lnTo>
                <a:lnTo>
                  <a:pt x="2789" y="9684"/>
                </a:lnTo>
                <a:lnTo>
                  <a:pt x="3156" y="9684"/>
                </a:lnTo>
                <a:lnTo>
                  <a:pt x="3449" y="9758"/>
                </a:lnTo>
                <a:lnTo>
                  <a:pt x="3706" y="9868"/>
                </a:lnTo>
                <a:lnTo>
                  <a:pt x="3963" y="10014"/>
                </a:lnTo>
                <a:lnTo>
                  <a:pt x="4183" y="10198"/>
                </a:lnTo>
                <a:lnTo>
                  <a:pt x="4403" y="10418"/>
                </a:lnTo>
                <a:lnTo>
                  <a:pt x="4770" y="10858"/>
                </a:lnTo>
                <a:lnTo>
                  <a:pt x="4403" y="11151"/>
                </a:lnTo>
                <a:lnTo>
                  <a:pt x="4109" y="11445"/>
                </a:lnTo>
                <a:lnTo>
                  <a:pt x="3816" y="11775"/>
                </a:lnTo>
                <a:lnTo>
                  <a:pt x="3596" y="12142"/>
                </a:lnTo>
                <a:lnTo>
                  <a:pt x="3412" y="12545"/>
                </a:lnTo>
                <a:lnTo>
                  <a:pt x="3266" y="12986"/>
                </a:lnTo>
                <a:lnTo>
                  <a:pt x="3192" y="13426"/>
                </a:lnTo>
                <a:lnTo>
                  <a:pt x="3156" y="13866"/>
                </a:lnTo>
                <a:lnTo>
                  <a:pt x="3082" y="13829"/>
                </a:lnTo>
                <a:lnTo>
                  <a:pt x="2972" y="13719"/>
                </a:lnTo>
                <a:lnTo>
                  <a:pt x="2899" y="13572"/>
                </a:lnTo>
                <a:lnTo>
                  <a:pt x="2459" y="12582"/>
                </a:lnTo>
                <a:lnTo>
                  <a:pt x="2092" y="11702"/>
                </a:lnTo>
                <a:lnTo>
                  <a:pt x="1945" y="11262"/>
                </a:lnTo>
                <a:lnTo>
                  <a:pt x="1872" y="10821"/>
                </a:lnTo>
                <a:lnTo>
                  <a:pt x="1872" y="10638"/>
                </a:lnTo>
                <a:lnTo>
                  <a:pt x="1945" y="10491"/>
                </a:lnTo>
                <a:lnTo>
                  <a:pt x="2055" y="10381"/>
                </a:lnTo>
                <a:lnTo>
                  <a:pt x="2202" y="10271"/>
                </a:lnTo>
                <a:lnTo>
                  <a:pt x="2312" y="10161"/>
                </a:lnTo>
                <a:lnTo>
                  <a:pt x="2385" y="10051"/>
                </a:lnTo>
                <a:lnTo>
                  <a:pt x="2385" y="9904"/>
                </a:lnTo>
                <a:lnTo>
                  <a:pt x="2385" y="9721"/>
                </a:lnTo>
                <a:lnTo>
                  <a:pt x="2312" y="8730"/>
                </a:lnTo>
                <a:lnTo>
                  <a:pt x="2165" y="7740"/>
                </a:lnTo>
                <a:lnTo>
                  <a:pt x="2165" y="7667"/>
                </a:lnTo>
                <a:lnTo>
                  <a:pt x="2092" y="7593"/>
                </a:lnTo>
                <a:lnTo>
                  <a:pt x="1945" y="7593"/>
                </a:lnTo>
                <a:lnTo>
                  <a:pt x="1358" y="8070"/>
                </a:lnTo>
                <a:lnTo>
                  <a:pt x="1321" y="7667"/>
                </a:lnTo>
                <a:lnTo>
                  <a:pt x="1358" y="7263"/>
                </a:lnTo>
                <a:lnTo>
                  <a:pt x="1395" y="6860"/>
                </a:lnTo>
                <a:lnTo>
                  <a:pt x="1505" y="6456"/>
                </a:lnTo>
                <a:lnTo>
                  <a:pt x="1505" y="6383"/>
                </a:lnTo>
                <a:lnTo>
                  <a:pt x="1468" y="6310"/>
                </a:lnTo>
                <a:lnTo>
                  <a:pt x="1725" y="5796"/>
                </a:lnTo>
                <a:lnTo>
                  <a:pt x="1982" y="5319"/>
                </a:lnTo>
                <a:lnTo>
                  <a:pt x="2239" y="5356"/>
                </a:lnTo>
                <a:lnTo>
                  <a:pt x="2495" y="5392"/>
                </a:lnTo>
                <a:lnTo>
                  <a:pt x="2569" y="5356"/>
                </a:lnTo>
                <a:lnTo>
                  <a:pt x="2605" y="5319"/>
                </a:lnTo>
                <a:lnTo>
                  <a:pt x="2605" y="5282"/>
                </a:lnTo>
                <a:lnTo>
                  <a:pt x="2569" y="5209"/>
                </a:lnTo>
                <a:close/>
                <a:moveTo>
                  <a:pt x="8805" y="13939"/>
                </a:moveTo>
                <a:lnTo>
                  <a:pt x="9098" y="13976"/>
                </a:lnTo>
                <a:lnTo>
                  <a:pt x="9391" y="14049"/>
                </a:lnTo>
                <a:lnTo>
                  <a:pt x="9208" y="14086"/>
                </a:lnTo>
                <a:lnTo>
                  <a:pt x="9171" y="14049"/>
                </a:lnTo>
                <a:lnTo>
                  <a:pt x="9061" y="14049"/>
                </a:lnTo>
                <a:lnTo>
                  <a:pt x="8988" y="13976"/>
                </a:lnTo>
                <a:lnTo>
                  <a:pt x="8805" y="13939"/>
                </a:lnTo>
                <a:close/>
                <a:moveTo>
                  <a:pt x="5815" y="14178"/>
                </a:moveTo>
                <a:lnTo>
                  <a:pt x="5797" y="14196"/>
                </a:lnTo>
                <a:lnTo>
                  <a:pt x="5760" y="14196"/>
                </a:lnTo>
                <a:lnTo>
                  <a:pt x="5815" y="14178"/>
                </a:lnTo>
                <a:close/>
                <a:moveTo>
                  <a:pt x="7154" y="2935"/>
                </a:moveTo>
                <a:lnTo>
                  <a:pt x="7594" y="3008"/>
                </a:lnTo>
                <a:lnTo>
                  <a:pt x="8034" y="3082"/>
                </a:lnTo>
                <a:lnTo>
                  <a:pt x="8438" y="3155"/>
                </a:lnTo>
                <a:lnTo>
                  <a:pt x="8401" y="3192"/>
                </a:lnTo>
                <a:lnTo>
                  <a:pt x="8401" y="3228"/>
                </a:lnTo>
                <a:lnTo>
                  <a:pt x="8401" y="3265"/>
                </a:lnTo>
                <a:lnTo>
                  <a:pt x="8438" y="3265"/>
                </a:lnTo>
                <a:lnTo>
                  <a:pt x="8621" y="3228"/>
                </a:lnTo>
                <a:lnTo>
                  <a:pt x="8768" y="3265"/>
                </a:lnTo>
                <a:lnTo>
                  <a:pt x="8805" y="3265"/>
                </a:lnTo>
                <a:lnTo>
                  <a:pt x="8768" y="3338"/>
                </a:lnTo>
                <a:lnTo>
                  <a:pt x="8768" y="3412"/>
                </a:lnTo>
                <a:lnTo>
                  <a:pt x="8768" y="3448"/>
                </a:lnTo>
                <a:lnTo>
                  <a:pt x="8805" y="3485"/>
                </a:lnTo>
                <a:lnTo>
                  <a:pt x="8841" y="3485"/>
                </a:lnTo>
                <a:lnTo>
                  <a:pt x="8915" y="3522"/>
                </a:lnTo>
                <a:lnTo>
                  <a:pt x="8988" y="3558"/>
                </a:lnTo>
                <a:lnTo>
                  <a:pt x="9098" y="3668"/>
                </a:lnTo>
                <a:lnTo>
                  <a:pt x="9208" y="3815"/>
                </a:lnTo>
                <a:lnTo>
                  <a:pt x="9245" y="3852"/>
                </a:lnTo>
                <a:lnTo>
                  <a:pt x="9281" y="3889"/>
                </a:lnTo>
                <a:lnTo>
                  <a:pt x="9318" y="3852"/>
                </a:lnTo>
                <a:lnTo>
                  <a:pt x="9391" y="3742"/>
                </a:lnTo>
                <a:lnTo>
                  <a:pt x="9465" y="3632"/>
                </a:lnTo>
                <a:lnTo>
                  <a:pt x="9538" y="3558"/>
                </a:lnTo>
                <a:lnTo>
                  <a:pt x="9758" y="3632"/>
                </a:lnTo>
                <a:lnTo>
                  <a:pt x="9612" y="3815"/>
                </a:lnTo>
                <a:lnTo>
                  <a:pt x="9501" y="3999"/>
                </a:lnTo>
                <a:lnTo>
                  <a:pt x="9465" y="4072"/>
                </a:lnTo>
                <a:lnTo>
                  <a:pt x="9465" y="4182"/>
                </a:lnTo>
                <a:lnTo>
                  <a:pt x="9575" y="4182"/>
                </a:lnTo>
                <a:lnTo>
                  <a:pt x="9648" y="4145"/>
                </a:lnTo>
                <a:lnTo>
                  <a:pt x="9795" y="4035"/>
                </a:lnTo>
                <a:lnTo>
                  <a:pt x="10052" y="3815"/>
                </a:lnTo>
                <a:lnTo>
                  <a:pt x="10308" y="3962"/>
                </a:lnTo>
                <a:lnTo>
                  <a:pt x="10235" y="4035"/>
                </a:lnTo>
                <a:lnTo>
                  <a:pt x="9978" y="4365"/>
                </a:lnTo>
                <a:lnTo>
                  <a:pt x="9868" y="4512"/>
                </a:lnTo>
                <a:lnTo>
                  <a:pt x="9795" y="4696"/>
                </a:lnTo>
                <a:lnTo>
                  <a:pt x="9795" y="4732"/>
                </a:lnTo>
                <a:lnTo>
                  <a:pt x="9832" y="4732"/>
                </a:lnTo>
                <a:lnTo>
                  <a:pt x="10015" y="4659"/>
                </a:lnTo>
                <a:lnTo>
                  <a:pt x="10198" y="4549"/>
                </a:lnTo>
                <a:lnTo>
                  <a:pt x="10492" y="4329"/>
                </a:lnTo>
                <a:lnTo>
                  <a:pt x="10639" y="4182"/>
                </a:lnTo>
                <a:lnTo>
                  <a:pt x="10822" y="4292"/>
                </a:lnTo>
                <a:lnTo>
                  <a:pt x="10565" y="4549"/>
                </a:lnTo>
                <a:lnTo>
                  <a:pt x="10272" y="4879"/>
                </a:lnTo>
                <a:lnTo>
                  <a:pt x="10052" y="5209"/>
                </a:lnTo>
                <a:lnTo>
                  <a:pt x="9942" y="5246"/>
                </a:lnTo>
                <a:lnTo>
                  <a:pt x="9648" y="5392"/>
                </a:lnTo>
                <a:lnTo>
                  <a:pt x="9391" y="5539"/>
                </a:lnTo>
                <a:lnTo>
                  <a:pt x="9281" y="5539"/>
                </a:lnTo>
                <a:lnTo>
                  <a:pt x="9135" y="5576"/>
                </a:lnTo>
                <a:lnTo>
                  <a:pt x="8805" y="5759"/>
                </a:lnTo>
                <a:lnTo>
                  <a:pt x="8548" y="5979"/>
                </a:lnTo>
                <a:lnTo>
                  <a:pt x="8364" y="6089"/>
                </a:lnTo>
                <a:lnTo>
                  <a:pt x="8071" y="6346"/>
                </a:lnTo>
                <a:lnTo>
                  <a:pt x="7924" y="6566"/>
                </a:lnTo>
                <a:lnTo>
                  <a:pt x="7741" y="6750"/>
                </a:lnTo>
                <a:lnTo>
                  <a:pt x="7631" y="6970"/>
                </a:lnTo>
                <a:lnTo>
                  <a:pt x="7594" y="7153"/>
                </a:lnTo>
                <a:lnTo>
                  <a:pt x="7631" y="7227"/>
                </a:lnTo>
                <a:lnTo>
                  <a:pt x="7667" y="7300"/>
                </a:lnTo>
                <a:lnTo>
                  <a:pt x="7741" y="7373"/>
                </a:lnTo>
                <a:lnTo>
                  <a:pt x="7851" y="7410"/>
                </a:lnTo>
                <a:lnTo>
                  <a:pt x="7998" y="7410"/>
                </a:lnTo>
                <a:lnTo>
                  <a:pt x="8144" y="7337"/>
                </a:lnTo>
                <a:lnTo>
                  <a:pt x="8401" y="7190"/>
                </a:lnTo>
                <a:lnTo>
                  <a:pt x="8548" y="7153"/>
                </a:lnTo>
                <a:lnTo>
                  <a:pt x="8731" y="7227"/>
                </a:lnTo>
                <a:lnTo>
                  <a:pt x="8805" y="7263"/>
                </a:lnTo>
                <a:lnTo>
                  <a:pt x="8878" y="7337"/>
                </a:lnTo>
                <a:lnTo>
                  <a:pt x="8915" y="7410"/>
                </a:lnTo>
                <a:lnTo>
                  <a:pt x="8915" y="7483"/>
                </a:lnTo>
                <a:lnTo>
                  <a:pt x="8841" y="7593"/>
                </a:lnTo>
                <a:lnTo>
                  <a:pt x="8731" y="7740"/>
                </a:lnTo>
                <a:lnTo>
                  <a:pt x="8584" y="7850"/>
                </a:lnTo>
                <a:lnTo>
                  <a:pt x="8401" y="7960"/>
                </a:lnTo>
                <a:lnTo>
                  <a:pt x="8144" y="8070"/>
                </a:lnTo>
                <a:lnTo>
                  <a:pt x="7961" y="8144"/>
                </a:lnTo>
                <a:lnTo>
                  <a:pt x="7741" y="8254"/>
                </a:lnTo>
                <a:lnTo>
                  <a:pt x="7557" y="8400"/>
                </a:lnTo>
                <a:lnTo>
                  <a:pt x="7521" y="8474"/>
                </a:lnTo>
                <a:lnTo>
                  <a:pt x="7484" y="8584"/>
                </a:lnTo>
                <a:lnTo>
                  <a:pt x="7447" y="8767"/>
                </a:lnTo>
                <a:lnTo>
                  <a:pt x="7521" y="8914"/>
                </a:lnTo>
                <a:lnTo>
                  <a:pt x="7631" y="9061"/>
                </a:lnTo>
                <a:lnTo>
                  <a:pt x="7777" y="9134"/>
                </a:lnTo>
                <a:lnTo>
                  <a:pt x="7887" y="9171"/>
                </a:lnTo>
                <a:lnTo>
                  <a:pt x="8034" y="9207"/>
                </a:lnTo>
                <a:lnTo>
                  <a:pt x="8254" y="9134"/>
                </a:lnTo>
                <a:lnTo>
                  <a:pt x="8694" y="8951"/>
                </a:lnTo>
                <a:lnTo>
                  <a:pt x="9208" y="8951"/>
                </a:lnTo>
                <a:lnTo>
                  <a:pt x="9391" y="8877"/>
                </a:lnTo>
                <a:lnTo>
                  <a:pt x="9575" y="8767"/>
                </a:lnTo>
                <a:lnTo>
                  <a:pt x="9685" y="8657"/>
                </a:lnTo>
                <a:lnTo>
                  <a:pt x="9795" y="8547"/>
                </a:lnTo>
                <a:lnTo>
                  <a:pt x="9905" y="8547"/>
                </a:lnTo>
                <a:lnTo>
                  <a:pt x="10052" y="8584"/>
                </a:lnTo>
                <a:lnTo>
                  <a:pt x="10088" y="8620"/>
                </a:lnTo>
                <a:lnTo>
                  <a:pt x="10125" y="8620"/>
                </a:lnTo>
                <a:lnTo>
                  <a:pt x="10198" y="8657"/>
                </a:lnTo>
                <a:lnTo>
                  <a:pt x="10382" y="8804"/>
                </a:lnTo>
                <a:lnTo>
                  <a:pt x="10565" y="8987"/>
                </a:lnTo>
                <a:lnTo>
                  <a:pt x="11115" y="9648"/>
                </a:lnTo>
                <a:lnTo>
                  <a:pt x="10382" y="9391"/>
                </a:lnTo>
                <a:lnTo>
                  <a:pt x="10015" y="9281"/>
                </a:lnTo>
                <a:lnTo>
                  <a:pt x="9648" y="9171"/>
                </a:lnTo>
                <a:lnTo>
                  <a:pt x="9612" y="9207"/>
                </a:lnTo>
                <a:lnTo>
                  <a:pt x="9281" y="9171"/>
                </a:lnTo>
                <a:lnTo>
                  <a:pt x="8951" y="9207"/>
                </a:lnTo>
                <a:lnTo>
                  <a:pt x="8621" y="9281"/>
                </a:lnTo>
                <a:lnTo>
                  <a:pt x="8328" y="9391"/>
                </a:lnTo>
                <a:lnTo>
                  <a:pt x="8291" y="9427"/>
                </a:lnTo>
                <a:lnTo>
                  <a:pt x="8144" y="9427"/>
                </a:lnTo>
                <a:lnTo>
                  <a:pt x="7631" y="9537"/>
                </a:lnTo>
                <a:lnTo>
                  <a:pt x="7117" y="9648"/>
                </a:lnTo>
                <a:lnTo>
                  <a:pt x="6934" y="9684"/>
                </a:lnTo>
                <a:lnTo>
                  <a:pt x="6787" y="9794"/>
                </a:lnTo>
                <a:lnTo>
                  <a:pt x="6677" y="9904"/>
                </a:lnTo>
                <a:lnTo>
                  <a:pt x="6567" y="10088"/>
                </a:lnTo>
                <a:lnTo>
                  <a:pt x="6494" y="10271"/>
                </a:lnTo>
                <a:lnTo>
                  <a:pt x="6494" y="10455"/>
                </a:lnTo>
                <a:lnTo>
                  <a:pt x="6494" y="10601"/>
                </a:lnTo>
                <a:lnTo>
                  <a:pt x="6530" y="10785"/>
                </a:lnTo>
                <a:lnTo>
                  <a:pt x="6604" y="10968"/>
                </a:lnTo>
                <a:lnTo>
                  <a:pt x="6714" y="11115"/>
                </a:lnTo>
                <a:lnTo>
                  <a:pt x="6824" y="11225"/>
                </a:lnTo>
                <a:lnTo>
                  <a:pt x="6970" y="11335"/>
                </a:lnTo>
                <a:lnTo>
                  <a:pt x="7117" y="11408"/>
                </a:lnTo>
                <a:lnTo>
                  <a:pt x="7301" y="11445"/>
                </a:lnTo>
                <a:lnTo>
                  <a:pt x="7484" y="11482"/>
                </a:lnTo>
                <a:lnTo>
                  <a:pt x="7777" y="11482"/>
                </a:lnTo>
                <a:lnTo>
                  <a:pt x="7851" y="11555"/>
                </a:lnTo>
                <a:lnTo>
                  <a:pt x="7924" y="11665"/>
                </a:lnTo>
                <a:lnTo>
                  <a:pt x="7961" y="11812"/>
                </a:lnTo>
                <a:lnTo>
                  <a:pt x="8034" y="12105"/>
                </a:lnTo>
                <a:lnTo>
                  <a:pt x="8071" y="12362"/>
                </a:lnTo>
                <a:lnTo>
                  <a:pt x="8108" y="12509"/>
                </a:lnTo>
                <a:lnTo>
                  <a:pt x="7851" y="12435"/>
                </a:lnTo>
                <a:lnTo>
                  <a:pt x="7631" y="12399"/>
                </a:lnTo>
                <a:lnTo>
                  <a:pt x="7557" y="12362"/>
                </a:lnTo>
                <a:lnTo>
                  <a:pt x="7521" y="12215"/>
                </a:lnTo>
                <a:lnTo>
                  <a:pt x="7521" y="12179"/>
                </a:lnTo>
                <a:lnTo>
                  <a:pt x="7447" y="12179"/>
                </a:lnTo>
                <a:lnTo>
                  <a:pt x="7447" y="12215"/>
                </a:lnTo>
                <a:lnTo>
                  <a:pt x="7411" y="12472"/>
                </a:lnTo>
                <a:lnTo>
                  <a:pt x="7411" y="12509"/>
                </a:lnTo>
                <a:lnTo>
                  <a:pt x="7447" y="12545"/>
                </a:lnTo>
                <a:lnTo>
                  <a:pt x="7851" y="12729"/>
                </a:lnTo>
                <a:lnTo>
                  <a:pt x="8254" y="12949"/>
                </a:lnTo>
                <a:lnTo>
                  <a:pt x="8438" y="13316"/>
                </a:lnTo>
                <a:lnTo>
                  <a:pt x="8474" y="13389"/>
                </a:lnTo>
                <a:lnTo>
                  <a:pt x="8548" y="13426"/>
                </a:lnTo>
                <a:lnTo>
                  <a:pt x="8621" y="13426"/>
                </a:lnTo>
                <a:lnTo>
                  <a:pt x="8694" y="13389"/>
                </a:lnTo>
                <a:lnTo>
                  <a:pt x="8841" y="13279"/>
                </a:lnTo>
                <a:lnTo>
                  <a:pt x="9428" y="13609"/>
                </a:lnTo>
                <a:lnTo>
                  <a:pt x="9281" y="13609"/>
                </a:lnTo>
                <a:lnTo>
                  <a:pt x="8548" y="13536"/>
                </a:lnTo>
                <a:lnTo>
                  <a:pt x="7851" y="13536"/>
                </a:lnTo>
                <a:lnTo>
                  <a:pt x="7374" y="13206"/>
                </a:lnTo>
                <a:lnTo>
                  <a:pt x="6860" y="12912"/>
                </a:lnTo>
                <a:lnTo>
                  <a:pt x="6824" y="12876"/>
                </a:lnTo>
                <a:lnTo>
                  <a:pt x="6750" y="12912"/>
                </a:lnTo>
                <a:lnTo>
                  <a:pt x="6750" y="12949"/>
                </a:lnTo>
                <a:lnTo>
                  <a:pt x="6750" y="13022"/>
                </a:lnTo>
                <a:lnTo>
                  <a:pt x="6970" y="13316"/>
                </a:lnTo>
                <a:lnTo>
                  <a:pt x="7227" y="13572"/>
                </a:lnTo>
                <a:lnTo>
                  <a:pt x="6897" y="13609"/>
                </a:lnTo>
                <a:lnTo>
                  <a:pt x="6567" y="13646"/>
                </a:lnTo>
                <a:lnTo>
                  <a:pt x="6310" y="13426"/>
                </a:lnTo>
                <a:lnTo>
                  <a:pt x="6090" y="13169"/>
                </a:lnTo>
                <a:lnTo>
                  <a:pt x="6017" y="13169"/>
                </a:lnTo>
                <a:lnTo>
                  <a:pt x="5943" y="13242"/>
                </a:lnTo>
                <a:lnTo>
                  <a:pt x="5907" y="13389"/>
                </a:lnTo>
                <a:lnTo>
                  <a:pt x="5943" y="13499"/>
                </a:lnTo>
                <a:lnTo>
                  <a:pt x="5980" y="13646"/>
                </a:lnTo>
                <a:lnTo>
                  <a:pt x="6090" y="13756"/>
                </a:lnTo>
                <a:lnTo>
                  <a:pt x="5760" y="13829"/>
                </a:lnTo>
                <a:lnTo>
                  <a:pt x="5430" y="13939"/>
                </a:lnTo>
                <a:lnTo>
                  <a:pt x="5393" y="13903"/>
                </a:lnTo>
                <a:lnTo>
                  <a:pt x="5173" y="13682"/>
                </a:lnTo>
                <a:lnTo>
                  <a:pt x="5026" y="13609"/>
                </a:lnTo>
                <a:lnTo>
                  <a:pt x="4916" y="13572"/>
                </a:lnTo>
                <a:lnTo>
                  <a:pt x="4880" y="13572"/>
                </a:lnTo>
                <a:lnTo>
                  <a:pt x="4880" y="13609"/>
                </a:lnTo>
                <a:lnTo>
                  <a:pt x="4880" y="13682"/>
                </a:lnTo>
                <a:lnTo>
                  <a:pt x="4916" y="13793"/>
                </a:lnTo>
                <a:lnTo>
                  <a:pt x="4990" y="13939"/>
                </a:lnTo>
                <a:lnTo>
                  <a:pt x="5100" y="14086"/>
                </a:lnTo>
                <a:lnTo>
                  <a:pt x="5136" y="14086"/>
                </a:lnTo>
                <a:lnTo>
                  <a:pt x="4843" y="14306"/>
                </a:lnTo>
                <a:lnTo>
                  <a:pt x="4623" y="14269"/>
                </a:lnTo>
                <a:lnTo>
                  <a:pt x="4109" y="14196"/>
                </a:lnTo>
                <a:lnTo>
                  <a:pt x="3853" y="14159"/>
                </a:lnTo>
                <a:lnTo>
                  <a:pt x="3596" y="14086"/>
                </a:lnTo>
                <a:lnTo>
                  <a:pt x="3669" y="14013"/>
                </a:lnTo>
                <a:lnTo>
                  <a:pt x="3706" y="13903"/>
                </a:lnTo>
                <a:lnTo>
                  <a:pt x="3706" y="13829"/>
                </a:lnTo>
                <a:lnTo>
                  <a:pt x="3669" y="13719"/>
                </a:lnTo>
                <a:lnTo>
                  <a:pt x="3632" y="13646"/>
                </a:lnTo>
                <a:lnTo>
                  <a:pt x="3559" y="13609"/>
                </a:lnTo>
                <a:lnTo>
                  <a:pt x="3632" y="13242"/>
                </a:lnTo>
                <a:lnTo>
                  <a:pt x="3742" y="12876"/>
                </a:lnTo>
                <a:lnTo>
                  <a:pt x="3889" y="12509"/>
                </a:lnTo>
                <a:lnTo>
                  <a:pt x="4073" y="12179"/>
                </a:lnTo>
                <a:lnTo>
                  <a:pt x="4293" y="11848"/>
                </a:lnTo>
                <a:lnTo>
                  <a:pt x="4549" y="11555"/>
                </a:lnTo>
                <a:lnTo>
                  <a:pt x="4843" y="11298"/>
                </a:lnTo>
                <a:lnTo>
                  <a:pt x="5173" y="11115"/>
                </a:lnTo>
                <a:lnTo>
                  <a:pt x="5246" y="11041"/>
                </a:lnTo>
                <a:lnTo>
                  <a:pt x="5283" y="10931"/>
                </a:lnTo>
                <a:lnTo>
                  <a:pt x="5283" y="10858"/>
                </a:lnTo>
                <a:lnTo>
                  <a:pt x="5210" y="10785"/>
                </a:lnTo>
                <a:lnTo>
                  <a:pt x="4770" y="10234"/>
                </a:lnTo>
                <a:lnTo>
                  <a:pt x="4549" y="9978"/>
                </a:lnTo>
                <a:lnTo>
                  <a:pt x="4293" y="9758"/>
                </a:lnTo>
                <a:lnTo>
                  <a:pt x="3999" y="9574"/>
                </a:lnTo>
                <a:lnTo>
                  <a:pt x="3706" y="9427"/>
                </a:lnTo>
                <a:lnTo>
                  <a:pt x="3376" y="9317"/>
                </a:lnTo>
                <a:lnTo>
                  <a:pt x="3046" y="9281"/>
                </a:lnTo>
                <a:lnTo>
                  <a:pt x="3046" y="8877"/>
                </a:lnTo>
                <a:lnTo>
                  <a:pt x="3119" y="8510"/>
                </a:lnTo>
                <a:lnTo>
                  <a:pt x="3266" y="8180"/>
                </a:lnTo>
                <a:lnTo>
                  <a:pt x="3486" y="7887"/>
                </a:lnTo>
                <a:lnTo>
                  <a:pt x="3632" y="7740"/>
                </a:lnTo>
                <a:lnTo>
                  <a:pt x="3816" y="7593"/>
                </a:lnTo>
                <a:lnTo>
                  <a:pt x="3889" y="7557"/>
                </a:lnTo>
                <a:lnTo>
                  <a:pt x="3963" y="7557"/>
                </a:lnTo>
                <a:lnTo>
                  <a:pt x="4036" y="7593"/>
                </a:lnTo>
                <a:lnTo>
                  <a:pt x="4109" y="7630"/>
                </a:lnTo>
                <a:lnTo>
                  <a:pt x="4219" y="7740"/>
                </a:lnTo>
                <a:lnTo>
                  <a:pt x="4329" y="7887"/>
                </a:lnTo>
                <a:lnTo>
                  <a:pt x="4916" y="8657"/>
                </a:lnTo>
                <a:lnTo>
                  <a:pt x="5026" y="8730"/>
                </a:lnTo>
                <a:lnTo>
                  <a:pt x="5136" y="8767"/>
                </a:lnTo>
                <a:lnTo>
                  <a:pt x="5210" y="8730"/>
                </a:lnTo>
                <a:lnTo>
                  <a:pt x="5246" y="8694"/>
                </a:lnTo>
                <a:lnTo>
                  <a:pt x="5283" y="8620"/>
                </a:lnTo>
                <a:lnTo>
                  <a:pt x="5283" y="8547"/>
                </a:lnTo>
                <a:lnTo>
                  <a:pt x="5136" y="7006"/>
                </a:lnTo>
                <a:lnTo>
                  <a:pt x="5100" y="6823"/>
                </a:lnTo>
                <a:lnTo>
                  <a:pt x="4990" y="6640"/>
                </a:lnTo>
                <a:lnTo>
                  <a:pt x="4880" y="6493"/>
                </a:lnTo>
                <a:lnTo>
                  <a:pt x="4660" y="6456"/>
                </a:lnTo>
                <a:lnTo>
                  <a:pt x="4733" y="6420"/>
                </a:lnTo>
                <a:lnTo>
                  <a:pt x="4843" y="6346"/>
                </a:lnTo>
                <a:lnTo>
                  <a:pt x="5026" y="6199"/>
                </a:lnTo>
                <a:lnTo>
                  <a:pt x="5430" y="6016"/>
                </a:lnTo>
                <a:lnTo>
                  <a:pt x="5613" y="5943"/>
                </a:lnTo>
                <a:lnTo>
                  <a:pt x="5760" y="5796"/>
                </a:lnTo>
                <a:lnTo>
                  <a:pt x="5870" y="5649"/>
                </a:lnTo>
                <a:lnTo>
                  <a:pt x="5980" y="5466"/>
                </a:lnTo>
                <a:lnTo>
                  <a:pt x="5980" y="5392"/>
                </a:lnTo>
                <a:lnTo>
                  <a:pt x="5943" y="5319"/>
                </a:lnTo>
                <a:lnTo>
                  <a:pt x="5907" y="5246"/>
                </a:lnTo>
                <a:lnTo>
                  <a:pt x="5833" y="5209"/>
                </a:lnTo>
                <a:lnTo>
                  <a:pt x="4990" y="5099"/>
                </a:lnTo>
                <a:lnTo>
                  <a:pt x="4109" y="4989"/>
                </a:lnTo>
                <a:lnTo>
                  <a:pt x="3742" y="4989"/>
                </a:lnTo>
                <a:lnTo>
                  <a:pt x="3302" y="4952"/>
                </a:lnTo>
                <a:lnTo>
                  <a:pt x="2899" y="4989"/>
                </a:lnTo>
                <a:lnTo>
                  <a:pt x="2715" y="5026"/>
                </a:lnTo>
                <a:lnTo>
                  <a:pt x="2532" y="5099"/>
                </a:lnTo>
                <a:lnTo>
                  <a:pt x="2495" y="5136"/>
                </a:lnTo>
                <a:lnTo>
                  <a:pt x="2532" y="5209"/>
                </a:lnTo>
                <a:lnTo>
                  <a:pt x="2165" y="5062"/>
                </a:lnTo>
                <a:lnTo>
                  <a:pt x="2459" y="4732"/>
                </a:lnTo>
                <a:lnTo>
                  <a:pt x="2752" y="4402"/>
                </a:lnTo>
                <a:lnTo>
                  <a:pt x="3082" y="4145"/>
                </a:lnTo>
                <a:lnTo>
                  <a:pt x="3449" y="3889"/>
                </a:lnTo>
                <a:lnTo>
                  <a:pt x="3816" y="3668"/>
                </a:lnTo>
                <a:lnTo>
                  <a:pt x="4219" y="3448"/>
                </a:lnTo>
                <a:lnTo>
                  <a:pt x="4623" y="3302"/>
                </a:lnTo>
                <a:lnTo>
                  <a:pt x="5026" y="3155"/>
                </a:lnTo>
                <a:lnTo>
                  <a:pt x="5467" y="3045"/>
                </a:lnTo>
                <a:lnTo>
                  <a:pt x="5907" y="2972"/>
                </a:lnTo>
                <a:lnTo>
                  <a:pt x="6310" y="2935"/>
                </a:lnTo>
                <a:close/>
                <a:moveTo>
                  <a:pt x="5393" y="14343"/>
                </a:moveTo>
                <a:lnTo>
                  <a:pt x="5430" y="14379"/>
                </a:lnTo>
                <a:lnTo>
                  <a:pt x="5356" y="14379"/>
                </a:lnTo>
                <a:lnTo>
                  <a:pt x="5393" y="14343"/>
                </a:lnTo>
                <a:close/>
                <a:moveTo>
                  <a:pt x="7704" y="13903"/>
                </a:moveTo>
                <a:lnTo>
                  <a:pt x="7961" y="14049"/>
                </a:lnTo>
                <a:lnTo>
                  <a:pt x="8291" y="14196"/>
                </a:lnTo>
                <a:lnTo>
                  <a:pt x="8584" y="14306"/>
                </a:lnTo>
                <a:lnTo>
                  <a:pt x="8181" y="14379"/>
                </a:lnTo>
                <a:lnTo>
                  <a:pt x="7741" y="14416"/>
                </a:lnTo>
                <a:lnTo>
                  <a:pt x="7704" y="14306"/>
                </a:lnTo>
                <a:lnTo>
                  <a:pt x="7631" y="14233"/>
                </a:lnTo>
                <a:lnTo>
                  <a:pt x="7264" y="14123"/>
                </a:lnTo>
                <a:lnTo>
                  <a:pt x="6970" y="13939"/>
                </a:lnTo>
                <a:lnTo>
                  <a:pt x="7521" y="13903"/>
                </a:lnTo>
                <a:close/>
                <a:moveTo>
                  <a:pt x="6420" y="14013"/>
                </a:moveTo>
                <a:lnTo>
                  <a:pt x="6567" y="14123"/>
                </a:lnTo>
                <a:lnTo>
                  <a:pt x="6787" y="14306"/>
                </a:lnTo>
                <a:lnTo>
                  <a:pt x="7007" y="14453"/>
                </a:lnTo>
                <a:lnTo>
                  <a:pt x="6053" y="14416"/>
                </a:lnTo>
                <a:lnTo>
                  <a:pt x="6053" y="14343"/>
                </a:lnTo>
                <a:lnTo>
                  <a:pt x="6053" y="14269"/>
                </a:lnTo>
                <a:lnTo>
                  <a:pt x="5980" y="14196"/>
                </a:lnTo>
                <a:lnTo>
                  <a:pt x="5907" y="14159"/>
                </a:lnTo>
                <a:lnTo>
                  <a:pt x="5870" y="14159"/>
                </a:lnTo>
                <a:lnTo>
                  <a:pt x="5980" y="14123"/>
                </a:lnTo>
                <a:lnTo>
                  <a:pt x="6420" y="14013"/>
                </a:lnTo>
                <a:close/>
                <a:moveTo>
                  <a:pt x="6824" y="2385"/>
                </a:moveTo>
                <a:lnTo>
                  <a:pt x="6750" y="2421"/>
                </a:lnTo>
                <a:lnTo>
                  <a:pt x="6677" y="2495"/>
                </a:lnTo>
                <a:lnTo>
                  <a:pt x="6127" y="2531"/>
                </a:lnTo>
                <a:lnTo>
                  <a:pt x="5540" y="2605"/>
                </a:lnTo>
                <a:lnTo>
                  <a:pt x="5026" y="2715"/>
                </a:lnTo>
                <a:lnTo>
                  <a:pt x="4476" y="2861"/>
                </a:lnTo>
                <a:lnTo>
                  <a:pt x="3926" y="3082"/>
                </a:lnTo>
                <a:lnTo>
                  <a:pt x="3376" y="3375"/>
                </a:lnTo>
                <a:lnTo>
                  <a:pt x="2899" y="3705"/>
                </a:lnTo>
                <a:lnTo>
                  <a:pt x="2459" y="4109"/>
                </a:lnTo>
                <a:lnTo>
                  <a:pt x="2018" y="4512"/>
                </a:lnTo>
                <a:lnTo>
                  <a:pt x="1652" y="4989"/>
                </a:lnTo>
                <a:lnTo>
                  <a:pt x="1321" y="5466"/>
                </a:lnTo>
                <a:lnTo>
                  <a:pt x="1065" y="6016"/>
                </a:lnTo>
                <a:lnTo>
                  <a:pt x="735" y="6713"/>
                </a:lnTo>
                <a:lnTo>
                  <a:pt x="478" y="7447"/>
                </a:lnTo>
                <a:lnTo>
                  <a:pt x="221" y="8180"/>
                </a:lnTo>
                <a:lnTo>
                  <a:pt x="74" y="8914"/>
                </a:lnTo>
                <a:lnTo>
                  <a:pt x="38" y="9244"/>
                </a:lnTo>
                <a:lnTo>
                  <a:pt x="1" y="9611"/>
                </a:lnTo>
                <a:lnTo>
                  <a:pt x="38" y="9941"/>
                </a:lnTo>
                <a:lnTo>
                  <a:pt x="74" y="10271"/>
                </a:lnTo>
                <a:lnTo>
                  <a:pt x="148" y="10601"/>
                </a:lnTo>
                <a:lnTo>
                  <a:pt x="258" y="10931"/>
                </a:lnTo>
                <a:lnTo>
                  <a:pt x="368" y="11262"/>
                </a:lnTo>
                <a:lnTo>
                  <a:pt x="514" y="11555"/>
                </a:lnTo>
                <a:lnTo>
                  <a:pt x="881" y="12142"/>
                </a:lnTo>
                <a:lnTo>
                  <a:pt x="1285" y="12692"/>
                </a:lnTo>
                <a:lnTo>
                  <a:pt x="1725" y="13206"/>
                </a:lnTo>
                <a:lnTo>
                  <a:pt x="2202" y="13719"/>
                </a:lnTo>
                <a:lnTo>
                  <a:pt x="2459" y="13976"/>
                </a:lnTo>
                <a:lnTo>
                  <a:pt x="2752" y="14233"/>
                </a:lnTo>
                <a:lnTo>
                  <a:pt x="2825" y="14343"/>
                </a:lnTo>
                <a:lnTo>
                  <a:pt x="2899" y="14416"/>
                </a:lnTo>
                <a:lnTo>
                  <a:pt x="3009" y="14453"/>
                </a:lnTo>
                <a:lnTo>
                  <a:pt x="3119" y="14453"/>
                </a:lnTo>
                <a:lnTo>
                  <a:pt x="3192" y="14526"/>
                </a:lnTo>
                <a:lnTo>
                  <a:pt x="3559" y="14636"/>
                </a:lnTo>
                <a:lnTo>
                  <a:pt x="3889" y="14746"/>
                </a:lnTo>
                <a:lnTo>
                  <a:pt x="4623" y="14820"/>
                </a:lnTo>
                <a:lnTo>
                  <a:pt x="6017" y="14966"/>
                </a:lnTo>
                <a:lnTo>
                  <a:pt x="6714" y="15003"/>
                </a:lnTo>
                <a:lnTo>
                  <a:pt x="7411" y="15003"/>
                </a:lnTo>
                <a:lnTo>
                  <a:pt x="8108" y="14930"/>
                </a:lnTo>
                <a:lnTo>
                  <a:pt x="8768" y="14783"/>
                </a:lnTo>
                <a:lnTo>
                  <a:pt x="9465" y="14600"/>
                </a:lnTo>
                <a:lnTo>
                  <a:pt x="9758" y="14453"/>
                </a:lnTo>
                <a:lnTo>
                  <a:pt x="10088" y="14306"/>
                </a:lnTo>
                <a:lnTo>
                  <a:pt x="10382" y="14159"/>
                </a:lnTo>
                <a:lnTo>
                  <a:pt x="10675" y="13976"/>
                </a:lnTo>
                <a:lnTo>
                  <a:pt x="11152" y="13536"/>
                </a:lnTo>
                <a:lnTo>
                  <a:pt x="11629" y="13059"/>
                </a:lnTo>
                <a:lnTo>
                  <a:pt x="12033" y="12509"/>
                </a:lnTo>
                <a:lnTo>
                  <a:pt x="12399" y="11958"/>
                </a:lnTo>
                <a:lnTo>
                  <a:pt x="12729" y="11372"/>
                </a:lnTo>
                <a:lnTo>
                  <a:pt x="12986" y="10748"/>
                </a:lnTo>
                <a:lnTo>
                  <a:pt x="13243" y="10161"/>
                </a:lnTo>
                <a:lnTo>
                  <a:pt x="13426" y="9464"/>
                </a:lnTo>
                <a:lnTo>
                  <a:pt x="13500" y="9097"/>
                </a:lnTo>
                <a:lnTo>
                  <a:pt x="13573" y="8730"/>
                </a:lnTo>
                <a:lnTo>
                  <a:pt x="13573" y="8400"/>
                </a:lnTo>
                <a:lnTo>
                  <a:pt x="13573" y="8034"/>
                </a:lnTo>
                <a:lnTo>
                  <a:pt x="13573" y="7667"/>
                </a:lnTo>
                <a:lnTo>
                  <a:pt x="13500" y="7300"/>
                </a:lnTo>
                <a:lnTo>
                  <a:pt x="13426" y="6970"/>
                </a:lnTo>
                <a:lnTo>
                  <a:pt x="13353" y="6640"/>
                </a:lnTo>
                <a:lnTo>
                  <a:pt x="13206" y="6346"/>
                </a:lnTo>
                <a:lnTo>
                  <a:pt x="13060" y="6053"/>
                </a:lnTo>
                <a:lnTo>
                  <a:pt x="12693" y="5466"/>
                </a:lnTo>
                <a:lnTo>
                  <a:pt x="12289" y="4916"/>
                </a:lnTo>
                <a:lnTo>
                  <a:pt x="11849" y="4475"/>
                </a:lnTo>
                <a:lnTo>
                  <a:pt x="11372" y="4035"/>
                </a:lnTo>
                <a:lnTo>
                  <a:pt x="10895" y="3668"/>
                </a:lnTo>
                <a:lnTo>
                  <a:pt x="10345" y="3338"/>
                </a:lnTo>
                <a:lnTo>
                  <a:pt x="9795" y="3045"/>
                </a:lnTo>
                <a:lnTo>
                  <a:pt x="9208" y="2788"/>
                </a:lnTo>
                <a:lnTo>
                  <a:pt x="8584" y="2605"/>
                </a:lnTo>
                <a:lnTo>
                  <a:pt x="7998" y="2458"/>
                </a:lnTo>
                <a:lnTo>
                  <a:pt x="7447" y="2385"/>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5" name="Google Shape;225;p3"/>
          <p:cNvSpPr/>
          <p:nvPr/>
        </p:nvSpPr>
        <p:spPr>
          <a:xfrm>
            <a:off x="2374556" y="5388321"/>
            <a:ext cx="496691" cy="513331"/>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6" name="Google Shape;226;p3"/>
          <p:cNvSpPr/>
          <p:nvPr/>
        </p:nvSpPr>
        <p:spPr>
          <a:xfrm>
            <a:off x="2275376" y="6045283"/>
            <a:ext cx="695056" cy="718656"/>
          </a:xfrm>
          <a:custGeom>
            <a:avLst/>
            <a:gdLst/>
            <a:ahLst/>
            <a:cxnLst/>
            <a:rect l="l" t="t" r="r" b="b"/>
            <a:pathLst>
              <a:path w="18378" h="19002" extrusionOk="0">
                <a:moveTo>
                  <a:pt x="13793" y="5429"/>
                </a:moveTo>
                <a:lnTo>
                  <a:pt x="13682" y="5466"/>
                </a:lnTo>
                <a:lnTo>
                  <a:pt x="13572" y="5502"/>
                </a:lnTo>
                <a:lnTo>
                  <a:pt x="13499" y="5576"/>
                </a:lnTo>
                <a:lnTo>
                  <a:pt x="13352" y="5759"/>
                </a:lnTo>
                <a:lnTo>
                  <a:pt x="13352" y="5869"/>
                </a:lnTo>
                <a:lnTo>
                  <a:pt x="13352" y="5979"/>
                </a:lnTo>
                <a:lnTo>
                  <a:pt x="13389" y="6016"/>
                </a:lnTo>
                <a:lnTo>
                  <a:pt x="13426" y="6053"/>
                </a:lnTo>
                <a:lnTo>
                  <a:pt x="13499" y="6053"/>
                </a:lnTo>
                <a:lnTo>
                  <a:pt x="13572" y="5979"/>
                </a:lnTo>
                <a:lnTo>
                  <a:pt x="13646" y="5943"/>
                </a:lnTo>
                <a:lnTo>
                  <a:pt x="13719" y="5796"/>
                </a:lnTo>
                <a:lnTo>
                  <a:pt x="13829" y="5649"/>
                </a:lnTo>
                <a:lnTo>
                  <a:pt x="13903" y="5502"/>
                </a:lnTo>
                <a:lnTo>
                  <a:pt x="13903" y="5466"/>
                </a:lnTo>
                <a:lnTo>
                  <a:pt x="13903" y="5429"/>
                </a:lnTo>
                <a:close/>
                <a:moveTo>
                  <a:pt x="13242" y="6089"/>
                </a:moveTo>
                <a:lnTo>
                  <a:pt x="13169" y="6126"/>
                </a:lnTo>
                <a:lnTo>
                  <a:pt x="13022" y="6309"/>
                </a:lnTo>
                <a:lnTo>
                  <a:pt x="12912" y="6493"/>
                </a:lnTo>
                <a:lnTo>
                  <a:pt x="12875" y="6529"/>
                </a:lnTo>
                <a:lnTo>
                  <a:pt x="12875" y="6603"/>
                </a:lnTo>
                <a:lnTo>
                  <a:pt x="12949" y="6676"/>
                </a:lnTo>
                <a:lnTo>
                  <a:pt x="13022" y="6713"/>
                </a:lnTo>
                <a:lnTo>
                  <a:pt x="13096" y="6676"/>
                </a:lnTo>
                <a:lnTo>
                  <a:pt x="13132" y="6639"/>
                </a:lnTo>
                <a:lnTo>
                  <a:pt x="13242" y="6456"/>
                </a:lnTo>
                <a:lnTo>
                  <a:pt x="13352" y="6273"/>
                </a:lnTo>
                <a:lnTo>
                  <a:pt x="13389" y="6199"/>
                </a:lnTo>
                <a:lnTo>
                  <a:pt x="13316" y="6126"/>
                </a:lnTo>
                <a:lnTo>
                  <a:pt x="13242" y="6089"/>
                </a:lnTo>
                <a:close/>
                <a:moveTo>
                  <a:pt x="17241" y="6419"/>
                </a:moveTo>
                <a:lnTo>
                  <a:pt x="17534" y="6713"/>
                </a:lnTo>
                <a:lnTo>
                  <a:pt x="17497" y="6713"/>
                </a:lnTo>
                <a:lnTo>
                  <a:pt x="17387" y="6823"/>
                </a:lnTo>
                <a:lnTo>
                  <a:pt x="17351" y="6676"/>
                </a:lnTo>
                <a:lnTo>
                  <a:pt x="17241" y="6419"/>
                </a:lnTo>
                <a:close/>
                <a:moveTo>
                  <a:pt x="12692" y="6786"/>
                </a:moveTo>
                <a:lnTo>
                  <a:pt x="12582" y="6860"/>
                </a:lnTo>
                <a:lnTo>
                  <a:pt x="12435" y="6970"/>
                </a:lnTo>
                <a:lnTo>
                  <a:pt x="12399" y="7116"/>
                </a:lnTo>
                <a:lnTo>
                  <a:pt x="12362" y="7190"/>
                </a:lnTo>
                <a:lnTo>
                  <a:pt x="12399" y="7226"/>
                </a:lnTo>
                <a:lnTo>
                  <a:pt x="12472" y="7300"/>
                </a:lnTo>
                <a:lnTo>
                  <a:pt x="12582" y="7300"/>
                </a:lnTo>
                <a:lnTo>
                  <a:pt x="12619" y="7263"/>
                </a:lnTo>
                <a:lnTo>
                  <a:pt x="12655" y="7190"/>
                </a:lnTo>
                <a:lnTo>
                  <a:pt x="12729" y="7043"/>
                </a:lnTo>
                <a:lnTo>
                  <a:pt x="12802" y="7006"/>
                </a:lnTo>
                <a:lnTo>
                  <a:pt x="12839" y="6933"/>
                </a:lnTo>
                <a:lnTo>
                  <a:pt x="12875" y="6860"/>
                </a:lnTo>
                <a:lnTo>
                  <a:pt x="12875" y="6823"/>
                </a:lnTo>
                <a:lnTo>
                  <a:pt x="12839" y="6823"/>
                </a:lnTo>
                <a:lnTo>
                  <a:pt x="12765" y="6786"/>
                </a:lnTo>
                <a:close/>
                <a:moveTo>
                  <a:pt x="17571" y="6750"/>
                </a:moveTo>
                <a:lnTo>
                  <a:pt x="17828" y="7043"/>
                </a:lnTo>
                <a:lnTo>
                  <a:pt x="18048" y="7373"/>
                </a:lnTo>
                <a:lnTo>
                  <a:pt x="17828" y="7593"/>
                </a:lnTo>
                <a:lnTo>
                  <a:pt x="17828" y="7520"/>
                </a:lnTo>
                <a:lnTo>
                  <a:pt x="17864" y="7336"/>
                </a:lnTo>
                <a:lnTo>
                  <a:pt x="17828" y="7116"/>
                </a:lnTo>
                <a:lnTo>
                  <a:pt x="17828" y="7080"/>
                </a:lnTo>
                <a:lnTo>
                  <a:pt x="17754" y="7006"/>
                </a:lnTo>
                <a:lnTo>
                  <a:pt x="17681" y="7006"/>
                </a:lnTo>
                <a:lnTo>
                  <a:pt x="17644" y="7043"/>
                </a:lnTo>
                <a:lnTo>
                  <a:pt x="17681" y="7080"/>
                </a:lnTo>
                <a:lnTo>
                  <a:pt x="17644" y="7226"/>
                </a:lnTo>
                <a:lnTo>
                  <a:pt x="17607" y="7446"/>
                </a:lnTo>
                <a:lnTo>
                  <a:pt x="17534" y="7667"/>
                </a:lnTo>
                <a:lnTo>
                  <a:pt x="17534" y="7887"/>
                </a:lnTo>
                <a:lnTo>
                  <a:pt x="17534" y="7960"/>
                </a:lnTo>
                <a:lnTo>
                  <a:pt x="17131" y="8584"/>
                </a:lnTo>
                <a:lnTo>
                  <a:pt x="17167" y="8217"/>
                </a:lnTo>
                <a:lnTo>
                  <a:pt x="17241" y="7850"/>
                </a:lnTo>
                <a:lnTo>
                  <a:pt x="17387" y="7630"/>
                </a:lnTo>
                <a:lnTo>
                  <a:pt x="17387" y="7593"/>
                </a:lnTo>
                <a:lnTo>
                  <a:pt x="17387" y="7520"/>
                </a:lnTo>
                <a:lnTo>
                  <a:pt x="17461" y="7483"/>
                </a:lnTo>
                <a:lnTo>
                  <a:pt x="17497" y="7446"/>
                </a:lnTo>
                <a:lnTo>
                  <a:pt x="17534" y="7373"/>
                </a:lnTo>
                <a:lnTo>
                  <a:pt x="17534" y="7263"/>
                </a:lnTo>
                <a:lnTo>
                  <a:pt x="17497" y="7080"/>
                </a:lnTo>
                <a:lnTo>
                  <a:pt x="17571" y="6750"/>
                </a:lnTo>
                <a:close/>
                <a:moveTo>
                  <a:pt x="16874" y="8840"/>
                </a:moveTo>
                <a:lnTo>
                  <a:pt x="16947" y="8877"/>
                </a:lnTo>
                <a:lnTo>
                  <a:pt x="16874" y="8950"/>
                </a:lnTo>
                <a:lnTo>
                  <a:pt x="16874" y="8877"/>
                </a:lnTo>
                <a:lnTo>
                  <a:pt x="16874" y="8840"/>
                </a:lnTo>
                <a:close/>
                <a:moveTo>
                  <a:pt x="11445" y="8584"/>
                </a:moveTo>
                <a:lnTo>
                  <a:pt x="11408" y="8620"/>
                </a:lnTo>
                <a:lnTo>
                  <a:pt x="11298" y="8657"/>
                </a:lnTo>
                <a:lnTo>
                  <a:pt x="11188" y="8804"/>
                </a:lnTo>
                <a:lnTo>
                  <a:pt x="11188" y="8840"/>
                </a:lnTo>
                <a:lnTo>
                  <a:pt x="11188" y="8914"/>
                </a:lnTo>
                <a:lnTo>
                  <a:pt x="11188" y="8987"/>
                </a:lnTo>
                <a:lnTo>
                  <a:pt x="11225" y="9024"/>
                </a:lnTo>
                <a:lnTo>
                  <a:pt x="11408" y="9024"/>
                </a:lnTo>
                <a:lnTo>
                  <a:pt x="11445" y="8987"/>
                </a:lnTo>
                <a:lnTo>
                  <a:pt x="11555" y="8804"/>
                </a:lnTo>
                <a:lnTo>
                  <a:pt x="11555" y="8730"/>
                </a:lnTo>
                <a:lnTo>
                  <a:pt x="11555" y="8657"/>
                </a:lnTo>
                <a:lnTo>
                  <a:pt x="11518" y="8620"/>
                </a:lnTo>
                <a:lnTo>
                  <a:pt x="11445" y="8584"/>
                </a:lnTo>
                <a:close/>
                <a:moveTo>
                  <a:pt x="16580" y="8804"/>
                </a:moveTo>
                <a:lnTo>
                  <a:pt x="16580" y="8877"/>
                </a:lnTo>
                <a:lnTo>
                  <a:pt x="16580" y="9060"/>
                </a:lnTo>
                <a:lnTo>
                  <a:pt x="16617" y="9170"/>
                </a:lnTo>
                <a:lnTo>
                  <a:pt x="16654" y="9244"/>
                </a:lnTo>
                <a:lnTo>
                  <a:pt x="16397" y="9611"/>
                </a:lnTo>
                <a:lnTo>
                  <a:pt x="16360" y="9391"/>
                </a:lnTo>
                <a:lnTo>
                  <a:pt x="16324" y="9170"/>
                </a:lnTo>
                <a:lnTo>
                  <a:pt x="16324" y="9097"/>
                </a:lnTo>
                <a:lnTo>
                  <a:pt x="16580" y="8804"/>
                </a:lnTo>
                <a:close/>
                <a:moveTo>
                  <a:pt x="16067" y="9391"/>
                </a:moveTo>
                <a:lnTo>
                  <a:pt x="16067" y="9684"/>
                </a:lnTo>
                <a:lnTo>
                  <a:pt x="16103" y="9794"/>
                </a:lnTo>
                <a:lnTo>
                  <a:pt x="16177" y="9941"/>
                </a:lnTo>
                <a:lnTo>
                  <a:pt x="15993" y="10161"/>
                </a:lnTo>
                <a:lnTo>
                  <a:pt x="15920" y="10308"/>
                </a:lnTo>
                <a:lnTo>
                  <a:pt x="15957" y="9867"/>
                </a:lnTo>
                <a:lnTo>
                  <a:pt x="15920" y="9794"/>
                </a:lnTo>
                <a:lnTo>
                  <a:pt x="15847" y="9757"/>
                </a:lnTo>
                <a:lnTo>
                  <a:pt x="15810" y="9721"/>
                </a:lnTo>
                <a:lnTo>
                  <a:pt x="16067" y="9391"/>
                </a:lnTo>
                <a:close/>
                <a:moveTo>
                  <a:pt x="9611" y="2348"/>
                </a:moveTo>
                <a:lnTo>
                  <a:pt x="9574" y="2421"/>
                </a:lnTo>
                <a:lnTo>
                  <a:pt x="9134" y="2861"/>
                </a:lnTo>
                <a:lnTo>
                  <a:pt x="8767" y="3375"/>
                </a:lnTo>
                <a:lnTo>
                  <a:pt x="7997" y="4365"/>
                </a:lnTo>
                <a:lnTo>
                  <a:pt x="7630" y="4879"/>
                </a:lnTo>
                <a:lnTo>
                  <a:pt x="7227" y="5356"/>
                </a:lnTo>
                <a:lnTo>
                  <a:pt x="6823" y="5832"/>
                </a:lnTo>
                <a:lnTo>
                  <a:pt x="6346" y="6273"/>
                </a:lnTo>
                <a:lnTo>
                  <a:pt x="6273" y="6346"/>
                </a:lnTo>
                <a:lnTo>
                  <a:pt x="6273" y="6456"/>
                </a:lnTo>
                <a:lnTo>
                  <a:pt x="6236" y="6456"/>
                </a:lnTo>
                <a:lnTo>
                  <a:pt x="6163" y="6493"/>
                </a:lnTo>
                <a:lnTo>
                  <a:pt x="6163" y="6566"/>
                </a:lnTo>
                <a:lnTo>
                  <a:pt x="6199" y="6603"/>
                </a:lnTo>
                <a:lnTo>
                  <a:pt x="6309" y="6786"/>
                </a:lnTo>
                <a:lnTo>
                  <a:pt x="6493" y="6970"/>
                </a:lnTo>
                <a:lnTo>
                  <a:pt x="6823" y="7263"/>
                </a:lnTo>
                <a:lnTo>
                  <a:pt x="7593" y="7813"/>
                </a:lnTo>
                <a:lnTo>
                  <a:pt x="8437" y="8363"/>
                </a:lnTo>
                <a:lnTo>
                  <a:pt x="8620" y="8510"/>
                </a:lnTo>
                <a:lnTo>
                  <a:pt x="8767" y="8694"/>
                </a:lnTo>
                <a:lnTo>
                  <a:pt x="9061" y="9060"/>
                </a:lnTo>
                <a:lnTo>
                  <a:pt x="9207" y="9207"/>
                </a:lnTo>
                <a:lnTo>
                  <a:pt x="9391" y="9354"/>
                </a:lnTo>
                <a:lnTo>
                  <a:pt x="9758" y="9574"/>
                </a:lnTo>
                <a:lnTo>
                  <a:pt x="10638" y="10161"/>
                </a:lnTo>
                <a:lnTo>
                  <a:pt x="11482" y="10784"/>
                </a:lnTo>
                <a:lnTo>
                  <a:pt x="12289" y="11408"/>
                </a:lnTo>
                <a:lnTo>
                  <a:pt x="12362" y="11445"/>
                </a:lnTo>
                <a:lnTo>
                  <a:pt x="12472" y="11445"/>
                </a:lnTo>
                <a:lnTo>
                  <a:pt x="12545" y="11408"/>
                </a:lnTo>
                <a:lnTo>
                  <a:pt x="12582" y="11371"/>
                </a:lnTo>
                <a:lnTo>
                  <a:pt x="12619" y="11298"/>
                </a:lnTo>
                <a:lnTo>
                  <a:pt x="12655" y="11188"/>
                </a:lnTo>
                <a:lnTo>
                  <a:pt x="12619" y="11115"/>
                </a:lnTo>
                <a:lnTo>
                  <a:pt x="12545" y="11041"/>
                </a:lnTo>
                <a:lnTo>
                  <a:pt x="11775" y="10418"/>
                </a:lnTo>
                <a:lnTo>
                  <a:pt x="11812" y="10381"/>
                </a:lnTo>
                <a:lnTo>
                  <a:pt x="11922" y="10198"/>
                </a:lnTo>
                <a:lnTo>
                  <a:pt x="11995" y="10014"/>
                </a:lnTo>
                <a:lnTo>
                  <a:pt x="11995" y="9941"/>
                </a:lnTo>
                <a:lnTo>
                  <a:pt x="11958" y="9904"/>
                </a:lnTo>
                <a:lnTo>
                  <a:pt x="11885" y="9904"/>
                </a:lnTo>
                <a:lnTo>
                  <a:pt x="11738" y="10051"/>
                </a:lnTo>
                <a:lnTo>
                  <a:pt x="11592" y="10234"/>
                </a:lnTo>
                <a:lnTo>
                  <a:pt x="11555" y="10271"/>
                </a:lnTo>
                <a:lnTo>
                  <a:pt x="11005" y="9867"/>
                </a:lnTo>
                <a:lnTo>
                  <a:pt x="10821" y="9757"/>
                </a:lnTo>
                <a:lnTo>
                  <a:pt x="10858" y="9684"/>
                </a:lnTo>
                <a:lnTo>
                  <a:pt x="10895" y="9611"/>
                </a:lnTo>
                <a:lnTo>
                  <a:pt x="11041" y="9464"/>
                </a:lnTo>
                <a:lnTo>
                  <a:pt x="11078" y="9427"/>
                </a:lnTo>
                <a:lnTo>
                  <a:pt x="11078" y="9354"/>
                </a:lnTo>
                <a:lnTo>
                  <a:pt x="11078" y="9317"/>
                </a:lnTo>
                <a:lnTo>
                  <a:pt x="11005" y="9281"/>
                </a:lnTo>
                <a:lnTo>
                  <a:pt x="10968" y="9317"/>
                </a:lnTo>
                <a:lnTo>
                  <a:pt x="10895" y="9281"/>
                </a:lnTo>
                <a:lnTo>
                  <a:pt x="10821" y="9317"/>
                </a:lnTo>
                <a:lnTo>
                  <a:pt x="10711" y="9427"/>
                </a:lnTo>
                <a:lnTo>
                  <a:pt x="10601" y="9574"/>
                </a:lnTo>
                <a:lnTo>
                  <a:pt x="10124" y="9281"/>
                </a:lnTo>
                <a:lnTo>
                  <a:pt x="10051" y="9207"/>
                </a:lnTo>
                <a:lnTo>
                  <a:pt x="10234" y="8914"/>
                </a:lnTo>
                <a:lnTo>
                  <a:pt x="10234" y="8840"/>
                </a:lnTo>
                <a:lnTo>
                  <a:pt x="10234" y="8804"/>
                </a:lnTo>
                <a:lnTo>
                  <a:pt x="10198" y="8730"/>
                </a:lnTo>
                <a:lnTo>
                  <a:pt x="10088" y="8694"/>
                </a:lnTo>
                <a:lnTo>
                  <a:pt x="10051" y="8730"/>
                </a:lnTo>
                <a:lnTo>
                  <a:pt x="10014" y="8767"/>
                </a:lnTo>
                <a:lnTo>
                  <a:pt x="9758" y="9060"/>
                </a:lnTo>
                <a:lnTo>
                  <a:pt x="9537" y="8877"/>
                </a:lnTo>
                <a:lnTo>
                  <a:pt x="9354" y="8694"/>
                </a:lnTo>
                <a:lnTo>
                  <a:pt x="9134" y="8437"/>
                </a:lnTo>
                <a:lnTo>
                  <a:pt x="9207" y="8327"/>
                </a:lnTo>
                <a:lnTo>
                  <a:pt x="9281" y="8217"/>
                </a:lnTo>
                <a:lnTo>
                  <a:pt x="9354" y="7960"/>
                </a:lnTo>
                <a:lnTo>
                  <a:pt x="9354" y="7887"/>
                </a:lnTo>
                <a:lnTo>
                  <a:pt x="9317" y="7850"/>
                </a:lnTo>
                <a:lnTo>
                  <a:pt x="9244" y="7850"/>
                </a:lnTo>
                <a:lnTo>
                  <a:pt x="9171" y="7887"/>
                </a:lnTo>
                <a:lnTo>
                  <a:pt x="8987" y="8107"/>
                </a:lnTo>
                <a:lnTo>
                  <a:pt x="8951" y="8180"/>
                </a:lnTo>
                <a:lnTo>
                  <a:pt x="8767" y="8033"/>
                </a:lnTo>
                <a:lnTo>
                  <a:pt x="8327" y="7740"/>
                </a:lnTo>
                <a:lnTo>
                  <a:pt x="8364" y="7446"/>
                </a:lnTo>
                <a:lnTo>
                  <a:pt x="8364" y="7410"/>
                </a:lnTo>
                <a:lnTo>
                  <a:pt x="8327" y="7336"/>
                </a:lnTo>
                <a:lnTo>
                  <a:pt x="8290" y="7300"/>
                </a:lnTo>
                <a:lnTo>
                  <a:pt x="8180" y="7300"/>
                </a:lnTo>
                <a:lnTo>
                  <a:pt x="8107" y="7336"/>
                </a:lnTo>
                <a:lnTo>
                  <a:pt x="8070" y="7446"/>
                </a:lnTo>
                <a:lnTo>
                  <a:pt x="8034" y="7556"/>
                </a:lnTo>
                <a:lnTo>
                  <a:pt x="7960" y="7520"/>
                </a:lnTo>
                <a:lnTo>
                  <a:pt x="7410" y="7116"/>
                </a:lnTo>
                <a:lnTo>
                  <a:pt x="7447" y="7080"/>
                </a:lnTo>
                <a:lnTo>
                  <a:pt x="7520" y="6970"/>
                </a:lnTo>
                <a:lnTo>
                  <a:pt x="7520" y="6896"/>
                </a:lnTo>
                <a:lnTo>
                  <a:pt x="7520" y="6860"/>
                </a:lnTo>
                <a:lnTo>
                  <a:pt x="7557" y="6750"/>
                </a:lnTo>
                <a:lnTo>
                  <a:pt x="7520" y="6713"/>
                </a:lnTo>
                <a:lnTo>
                  <a:pt x="7483" y="6713"/>
                </a:lnTo>
                <a:lnTo>
                  <a:pt x="7410" y="6750"/>
                </a:lnTo>
                <a:lnTo>
                  <a:pt x="7337" y="6750"/>
                </a:lnTo>
                <a:lnTo>
                  <a:pt x="7227" y="6823"/>
                </a:lnTo>
                <a:lnTo>
                  <a:pt x="7116" y="6896"/>
                </a:lnTo>
                <a:lnTo>
                  <a:pt x="6640" y="6639"/>
                </a:lnTo>
                <a:lnTo>
                  <a:pt x="6640" y="6603"/>
                </a:lnTo>
                <a:lnTo>
                  <a:pt x="7116" y="6163"/>
                </a:lnTo>
                <a:lnTo>
                  <a:pt x="7557" y="5649"/>
                </a:lnTo>
                <a:lnTo>
                  <a:pt x="7593" y="5722"/>
                </a:lnTo>
                <a:lnTo>
                  <a:pt x="7630" y="5759"/>
                </a:lnTo>
                <a:lnTo>
                  <a:pt x="7740" y="5759"/>
                </a:lnTo>
                <a:lnTo>
                  <a:pt x="8034" y="5576"/>
                </a:lnTo>
                <a:lnTo>
                  <a:pt x="8327" y="5392"/>
                </a:lnTo>
                <a:lnTo>
                  <a:pt x="8620" y="5209"/>
                </a:lnTo>
                <a:lnTo>
                  <a:pt x="8914" y="5025"/>
                </a:lnTo>
                <a:lnTo>
                  <a:pt x="9244" y="4879"/>
                </a:lnTo>
                <a:lnTo>
                  <a:pt x="9574" y="4732"/>
                </a:lnTo>
                <a:lnTo>
                  <a:pt x="9941" y="4659"/>
                </a:lnTo>
                <a:lnTo>
                  <a:pt x="10308" y="4622"/>
                </a:lnTo>
                <a:lnTo>
                  <a:pt x="10491" y="4622"/>
                </a:lnTo>
                <a:lnTo>
                  <a:pt x="10675" y="4659"/>
                </a:lnTo>
                <a:lnTo>
                  <a:pt x="10821" y="4732"/>
                </a:lnTo>
                <a:lnTo>
                  <a:pt x="10931" y="4842"/>
                </a:lnTo>
                <a:lnTo>
                  <a:pt x="11041" y="4989"/>
                </a:lnTo>
                <a:lnTo>
                  <a:pt x="11078" y="5136"/>
                </a:lnTo>
                <a:lnTo>
                  <a:pt x="11151" y="5502"/>
                </a:lnTo>
                <a:lnTo>
                  <a:pt x="11151" y="5906"/>
                </a:lnTo>
                <a:lnTo>
                  <a:pt x="11151" y="6309"/>
                </a:lnTo>
                <a:lnTo>
                  <a:pt x="11151" y="6676"/>
                </a:lnTo>
                <a:lnTo>
                  <a:pt x="11188" y="7006"/>
                </a:lnTo>
                <a:lnTo>
                  <a:pt x="11261" y="7373"/>
                </a:lnTo>
                <a:lnTo>
                  <a:pt x="11445" y="7703"/>
                </a:lnTo>
                <a:lnTo>
                  <a:pt x="11408" y="7813"/>
                </a:lnTo>
                <a:lnTo>
                  <a:pt x="11372" y="7923"/>
                </a:lnTo>
                <a:lnTo>
                  <a:pt x="11372" y="8033"/>
                </a:lnTo>
                <a:lnTo>
                  <a:pt x="11372" y="8143"/>
                </a:lnTo>
                <a:lnTo>
                  <a:pt x="11445" y="8253"/>
                </a:lnTo>
                <a:lnTo>
                  <a:pt x="11482" y="8327"/>
                </a:lnTo>
                <a:lnTo>
                  <a:pt x="11592" y="8400"/>
                </a:lnTo>
                <a:lnTo>
                  <a:pt x="11665" y="8474"/>
                </a:lnTo>
                <a:lnTo>
                  <a:pt x="11775" y="8510"/>
                </a:lnTo>
                <a:lnTo>
                  <a:pt x="12105" y="8510"/>
                </a:lnTo>
                <a:lnTo>
                  <a:pt x="12435" y="8694"/>
                </a:lnTo>
                <a:lnTo>
                  <a:pt x="12765" y="8840"/>
                </a:lnTo>
                <a:lnTo>
                  <a:pt x="13022" y="8877"/>
                </a:lnTo>
                <a:lnTo>
                  <a:pt x="13316" y="8877"/>
                </a:lnTo>
                <a:lnTo>
                  <a:pt x="13646" y="8804"/>
                </a:lnTo>
                <a:lnTo>
                  <a:pt x="13939" y="8694"/>
                </a:lnTo>
                <a:lnTo>
                  <a:pt x="14233" y="8584"/>
                </a:lnTo>
                <a:lnTo>
                  <a:pt x="14489" y="8400"/>
                </a:lnTo>
                <a:lnTo>
                  <a:pt x="14746" y="8217"/>
                </a:lnTo>
                <a:lnTo>
                  <a:pt x="14930" y="8033"/>
                </a:lnTo>
                <a:lnTo>
                  <a:pt x="14966" y="7997"/>
                </a:lnTo>
                <a:lnTo>
                  <a:pt x="14966" y="7923"/>
                </a:lnTo>
                <a:lnTo>
                  <a:pt x="14930" y="7813"/>
                </a:lnTo>
                <a:lnTo>
                  <a:pt x="14820" y="7777"/>
                </a:lnTo>
                <a:lnTo>
                  <a:pt x="14710" y="7777"/>
                </a:lnTo>
                <a:lnTo>
                  <a:pt x="14123" y="8143"/>
                </a:lnTo>
                <a:lnTo>
                  <a:pt x="13829" y="8290"/>
                </a:lnTo>
                <a:lnTo>
                  <a:pt x="13462" y="8400"/>
                </a:lnTo>
                <a:lnTo>
                  <a:pt x="13206" y="8474"/>
                </a:lnTo>
                <a:lnTo>
                  <a:pt x="12912" y="8437"/>
                </a:lnTo>
                <a:lnTo>
                  <a:pt x="12692" y="8363"/>
                </a:lnTo>
                <a:lnTo>
                  <a:pt x="12472" y="8217"/>
                </a:lnTo>
                <a:lnTo>
                  <a:pt x="12545" y="8107"/>
                </a:lnTo>
                <a:lnTo>
                  <a:pt x="12582" y="7960"/>
                </a:lnTo>
                <a:lnTo>
                  <a:pt x="12582" y="7850"/>
                </a:lnTo>
                <a:lnTo>
                  <a:pt x="12545" y="7777"/>
                </a:lnTo>
                <a:lnTo>
                  <a:pt x="12509" y="7740"/>
                </a:lnTo>
                <a:lnTo>
                  <a:pt x="12325" y="7630"/>
                </a:lnTo>
                <a:lnTo>
                  <a:pt x="12142" y="7520"/>
                </a:lnTo>
                <a:lnTo>
                  <a:pt x="11812" y="7520"/>
                </a:lnTo>
                <a:lnTo>
                  <a:pt x="11628" y="7116"/>
                </a:lnTo>
                <a:lnTo>
                  <a:pt x="11518" y="6713"/>
                </a:lnTo>
                <a:lnTo>
                  <a:pt x="11518" y="6346"/>
                </a:lnTo>
                <a:lnTo>
                  <a:pt x="11518" y="6016"/>
                </a:lnTo>
                <a:lnTo>
                  <a:pt x="11555" y="5649"/>
                </a:lnTo>
                <a:lnTo>
                  <a:pt x="11518" y="5282"/>
                </a:lnTo>
                <a:lnTo>
                  <a:pt x="11445" y="4989"/>
                </a:lnTo>
                <a:lnTo>
                  <a:pt x="11335" y="4732"/>
                </a:lnTo>
                <a:lnTo>
                  <a:pt x="11188" y="4549"/>
                </a:lnTo>
                <a:lnTo>
                  <a:pt x="11005" y="4402"/>
                </a:lnTo>
                <a:lnTo>
                  <a:pt x="10785" y="4329"/>
                </a:lnTo>
                <a:lnTo>
                  <a:pt x="10565" y="4255"/>
                </a:lnTo>
                <a:lnTo>
                  <a:pt x="10051" y="4255"/>
                </a:lnTo>
                <a:lnTo>
                  <a:pt x="9758" y="4292"/>
                </a:lnTo>
                <a:lnTo>
                  <a:pt x="9464" y="4365"/>
                </a:lnTo>
                <a:lnTo>
                  <a:pt x="8914" y="4585"/>
                </a:lnTo>
                <a:lnTo>
                  <a:pt x="8400" y="4879"/>
                </a:lnTo>
                <a:lnTo>
                  <a:pt x="7960" y="5209"/>
                </a:lnTo>
                <a:lnTo>
                  <a:pt x="8290" y="4769"/>
                </a:lnTo>
                <a:lnTo>
                  <a:pt x="9061" y="3742"/>
                </a:lnTo>
                <a:lnTo>
                  <a:pt x="9464" y="3191"/>
                </a:lnTo>
                <a:lnTo>
                  <a:pt x="9831" y="2641"/>
                </a:lnTo>
                <a:lnTo>
                  <a:pt x="9868" y="2568"/>
                </a:lnTo>
                <a:lnTo>
                  <a:pt x="9868" y="2531"/>
                </a:lnTo>
                <a:lnTo>
                  <a:pt x="9794" y="2421"/>
                </a:lnTo>
                <a:lnTo>
                  <a:pt x="9721" y="2384"/>
                </a:lnTo>
                <a:lnTo>
                  <a:pt x="9684" y="2348"/>
                </a:lnTo>
                <a:close/>
                <a:moveTo>
                  <a:pt x="15663" y="9867"/>
                </a:moveTo>
                <a:lnTo>
                  <a:pt x="15700" y="9904"/>
                </a:lnTo>
                <a:lnTo>
                  <a:pt x="15627" y="10381"/>
                </a:lnTo>
                <a:lnTo>
                  <a:pt x="15663" y="10418"/>
                </a:lnTo>
                <a:lnTo>
                  <a:pt x="15663" y="10454"/>
                </a:lnTo>
                <a:lnTo>
                  <a:pt x="15773" y="10491"/>
                </a:lnTo>
                <a:lnTo>
                  <a:pt x="15443" y="10895"/>
                </a:lnTo>
                <a:lnTo>
                  <a:pt x="15443" y="10821"/>
                </a:lnTo>
                <a:lnTo>
                  <a:pt x="15333" y="10491"/>
                </a:lnTo>
                <a:lnTo>
                  <a:pt x="15296" y="10454"/>
                </a:lnTo>
                <a:lnTo>
                  <a:pt x="15260" y="10454"/>
                </a:lnTo>
                <a:lnTo>
                  <a:pt x="15223" y="10491"/>
                </a:lnTo>
                <a:lnTo>
                  <a:pt x="15223" y="10528"/>
                </a:lnTo>
                <a:lnTo>
                  <a:pt x="15186" y="10821"/>
                </a:lnTo>
                <a:lnTo>
                  <a:pt x="15186" y="11188"/>
                </a:lnTo>
                <a:lnTo>
                  <a:pt x="15223" y="11225"/>
                </a:lnTo>
                <a:lnTo>
                  <a:pt x="14746" y="11848"/>
                </a:lnTo>
                <a:lnTo>
                  <a:pt x="14746" y="11591"/>
                </a:lnTo>
                <a:lnTo>
                  <a:pt x="14746" y="11371"/>
                </a:lnTo>
                <a:lnTo>
                  <a:pt x="14746" y="11115"/>
                </a:lnTo>
                <a:lnTo>
                  <a:pt x="14710" y="11078"/>
                </a:lnTo>
                <a:lnTo>
                  <a:pt x="15333" y="10308"/>
                </a:lnTo>
                <a:lnTo>
                  <a:pt x="15663" y="9867"/>
                </a:lnTo>
                <a:close/>
                <a:moveTo>
                  <a:pt x="14526" y="11298"/>
                </a:moveTo>
                <a:lnTo>
                  <a:pt x="14453" y="11555"/>
                </a:lnTo>
                <a:lnTo>
                  <a:pt x="14416" y="11775"/>
                </a:lnTo>
                <a:lnTo>
                  <a:pt x="14453" y="11885"/>
                </a:lnTo>
                <a:lnTo>
                  <a:pt x="14489" y="11958"/>
                </a:lnTo>
                <a:lnTo>
                  <a:pt x="14563" y="11995"/>
                </a:lnTo>
                <a:lnTo>
                  <a:pt x="14600" y="11995"/>
                </a:lnTo>
                <a:lnTo>
                  <a:pt x="14123" y="12619"/>
                </a:lnTo>
                <a:lnTo>
                  <a:pt x="14049" y="12655"/>
                </a:lnTo>
                <a:lnTo>
                  <a:pt x="14049" y="12362"/>
                </a:lnTo>
                <a:lnTo>
                  <a:pt x="14049" y="12142"/>
                </a:lnTo>
                <a:lnTo>
                  <a:pt x="14049" y="12032"/>
                </a:lnTo>
                <a:lnTo>
                  <a:pt x="14013" y="11922"/>
                </a:lnTo>
                <a:lnTo>
                  <a:pt x="14526" y="11298"/>
                </a:lnTo>
                <a:close/>
                <a:moveTo>
                  <a:pt x="4806" y="7997"/>
                </a:moveTo>
                <a:lnTo>
                  <a:pt x="4769" y="8033"/>
                </a:lnTo>
                <a:lnTo>
                  <a:pt x="4769" y="8070"/>
                </a:lnTo>
                <a:lnTo>
                  <a:pt x="4952" y="8217"/>
                </a:lnTo>
                <a:lnTo>
                  <a:pt x="5099" y="8327"/>
                </a:lnTo>
                <a:lnTo>
                  <a:pt x="5576" y="8584"/>
                </a:lnTo>
                <a:lnTo>
                  <a:pt x="6126" y="8840"/>
                </a:lnTo>
                <a:lnTo>
                  <a:pt x="6640" y="9134"/>
                </a:lnTo>
                <a:lnTo>
                  <a:pt x="7116" y="9501"/>
                </a:lnTo>
                <a:lnTo>
                  <a:pt x="7557" y="9831"/>
                </a:lnTo>
                <a:lnTo>
                  <a:pt x="8437" y="10638"/>
                </a:lnTo>
                <a:lnTo>
                  <a:pt x="9244" y="11371"/>
                </a:lnTo>
                <a:lnTo>
                  <a:pt x="10088" y="12105"/>
                </a:lnTo>
                <a:lnTo>
                  <a:pt x="10344" y="12325"/>
                </a:lnTo>
                <a:lnTo>
                  <a:pt x="10748" y="12655"/>
                </a:lnTo>
                <a:lnTo>
                  <a:pt x="10931" y="12765"/>
                </a:lnTo>
                <a:lnTo>
                  <a:pt x="11115" y="12839"/>
                </a:lnTo>
                <a:lnTo>
                  <a:pt x="11225" y="12839"/>
                </a:lnTo>
                <a:lnTo>
                  <a:pt x="11298" y="12802"/>
                </a:lnTo>
                <a:lnTo>
                  <a:pt x="11335" y="12765"/>
                </a:lnTo>
                <a:lnTo>
                  <a:pt x="11372" y="12692"/>
                </a:lnTo>
                <a:lnTo>
                  <a:pt x="11372" y="12582"/>
                </a:lnTo>
                <a:lnTo>
                  <a:pt x="11335" y="12472"/>
                </a:lnTo>
                <a:lnTo>
                  <a:pt x="11151" y="12325"/>
                </a:lnTo>
                <a:lnTo>
                  <a:pt x="10711" y="11995"/>
                </a:lnTo>
                <a:lnTo>
                  <a:pt x="10271" y="11628"/>
                </a:lnTo>
                <a:lnTo>
                  <a:pt x="9391" y="10858"/>
                </a:lnTo>
                <a:lnTo>
                  <a:pt x="8547" y="10051"/>
                </a:lnTo>
                <a:lnTo>
                  <a:pt x="8107" y="9684"/>
                </a:lnTo>
                <a:lnTo>
                  <a:pt x="7703" y="9354"/>
                </a:lnTo>
                <a:lnTo>
                  <a:pt x="7227" y="9024"/>
                </a:lnTo>
                <a:lnTo>
                  <a:pt x="6786" y="8694"/>
                </a:lnTo>
                <a:lnTo>
                  <a:pt x="6309" y="8437"/>
                </a:lnTo>
                <a:lnTo>
                  <a:pt x="5833" y="8217"/>
                </a:lnTo>
                <a:lnTo>
                  <a:pt x="5356" y="8033"/>
                </a:lnTo>
                <a:lnTo>
                  <a:pt x="5209" y="7997"/>
                </a:lnTo>
                <a:close/>
                <a:moveTo>
                  <a:pt x="954" y="12582"/>
                </a:moveTo>
                <a:lnTo>
                  <a:pt x="1101" y="12692"/>
                </a:lnTo>
                <a:lnTo>
                  <a:pt x="1064" y="12765"/>
                </a:lnTo>
                <a:lnTo>
                  <a:pt x="1064" y="12839"/>
                </a:lnTo>
                <a:lnTo>
                  <a:pt x="1064" y="12875"/>
                </a:lnTo>
                <a:lnTo>
                  <a:pt x="1101" y="12839"/>
                </a:lnTo>
                <a:lnTo>
                  <a:pt x="1211" y="12912"/>
                </a:lnTo>
                <a:lnTo>
                  <a:pt x="1247" y="12985"/>
                </a:lnTo>
                <a:lnTo>
                  <a:pt x="1247" y="13059"/>
                </a:lnTo>
                <a:lnTo>
                  <a:pt x="1284" y="13242"/>
                </a:lnTo>
                <a:lnTo>
                  <a:pt x="991" y="13095"/>
                </a:lnTo>
                <a:lnTo>
                  <a:pt x="844" y="13059"/>
                </a:lnTo>
                <a:lnTo>
                  <a:pt x="697" y="13022"/>
                </a:lnTo>
                <a:lnTo>
                  <a:pt x="844" y="12765"/>
                </a:lnTo>
                <a:lnTo>
                  <a:pt x="954" y="12582"/>
                </a:lnTo>
                <a:close/>
                <a:moveTo>
                  <a:pt x="2715" y="10858"/>
                </a:moveTo>
                <a:lnTo>
                  <a:pt x="2641" y="10931"/>
                </a:lnTo>
                <a:lnTo>
                  <a:pt x="2641" y="10968"/>
                </a:lnTo>
                <a:lnTo>
                  <a:pt x="2788" y="11151"/>
                </a:lnTo>
                <a:lnTo>
                  <a:pt x="2935" y="11261"/>
                </a:lnTo>
                <a:lnTo>
                  <a:pt x="3302" y="11445"/>
                </a:lnTo>
                <a:lnTo>
                  <a:pt x="3778" y="11775"/>
                </a:lnTo>
                <a:lnTo>
                  <a:pt x="4255" y="12105"/>
                </a:lnTo>
                <a:lnTo>
                  <a:pt x="5099" y="12765"/>
                </a:lnTo>
                <a:lnTo>
                  <a:pt x="5539" y="13095"/>
                </a:lnTo>
                <a:lnTo>
                  <a:pt x="5759" y="13242"/>
                </a:lnTo>
                <a:lnTo>
                  <a:pt x="5869" y="13279"/>
                </a:lnTo>
                <a:lnTo>
                  <a:pt x="6053" y="13279"/>
                </a:lnTo>
                <a:lnTo>
                  <a:pt x="6126" y="13242"/>
                </a:lnTo>
                <a:lnTo>
                  <a:pt x="6163" y="13169"/>
                </a:lnTo>
                <a:lnTo>
                  <a:pt x="6126" y="13059"/>
                </a:lnTo>
                <a:lnTo>
                  <a:pt x="6089" y="12985"/>
                </a:lnTo>
                <a:lnTo>
                  <a:pt x="6016" y="12875"/>
                </a:lnTo>
                <a:lnTo>
                  <a:pt x="5869" y="12729"/>
                </a:lnTo>
                <a:lnTo>
                  <a:pt x="5502" y="12472"/>
                </a:lnTo>
                <a:lnTo>
                  <a:pt x="4512" y="11738"/>
                </a:lnTo>
                <a:lnTo>
                  <a:pt x="4035" y="11408"/>
                </a:lnTo>
                <a:lnTo>
                  <a:pt x="3522" y="11078"/>
                </a:lnTo>
                <a:lnTo>
                  <a:pt x="3338" y="11005"/>
                </a:lnTo>
                <a:lnTo>
                  <a:pt x="3118" y="10895"/>
                </a:lnTo>
                <a:lnTo>
                  <a:pt x="2935" y="10858"/>
                </a:lnTo>
                <a:close/>
                <a:moveTo>
                  <a:pt x="13756" y="12252"/>
                </a:moveTo>
                <a:lnTo>
                  <a:pt x="13719" y="12362"/>
                </a:lnTo>
                <a:lnTo>
                  <a:pt x="13719" y="12619"/>
                </a:lnTo>
                <a:lnTo>
                  <a:pt x="13719" y="12912"/>
                </a:lnTo>
                <a:lnTo>
                  <a:pt x="13756" y="12985"/>
                </a:lnTo>
                <a:lnTo>
                  <a:pt x="13793" y="13022"/>
                </a:lnTo>
                <a:lnTo>
                  <a:pt x="13719" y="13095"/>
                </a:lnTo>
                <a:lnTo>
                  <a:pt x="13389" y="13536"/>
                </a:lnTo>
                <a:lnTo>
                  <a:pt x="13426" y="13132"/>
                </a:lnTo>
                <a:lnTo>
                  <a:pt x="13462" y="12912"/>
                </a:lnTo>
                <a:lnTo>
                  <a:pt x="13462" y="12765"/>
                </a:lnTo>
                <a:lnTo>
                  <a:pt x="13426" y="12655"/>
                </a:lnTo>
                <a:lnTo>
                  <a:pt x="13756" y="12252"/>
                </a:lnTo>
                <a:close/>
                <a:moveTo>
                  <a:pt x="4402" y="8694"/>
                </a:moveTo>
                <a:lnTo>
                  <a:pt x="4329" y="8730"/>
                </a:lnTo>
                <a:lnTo>
                  <a:pt x="4255" y="8804"/>
                </a:lnTo>
                <a:lnTo>
                  <a:pt x="4255" y="8877"/>
                </a:lnTo>
                <a:lnTo>
                  <a:pt x="4255" y="8987"/>
                </a:lnTo>
                <a:lnTo>
                  <a:pt x="4292" y="9060"/>
                </a:lnTo>
                <a:lnTo>
                  <a:pt x="4365" y="9134"/>
                </a:lnTo>
                <a:lnTo>
                  <a:pt x="4512" y="9207"/>
                </a:lnTo>
                <a:lnTo>
                  <a:pt x="4842" y="9354"/>
                </a:lnTo>
                <a:lnTo>
                  <a:pt x="5136" y="9501"/>
                </a:lnTo>
                <a:lnTo>
                  <a:pt x="5392" y="9647"/>
                </a:lnTo>
                <a:lnTo>
                  <a:pt x="5869" y="10014"/>
                </a:lnTo>
                <a:lnTo>
                  <a:pt x="6346" y="10418"/>
                </a:lnTo>
                <a:lnTo>
                  <a:pt x="6786" y="10858"/>
                </a:lnTo>
                <a:lnTo>
                  <a:pt x="8584" y="12398"/>
                </a:lnTo>
                <a:lnTo>
                  <a:pt x="9501" y="13169"/>
                </a:lnTo>
                <a:lnTo>
                  <a:pt x="9721" y="13315"/>
                </a:lnTo>
                <a:lnTo>
                  <a:pt x="9941" y="13462"/>
                </a:lnTo>
                <a:lnTo>
                  <a:pt x="10161" y="13572"/>
                </a:lnTo>
                <a:lnTo>
                  <a:pt x="10271" y="13609"/>
                </a:lnTo>
                <a:lnTo>
                  <a:pt x="10381" y="13609"/>
                </a:lnTo>
                <a:lnTo>
                  <a:pt x="10454" y="13572"/>
                </a:lnTo>
                <a:lnTo>
                  <a:pt x="10491" y="13536"/>
                </a:lnTo>
                <a:lnTo>
                  <a:pt x="10528" y="13462"/>
                </a:lnTo>
                <a:lnTo>
                  <a:pt x="10491" y="13389"/>
                </a:lnTo>
                <a:lnTo>
                  <a:pt x="10418" y="13242"/>
                </a:lnTo>
                <a:lnTo>
                  <a:pt x="10271" y="13132"/>
                </a:lnTo>
                <a:lnTo>
                  <a:pt x="9978" y="12949"/>
                </a:lnTo>
                <a:lnTo>
                  <a:pt x="9537" y="12619"/>
                </a:lnTo>
                <a:lnTo>
                  <a:pt x="9134" y="12288"/>
                </a:lnTo>
                <a:lnTo>
                  <a:pt x="7557" y="10931"/>
                </a:lnTo>
                <a:lnTo>
                  <a:pt x="6823" y="10271"/>
                </a:lnTo>
                <a:lnTo>
                  <a:pt x="6089" y="9647"/>
                </a:lnTo>
                <a:lnTo>
                  <a:pt x="5686" y="9354"/>
                </a:lnTo>
                <a:lnTo>
                  <a:pt x="5246" y="9097"/>
                </a:lnTo>
                <a:lnTo>
                  <a:pt x="4769" y="8950"/>
                </a:lnTo>
                <a:lnTo>
                  <a:pt x="4549" y="8840"/>
                </a:lnTo>
                <a:lnTo>
                  <a:pt x="4475" y="8767"/>
                </a:lnTo>
                <a:lnTo>
                  <a:pt x="4439" y="8694"/>
                </a:lnTo>
                <a:close/>
                <a:moveTo>
                  <a:pt x="1541" y="13022"/>
                </a:moveTo>
                <a:lnTo>
                  <a:pt x="2091" y="13389"/>
                </a:lnTo>
                <a:lnTo>
                  <a:pt x="2091" y="13572"/>
                </a:lnTo>
                <a:lnTo>
                  <a:pt x="2126" y="13749"/>
                </a:lnTo>
                <a:lnTo>
                  <a:pt x="1504" y="13389"/>
                </a:lnTo>
                <a:lnTo>
                  <a:pt x="1578" y="13352"/>
                </a:lnTo>
                <a:lnTo>
                  <a:pt x="1614" y="13315"/>
                </a:lnTo>
                <a:lnTo>
                  <a:pt x="1614" y="13279"/>
                </a:lnTo>
                <a:lnTo>
                  <a:pt x="1614" y="13205"/>
                </a:lnTo>
                <a:lnTo>
                  <a:pt x="1541" y="13095"/>
                </a:lnTo>
                <a:lnTo>
                  <a:pt x="1541" y="13022"/>
                </a:lnTo>
                <a:close/>
                <a:moveTo>
                  <a:pt x="13206" y="12949"/>
                </a:moveTo>
                <a:lnTo>
                  <a:pt x="13169" y="13022"/>
                </a:lnTo>
                <a:lnTo>
                  <a:pt x="13059" y="13756"/>
                </a:lnTo>
                <a:lnTo>
                  <a:pt x="13059" y="13829"/>
                </a:lnTo>
                <a:lnTo>
                  <a:pt x="13096" y="13866"/>
                </a:lnTo>
                <a:lnTo>
                  <a:pt x="12912" y="14086"/>
                </a:lnTo>
                <a:lnTo>
                  <a:pt x="12912" y="13719"/>
                </a:lnTo>
                <a:lnTo>
                  <a:pt x="12875" y="13352"/>
                </a:lnTo>
                <a:lnTo>
                  <a:pt x="13206" y="12949"/>
                </a:lnTo>
                <a:close/>
                <a:moveTo>
                  <a:pt x="2458" y="13646"/>
                </a:moveTo>
                <a:lnTo>
                  <a:pt x="2641" y="13792"/>
                </a:lnTo>
                <a:lnTo>
                  <a:pt x="2788" y="13902"/>
                </a:lnTo>
                <a:lnTo>
                  <a:pt x="2788" y="14086"/>
                </a:lnTo>
                <a:lnTo>
                  <a:pt x="2825" y="14233"/>
                </a:lnTo>
                <a:lnTo>
                  <a:pt x="2605" y="14086"/>
                </a:lnTo>
                <a:lnTo>
                  <a:pt x="2385" y="13939"/>
                </a:lnTo>
                <a:lnTo>
                  <a:pt x="2495" y="13939"/>
                </a:lnTo>
                <a:lnTo>
                  <a:pt x="2568" y="13866"/>
                </a:lnTo>
                <a:lnTo>
                  <a:pt x="2568" y="13829"/>
                </a:lnTo>
                <a:lnTo>
                  <a:pt x="2568" y="13756"/>
                </a:lnTo>
                <a:lnTo>
                  <a:pt x="2458" y="13646"/>
                </a:lnTo>
                <a:close/>
                <a:moveTo>
                  <a:pt x="3595" y="9794"/>
                </a:moveTo>
                <a:lnTo>
                  <a:pt x="3558" y="9831"/>
                </a:lnTo>
                <a:lnTo>
                  <a:pt x="3522" y="9867"/>
                </a:lnTo>
                <a:lnTo>
                  <a:pt x="3558" y="9977"/>
                </a:lnTo>
                <a:lnTo>
                  <a:pt x="3595" y="10088"/>
                </a:lnTo>
                <a:lnTo>
                  <a:pt x="3815" y="10234"/>
                </a:lnTo>
                <a:lnTo>
                  <a:pt x="4659" y="10821"/>
                </a:lnTo>
                <a:lnTo>
                  <a:pt x="5466" y="11518"/>
                </a:lnTo>
                <a:lnTo>
                  <a:pt x="6236" y="12178"/>
                </a:lnTo>
                <a:lnTo>
                  <a:pt x="7080" y="12839"/>
                </a:lnTo>
                <a:lnTo>
                  <a:pt x="7923" y="13462"/>
                </a:lnTo>
                <a:lnTo>
                  <a:pt x="8730" y="14049"/>
                </a:lnTo>
                <a:lnTo>
                  <a:pt x="9134" y="14343"/>
                </a:lnTo>
                <a:lnTo>
                  <a:pt x="9574" y="14563"/>
                </a:lnTo>
                <a:lnTo>
                  <a:pt x="9684" y="14563"/>
                </a:lnTo>
                <a:lnTo>
                  <a:pt x="9794" y="14526"/>
                </a:lnTo>
                <a:lnTo>
                  <a:pt x="9868" y="14453"/>
                </a:lnTo>
                <a:lnTo>
                  <a:pt x="9904" y="14416"/>
                </a:lnTo>
                <a:lnTo>
                  <a:pt x="9904" y="14379"/>
                </a:lnTo>
                <a:lnTo>
                  <a:pt x="9904" y="14306"/>
                </a:lnTo>
                <a:lnTo>
                  <a:pt x="9868" y="14269"/>
                </a:lnTo>
                <a:lnTo>
                  <a:pt x="9794" y="14196"/>
                </a:lnTo>
                <a:lnTo>
                  <a:pt x="9721" y="14159"/>
                </a:lnTo>
                <a:lnTo>
                  <a:pt x="9501" y="14012"/>
                </a:lnTo>
                <a:lnTo>
                  <a:pt x="9281" y="13866"/>
                </a:lnTo>
                <a:lnTo>
                  <a:pt x="8290" y="13205"/>
                </a:lnTo>
                <a:lnTo>
                  <a:pt x="7373" y="12508"/>
                </a:lnTo>
                <a:lnTo>
                  <a:pt x="6493" y="11812"/>
                </a:lnTo>
                <a:lnTo>
                  <a:pt x="5649" y="11115"/>
                </a:lnTo>
                <a:lnTo>
                  <a:pt x="4769" y="10418"/>
                </a:lnTo>
                <a:lnTo>
                  <a:pt x="4549" y="10234"/>
                </a:lnTo>
                <a:lnTo>
                  <a:pt x="4145" y="9977"/>
                </a:lnTo>
                <a:lnTo>
                  <a:pt x="3925" y="9867"/>
                </a:lnTo>
                <a:lnTo>
                  <a:pt x="3742" y="9794"/>
                </a:lnTo>
                <a:close/>
                <a:moveTo>
                  <a:pt x="3155" y="14122"/>
                </a:moveTo>
                <a:lnTo>
                  <a:pt x="3778" y="14563"/>
                </a:lnTo>
                <a:lnTo>
                  <a:pt x="3742" y="14746"/>
                </a:lnTo>
                <a:lnTo>
                  <a:pt x="3742" y="14856"/>
                </a:lnTo>
                <a:lnTo>
                  <a:pt x="3338" y="14563"/>
                </a:lnTo>
                <a:lnTo>
                  <a:pt x="3338" y="14489"/>
                </a:lnTo>
                <a:lnTo>
                  <a:pt x="3302" y="14416"/>
                </a:lnTo>
                <a:lnTo>
                  <a:pt x="3192" y="14269"/>
                </a:lnTo>
                <a:lnTo>
                  <a:pt x="3155" y="14122"/>
                </a:lnTo>
                <a:close/>
                <a:moveTo>
                  <a:pt x="12692" y="13536"/>
                </a:moveTo>
                <a:lnTo>
                  <a:pt x="12619" y="13976"/>
                </a:lnTo>
                <a:lnTo>
                  <a:pt x="12582" y="14416"/>
                </a:lnTo>
                <a:lnTo>
                  <a:pt x="12582" y="14489"/>
                </a:lnTo>
                <a:lnTo>
                  <a:pt x="12142" y="15040"/>
                </a:lnTo>
                <a:lnTo>
                  <a:pt x="12142" y="14893"/>
                </a:lnTo>
                <a:lnTo>
                  <a:pt x="12142" y="14563"/>
                </a:lnTo>
                <a:lnTo>
                  <a:pt x="12105" y="14269"/>
                </a:lnTo>
                <a:lnTo>
                  <a:pt x="12692" y="13536"/>
                </a:lnTo>
                <a:close/>
                <a:moveTo>
                  <a:pt x="4035" y="14746"/>
                </a:moveTo>
                <a:lnTo>
                  <a:pt x="4402" y="15003"/>
                </a:lnTo>
                <a:lnTo>
                  <a:pt x="4402" y="15040"/>
                </a:lnTo>
                <a:lnTo>
                  <a:pt x="4402" y="15150"/>
                </a:lnTo>
                <a:lnTo>
                  <a:pt x="4439" y="15223"/>
                </a:lnTo>
                <a:lnTo>
                  <a:pt x="4549" y="15370"/>
                </a:lnTo>
                <a:lnTo>
                  <a:pt x="4659" y="15553"/>
                </a:lnTo>
                <a:lnTo>
                  <a:pt x="4255" y="15223"/>
                </a:lnTo>
                <a:lnTo>
                  <a:pt x="4255" y="15150"/>
                </a:lnTo>
                <a:lnTo>
                  <a:pt x="4219" y="15076"/>
                </a:lnTo>
                <a:lnTo>
                  <a:pt x="4109" y="14966"/>
                </a:lnTo>
                <a:lnTo>
                  <a:pt x="4035" y="14856"/>
                </a:lnTo>
                <a:lnTo>
                  <a:pt x="4035" y="14746"/>
                </a:lnTo>
                <a:close/>
                <a:moveTo>
                  <a:pt x="11922" y="14489"/>
                </a:moveTo>
                <a:lnTo>
                  <a:pt x="11885" y="14856"/>
                </a:lnTo>
                <a:lnTo>
                  <a:pt x="11848" y="15113"/>
                </a:lnTo>
                <a:lnTo>
                  <a:pt x="11848" y="15260"/>
                </a:lnTo>
                <a:lnTo>
                  <a:pt x="11848" y="15370"/>
                </a:lnTo>
                <a:lnTo>
                  <a:pt x="11555" y="15700"/>
                </a:lnTo>
                <a:lnTo>
                  <a:pt x="11592" y="15480"/>
                </a:lnTo>
                <a:lnTo>
                  <a:pt x="11555" y="15223"/>
                </a:lnTo>
                <a:lnTo>
                  <a:pt x="11555" y="15150"/>
                </a:lnTo>
                <a:lnTo>
                  <a:pt x="11482" y="15113"/>
                </a:lnTo>
                <a:lnTo>
                  <a:pt x="11445" y="15113"/>
                </a:lnTo>
                <a:lnTo>
                  <a:pt x="11922" y="14489"/>
                </a:lnTo>
                <a:close/>
                <a:moveTo>
                  <a:pt x="4769" y="15223"/>
                </a:moveTo>
                <a:lnTo>
                  <a:pt x="5026" y="15406"/>
                </a:lnTo>
                <a:lnTo>
                  <a:pt x="5576" y="15810"/>
                </a:lnTo>
                <a:lnTo>
                  <a:pt x="5576" y="15883"/>
                </a:lnTo>
                <a:lnTo>
                  <a:pt x="5576" y="16177"/>
                </a:lnTo>
                <a:lnTo>
                  <a:pt x="5576" y="16287"/>
                </a:lnTo>
                <a:lnTo>
                  <a:pt x="4916" y="15773"/>
                </a:lnTo>
                <a:lnTo>
                  <a:pt x="4952" y="15663"/>
                </a:lnTo>
                <a:lnTo>
                  <a:pt x="4952" y="15553"/>
                </a:lnTo>
                <a:lnTo>
                  <a:pt x="4916" y="15480"/>
                </a:lnTo>
                <a:lnTo>
                  <a:pt x="4879" y="15370"/>
                </a:lnTo>
                <a:lnTo>
                  <a:pt x="4769" y="15223"/>
                </a:lnTo>
                <a:close/>
                <a:moveTo>
                  <a:pt x="5833" y="15993"/>
                </a:moveTo>
                <a:lnTo>
                  <a:pt x="6456" y="16507"/>
                </a:lnTo>
                <a:lnTo>
                  <a:pt x="6420" y="16580"/>
                </a:lnTo>
                <a:lnTo>
                  <a:pt x="6383" y="16690"/>
                </a:lnTo>
                <a:lnTo>
                  <a:pt x="6346" y="16874"/>
                </a:lnTo>
                <a:lnTo>
                  <a:pt x="5869" y="16507"/>
                </a:lnTo>
                <a:lnTo>
                  <a:pt x="5869" y="16323"/>
                </a:lnTo>
                <a:lnTo>
                  <a:pt x="5869" y="16140"/>
                </a:lnTo>
                <a:lnTo>
                  <a:pt x="5833" y="15993"/>
                </a:lnTo>
                <a:close/>
                <a:moveTo>
                  <a:pt x="11298" y="15260"/>
                </a:moveTo>
                <a:lnTo>
                  <a:pt x="11298" y="15443"/>
                </a:lnTo>
                <a:lnTo>
                  <a:pt x="11225" y="15957"/>
                </a:lnTo>
                <a:lnTo>
                  <a:pt x="11225" y="16030"/>
                </a:lnTo>
                <a:lnTo>
                  <a:pt x="11261" y="16067"/>
                </a:lnTo>
                <a:lnTo>
                  <a:pt x="10088" y="17387"/>
                </a:lnTo>
                <a:lnTo>
                  <a:pt x="10088" y="17130"/>
                </a:lnTo>
                <a:lnTo>
                  <a:pt x="10088" y="16984"/>
                </a:lnTo>
                <a:lnTo>
                  <a:pt x="10308" y="16653"/>
                </a:lnTo>
                <a:lnTo>
                  <a:pt x="10821" y="15920"/>
                </a:lnTo>
                <a:lnTo>
                  <a:pt x="10785" y="16067"/>
                </a:lnTo>
                <a:lnTo>
                  <a:pt x="10711" y="16287"/>
                </a:lnTo>
                <a:lnTo>
                  <a:pt x="10711" y="16397"/>
                </a:lnTo>
                <a:lnTo>
                  <a:pt x="10711" y="16507"/>
                </a:lnTo>
                <a:lnTo>
                  <a:pt x="10748" y="16543"/>
                </a:lnTo>
                <a:lnTo>
                  <a:pt x="10785" y="16543"/>
                </a:lnTo>
                <a:lnTo>
                  <a:pt x="10895" y="16470"/>
                </a:lnTo>
                <a:lnTo>
                  <a:pt x="10968" y="16360"/>
                </a:lnTo>
                <a:lnTo>
                  <a:pt x="11005" y="16103"/>
                </a:lnTo>
                <a:lnTo>
                  <a:pt x="11005" y="15663"/>
                </a:lnTo>
                <a:lnTo>
                  <a:pt x="11225" y="15370"/>
                </a:lnTo>
                <a:lnTo>
                  <a:pt x="11298" y="15260"/>
                </a:lnTo>
                <a:close/>
                <a:moveTo>
                  <a:pt x="6566" y="16580"/>
                </a:moveTo>
                <a:lnTo>
                  <a:pt x="7006" y="17020"/>
                </a:lnTo>
                <a:lnTo>
                  <a:pt x="7006" y="17240"/>
                </a:lnTo>
                <a:lnTo>
                  <a:pt x="7006" y="17460"/>
                </a:lnTo>
                <a:lnTo>
                  <a:pt x="6896" y="17350"/>
                </a:lnTo>
                <a:lnTo>
                  <a:pt x="6640" y="17130"/>
                </a:lnTo>
                <a:lnTo>
                  <a:pt x="6640" y="17020"/>
                </a:lnTo>
                <a:lnTo>
                  <a:pt x="6603" y="16800"/>
                </a:lnTo>
                <a:lnTo>
                  <a:pt x="6566" y="16580"/>
                </a:lnTo>
                <a:close/>
                <a:moveTo>
                  <a:pt x="9464" y="404"/>
                </a:moveTo>
                <a:lnTo>
                  <a:pt x="9684" y="440"/>
                </a:lnTo>
                <a:lnTo>
                  <a:pt x="9868" y="477"/>
                </a:lnTo>
                <a:lnTo>
                  <a:pt x="10051" y="587"/>
                </a:lnTo>
                <a:lnTo>
                  <a:pt x="10418" y="844"/>
                </a:lnTo>
                <a:lnTo>
                  <a:pt x="10711" y="1064"/>
                </a:lnTo>
                <a:lnTo>
                  <a:pt x="12582" y="2421"/>
                </a:lnTo>
                <a:lnTo>
                  <a:pt x="14489" y="3815"/>
                </a:lnTo>
                <a:lnTo>
                  <a:pt x="15443" y="4512"/>
                </a:lnTo>
                <a:lnTo>
                  <a:pt x="15700" y="4732"/>
                </a:lnTo>
                <a:lnTo>
                  <a:pt x="15847" y="4805"/>
                </a:lnTo>
                <a:lnTo>
                  <a:pt x="15993" y="4879"/>
                </a:lnTo>
                <a:lnTo>
                  <a:pt x="15590" y="5356"/>
                </a:lnTo>
                <a:lnTo>
                  <a:pt x="15223" y="5869"/>
                </a:lnTo>
                <a:lnTo>
                  <a:pt x="15040" y="6089"/>
                </a:lnTo>
                <a:lnTo>
                  <a:pt x="14856" y="6383"/>
                </a:lnTo>
                <a:lnTo>
                  <a:pt x="14783" y="6529"/>
                </a:lnTo>
                <a:lnTo>
                  <a:pt x="14746" y="6639"/>
                </a:lnTo>
                <a:lnTo>
                  <a:pt x="14746" y="6786"/>
                </a:lnTo>
                <a:lnTo>
                  <a:pt x="14856" y="6896"/>
                </a:lnTo>
                <a:lnTo>
                  <a:pt x="14966" y="7006"/>
                </a:lnTo>
                <a:lnTo>
                  <a:pt x="15076" y="7080"/>
                </a:lnTo>
                <a:lnTo>
                  <a:pt x="15370" y="7190"/>
                </a:lnTo>
                <a:lnTo>
                  <a:pt x="15957" y="7300"/>
                </a:lnTo>
                <a:lnTo>
                  <a:pt x="16727" y="7446"/>
                </a:lnTo>
                <a:lnTo>
                  <a:pt x="17021" y="7520"/>
                </a:lnTo>
                <a:lnTo>
                  <a:pt x="16984" y="7593"/>
                </a:lnTo>
                <a:lnTo>
                  <a:pt x="16470" y="8143"/>
                </a:lnTo>
                <a:lnTo>
                  <a:pt x="15993" y="8730"/>
                </a:lnTo>
                <a:lnTo>
                  <a:pt x="15040" y="9904"/>
                </a:lnTo>
                <a:lnTo>
                  <a:pt x="12912" y="12508"/>
                </a:lnTo>
                <a:lnTo>
                  <a:pt x="11848" y="13792"/>
                </a:lnTo>
                <a:lnTo>
                  <a:pt x="10821" y="15113"/>
                </a:lnTo>
                <a:lnTo>
                  <a:pt x="10344" y="15736"/>
                </a:lnTo>
                <a:lnTo>
                  <a:pt x="9904" y="16397"/>
                </a:lnTo>
                <a:lnTo>
                  <a:pt x="9464" y="17057"/>
                </a:lnTo>
                <a:lnTo>
                  <a:pt x="9317" y="17277"/>
                </a:lnTo>
                <a:lnTo>
                  <a:pt x="9207" y="17497"/>
                </a:lnTo>
                <a:lnTo>
                  <a:pt x="8987" y="17387"/>
                </a:lnTo>
                <a:lnTo>
                  <a:pt x="8767" y="17350"/>
                </a:lnTo>
                <a:lnTo>
                  <a:pt x="8290" y="17204"/>
                </a:lnTo>
                <a:lnTo>
                  <a:pt x="7997" y="17094"/>
                </a:lnTo>
                <a:lnTo>
                  <a:pt x="7740" y="16910"/>
                </a:lnTo>
                <a:lnTo>
                  <a:pt x="7483" y="16727"/>
                </a:lnTo>
                <a:lnTo>
                  <a:pt x="7227" y="16507"/>
                </a:lnTo>
                <a:lnTo>
                  <a:pt x="6750" y="16067"/>
                </a:lnTo>
                <a:lnTo>
                  <a:pt x="6273" y="15663"/>
                </a:lnTo>
                <a:lnTo>
                  <a:pt x="5723" y="15296"/>
                </a:lnTo>
                <a:lnTo>
                  <a:pt x="5209" y="14929"/>
                </a:lnTo>
                <a:lnTo>
                  <a:pt x="3045" y="13462"/>
                </a:lnTo>
                <a:lnTo>
                  <a:pt x="1908" y="12619"/>
                </a:lnTo>
                <a:lnTo>
                  <a:pt x="1321" y="12215"/>
                </a:lnTo>
                <a:lnTo>
                  <a:pt x="697" y="11848"/>
                </a:lnTo>
                <a:lnTo>
                  <a:pt x="624" y="11812"/>
                </a:lnTo>
                <a:lnTo>
                  <a:pt x="1614" y="10381"/>
                </a:lnTo>
                <a:lnTo>
                  <a:pt x="2641" y="8950"/>
                </a:lnTo>
                <a:lnTo>
                  <a:pt x="3668" y="7556"/>
                </a:lnTo>
                <a:lnTo>
                  <a:pt x="4732" y="6163"/>
                </a:lnTo>
                <a:lnTo>
                  <a:pt x="6970" y="3338"/>
                </a:lnTo>
                <a:lnTo>
                  <a:pt x="8144" y="1944"/>
                </a:lnTo>
                <a:lnTo>
                  <a:pt x="8730" y="1284"/>
                </a:lnTo>
                <a:lnTo>
                  <a:pt x="9244" y="550"/>
                </a:lnTo>
                <a:lnTo>
                  <a:pt x="9281" y="477"/>
                </a:lnTo>
                <a:lnTo>
                  <a:pt x="9281" y="404"/>
                </a:lnTo>
                <a:close/>
                <a:moveTo>
                  <a:pt x="7227" y="17204"/>
                </a:moveTo>
                <a:lnTo>
                  <a:pt x="7667" y="17460"/>
                </a:lnTo>
                <a:lnTo>
                  <a:pt x="8107" y="17681"/>
                </a:lnTo>
                <a:lnTo>
                  <a:pt x="8070" y="17937"/>
                </a:lnTo>
                <a:lnTo>
                  <a:pt x="8107" y="18194"/>
                </a:lnTo>
                <a:lnTo>
                  <a:pt x="7850" y="18084"/>
                </a:lnTo>
                <a:lnTo>
                  <a:pt x="7447" y="17791"/>
                </a:lnTo>
                <a:lnTo>
                  <a:pt x="7410" y="17644"/>
                </a:lnTo>
                <a:lnTo>
                  <a:pt x="7337" y="17497"/>
                </a:lnTo>
                <a:lnTo>
                  <a:pt x="7227" y="17204"/>
                </a:lnTo>
                <a:close/>
                <a:moveTo>
                  <a:pt x="9831" y="17460"/>
                </a:moveTo>
                <a:lnTo>
                  <a:pt x="9868" y="17534"/>
                </a:lnTo>
                <a:lnTo>
                  <a:pt x="9904" y="17571"/>
                </a:lnTo>
                <a:lnTo>
                  <a:pt x="9464" y="18084"/>
                </a:lnTo>
                <a:lnTo>
                  <a:pt x="9207" y="18341"/>
                </a:lnTo>
                <a:lnTo>
                  <a:pt x="9171" y="18231"/>
                </a:lnTo>
                <a:lnTo>
                  <a:pt x="9134" y="18121"/>
                </a:lnTo>
                <a:lnTo>
                  <a:pt x="9134" y="17974"/>
                </a:lnTo>
                <a:lnTo>
                  <a:pt x="9317" y="17974"/>
                </a:lnTo>
                <a:lnTo>
                  <a:pt x="9317" y="17937"/>
                </a:lnTo>
                <a:lnTo>
                  <a:pt x="9391" y="17937"/>
                </a:lnTo>
                <a:lnTo>
                  <a:pt x="9464" y="17901"/>
                </a:lnTo>
                <a:lnTo>
                  <a:pt x="9574" y="17827"/>
                </a:lnTo>
                <a:lnTo>
                  <a:pt x="9647" y="17681"/>
                </a:lnTo>
                <a:lnTo>
                  <a:pt x="9794" y="17460"/>
                </a:lnTo>
                <a:close/>
                <a:moveTo>
                  <a:pt x="9464" y="0"/>
                </a:moveTo>
                <a:lnTo>
                  <a:pt x="9281" y="37"/>
                </a:lnTo>
                <a:lnTo>
                  <a:pt x="9134" y="110"/>
                </a:lnTo>
                <a:lnTo>
                  <a:pt x="9024" y="147"/>
                </a:lnTo>
                <a:lnTo>
                  <a:pt x="8951" y="257"/>
                </a:lnTo>
                <a:lnTo>
                  <a:pt x="8914" y="294"/>
                </a:lnTo>
                <a:lnTo>
                  <a:pt x="8914" y="330"/>
                </a:lnTo>
                <a:lnTo>
                  <a:pt x="8327" y="954"/>
                </a:lnTo>
                <a:lnTo>
                  <a:pt x="7740" y="1614"/>
                </a:lnTo>
                <a:lnTo>
                  <a:pt x="6640" y="2971"/>
                </a:lnTo>
                <a:lnTo>
                  <a:pt x="5502" y="4365"/>
                </a:lnTo>
                <a:lnTo>
                  <a:pt x="4402" y="5759"/>
                </a:lnTo>
                <a:lnTo>
                  <a:pt x="2421" y="8400"/>
                </a:lnTo>
                <a:lnTo>
                  <a:pt x="477" y="11041"/>
                </a:lnTo>
                <a:lnTo>
                  <a:pt x="330" y="11261"/>
                </a:lnTo>
                <a:lnTo>
                  <a:pt x="37" y="11701"/>
                </a:lnTo>
                <a:lnTo>
                  <a:pt x="0" y="11775"/>
                </a:lnTo>
                <a:lnTo>
                  <a:pt x="0" y="11885"/>
                </a:lnTo>
                <a:lnTo>
                  <a:pt x="37" y="11958"/>
                </a:lnTo>
                <a:lnTo>
                  <a:pt x="74" y="12032"/>
                </a:lnTo>
                <a:lnTo>
                  <a:pt x="147" y="12068"/>
                </a:lnTo>
                <a:lnTo>
                  <a:pt x="220" y="12105"/>
                </a:lnTo>
                <a:lnTo>
                  <a:pt x="294" y="12105"/>
                </a:lnTo>
                <a:lnTo>
                  <a:pt x="404" y="12068"/>
                </a:lnTo>
                <a:lnTo>
                  <a:pt x="440" y="12142"/>
                </a:lnTo>
                <a:lnTo>
                  <a:pt x="697" y="12398"/>
                </a:lnTo>
                <a:lnTo>
                  <a:pt x="587" y="12508"/>
                </a:lnTo>
                <a:lnTo>
                  <a:pt x="514" y="12655"/>
                </a:lnTo>
                <a:lnTo>
                  <a:pt x="440" y="12802"/>
                </a:lnTo>
                <a:lnTo>
                  <a:pt x="404" y="12949"/>
                </a:lnTo>
                <a:lnTo>
                  <a:pt x="404" y="13022"/>
                </a:lnTo>
                <a:lnTo>
                  <a:pt x="440" y="13059"/>
                </a:lnTo>
                <a:lnTo>
                  <a:pt x="514" y="13095"/>
                </a:lnTo>
                <a:lnTo>
                  <a:pt x="550" y="13095"/>
                </a:lnTo>
                <a:lnTo>
                  <a:pt x="624" y="13205"/>
                </a:lnTo>
                <a:lnTo>
                  <a:pt x="697" y="13315"/>
                </a:lnTo>
                <a:lnTo>
                  <a:pt x="881" y="13462"/>
                </a:lnTo>
                <a:lnTo>
                  <a:pt x="1284" y="13719"/>
                </a:lnTo>
                <a:lnTo>
                  <a:pt x="2385" y="14416"/>
                </a:lnTo>
                <a:lnTo>
                  <a:pt x="3558" y="15223"/>
                </a:lnTo>
                <a:lnTo>
                  <a:pt x="4659" y="16103"/>
                </a:lnTo>
                <a:lnTo>
                  <a:pt x="6420" y="17534"/>
                </a:lnTo>
                <a:lnTo>
                  <a:pt x="6420" y="17571"/>
                </a:lnTo>
                <a:lnTo>
                  <a:pt x="6493" y="17644"/>
                </a:lnTo>
                <a:lnTo>
                  <a:pt x="6566" y="17644"/>
                </a:lnTo>
                <a:lnTo>
                  <a:pt x="6823" y="17864"/>
                </a:lnTo>
                <a:lnTo>
                  <a:pt x="7300" y="18231"/>
                </a:lnTo>
                <a:lnTo>
                  <a:pt x="7777" y="18561"/>
                </a:lnTo>
                <a:lnTo>
                  <a:pt x="8034" y="18671"/>
                </a:lnTo>
                <a:lnTo>
                  <a:pt x="8254" y="18781"/>
                </a:lnTo>
                <a:lnTo>
                  <a:pt x="8510" y="18854"/>
                </a:lnTo>
                <a:lnTo>
                  <a:pt x="8620" y="18854"/>
                </a:lnTo>
                <a:lnTo>
                  <a:pt x="8767" y="18818"/>
                </a:lnTo>
                <a:lnTo>
                  <a:pt x="8804" y="18744"/>
                </a:lnTo>
                <a:lnTo>
                  <a:pt x="8840" y="18708"/>
                </a:lnTo>
                <a:lnTo>
                  <a:pt x="8840" y="18634"/>
                </a:lnTo>
                <a:lnTo>
                  <a:pt x="8804" y="18561"/>
                </a:lnTo>
                <a:lnTo>
                  <a:pt x="8730" y="18488"/>
                </a:lnTo>
                <a:lnTo>
                  <a:pt x="8620" y="18414"/>
                </a:lnTo>
                <a:lnTo>
                  <a:pt x="8437" y="18341"/>
                </a:lnTo>
                <a:lnTo>
                  <a:pt x="8400" y="18341"/>
                </a:lnTo>
                <a:lnTo>
                  <a:pt x="8400" y="18157"/>
                </a:lnTo>
                <a:lnTo>
                  <a:pt x="8400" y="17974"/>
                </a:lnTo>
                <a:lnTo>
                  <a:pt x="8364" y="17791"/>
                </a:lnTo>
                <a:lnTo>
                  <a:pt x="8620" y="17864"/>
                </a:lnTo>
                <a:lnTo>
                  <a:pt x="8951" y="17937"/>
                </a:lnTo>
                <a:lnTo>
                  <a:pt x="8877" y="18121"/>
                </a:lnTo>
                <a:lnTo>
                  <a:pt x="8877" y="18267"/>
                </a:lnTo>
                <a:lnTo>
                  <a:pt x="8914" y="18451"/>
                </a:lnTo>
                <a:lnTo>
                  <a:pt x="8987" y="18598"/>
                </a:lnTo>
                <a:lnTo>
                  <a:pt x="8877" y="18781"/>
                </a:lnTo>
                <a:lnTo>
                  <a:pt x="8877" y="18854"/>
                </a:lnTo>
                <a:lnTo>
                  <a:pt x="8914" y="18964"/>
                </a:lnTo>
                <a:lnTo>
                  <a:pt x="9024" y="19001"/>
                </a:lnTo>
                <a:lnTo>
                  <a:pt x="9097" y="18964"/>
                </a:lnTo>
                <a:lnTo>
                  <a:pt x="9281" y="18854"/>
                </a:lnTo>
                <a:lnTo>
                  <a:pt x="9427" y="18708"/>
                </a:lnTo>
                <a:lnTo>
                  <a:pt x="9721" y="18414"/>
                </a:lnTo>
                <a:lnTo>
                  <a:pt x="10344" y="17717"/>
                </a:lnTo>
                <a:lnTo>
                  <a:pt x="11555" y="16397"/>
                </a:lnTo>
                <a:lnTo>
                  <a:pt x="12802" y="14929"/>
                </a:lnTo>
                <a:lnTo>
                  <a:pt x="14013" y="13462"/>
                </a:lnTo>
                <a:lnTo>
                  <a:pt x="15150" y="11958"/>
                </a:lnTo>
                <a:lnTo>
                  <a:pt x="16214" y="10454"/>
                </a:lnTo>
                <a:lnTo>
                  <a:pt x="17314" y="8950"/>
                </a:lnTo>
                <a:lnTo>
                  <a:pt x="17791" y="8253"/>
                </a:lnTo>
                <a:lnTo>
                  <a:pt x="18011" y="7887"/>
                </a:lnTo>
                <a:lnTo>
                  <a:pt x="18231" y="7483"/>
                </a:lnTo>
                <a:lnTo>
                  <a:pt x="18304" y="7483"/>
                </a:lnTo>
                <a:lnTo>
                  <a:pt x="18341" y="7446"/>
                </a:lnTo>
                <a:lnTo>
                  <a:pt x="18378" y="7373"/>
                </a:lnTo>
                <a:lnTo>
                  <a:pt x="18378" y="7300"/>
                </a:lnTo>
                <a:lnTo>
                  <a:pt x="18268" y="7080"/>
                </a:lnTo>
                <a:lnTo>
                  <a:pt x="18158" y="6860"/>
                </a:lnTo>
                <a:lnTo>
                  <a:pt x="17828" y="6493"/>
                </a:lnTo>
                <a:lnTo>
                  <a:pt x="17644" y="6346"/>
                </a:lnTo>
                <a:lnTo>
                  <a:pt x="17424" y="6199"/>
                </a:lnTo>
                <a:lnTo>
                  <a:pt x="17277" y="6126"/>
                </a:lnTo>
                <a:lnTo>
                  <a:pt x="17131" y="6089"/>
                </a:lnTo>
                <a:lnTo>
                  <a:pt x="16910" y="5576"/>
                </a:lnTo>
                <a:lnTo>
                  <a:pt x="16837" y="5319"/>
                </a:lnTo>
                <a:lnTo>
                  <a:pt x="16800" y="5062"/>
                </a:lnTo>
                <a:lnTo>
                  <a:pt x="16800" y="4915"/>
                </a:lnTo>
                <a:lnTo>
                  <a:pt x="16727" y="4769"/>
                </a:lnTo>
                <a:lnTo>
                  <a:pt x="16654" y="4695"/>
                </a:lnTo>
                <a:lnTo>
                  <a:pt x="16470" y="4695"/>
                </a:lnTo>
                <a:lnTo>
                  <a:pt x="16397" y="4732"/>
                </a:lnTo>
                <a:lnTo>
                  <a:pt x="16360" y="4769"/>
                </a:lnTo>
                <a:lnTo>
                  <a:pt x="16397" y="4842"/>
                </a:lnTo>
                <a:lnTo>
                  <a:pt x="16434" y="4879"/>
                </a:lnTo>
                <a:lnTo>
                  <a:pt x="16434" y="4915"/>
                </a:lnTo>
                <a:lnTo>
                  <a:pt x="16434" y="5099"/>
                </a:lnTo>
                <a:lnTo>
                  <a:pt x="16434" y="5356"/>
                </a:lnTo>
                <a:lnTo>
                  <a:pt x="16470" y="5539"/>
                </a:lnTo>
                <a:lnTo>
                  <a:pt x="16544" y="5759"/>
                </a:lnTo>
                <a:lnTo>
                  <a:pt x="16690" y="6126"/>
                </a:lnTo>
                <a:lnTo>
                  <a:pt x="16984" y="7006"/>
                </a:lnTo>
                <a:lnTo>
                  <a:pt x="17021" y="7080"/>
                </a:lnTo>
                <a:lnTo>
                  <a:pt x="16544" y="6970"/>
                </a:lnTo>
                <a:lnTo>
                  <a:pt x="15920" y="6860"/>
                </a:lnTo>
                <a:lnTo>
                  <a:pt x="15296" y="6713"/>
                </a:lnTo>
                <a:lnTo>
                  <a:pt x="15186" y="6639"/>
                </a:lnTo>
                <a:lnTo>
                  <a:pt x="15223" y="6603"/>
                </a:lnTo>
                <a:lnTo>
                  <a:pt x="15333" y="6419"/>
                </a:lnTo>
                <a:lnTo>
                  <a:pt x="15700" y="5906"/>
                </a:lnTo>
                <a:lnTo>
                  <a:pt x="16030" y="5392"/>
                </a:lnTo>
                <a:lnTo>
                  <a:pt x="16287" y="4915"/>
                </a:lnTo>
                <a:lnTo>
                  <a:pt x="16360" y="4842"/>
                </a:lnTo>
                <a:lnTo>
                  <a:pt x="16360" y="4732"/>
                </a:lnTo>
                <a:lnTo>
                  <a:pt x="16324" y="4622"/>
                </a:lnTo>
                <a:lnTo>
                  <a:pt x="16250" y="4512"/>
                </a:lnTo>
                <a:lnTo>
                  <a:pt x="16067" y="4329"/>
                </a:lnTo>
                <a:lnTo>
                  <a:pt x="15590" y="4035"/>
                </a:lnTo>
                <a:lnTo>
                  <a:pt x="14526" y="3265"/>
                </a:lnTo>
                <a:lnTo>
                  <a:pt x="12435" y="1724"/>
                </a:lnTo>
                <a:lnTo>
                  <a:pt x="11445" y="1027"/>
                </a:lnTo>
                <a:lnTo>
                  <a:pt x="10454" y="330"/>
                </a:lnTo>
                <a:lnTo>
                  <a:pt x="10124" y="147"/>
                </a:lnTo>
                <a:lnTo>
                  <a:pt x="9794" y="37"/>
                </a:lnTo>
                <a:lnTo>
                  <a:pt x="9611" y="0"/>
                </a:lnTo>
                <a:close/>
              </a:path>
            </a:pathLst>
          </a:custGeom>
          <a:solidFill>
            <a:srgbClr val="3C78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7" name="Google Shape;227;p3"/>
          <p:cNvSpPr/>
          <p:nvPr/>
        </p:nvSpPr>
        <p:spPr>
          <a:xfrm>
            <a:off x="933939" y="6076801"/>
            <a:ext cx="672893" cy="534169"/>
          </a:xfrm>
          <a:custGeom>
            <a:avLst/>
            <a:gdLst/>
            <a:ahLst/>
            <a:cxnLst/>
            <a:rect l="l" t="t" r="r" b="b"/>
            <a:pathLst>
              <a:path w="17792" h="14124" extrusionOk="0">
                <a:moveTo>
                  <a:pt x="10565" y="2275"/>
                </a:moveTo>
                <a:lnTo>
                  <a:pt x="10785" y="2312"/>
                </a:lnTo>
                <a:lnTo>
                  <a:pt x="11189" y="2422"/>
                </a:lnTo>
                <a:lnTo>
                  <a:pt x="11555" y="2605"/>
                </a:lnTo>
                <a:lnTo>
                  <a:pt x="11445" y="2605"/>
                </a:lnTo>
                <a:lnTo>
                  <a:pt x="10638" y="2899"/>
                </a:lnTo>
                <a:lnTo>
                  <a:pt x="9868" y="3192"/>
                </a:lnTo>
                <a:lnTo>
                  <a:pt x="9245" y="3449"/>
                </a:lnTo>
                <a:lnTo>
                  <a:pt x="8584" y="3706"/>
                </a:lnTo>
                <a:lnTo>
                  <a:pt x="7961" y="4036"/>
                </a:lnTo>
                <a:lnTo>
                  <a:pt x="7667" y="4219"/>
                </a:lnTo>
                <a:lnTo>
                  <a:pt x="7410" y="4439"/>
                </a:lnTo>
                <a:lnTo>
                  <a:pt x="7631" y="4073"/>
                </a:lnTo>
                <a:lnTo>
                  <a:pt x="7887" y="3743"/>
                </a:lnTo>
                <a:lnTo>
                  <a:pt x="8144" y="3412"/>
                </a:lnTo>
                <a:lnTo>
                  <a:pt x="8438" y="3156"/>
                </a:lnTo>
                <a:lnTo>
                  <a:pt x="8768" y="2899"/>
                </a:lnTo>
                <a:lnTo>
                  <a:pt x="9098" y="2679"/>
                </a:lnTo>
                <a:lnTo>
                  <a:pt x="9501" y="2495"/>
                </a:lnTo>
                <a:lnTo>
                  <a:pt x="9905" y="2349"/>
                </a:lnTo>
                <a:lnTo>
                  <a:pt x="10125" y="2312"/>
                </a:lnTo>
                <a:lnTo>
                  <a:pt x="10345" y="2275"/>
                </a:lnTo>
                <a:close/>
                <a:moveTo>
                  <a:pt x="1285" y="2129"/>
                </a:moveTo>
                <a:lnTo>
                  <a:pt x="1248" y="2165"/>
                </a:lnTo>
                <a:lnTo>
                  <a:pt x="1101" y="2275"/>
                </a:lnTo>
                <a:lnTo>
                  <a:pt x="991" y="2422"/>
                </a:lnTo>
                <a:lnTo>
                  <a:pt x="808" y="2715"/>
                </a:lnTo>
                <a:lnTo>
                  <a:pt x="588" y="2605"/>
                </a:lnTo>
                <a:lnTo>
                  <a:pt x="441" y="2422"/>
                </a:lnTo>
                <a:lnTo>
                  <a:pt x="258" y="2239"/>
                </a:lnTo>
                <a:lnTo>
                  <a:pt x="184" y="2202"/>
                </a:lnTo>
                <a:lnTo>
                  <a:pt x="111" y="2202"/>
                </a:lnTo>
                <a:lnTo>
                  <a:pt x="37" y="2239"/>
                </a:lnTo>
                <a:lnTo>
                  <a:pt x="1" y="2312"/>
                </a:lnTo>
                <a:lnTo>
                  <a:pt x="1" y="2495"/>
                </a:lnTo>
                <a:lnTo>
                  <a:pt x="74" y="2642"/>
                </a:lnTo>
                <a:lnTo>
                  <a:pt x="147" y="2789"/>
                </a:lnTo>
                <a:lnTo>
                  <a:pt x="258" y="2936"/>
                </a:lnTo>
                <a:lnTo>
                  <a:pt x="404" y="3046"/>
                </a:lnTo>
                <a:lnTo>
                  <a:pt x="588" y="3119"/>
                </a:lnTo>
                <a:lnTo>
                  <a:pt x="294" y="3706"/>
                </a:lnTo>
                <a:lnTo>
                  <a:pt x="74" y="4293"/>
                </a:lnTo>
                <a:lnTo>
                  <a:pt x="74" y="4403"/>
                </a:lnTo>
                <a:lnTo>
                  <a:pt x="74" y="4476"/>
                </a:lnTo>
                <a:lnTo>
                  <a:pt x="147" y="4549"/>
                </a:lnTo>
                <a:lnTo>
                  <a:pt x="221" y="4586"/>
                </a:lnTo>
                <a:lnTo>
                  <a:pt x="294" y="4623"/>
                </a:lnTo>
                <a:lnTo>
                  <a:pt x="368" y="4586"/>
                </a:lnTo>
                <a:lnTo>
                  <a:pt x="441" y="4549"/>
                </a:lnTo>
                <a:lnTo>
                  <a:pt x="514" y="4476"/>
                </a:lnTo>
                <a:lnTo>
                  <a:pt x="991" y="3339"/>
                </a:lnTo>
                <a:lnTo>
                  <a:pt x="1248" y="2789"/>
                </a:lnTo>
                <a:lnTo>
                  <a:pt x="1321" y="2495"/>
                </a:lnTo>
                <a:lnTo>
                  <a:pt x="1395" y="2202"/>
                </a:lnTo>
                <a:lnTo>
                  <a:pt x="1358" y="2165"/>
                </a:lnTo>
                <a:lnTo>
                  <a:pt x="1321" y="2129"/>
                </a:lnTo>
                <a:close/>
                <a:moveTo>
                  <a:pt x="11702" y="2715"/>
                </a:moveTo>
                <a:lnTo>
                  <a:pt x="11959" y="2936"/>
                </a:lnTo>
                <a:lnTo>
                  <a:pt x="12142" y="3156"/>
                </a:lnTo>
                <a:lnTo>
                  <a:pt x="12216" y="3266"/>
                </a:lnTo>
                <a:lnTo>
                  <a:pt x="11812" y="3412"/>
                </a:lnTo>
                <a:lnTo>
                  <a:pt x="11445" y="3559"/>
                </a:lnTo>
                <a:lnTo>
                  <a:pt x="9758" y="4183"/>
                </a:lnTo>
                <a:lnTo>
                  <a:pt x="8254" y="4770"/>
                </a:lnTo>
                <a:lnTo>
                  <a:pt x="7484" y="5100"/>
                </a:lnTo>
                <a:lnTo>
                  <a:pt x="7117" y="5283"/>
                </a:lnTo>
                <a:lnTo>
                  <a:pt x="6787" y="5503"/>
                </a:lnTo>
                <a:lnTo>
                  <a:pt x="7337" y="4549"/>
                </a:lnTo>
                <a:lnTo>
                  <a:pt x="7374" y="4549"/>
                </a:lnTo>
                <a:lnTo>
                  <a:pt x="8364" y="4073"/>
                </a:lnTo>
                <a:lnTo>
                  <a:pt x="9355" y="3632"/>
                </a:lnTo>
                <a:lnTo>
                  <a:pt x="11409" y="2862"/>
                </a:lnTo>
                <a:lnTo>
                  <a:pt x="11445" y="2936"/>
                </a:lnTo>
                <a:lnTo>
                  <a:pt x="11519" y="2972"/>
                </a:lnTo>
                <a:lnTo>
                  <a:pt x="11592" y="3009"/>
                </a:lnTo>
                <a:lnTo>
                  <a:pt x="11666" y="2972"/>
                </a:lnTo>
                <a:lnTo>
                  <a:pt x="11739" y="2899"/>
                </a:lnTo>
                <a:lnTo>
                  <a:pt x="11739" y="2789"/>
                </a:lnTo>
                <a:lnTo>
                  <a:pt x="11702" y="2715"/>
                </a:lnTo>
                <a:close/>
                <a:moveTo>
                  <a:pt x="12326" y="3522"/>
                </a:moveTo>
                <a:lnTo>
                  <a:pt x="12399" y="3596"/>
                </a:lnTo>
                <a:lnTo>
                  <a:pt x="12436" y="3596"/>
                </a:lnTo>
                <a:lnTo>
                  <a:pt x="12583" y="3926"/>
                </a:lnTo>
                <a:lnTo>
                  <a:pt x="12546" y="3926"/>
                </a:lnTo>
                <a:lnTo>
                  <a:pt x="12473" y="3963"/>
                </a:lnTo>
                <a:lnTo>
                  <a:pt x="12289" y="4109"/>
                </a:lnTo>
                <a:lnTo>
                  <a:pt x="12106" y="4219"/>
                </a:lnTo>
                <a:lnTo>
                  <a:pt x="11702" y="4403"/>
                </a:lnTo>
                <a:lnTo>
                  <a:pt x="11262" y="4586"/>
                </a:lnTo>
                <a:lnTo>
                  <a:pt x="10822" y="4733"/>
                </a:lnTo>
                <a:lnTo>
                  <a:pt x="9941" y="5026"/>
                </a:lnTo>
                <a:lnTo>
                  <a:pt x="9061" y="5393"/>
                </a:lnTo>
                <a:lnTo>
                  <a:pt x="8217" y="5723"/>
                </a:lnTo>
                <a:lnTo>
                  <a:pt x="7374" y="6127"/>
                </a:lnTo>
                <a:lnTo>
                  <a:pt x="6750" y="6384"/>
                </a:lnTo>
                <a:lnTo>
                  <a:pt x="6420" y="6567"/>
                </a:lnTo>
                <a:lnTo>
                  <a:pt x="6090" y="6750"/>
                </a:lnTo>
                <a:lnTo>
                  <a:pt x="6310" y="6384"/>
                </a:lnTo>
                <a:lnTo>
                  <a:pt x="6677" y="5650"/>
                </a:lnTo>
                <a:lnTo>
                  <a:pt x="7410" y="5467"/>
                </a:lnTo>
                <a:lnTo>
                  <a:pt x="8107" y="5173"/>
                </a:lnTo>
                <a:lnTo>
                  <a:pt x="9465" y="4623"/>
                </a:lnTo>
                <a:lnTo>
                  <a:pt x="10932" y="4073"/>
                </a:lnTo>
                <a:lnTo>
                  <a:pt x="11629" y="3816"/>
                </a:lnTo>
                <a:lnTo>
                  <a:pt x="12326" y="3522"/>
                </a:lnTo>
                <a:close/>
                <a:moveTo>
                  <a:pt x="5100" y="8401"/>
                </a:moveTo>
                <a:lnTo>
                  <a:pt x="4989" y="8438"/>
                </a:lnTo>
                <a:lnTo>
                  <a:pt x="4953" y="8474"/>
                </a:lnTo>
                <a:lnTo>
                  <a:pt x="4953" y="8511"/>
                </a:lnTo>
                <a:lnTo>
                  <a:pt x="4916" y="8768"/>
                </a:lnTo>
                <a:lnTo>
                  <a:pt x="4879" y="8988"/>
                </a:lnTo>
                <a:lnTo>
                  <a:pt x="4879" y="9245"/>
                </a:lnTo>
                <a:lnTo>
                  <a:pt x="4916" y="9355"/>
                </a:lnTo>
                <a:lnTo>
                  <a:pt x="4989" y="9465"/>
                </a:lnTo>
                <a:lnTo>
                  <a:pt x="5026" y="9501"/>
                </a:lnTo>
                <a:lnTo>
                  <a:pt x="5173" y="9501"/>
                </a:lnTo>
                <a:lnTo>
                  <a:pt x="5210" y="9465"/>
                </a:lnTo>
                <a:lnTo>
                  <a:pt x="5283" y="9391"/>
                </a:lnTo>
                <a:lnTo>
                  <a:pt x="5320" y="9281"/>
                </a:lnTo>
                <a:lnTo>
                  <a:pt x="5320" y="9061"/>
                </a:lnTo>
                <a:lnTo>
                  <a:pt x="5320" y="8768"/>
                </a:lnTo>
                <a:lnTo>
                  <a:pt x="5283" y="8511"/>
                </a:lnTo>
                <a:lnTo>
                  <a:pt x="5246" y="8474"/>
                </a:lnTo>
                <a:lnTo>
                  <a:pt x="5210" y="8438"/>
                </a:lnTo>
                <a:lnTo>
                  <a:pt x="5100" y="8401"/>
                </a:lnTo>
                <a:close/>
                <a:moveTo>
                  <a:pt x="5210" y="9685"/>
                </a:moveTo>
                <a:lnTo>
                  <a:pt x="5136" y="9722"/>
                </a:lnTo>
                <a:lnTo>
                  <a:pt x="5063" y="9758"/>
                </a:lnTo>
                <a:lnTo>
                  <a:pt x="5026" y="9795"/>
                </a:lnTo>
                <a:lnTo>
                  <a:pt x="4989" y="9905"/>
                </a:lnTo>
                <a:lnTo>
                  <a:pt x="4989" y="9978"/>
                </a:lnTo>
                <a:lnTo>
                  <a:pt x="4916" y="10308"/>
                </a:lnTo>
                <a:lnTo>
                  <a:pt x="4916" y="10639"/>
                </a:lnTo>
                <a:lnTo>
                  <a:pt x="4953" y="10749"/>
                </a:lnTo>
                <a:lnTo>
                  <a:pt x="4989" y="10785"/>
                </a:lnTo>
                <a:lnTo>
                  <a:pt x="5063" y="10822"/>
                </a:lnTo>
                <a:lnTo>
                  <a:pt x="5173" y="10822"/>
                </a:lnTo>
                <a:lnTo>
                  <a:pt x="5246" y="10785"/>
                </a:lnTo>
                <a:lnTo>
                  <a:pt x="5283" y="10749"/>
                </a:lnTo>
                <a:lnTo>
                  <a:pt x="5283" y="10639"/>
                </a:lnTo>
                <a:lnTo>
                  <a:pt x="5283" y="10272"/>
                </a:lnTo>
                <a:lnTo>
                  <a:pt x="5356" y="9905"/>
                </a:lnTo>
                <a:lnTo>
                  <a:pt x="5356" y="9832"/>
                </a:lnTo>
                <a:lnTo>
                  <a:pt x="5320" y="9758"/>
                </a:lnTo>
                <a:lnTo>
                  <a:pt x="5283" y="9722"/>
                </a:lnTo>
                <a:lnTo>
                  <a:pt x="5210" y="9685"/>
                </a:lnTo>
                <a:close/>
                <a:moveTo>
                  <a:pt x="14600" y="9501"/>
                </a:moveTo>
                <a:lnTo>
                  <a:pt x="14563" y="9575"/>
                </a:lnTo>
                <a:lnTo>
                  <a:pt x="14490" y="9868"/>
                </a:lnTo>
                <a:lnTo>
                  <a:pt x="14417" y="10125"/>
                </a:lnTo>
                <a:lnTo>
                  <a:pt x="14380" y="10712"/>
                </a:lnTo>
                <a:lnTo>
                  <a:pt x="14417" y="10785"/>
                </a:lnTo>
                <a:lnTo>
                  <a:pt x="14453" y="10859"/>
                </a:lnTo>
                <a:lnTo>
                  <a:pt x="14527" y="10895"/>
                </a:lnTo>
                <a:lnTo>
                  <a:pt x="14600" y="10932"/>
                </a:lnTo>
                <a:lnTo>
                  <a:pt x="14673" y="10932"/>
                </a:lnTo>
                <a:lnTo>
                  <a:pt x="14747" y="10895"/>
                </a:lnTo>
                <a:lnTo>
                  <a:pt x="14783" y="10859"/>
                </a:lnTo>
                <a:lnTo>
                  <a:pt x="14820" y="10785"/>
                </a:lnTo>
                <a:lnTo>
                  <a:pt x="14820" y="10639"/>
                </a:lnTo>
                <a:lnTo>
                  <a:pt x="14820" y="10088"/>
                </a:lnTo>
                <a:lnTo>
                  <a:pt x="14820" y="9832"/>
                </a:lnTo>
                <a:lnTo>
                  <a:pt x="14747" y="9575"/>
                </a:lnTo>
                <a:lnTo>
                  <a:pt x="14710" y="9501"/>
                </a:lnTo>
                <a:close/>
                <a:moveTo>
                  <a:pt x="12729" y="4183"/>
                </a:moveTo>
                <a:lnTo>
                  <a:pt x="12986" y="4880"/>
                </a:lnTo>
                <a:lnTo>
                  <a:pt x="12766" y="4990"/>
                </a:lnTo>
                <a:lnTo>
                  <a:pt x="12509" y="5100"/>
                </a:lnTo>
                <a:lnTo>
                  <a:pt x="12032" y="5320"/>
                </a:lnTo>
                <a:lnTo>
                  <a:pt x="10969" y="5833"/>
                </a:lnTo>
                <a:lnTo>
                  <a:pt x="9978" y="6310"/>
                </a:lnTo>
                <a:lnTo>
                  <a:pt x="8988" y="6714"/>
                </a:lnTo>
                <a:lnTo>
                  <a:pt x="8071" y="7007"/>
                </a:lnTo>
                <a:lnTo>
                  <a:pt x="7117" y="7301"/>
                </a:lnTo>
                <a:lnTo>
                  <a:pt x="6677" y="7484"/>
                </a:lnTo>
                <a:lnTo>
                  <a:pt x="6237" y="7704"/>
                </a:lnTo>
                <a:lnTo>
                  <a:pt x="5796" y="7924"/>
                </a:lnTo>
                <a:lnTo>
                  <a:pt x="5430" y="8218"/>
                </a:lnTo>
                <a:lnTo>
                  <a:pt x="5393" y="8254"/>
                </a:lnTo>
                <a:lnTo>
                  <a:pt x="5393" y="8291"/>
                </a:lnTo>
                <a:lnTo>
                  <a:pt x="5430" y="8328"/>
                </a:lnTo>
                <a:lnTo>
                  <a:pt x="5466" y="8328"/>
                </a:lnTo>
                <a:lnTo>
                  <a:pt x="6420" y="7961"/>
                </a:lnTo>
                <a:lnTo>
                  <a:pt x="7337" y="7594"/>
                </a:lnTo>
                <a:lnTo>
                  <a:pt x="8364" y="7264"/>
                </a:lnTo>
                <a:lnTo>
                  <a:pt x="9391" y="6897"/>
                </a:lnTo>
                <a:lnTo>
                  <a:pt x="10345" y="6530"/>
                </a:lnTo>
                <a:lnTo>
                  <a:pt x="11262" y="6090"/>
                </a:lnTo>
                <a:lnTo>
                  <a:pt x="12326" y="5577"/>
                </a:lnTo>
                <a:lnTo>
                  <a:pt x="12729" y="5393"/>
                </a:lnTo>
                <a:lnTo>
                  <a:pt x="12913" y="5283"/>
                </a:lnTo>
                <a:lnTo>
                  <a:pt x="13133" y="5210"/>
                </a:lnTo>
                <a:lnTo>
                  <a:pt x="13169" y="5356"/>
                </a:lnTo>
                <a:lnTo>
                  <a:pt x="13426" y="5870"/>
                </a:lnTo>
                <a:lnTo>
                  <a:pt x="13390" y="5870"/>
                </a:lnTo>
                <a:lnTo>
                  <a:pt x="13353" y="5797"/>
                </a:lnTo>
                <a:lnTo>
                  <a:pt x="13280" y="5760"/>
                </a:lnTo>
                <a:lnTo>
                  <a:pt x="13206" y="5723"/>
                </a:lnTo>
                <a:lnTo>
                  <a:pt x="13133" y="5760"/>
                </a:lnTo>
                <a:lnTo>
                  <a:pt x="12216" y="6237"/>
                </a:lnTo>
                <a:lnTo>
                  <a:pt x="11299" y="6677"/>
                </a:lnTo>
                <a:lnTo>
                  <a:pt x="10345" y="7081"/>
                </a:lnTo>
                <a:lnTo>
                  <a:pt x="9428" y="7484"/>
                </a:lnTo>
                <a:lnTo>
                  <a:pt x="8474" y="7851"/>
                </a:lnTo>
                <a:lnTo>
                  <a:pt x="7520" y="8181"/>
                </a:lnTo>
                <a:lnTo>
                  <a:pt x="6640" y="8474"/>
                </a:lnTo>
                <a:lnTo>
                  <a:pt x="6163" y="8658"/>
                </a:lnTo>
                <a:lnTo>
                  <a:pt x="5980" y="8768"/>
                </a:lnTo>
                <a:lnTo>
                  <a:pt x="5760" y="8878"/>
                </a:lnTo>
                <a:lnTo>
                  <a:pt x="5760" y="8915"/>
                </a:lnTo>
                <a:lnTo>
                  <a:pt x="5760" y="8951"/>
                </a:lnTo>
                <a:lnTo>
                  <a:pt x="6273" y="8951"/>
                </a:lnTo>
                <a:lnTo>
                  <a:pt x="6713" y="8805"/>
                </a:lnTo>
                <a:lnTo>
                  <a:pt x="7631" y="8511"/>
                </a:lnTo>
                <a:lnTo>
                  <a:pt x="8621" y="8144"/>
                </a:lnTo>
                <a:lnTo>
                  <a:pt x="9611" y="7777"/>
                </a:lnTo>
                <a:lnTo>
                  <a:pt x="10528" y="7411"/>
                </a:lnTo>
                <a:lnTo>
                  <a:pt x="11409" y="7007"/>
                </a:lnTo>
                <a:lnTo>
                  <a:pt x="12289" y="6604"/>
                </a:lnTo>
                <a:lnTo>
                  <a:pt x="13133" y="6163"/>
                </a:lnTo>
                <a:lnTo>
                  <a:pt x="13206" y="6200"/>
                </a:lnTo>
                <a:lnTo>
                  <a:pt x="13316" y="6200"/>
                </a:lnTo>
                <a:lnTo>
                  <a:pt x="13390" y="6163"/>
                </a:lnTo>
                <a:lnTo>
                  <a:pt x="13463" y="6090"/>
                </a:lnTo>
                <a:lnTo>
                  <a:pt x="13500" y="6053"/>
                </a:lnTo>
                <a:lnTo>
                  <a:pt x="13866" y="6714"/>
                </a:lnTo>
                <a:lnTo>
                  <a:pt x="13646" y="6787"/>
                </a:lnTo>
                <a:lnTo>
                  <a:pt x="13463" y="6860"/>
                </a:lnTo>
                <a:lnTo>
                  <a:pt x="12913" y="7081"/>
                </a:lnTo>
                <a:lnTo>
                  <a:pt x="12399" y="7337"/>
                </a:lnTo>
                <a:lnTo>
                  <a:pt x="11225" y="7961"/>
                </a:lnTo>
                <a:lnTo>
                  <a:pt x="10675" y="8254"/>
                </a:lnTo>
                <a:lnTo>
                  <a:pt x="10052" y="8548"/>
                </a:lnTo>
                <a:lnTo>
                  <a:pt x="9428" y="8768"/>
                </a:lnTo>
                <a:lnTo>
                  <a:pt x="8804" y="8951"/>
                </a:lnTo>
                <a:lnTo>
                  <a:pt x="7520" y="9318"/>
                </a:lnTo>
                <a:lnTo>
                  <a:pt x="6200" y="9722"/>
                </a:lnTo>
                <a:lnTo>
                  <a:pt x="5796" y="9868"/>
                </a:lnTo>
                <a:lnTo>
                  <a:pt x="5650" y="10015"/>
                </a:lnTo>
                <a:lnTo>
                  <a:pt x="5576" y="10052"/>
                </a:lnTo>
                <a:lnTo>
                  <a:pt x="5576" y="10015"/>
                </a:lnTo>
                <a:lnTo>
                  <a:pt x="5540" y="9978"/>
                </a:lnTo>
                <a:lnTo>
                  <a:pt x="5540" y="10015"/>
                </a:lnTo>
                <a:lnTo>
                  <a:pt x="5503" y="10088"/>
                </a:lnTo>
                <a:lnTo>
                  <a:pt x="5503" y="10198"/>
                </a:lnTo>
                <a:lnTo>
                  <a:pt x="5540" y="10235"/>
                </a:lnTo>
                <a:lnTo>
                  <a:pt x="5576" y="10235"/>
                </a:lnTo>
                <a:lnTo>
                  <a:pt x="5796" y="10125"/>
                </a:lnTo>
                <a:lnTo>
                  <a:pt x="6017" y="10052"/>
                </a:lnTo>
                <a:lnTo>
                  <a:pt x="6530" y="9942"/>
                </a:lnTo>
                <a:lnTo>
                  <a:pt x="7704" y="9575"/>
                </a:lnTo>
                <a:lnTo>
                  <a:pt x="8878" y="9281"/>
                </a:lnTo>
                <a:lnTo>
                  <a:pt x="9465" y="9098"/>
                </a:lnTo>
                <a:lnTo>
                  <a:pt x="10015" y="8878"/>
                </a:lnTo>
                <a:lnTo>
                  <a:pt x="10528" y="8695"/>
                </a:lnTo>
                <a:lnTo>
                  <a:pt x="11005" y="8438"/>
                </a:lnTo>
                <a:lnTo>
                  <a:pt x="11959" y="7924"/>
                </a:lnTo>
                <a:lnTo>
                  <a:pt x="12473" y="7667"/>
                </a:lnTo>
                <a:lnTo>
                  <a:pt x="12986" y="7411"/>
                </a:lnTo>
                <a:lnTo>
                  <a:pt x="13573" y="7191"/>
                </a:lnTo>
                <a:lnTo>
                  <a:pt x="13756" y="7117"/>
                </a:lnTo>
                <a:lnTo>
                  <a:pt x="14013" y="7044"/>
                </a:lnTo>
                <a:lnTo>
                  <a:pt x="14050" y="7081"/>
                </a:lnTo>
                <a:lnTo>
                  <a:pt x="14160" y="7081"/>
                </a:lnTo>
                <a:lnTo>
                  <a:pt x="14197" y="7191"/>
                </a:lnTo>
                <a:lnTo>
                  <a:pt x="13830" y="7374"/>
                </a:lnTo>
                <a:lnTo>
                  <a:pt x="13500" y="7594"/>
                </a:lnTo>
                <a:lnTo>
                  <a:pt x="12436" y="8218"/>
                </a:lnTo>
                <a:lnTo>
                  <a:pt x="11335" y="8768"/>
                </a:lnTo>
                <a:lnTo>
                  <a:pt x="10198" y="9245"/>
                </a:lnTo>
                <a:lnTo>
                  <a:pt x="9061" y="9685"/>
                </a:lnTo>
                <a:lnTo>
                  <a:pt x="7887" y="10088"/>
                </a:lnTo>
                <a:lnTo>
                  <a:pt x="6750" y="10455"/>
                </a:lnTo>
                <a:lnTo>
                  <a:pt x="6200" y="10639"/>
                </a:lnTo>
                <a:lnTo>
                  <a:pt x="5906" y="10749"/>
                </a:lnTo>
                <a:lnTo>
                  <a:pt x="5650" y="10895"/>
                </a:lnTo>
                <a:lnTo>
                  <a:pt x="5613" y="10932"/>
                </a:lnTo>
                <a:lnTo>
                  <a:pt x="5613" y="10969"/>
                </a:lnTo>
                <a:lnTo>
                  <a:pt x="5613" y="11005"/>
                </a:lnTo>
                <a:lnTo>
                  <a:pt x="5686" y="11042"/>
                </a:lnTo>
                <a:lnTo>
                  <a:pt x="5943" y="11005"/>
                </a:lnTo>
                <a:lnTo>
                  <a:pt x="6200" y="10969"/>
                </a:lnTo>
                <a:lnTo>
                  <a:pt x="6713" y="10822"/>
                </a:lnTo>
                <a:lnTo>
                  <a:pt x="7337" y="10602"/>
                </a:lnTo>
                <a:lnTo>
                  <a:pt x="7961" y="10419"/>
                </a:lnTo>
                <a:lnTo>
                  <a:pt x="9208" y="10015"/>
                </a:lnTo>
                <a:lnTo>
                  <a:pt x="10418" y="9538"/>
                </a:lnTo>
                <a:lnTo>
                  <a:pt x="11445" y="9061"/>
                </a:lnTo>
                <a:lnTo>
                  <a:pt x="12473" y="8584"/>
                </a:lnTo>
                <a:lnTo>
                  <a:pt x="13573" y="7961"/>
                </a:lnTo>
                <a:lnTo>
                  <a:pt x="14013" y="7741"/>
                </a:lnTo>
                <a:lnTo>
                  <a:pt x="14233" y="7594"/>
                </a:lnTo>
                <a:lnTo>
                  <a:pt x="14417" y="7447"/>
                </a:lnTo>
                <a:lnTo>
                  <a:pt x="14527" y="7594"/>
                </a:lnTo>
                <a:lnTo>
                  <a:pt x="14527" y="7631"/>
                </a:lnTo>
                <a:lnTo>
                  <a:pt x="14417" y="7961"/>
                </a:lnTo>
                <a:lnTo>
                  <a:pt x="14417" y="8328"/>
                </a:lnTo>
                <a:lnTo>
                  <a:pt x="14343" y="8254"/>
                </a:lnTo>
                <a:lnTo>
                  <a:pt x="14233" y="8254"/>
                </a:lnTo>
                <a:lnTo>
                  <a:pt x="13830" y="8438"/>
                </a:lnTo>
                <a:lnTo>
                  <a:pt x="13426" y="8658"/>
                </a:lnTo>
                <a:lnTo>
                  <a:pt x="12693" y="9135"/>
                </a:lnTo>
                <a:lnTo>
                  <a:pt x="12252" y="9428"/>
                </a:lnTo>
                <a:lnTo>
                  <a:pt x="11776" y="9685"/>
                </a:lnTo>
                <a:lnTo>
                  <a:pt x="11299" y="9942"/>
                </a:lnTo>
                <a:lnTo>
                  <a:pt x="10822" y="10125"/>
                </a:lnTo>
                <a:lnTo>
                  <a:pt x="8658" y="10822"/>
                </a:lnTo>
                <a:lnTo>
                  <a:pt x="7741" y="11115"/>
                </a:lnTo>
                <a:lnTo>
                  <a:pt x="7300" y="11262"/>
                </a:lnTo>
                <a:lnTo>
                  <a:pt x="6860" y="11446"/>
                </a:lnTo>
                <a:lnTo>
                  <a:pt x="5283" y="11409"/>
                </a:lnTo>
                <a:lnTo>
                  <a:pt x="5246" y="11189"/>
                </a:lnTo>
                <a:lnTo>
                  <a:pt x="5173" y="11115"/>
                </a:lnTo>
                <a:lnTo>
                  <a:pt x="5026" y="11115"/>
                </a:lnTo>
                <a:lnTo>
                  <a:pt x="4989" y="11189"/>
                </a:lnTo>
                <a:lnTo>
                  <a:pt x="4953" y="11409"/>
                </a:lnTo>
                <a:lnTo>
                  <a:pt x="4182" y="11336"/>
                </a:lnTo>
                <a:lnTo>
                  <a:pt x="3816" y="11336"/>
                </a:lnTo>
                <a:lnTo>
                  <a:pt x="3412" y="11372"/>
                </a:lnTo>
                <a:lnTo>
                  <a:pt x="3119" y="11409"/>
                </a:lnTo>
                <a:lnTo>
                  <a:pt x="2862" y="11556"/>
                </a:lnTo>
                <a:lnTo>
                  <a:pt x="2825" y="11005"/>
                </a:lnTo>
                <a:lnTo>
                  <a:pt x="2715" y="9428"/>
                </a:lnTo>
                <a:lnTo>
                  <a:pt x="2715" y="9171"/>
                </a:lnTo>
                <a:lnTo>
                  <a:pt x="2972" y="9171"/>
                </a:lnTo>
                <a:lnTo>
                  <a:pt x="3265" y="9135"/>
                </a:lnTo>
                <a:lnTo>
                  <a:pt x="3522" y="9061"/>
                </a:lnTo>
                <a:lnTo>
                  <a:pt x="3779" y="8988"/>
                </a:lnTo>
                <a:lnTo>
                  <a:pt x="4036" y="8841"/>
                </a:lnTo>
                <a:lnTo>
                  <a:pt x="4293" y="8695"/>
                </a:lnTo>
                <a:lnTo>
                  <a:pt x="4733" y="8401"/>
                </a:lnTo>
                <a:lnTo>
                  <a:pt x="5063" y="8108"/>
                </a:lnTo>
                <a:lnTo>
                  <a:pt x="5356" y="7777"/>
                </a:lnTo>
                <a:lnTo>
                  <a:pt x="5613" y="7447"/>
                </a:lnTo>
                <a:lnTo>
                  <a:pt x="5870" y="7117"/>
                </a:lnTo>
                <a:lnTo>
                  <a:pt x="6273" y="7007"/>
                </a:lnTo>
                <a:lnTo>
                  <a:pt x="6640" y="6824"/>
                </a:lnTo>
                <a:lnTo>
                  <a:pt x="7410" y="6420"/>
                </a:lnTo>
                <a:lnTo>
                  <a:pt x="8401" y="5980"/>
                </a:lnTo>
                <a:lnTo>
                  <a:pt x="9355" y="5577"/>
                </a:lnTo>
                <a:lnTo>
                  <a:pt x="10308" y="5246"/>
                </a:lnTo>
                <a:lnTo>
                  <a:pt x="11262" y="4880"/>
                </a:lnTo>
                <a:lnTo>
                  <a:pt x="12032" y="4623"/>
                </a:lnTo>
                <a:lnTo>
                  <a:pt x="12436" y="4403"/>
                </a:lnTo>
                <a:lnTo>
                  <a:pt x="12619" y="4219"/>
                </a:lnTo>
                <a:lnTo>
                  <a:pt x="12729" y="4183"/>
                </a:lnTo>
                <a:close/>
                <a:moveTo>
                  <a:pt x="2385" y="1"/>
                </a:moveTo>
                <a:lnTo>
                  <a:pt x="2238" y="38"/>
                </a:lnTo>
                <a:lnTo>
                  <a:pt x="2202" y="74"/>
                </a:lnTo>
                <a:lnTo>
                  <a:pt x="2165" y="111"/>
                </a:lnTo>
                <a:lnTo>
                  <a:pt x="2055" y="368"/>
                </a:lnTo>
                <a:lnTo>
                  <a:pt x="1982" y="515"/>
                </a:lnTo>
                <a:lnTo>
                  <a:pt x="1578" y="1432"/>
                </a:lnTo>
                <a:lnTo>
                  <a:pt x="1541" y="1542"/>
                </a:lnTo>
                <a:lnTo>
                  <a:pt x="1578" y="1615"/>
                </a:lnTo>
                <a:lnTo>
                  <a:pt x="1615" y="1688"/>
                </a:lnTo>
                <a:lnTo>
                  <a:pt x="1688" y="1762"/>
                </a:lnTo>
                <a:lnTo>
                  <a:pt x="1761" y="1798"/>
                </a:lnTo>
                <a:lnTo>
                  <a:pt x="1835" y="1798"/>
                </a:lnTo>
                <a:lnTo>
                  <a:pt x="1908" y="1762"/>
                </a:lnTo>
                <a:lnTo>
                  <a:pt x="1982" y="1652"/>
                </a:lnTo>
                <a:lnTo>
                  <a:pt x="2128" y="1358"/>
                </a:lnTo>
                <a:lnTo>
                  <a:pt x="2092" y="2165"/>
                </a:lnTo>
                <a:lnTo>
                  <a:pt x="2092" y="2972"/>
                </a:lnTo>
                <a:lnTo>
                  <a:pt x="2055" y="4073"/>
                </a:lnTo>
                <a:lnTo>
                  <a:pt x="1982" y="4109"/>
                </a:lnTo>
                <a:lnTo>
                  <a:pt x="1835" y="4073"/>
                </a:lnTo>
                <a:lnTo>
                  <a:pt x="1725" y="3999"/>
                </a:lnTo>
                <a:lnTo>
                  <a:pt x="1615" y="3999"/>
                </a:lnTo>
                <a:lnTo>
                  <a:pt x="1541" y="4036"/>
                </a:lnTo>
                <a:lnTo>
                  <a:pt x="1505" y="4109"/>
                </a:lnTo>
                <a:lnTo>
                  <a:pt x="1541" y="4219"/>
                </a:lnTo>
                <a:lnTo>
                  <a:pt x="1651" y="4293"/>
                </a:lnTo>
                <a:lnTo>
                  <a:pt x="1761" y="4366"/>
                </a:lnTo>
                <a:lnTo>
                  <a:pt x="1908" y="4403"/>
                </a:lnTo>
                <a:lnTo>
                  <a:pt x="2055" y="4439"/>
                </a:lnTo>
                <a:lnTo>
                  <a:pt x="2055" y="5540"/>
                </a:lnTo>
                <a:lnTo>
                  <a:pt x="1908" y="5577"/>
                </a:lnTo>
                <a:lnTo>
                  <a:pt x="1651" y="5613"/>
                </a:lnTo>
                <a:lnTo>
                  <a:pt x="1615" y="5687"/>
                </a:lnTo>
                <a:lnTo>
                  <a:pt x="1541" y="5723"/>
                </a:lnTo>
                <a:lnTo>
                  <a:pt x="1541" y="5760"/>
                </a:lnTo>
                <a:lnTo>
                  <a:pt x="1505" y="5797"/>
                </a:lnTo>
                <a:lnTo>
                  <a:pt x="1541" y="5833"/>
                </a:lnTo>
                <a:lnTo>
                  <a:pt x="1578" y="5833"/>
                </a:lnTo>
                <a:lnTo>
                  <a:pt x="1651" y="5907"/>
                </a:lnTo>
                <a:lnTo>
                  <a:pt x="2055" y="5907"/>
                </a:lnTo>
                <a:lnTo>
                  <a:pt x="2092" y="6200"/>
                </a:lnTo>
                <a:lnTo>
                  <a:pt x="2092" y="7154"/>
                </a:lnTo>
                <a:lnTo>
                  <a:pt x="1835" y="7227"/>
                </a:lnTo>
                <a:lnTo>
                  <a:pt x="1541" y="7374"/>
                </a:lnTo>
                <a:lnTo>
                  <a:pt x="1505" y="7411"/>
                </a:lnTo>
                <a:lnTo>
                  <a:pt x="1505" y="7447"/>
                </a:lnTo>
                <a:lnTo>
                  <a:pt x="1541" y="7484"/>
                </a:lnTo>
                <a:lnTo>
                  <a:pt x="1578" y="7521"/>
                </a:lnTo>
                <a:lnTo>
                  <a:pt x="2092" y="7521"/>
                </a:lnTo>
                <a:lnTo>
                  <a:pt x="2165" y="8951"/>
                </a:lnTo>
                <a:lnTo>
                  <a:pt x="2165" y="8988"/>
                </a:lnTo>
                <a:lnTo>
                  <a:pt x="1982" y="8951"/>
                </a:lnTo>
                <a:lnTo>
                  <a:pt x="1578" y="8951"/>
                </a:lnTo>
                <a:lnTo>
                  <a:pt x="1505" y="8988"/>
                </a:lnTo>
                <a:lnTo>
                  <a:pt x="1468" y="9061"/>
                </a:lnTo>
                <a:lnTo>
                  <a:pt x="1468" y="9135"/>
                </a:lnTo>
                <a:lnTo>
                  <a:pt x="1541" y="9208"/>
                </a:lnTo>
                <a:lnTo>
                  <a:pt x="1688" y="9245"/>
                </a:lnTo>
                <a:lnTo>
                  <a:pt x="1835" y="9318"/>
                </a:lnTo>
                <a:lnTo>
                  <a:pt x="2202" y="9391"/>
                </a:lnTo>
                <a:lnTo>
                  <a:pt x="2238" y="10419"/>
                </a:lnTo>
                <a:lnTo>
                  <a:pt x="2018" y="10419"/>
                </a:lnTo>
                <a:lnTo>
                  <a:pt x="1798" y="10455"/>
                </a:lnTo>
                <a:lnTo>
                  <a:pt x="1725" y="10529"/>
                </a:lnTo>
                <a:lnTo>
                  <a:pt x="1651" y="10602"/>
                </a:lnTo>
                <a:lnTo>
                  <a:pt x="1578" y="10675"/>
                </a:lnTo>
                <a:lnTo>
                  <a:pt x="1615" y="10749"/>
                </a:lnTo>
                <a:lnTo>
                  <a:pt x="1688" y="10822"/>
                </a:lnTo>
                <a:lnTo>
                  <a:pt x="2128" y="10822"/>
                </a:lnTo>
                <a:lnTo>
                  <a:pt x="2275" y="10859"/>
                </a:lnTo>
                <a:lnTo>
                  <a:pt x="2275" y="10895"/>
                </a:lnTo>
                <a:lnTo>
                  <a:pt x="2312" y="11702"/>
                </a:lnTo>
                <a:lnTo>
                  <a:pt x="2348" y="11959"/>
                </a:lnTo>
                <a:lnTo>
                  <a:pt x="2385" y="12106"/>
                </a:lnTo>
                <a:lnTo>
                  <a:pt x="2495" y="12216"/>
                </a:lnTo>
                <a:lnTo>
                  <a:pt x="2568" y="12253"/>
                </a:lnTo>
                <a:lnTo>
                  <a:pt x="2679" y="12253"/>
                </a:lnTo>
                <a:lnTo>
                  <a:pt x="2752" y="12216"/>
                </a:lnTo>
                <a:lnTo>
                  <a:pt x="2789" y="12143"/>
                </a:lnTo>
                <a:lnTo>
                  <a:pt x="2825" y="12106"/>
                </a:lnTo>
                <a:lnTo>
                  <a:pt x="3009" y="11959"/>
                </a:lnTo>
                <a:lnTo>
                  <a:pt x="3265" y="11886"/>
                </a:lnTo>
                <a:lnTo>
                  <a:pt x="3486" y="11849"/>
                </a:lnTo>
                <a:lnTo>
                  <a:pt x="3742" y="11849"/>
                </a:lnTo>
                <a:lnTo>
                  <a:pt x="3742" y="12033"/>
                </a:lnTo>
                <a:lnTo>
                  <a:pt x="3742" y="12216"/>
                </a:lnTo>
                <a:lnTo>
                  <a:pt x="3816" y="12363"/>
                </a:lnTo>
                <a:lnTo>
                  <a:pt x="3889" y="12509"/>
                </a:lnTo>
                <a:lnTo>
                  <a:pt x="3962" y="12583"/>
                </a:lnTo>
                <a:lnTo>
                  <a:pt x="4036" y="12546"/>
                </a:lnTo>
                <a:lnTo>
                  <a:pt x="4109" y="12509"/>
                </a:lnTo>
                <a:lnTo>
                  <a:pt x="4146" y="12436"/>
                </a:lnTo>
                <a:lnTo>
                  <a:pt x="4072" y="12216"/>
                </a:lnTo>
                <a:lnTo>
                  <a:pt x="4036" y="12069"/>
                </a:lnTo>
                <a:lnTo>
                  <a:pt x="4036" y="11886"/>
                </a:lnTo>
                <a:lnTo>
                  <a:pt x="5063" y="11922"/>
                </a:lnTo>
                <a:lnTo>
                  <a:pt x="5063" y="12143"/>
                </a:lnTo>
                <a:lnTo>
                  <a:pt x="5100" y="12619"/>
                </a:lnTo>
                <a:lnTo>
                  <a:pt x="5136" y="12693"/>
                </a:lnTo>
                <a:lnTo>
                  <a:pt x="5173" y="12766"/>
                </a:lnTo>
                <a:lnTo>
                  <a:pt x="5320" y="12766"/>
                </a:lnTo>
                <a:lnTo>
                  <a:pt x="5466" y="12729"/>
                </a:lnTo>
                <a:lnTo>
                  <a:pt x="5503" y="12619"/>
                </a:lnTo>
                <a:lnTo>
                  <a:pt x="5540" y="12473"/>
                </a:lnTo>
                <a:lnTo>
                  <a:pt x="5466" y="12363"/>
                </a:lnTo>
                <a:lnTo>
                  <a:pt x="5393" y="12326"/>
                </a:lnTo>
                <a:lnTo>
                  <a:pt x="5356" y="12106"/>
                </a:lnTo>
                <a:lnTo>
                  <a:pt x="5283" y="11922"/>
                </a:lnTo>
                <a:lnTo>
                  <a:pt x="5906" y="11959"/>
                </a:lnTo>
                <a:lnTo>
                  <a:pt x="6493" y="11959"/>
                </a:lnTo>
                <a:lnTo>
                  <a:pt x="6493" y="11996"/>
                </a:lnTo>
                <a:lnTo>
                  <a:pt x="6457" y="12179"/>
                </a:lnTo>
                <a:lnTo>
                  <a:pt x="6420" y="12399"/>
                </a:lnTo>
                <a:lnTo>
                  <a:pt x="6457" y="12583"/>
                </a:lnTo>
                <a:lnTo>
                  <a:pt x="6567" y="12766"/>
                </a:lnTo>
                <a:lnTo>
                  <a:pt x="6603" y="12840"/>
                </a:lnTo>
                <a:lnTo>
                  <a:pt x="6677" y="12876"/>
                </a:lnTo>
                <a:lnTo>
                  <a:pt x="6750" y="12876"/>
                </a:lnTo>
                <a:lnTo>
                  <a:pt x="6824" y="12840"/>
                </a:lnTo>
                <a:lnTo>
                  <a:pt x="6897" y="12766"/>
                </a:lnTo>
                <a:lnTo>
                  <a:pt x="6897" y="12729"/>
                </a:lnTo>
                <a:lnTo>
                  <a:pt x="6897" y="12656"/>
                </a:lnTo>
                <a:lnTo>
                  <a:pt x="6824" y="12619"/>
                </a:lnTo>
                <a:lnTo>
                  <a:pt x="6787" y="12583"/>
                </a:lnTo>
                <a:lnTo>
                  <a:pt x="6713" y="12399"/>
                </a:lnTo>
                <a:lnTo>
                  <a:pt x="6677" y="12216"/>
                </a:lnTo>
                <a:lnTo>
                  <a:pt x="6640" y="11996"/>
                </a:lnTo>
                <a:lnTo>
                  <a:pt x="6640" y="11959"/>
                </a:lnTo>
                <a:lnTo>
                  <a:pt x="7924" y="11996"/>
                </a:lnTo>
                <a:lnTo>
                  <a:pt x="7851" y="12033"/>
                </a:lnTo>
                <a:lnTo>
                  <a:pt x="7814" y="12106"/>
                </a:lnTo>
                <a:lnTo>
                  <a:pt x="7777" y="12253"/>
                </a:lnTo>
                <a:lnTo>
                  <a:pt x="7777" y="12399"/>
                </a:lnTo>
                <a:lnTo>
                  <a:pt x="7777" y="12509"/>
                </a:lnTo>
                <a:lnTo>
                  <a:pt x="7814" y="12619"/>
                </a:lnTo>
                <a:lnTo>
                  <a:pt x="7887" y="12729"/>
                </a:lnTo>
                <a:lnTo>
                  <a:pt x="7961" y="12766"/>
                </a:lnTo>
                <a:lnTo>
                  <a:pt x="8034" y="12729"/>
                </a:lnTo>
                <a:lnTo>
                  <a:pt x="8107" y="12693"/>
                </a:lnTo>
                <a:lnTo>
                  <a:pt x="8144" y="12619"/>
                </a:lnTo>
                <a:lnTo>
                  <a:pt x="8107" y="12473"/>
                </a:lnTo>
                <a:lnTo>
                  <a:pt x="8071" y="12289"/>
                </a:lnTo>
                <a:lnTo>
                  <a:pt x="8071" y="12179"/>
                </a:lnTo>
                <a:lnTo>
                  <a:pt x="8034" y="12106"/>
                </a:lnTo>
                <a:lnTo>
                  <a:pt x="8034" y="12033"/>
                </a:lnTo>
                <a:lnTo>
                  <a:pt x="8034" y="11996"/>
                </a:lnTo>
                <a:lnTo>
                  <a:pt x="9391" y="11996"/>
                </a:lnTo>
                <a:lnTo>
                  <a:pt x="9318" y="12216"/>
                </a:lnTo>
                <a:lnTo>
                  <a:pt x="9318" y="12473"/>
                </a:lnTo>
                <a:lnTo>
                  <a:pt x="9355" y="12546"/>
                </a:lnTo>
                <a:lnTo>
                  <a:pt x="9428" y="12583"/>
                </a:lnTo>
                <a:lnTo>
                  <a:pt x="9611" y="12583"/>
                </a:lnTo>
                <a:lnTo>
                  <a:pt x="9685" y="12546"/>
                </a:lnTo>
                <a:lnTo>
                  <a:pt x="9721" y="12473"/>
                </a:lnTo>
                <a:lnTo>
                  <a:pt x="9721" y="12436"/>
                </a:lnTo>
                <a:lnTo>
                  <a:pt x="9721" y="12363"/>
                </a:lnTo>
                <a:lnTo>
                  <a:pt x="9611" y="12326"/>
                </a:lnTo>
                <a:lnTo>
                  <a:pt x="9611" y="11996"/>
                </a:lnTo>
                <a:lnTo>
                  <a:pt x="10638" y="11996"/>
                </a:lnTo>
                <a:lnTo>
                  <a:pt x="10675" y="12253"/>
                </a:lnTo>
                <a:lnTo>
                  <a:pt x="10748" y="12509"/>
                </a:lnTo>
                <a:lnTo>
                  <a:pt x="10822" y="12583"/>
                </a:lnTo>
                <a:lnTo>
                  <a:pt x="10969" y="12583"/>
                </a:lnTo>
                <a:lnTo>
                  <a:pt x="11005" y="12509"/>
                </a:lnTo>
                <a:lnTo>
                  <a:pt x="11042" y="12399"/>
                </a:lnTo>
                <a:lnTo>
                  <a:pt x="10969" y="12179"/>
                </a:lnTo>
                <a:lnTo>
                  <a:pt x="10895" y="11996"/>
                </a:lnTo>
                <a:lnTo>
                  <a:pt x="12106" y="11996"/>
                </a:lnTo>
                <a:lnTo>
                  <a:pt x="12069" y="12069"/>
                </a:lnTo>
                <a:lnTo>
                  <a:pt x="12032" y="12143"/>
                </a:lnTo>
                <a:lnTo>
                  <a:pt x="11996" y="12363"/>
                </a:lnTo>
                <a:lnTo>
                  <a:pt x="12032" y="12473"/>
                </a:lnTo>
                <a:lnTo>
                  <a:pt x="12069" y="12619"/>
                </a:lnTo>
                <a:lnTo>
                  <a:pt x="12142" y="12729"/>
                </a:lnTo>
                <a:lnTo>
                  <a:pt x="12216" y="12803"/>
                </a:lnTo>
                <a:lnTo>
                  <a:pt x="12289" y="12840"/>
                </a:lnTo>
                <a:lnTo>
                  <a:pt x="12362" y="12803"/>
                </a:lnTo>
                <a:lnTo>
                  <a:pt x="12399" y="12766"/>
                </a:lnTo>
                <a:lnTo>
                  <a:pt x="12399" y="12693"/>
                </a:lnTo>
                <a:lnTo>
                  <a:pt x="12362" y="12546"/>
                </a:lnTo>
                <a:lnTo>
                  <a:pt x="12289" y="12363"/>
                </a:lnTo>
                <a:lnTo>
                  <a:pt x="12252" y="12179"/>
                </a:lnTo>
                <a:lnTo>
                  <a:pt x="12252" y="11959"/>
                </a:lnTo>
                <a:lnTo>
                  <a:pt x="13353" y="11959"/>
                </a:lnTo>
                <a:lnTo>
                  <a:pt x="13280" y="12106"/>
                </a:lnTo>
                <a:lnTo>
                  <a:pt x="13243" y="12253"/>
                </a:lnTo>
                <a:lnTo>
                  <a:pt x="13243" y="12436"/>
                </a:lnTo>
                <a:lnTo>
                  <a:pt x="13316" y="12583"/>
                </a:lnTo>
                <a:lnTo>
                  <a:pt x="13353" y="12619"/>
                </a:lnTo>
                <a:lnTo>
                  <a:pt x="13426" y="12656"/>
                </a:lnTo>
                <a:lnTo>
                  <a:pt x="13500" y="12656"/>
                </a:lnTo>
                <a:lnTo>
                  <a:pt x="13573" y="12583"/>
                </a:lnTo>
                <a:lnTo>
                  <a:pt x="13610" y="12436"/>
                </a:lnTo>
                <a:lnTo>
                  <a:pt x="13536" y="12216"/>
                </a:lnTo>
                <a:lnTo>
                  <a:pt x="13536" y="12069"/>
                </a:lnTo>
                <a:lnTo>
                  <a:pt x="13573" y="11922"/>
                </a:lnTo>
                <a:lnTo>
                  <a:pt x="14563" y="11886"/>
                </a:lnTo>
                <a:lnTo>
                  <a:pt x="14563" y="11886"/>
                </a:lnTo>
                <a:lnTo>
                  <a:pt x="14527" y="12363"/>
                </a:lnTo>
                <a:lnTo>
                  <a:pt x="14563" y="12436"/>
                </a:lnTo>
                <a:lnTo>
                  <a:pt x="14637" y="12509"/>
                </a:lnTo>
                <a:lnTo>
                  <a:pt x="14747" y="12509"/>
                </a:lnTo>
                <a:lnTo>
                  <a:pt x="14820" y="12473"/>
                </a:lnTo>
                <a:lnTo>
                  <a:pt x="14893" y="12399"/>
                </a:lnTo>
                <a:lnTo>
                  <a:pt x="14967" y="12289"/>
                </a:lnTo>
                <a:lnTo>
                  <a:pt x="14967" y="12179"/>
                </a:lnTo>
                <a:lnTo>
                  <a:pt x="14967" y="12069"/>
                </a:lnTo>
                <a:lnTo>
                  <a:pt x="14930" y="11996"/>
                </a:lnTo>
                <a:lnTo>
                  <a:pt x="14857" y="11959"/>
                </a:lnTo>
                <a:lnTo>
                  <a:pt x="14857" y="11886"/>
                </a:lnTo>
                <a:lnTo>
                  <a:pt x="16618" y="11776"/>
                </a:lnTo>
                <a:lnTo>
                  <a:pt x="16654" y="11812"/>
                </a:lnTo>
                <a:lnTo>
                  <a:pt x="16544" y="11996"/>
                </a:lnTo>
                <a:lnTo>
                  <a:pt x="16361" y="12179"/>
                </a:lnTo>
                <a:lnTo>
                  <a:pt x="16287" y="12289"/>
                </a:lnTo>
                <a:lnTo>
                  <a:pt x="16251" y="12363"/>
                </a:lnTo>
                <a:lnTo>
                  <a:pt x="16287" y="12436"/>
                </a:lnTo>
                <a:lnTo>
                  <a:pt x="16324" y="12509"/>
                </a:lnTo>
                <a:lnTo>
                  <a:pt x="16397" y="12546"/>
                </a:lnTo>
                <a:lnTo>
                  <a:pt x="16471" y="12583"/>
                </a:lnTo>
                <a:lnTo>
                  <a:pt x="16544" y="12583"/>
                </a:lnTo>
                <a:lnTo>
                  <a:pt x="16581" y="12546"/>
                </a:lnTo>
                <a:lnTo>
                  <a:pt x="16728" y="12473"/>
                </a:lnTo>
                <a:lnTo>
                  <a:pt x="16801" y="12363"/>
                </a:lnTo>
                <a:lnTo>
                  <a:pt x="16984" y="12106"/>
                </a:lnTo>
                <a:lnTo>
                  <a:pt x="17461" y="11482"/>
                </a:lnTo>
                <a:lnTo>
                  <a:pt x="17461" y="11409"/>
                </a:lnTo>
                <a:lnTo>
                  <a:pt x="17461" y="11336"/>
                </a:lnTo>
                <a:lnTo>
                  <a:pt x="17461" y="11262"/>
                </a:lnTo>
                <a:lnTo>
                  <a:pt x="17425" y="11189"/>
                </a:lnTo>
                <a:lnTo>
                  <a:pt x="17058" y="10895"/>
                </a:lnTo>
                <a:lnTo>
                  <a:pt x="16728" y="10639"/>
                </a:lnTo>
                <a:lnTo>
                  <a:pt x="16654" y="10602"/>
                </a:lnTo>
                <a:lnTo>
                  <a:pt x="16581" y="10602"/>
                </a:lnTo>
                <a:lnTo>
                  <a:pt x="16544" y="10639"/>
                </a:lnTo>
                <a:lnTo>
                  <a:pt x="16471" y="10675"/>
                </a:lnTo>
                <a:lnTo>
                  <a:pt x="16434" y="10785"/>
                </a:lnTo>
                <a:lnTo>
                  <a:pt x="16434" y="10859"/>
                </a:lnTo>
                <a:lnTo>
                  <a:pt x="16471" y="10932"/>
                </a:lnTo>
                <a:lnTo>
                  <a:pt x="16801" y="11226"/>
                </a:lnTo>
                <a:lnTo>
                  <a:pt x="13940" y="11372"/>
                </a:lnTo>
                <a:lnTo>
                  <a:pt x="14050" y="11336"/>
                </a:lnTo>
                <a:lnTo>
                  <a:pt x="14270" y="11189"/>
                </a:lnTo>
                <a:lnTo>
                  <a:pt x="14343" y="11115"/>
                </a:lnTo>
                <a:lnTo>
                  <a:pt x="14417" y="11005"/>
                </a:lnTo>
                <a:lnTo>
                  <a:pt x="14417" y="10932"/>
                </a:lnTo>
                <a:lnTo>
                  <a:pt x="14380" y="10895"/>
                </a:lnTo>
                <a:lnTo>
                  <a:pt x="14233" y="10895"/>
                </a:lnTo>
                <a:lnTo>
                  <a:pt x="14123" y="10932"/>
                </a:lnTo>
                <a:lnTo>
                  <a:pt x="13903" y="11079"/>
                </a:lnTo>
                <a:lnTo>
                  <a:pt x="13720" y="11226"/>
                </a:lnTo>
                <a:lnTo>
                  <a:pt x="13573" y="11409"/>
                </a:lnTo>
                <a:lnTo>
                  <a:pt x="12289" y="11446"/>
                </a:lnTo>
                <a:lnTo>
                  <a:pt x="12546" y="11336"/>
                </a:lnTo>
                <a:lnTo>
                  <a:pt x="12839" y="11226"/>
                </a:lnTo>
                <a:lnTo>
                  <a:pt x="13169" y="11079"/>
                </a:lnTo>
                <a:lnTo>
                  <a:pt x="13500" y="10895"/>
                </a:lnTo>
                <a:lnTo>
                  <a:pt x="13793" y="10675"/>
                </a:lnTo>
                <a:lnTo>
                  <a:pt x="14050" y="10419"/>
                </a:lnTo>
                <a:lnTo>
                  <a:pt x="14087" y="10308"/>
                </a:lnTo>
                <a:lnTo>
                  <a:pt x="14050" y="10235"/>
                </a:lnTo>
                <a:lnTo>
                  <a:pt x="13976" y="10198"/>
                </a:lnTo>
                <a:lnTo>
                  <a:pt x="13903" y="10235"/>
                </a:lnTo>
                <a:lnTo>
                  <a:pt x="13646" y="10382"/>
                </a:lnTo>
                <a:lnTo>
                  <a:pt x="13390" y="10565"/>
                </a:lnTo>
                <a:lnTo>
                  <a:pt x="13133" y="10749"/>
                </a:lnTo>
                <a:lnTo>
                  <a:pt x="12876" y="10895"/>
                </a:lnTo>
                <a:lnTo>
                  <a:pt x="12583" y="11042"/>
                </a:lnTo>
                <a:lnTo>
                  <a:pt x="12289" y="11152"/>
                </a:lnTo>
                <a:lnTo>
                  <a:pt x="11996" y="11299"/>
                </a:lnTo>
                <a:lnTo>
                  <a:pt x="11702" y="11446"/>
                </a:lnTo>
                <a:lnTo>
                  <a:pt x="10162" y="11482"/>
                </a:lnTo>
                <a:lnTo>
                  <a:pt x="10602" y="11299"/>
                </a:lnTo>
                <a:lnTo>
                  <a:pt x="12216" y="10639"/>
                </a:lnTo>
                <a:lnTo>
                  <a:pt x="12766" y="10455"/>
                </a:lnTo>
                <a:lnTo>
                  <a:pt x="13316" y="10162"/>
                </a:lnTo>
                <a:lnTo>
                  <a:pt x="13573" y="10015"/>
                </a:lnTo>
                <a:lnTo>
                  <a:pt x="13793" y="9832"/>
                </a:lnTo>
                <a:lnTo>
                  <a:pt x="13976" y="9612"/>
                </a:lnTo>
                <a:lnTo>
                  <a:pt x="14087" y="9355"/>
                </a:lnTo>
                <a:lnTo>
                  <a:pt x="14087" y="9245"/>
                </a:lnTo>
                <a:lnTo>
                  <a:pt x="14050" y="9208"/>
                </a:lnTo>
                <a:lnTo>
                  <a:pt x="13940" y="9171"/>
                </a:lnTo>
                <a:lnTo>
                  <a:pt x="13866" y="9208"/>
                </a:lnTo>
                <a:lnTo>
                  <a:pt x="13463" y="9612"/>
                </a:lnTo>
                <a:lnTo>
                  <a:pt x="13243" y="9795"/>
                </a:lnTo>
                <a:lnTo>
                  <a:pt x="12986" y="9978"/>
                </a:lnTo>
                <a:lnTo>
                  <a:pt x="12693" y="10125"/>
                </a:lnTo>
                <a:lnTo>
                  <a:pt x="12399" y="10235"/>
                </a:lnTo>
                <a:lnTo>
                  <a:pt x="11776" y="10492"/>
                </a:lnTo>
                <a:lnTo>
                  <a:pt x="10418" y="11042"/>
                </a:lnTo>
                <a:lnTo>
                  <a:pt x="9905" y="11262"/>
                </a:lnTo>
                <a:lnTo>
                  <a:pt x="9428" y="11482"/>
                </a:lnTo>
                <a:lnTo>
                  <a:pt x="7667" y="11482"/>
                </a:lnTo>
                <a:lnTo>
                  <a:pt x="8621" y="11152"/>
                </a:lnTo>
                <a:lnTo>
                  <a:pt x="10895" y="10419"/>
                </a:lnTo>
                <a:lnTo>
                  <a:pt x="11335" y="10235"/>
                </a:lnTo>
                <a:lnTo>
                  <a:pt x="11776" y="10052"/>
                </a:lnTo>
                <a:lnTo>
                  <a:pt x="12179" y="9832"/>
                </a:lnTo>
                <a:lnTo>
                  <a:pt x="12583" y="9575"/>
                </a:lnTo>
                <a:lnTo>
                  <a:pt x="13426" y="9025"/>
                </a:lnTo>
                <a:lnTo>
                  <a:pt x="13866" y="8768"/>
                </a:lnTo>
                <a:lnTo>
                  <a:pt x="14307" y="8548"/>
                </a:lnTo>
                <a:lnTo>
                  <a:pt x="14380" y="8511"/>
                </a:lnTo>
                <a:lnTo>
                  <a:pt x="14417" y="8474"/>
                </a:lnTo>
                <a:lnTo>
                  <a:pt x="14417" y="8841"/>
                </a:lnTo>
                <a:lnTo>
                  <a:pt x="14453" y="8915"/>
                </a:lnTo>
                <a:lnTo>
                  <a:pt x="14490" y="8951"/>
                </a:lnTo>
                <a:lnTo>
                  <a:pt x="14527" y="8988"/>
                </a:lnTo>
                <a:lnTo>
                  <a:pt x="14600" y="9025"/>
                </a:lnTo>
                <a:lnTo>
                  <a:pt x="14673" y="8988"/>
                </a:lnTo>
                <a:lnTo>
                  <a:pt x="14747" y="8951"/>
                </a:lnTo>
                <a:lnTo>
                  <a:pt x="14783" y="8915"/>
                </a:lnTo>
                <a:lnTo>
                  <a:pt x="14783" y="8841"/>
                </a:lnTo>
                <a:lnTo>
                  <a:pt x="14783" y="8291"/>
                </a:lnTo>
                <a:lnTo>
                  <a:pt x="14747" y="8034"/>
                </a:lnTo>
                <a:lnTo>
                  <a:pt x="14673" y="7777"/>
                </a:lnTo>
                <a:lnTo>
                  <a:pt x="15077" y="8181"/>
                </a:lnTo>
                <a:lnTo>
                  <a:pt x="15517" y="8584"/>
                </a:lnTo>
                <a:lnTo>
                  <a:pt x="15737" y="8768"/>
                </a:lnTo>
                <a:lnTo>
                  <a:pt x="15847" y="8841"/>
                </a:lnTo>
                <a:lnTo>
                  <a:pt x="15994" y="8878"/>
                </a:lnTo>
                <a:lnTo>
                  <a:pt x="16361" y="8915"/>
                </a:lnTo>
                <a:lnTo>
                  <a:pt x="16764" y="8915"/>
                </a:lnTo>
                <a:lnTo>
                  <a:pt x="17204" y="8878"/>
                </a:lnTo>
                <a:lnTo>
                  <a:pt x="17608" y="8731"/>
                </a:lnTo>
                <a:lnTo>
                  <a:pt x="17681" y="8695"/>
                </a:lnTo>
                <a:lnTo>
                  <a:pt x="17755" y="8584"/>
                </a:lnTo>
                <a:lnTo>
                  <a:pt x="17791" y="8511"/>
                </a:lnTo>
                <a:lnTo>
                  <a:pt x="17755" y="8438"/>
                </a:lnTo>
                <a:lnTo>
                  <a:pt x="17718" y="8328"/>
                </a:lnTo>
                <a:lnTo>
                  <a:pt x="17681" y="8291"/>
                </a:lnTo>
                <a:lnTo>
                  <a:pt x="17571" y="8254"/>
                </a:lnTo>
                <a:lnTo>
                  <a:pt x="17461" y="8254"/>
                </a:lnTo>
                <a:lnTo>
                  <a:pt x="17131" y="8364"/>
                </a:lnTo>
                <a:lnTo>
                  <a:pt x="16764" y="8401"/>
                </a:lnTo>
                <a:lnTo>
                  <a:pt x="16397" y="8438"/>
                </a:lnTo>
                <a:lnTo>
                  <a:pt x="16177" y="8401"/>
                </a:lnTo>
                <a:lnTo>
                  <a:pt x="16031" y="8364"/>
                </a:lnTo>
                <a:lnTo>
                  <a:pt x="15480" y="7888"/>
                </a:lnTo>
                <a:lnTo>
                  <a:pt x="15004" y="7374"/>
                </a:lnTo>
                <a:lnTo>
                  <a:pt x="14563" y="6824"/>
                </a:lnTo>
                <a:lnTo>
                  <a:pt x="14160" y="6237"/>
                </a:lnTo>
                <a:lnTo>
                  <a:pt x="13830" y="5613"/>
                </a:lnTo>
                <a:lnTo>
                  <a:pt x="13536" y="4990"/>
                </a:lnTo>
                <a:lnTo>
                  <a:pt x="13096" y="3926"/>
                </a:lnTo>
                <a:lnTo>
                  <a:pt x="12803" y="3412"/>
                </a:lnTo>
                <a:lnTo>
                  <a:pt x="12509" y="2936"/>
                </a:lnTo>
                <a:lnTo>
                  <a:pt x="12326" y="2752"/>
                </a:lnTo>
                <a:lnTo>
                  <a:pt x="12142" y="2532"/>
                </a:lnTo>
                <a:lnTo>
                  <a:pt x="11959" y="2349"/>
                </a:lnTo>
                <a:lnTo>
                  <a:pt x="11739" y="2202"/>
                </a:lnTo>
                <a:lnTo>
                  <a:pt x="11482" y="2092"/>
                </a:lnTo>
                <a:lnTo>
                  <a:pt x="11225" y="1982"/>
                </a:lnTo>
                <a:lnTo>
                  <a:pt x="10932" y="1908"/>
                </a:lnTo>
                <a:lnTo>
                  <a:pt x="10602" y="1872"/>
                </a:lnTo>
                <a:lnTo>
                  <a:pt x="10308" y="1872"/>
                </a:lnTo>
                <a:lnTo>
                  <a:pt x="9978" y="1908"/>
                </a:lnTo>
                <a:lnTo>
                  <a:pt x="9685" y="1982"/>
                </a:lnTo>
                <a:lnTo>
                  <a:pt x="9391" y="2055"/>
                </a:lnTo>
                <a:lnTo>
                  <a:pt x="9098" y="2202"/>
                </a:lnTo>
                <a:lnTo>
                  <a:pt x="8841" y="2349"/>
                </a:lnTo>
                <a:lnTo>
                  <a:pt x="8584" y="2495"/>
                </a:lnTo>
                <a:lnTo>
                  <a:pt x="8327" y="2715"/>
                </a:lnTo>
                <a:lnTo>
                  <a:pt x="7887" y="3119"/>
                </a:lnTo>
                <a:lnTo>
                  <a:pt x="7484" y="3632"/>
                </a:lnTo>
                <a:lnTo>
                  <a:pt x="7117" y="4146"/>
                </a:lnTo>
                <a:lnTo>
                  <a:pt x="6787" y="4660"/>
                </a:lnTo>
                <a:lnTo>
                  <a:pt x="6127" y="5833"/>
                </a:lnTo>
                <a:lnTo>
                  <a:pt x="5796" y="6457"/>
                </a:lnTo>
                <a:lnTo>
                  <a:pt x="5430" y="7044"/>
                </a:lnTo>
                <a:lnTo>
                  <a:pt x="4989" y="7594"/>
                </a:lnTo>
                <a:lnTo>
                  <a:pt x="4769" y="7851"/>
                </a:lnTo>
                <a:lnTo>
                  <a:pt x="4513" y="8071"/>
                </a:lnTo>
                <a:lnTo>
                  <a:pt x="4256" y="8291"/>
                </a:lnTo>
                <a:lnTo>
                  <a:pt x="3962" y="8474"/>
                </a:lnTo>
                <a:lnTo>
                  <a:pt x="3669" y="8621"/>
                </a:lnTo>
                <a:lnTo>
                  <a:pt x="3339" y="8731"/>
                </a:lnTo>
                <a:lnTo>
                  <a:pt x="3009" y="8841"/>
                </a:lnTo>
                <a:lnTo>
                  <a:pt x="2715" y="8915"/>
                </a:lnTo>
                <a:lnTo>
                  <a:pt x="2605" y="6200"/>
                </a:lnTo>
                <a:lnTo>
                  <a:pt x="2568" y="3119"/>
                </a:lnTo>
                <a:lnTo>
                  <a:pt x="2605" y="1505"/>
                </a:lnTo>
                <a:lnTo>
                  <a:pt x="2568" y="1138"/>
                </a:lnTo>
                <a:lnTo>
                  <a:pt x="2715" y="1395"/>
                </a:lnTo>
                <a:lnTo>
                  <a:pt x="2862" y="1652"/>
                </a:lnTo>
                <a:lnTo>
                  <a:pt x="2899" y="1725"/>
                </a:lnTo>
                <a:lnTo>
                  <a:pt x="2972" y="1762"/>
                </a:lnTo>
                <a:lnTo>
                  <a:pt x="3119" y="1762"/>
                </a:lnTo>
                <a:lnTo>
                  <a:pt x="3192" y="1688"/>
                </a:lnTo>
                <a:lnTo>
                  <a:pt x="3229" y="1652"/>
                </a:lnTo>
                <a:lnTo>
                  <a:pt x="3265" y="1578"/>
                </a:lnTo>
                <a:lnTo>
                  <a:pt x="3265" y="1505"/>
                </a:lnTo>
                <a:lnTo>
                  <a:pt x="3155" y="1138"/>
                </a:lnTo>
                <a:lnTo>
                  <a:pt x="2972" y="771"/>
                </a:lnTo>
                <a:lnTo>
                  <a:pt x="2568" y="111"/>
                </a:lnTo>
                <a:lnTo>
                  <a:pt x="2495" y="38"/>
                </a:lnTo>
                <a:lnTo>
                  <a:pt x="2385" y="1"/>
                </a:lnTo>
                <a:close/>
                <a:moveTo>
                  <a:pt x="15554" y="12546"/>
                </a:moveTo>
                <a:lnTo>
                  <a:pt x="15480" y="12583"/>
                </a:lnTo>
                <a:lnTo>
                  <a:pt x="15370" y="12619"/>
                </a:lnTo>
                <a:lnTo>
                  <a:pt x="15224" y="12766"/>
                </a:lnTo>
                <a:lnTo>
                  <a:pt x="15077" y="12913"/>
                </a:lnTo>
                <a:lnTo>
                  <a:pt x="15077" y="12950"/>
                </a:lnTo>
                <a:lnTo>
                  <a:pt x="14820" y="12803"/>
                </a:lnTo>
                <a:lnTo>
                  <a:pt x="14527" y="12693"/>
                </a:lnTo>
                <a:lnTo>
                  <a:pt x="14453" y="12693"/>
                </a:lnTo>
                <a:lnTo>
                  <a:pt x="14417" y="12729"/>
                </a:lnTo>
                <a:lnTo>
                  <a:pt x="14380" y="12803"/>
                </a:lnTo>
                <a:lnTo>
                  <a:pt x="14380" y="12876"/>
                </a:lnTo>
                <a:lnTo>
                  <a:pt x="14563" y="13096"/>
                </a:lnTo>
                <a:lnTo>
                  <a:pt x="14783" y="13316"/>
                </a:lnTo>
                <a:lnTo>
                  <a:pt x="14673" y="13463"/>
                </a:lnTo>
                <a:lnTo>
                  <a:pt x="14490" y="13720"/>
                </a:lnTo>
                <a:lnTo>
                  <a:pt x="14417" y="13867"/>
                </a:lnTo>
                <a:lnTo>
                  <a:pt x="14417" y="14013"/>
                </a:lnTo>
                <a:lnTo>
                  <a:pt x="14453" y="14087"/>
                </a:lnTo>
                <a:lnTo>
                  <a:pt x="14490" y="14123"/>
                </a:lnTo>
                <a:lnTo>
                  <a:pt x="14600" y="14123"/>
                </a:lnTo>
                <a:lnTo>
                  <a:pt x="14673" y="14087"/>
                </a:lnTo>
                <a:lnTo>
                  <a:pt x="14783" y="14050"/>
                </a:lnTo>
                <a:lnTo>
                  <a:pt x="14893" y="13903"/>
                </a:lnTo>
                <a:lnTo>
                  <a:pt x="15150" y="13573"/>
                </a:lnTo>
                <a:lnTo>
                  <a:pt x="15590" y="13903"/>
                </a:lnTo>
                <a:lnTo>
                  <a:pt x="15700" y="13940"/>
                </a:lnTo>
                <a:lnTo>
                  <a:pt x="15774" y="13940"/>
                </a:lnTo>
                <a:lnTo>
                  <a:pt x="15847" y="13903"/>
                </a:lnTo>
                <a:lnTo>
                  <a:pt x="15884" y="13830"/>
                </a:lnTo>
                <a:lnTo>
                  <a:pt x="15921" y="13757"/>
                </a:lnTo>
                <a:lnTo>
                  <a:pt x="15921" y="13647"/>
                </a:lnTo>
                <a:lnTo>
                  <a:pt x="15921" y="13573"/>
                </a:lnTo>
                <a:lnTo>
                  <a:pt x="15847" y="13500"/>
                </a:lnTo>
                <a:lnTo>
                  <a:pt x="15407" y="13170"/>
                </a:lnTo>
                <a:lnTo>
                  <a:pt x="15480" y="13096"/>
                </a:lnTo>
                <a:lnTo>
                  <a:pt x="15590" y="12876"/>
                </a:lnTo>
                <a:lnTo>
                  <a:pt x="15664" y="12803"/>
                </a:lnTo>
                <a:lnTo>
                  <a:pt x="15737" y="12766"/>
                </a:lnTo>
                <a:lnTo>
                  <a:pt x="15774" y="12729"/>
                </a:lnTo>
                <a:lnTo>
                  <a:pt x="15811" y="12693"/>
                </a:lnTo>
                <a:lnTo>
                  <a:pt x="15811" y="12656"/>
                </a:lnTo>
                <a:lnTo>
                  <a:pt x="15774" y="12656"/>
                </a:lnTo>
                <a:lnTo>
                  <a:pt x="15664" y="12583"/>
                </a:lnTo>
                <a:lnTo>
                  <a:pt x="15554" y="12546"/>
                </a:lnTo>
                <a:close/>
              </a:path>
            </a:pathLst>
          </a:custGeom>
          <a:solidFill>
            <a:srgbClr val="A4C2F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8" name="Google Shape;228;p3"/>
          <p:cNvSpPr/>
          <p:nvPr/>
        </p:nvSpPr>
        <p:spPr>
          <a:xfrm>
            <a:off x="534623" y="5434132"/>
            <a:ext cx="627093" cy="589613"/>
          </a:xfrm>
          <a:custGeom>
            <a:avLst/>
            <a:gdLst/>
            <a:ahLst/>
            <a:cxnLst/>
            <a:rect l="l" t="t" r="r" b="b"/>
            <a:pathLst>
              <a:path w="16581" h="15590" extrusionOk="0">
                <a:moveTo>
                  <a:pt x="13793" y="2568"/>
                </a:moveTo>
                <a:lnTo>
                  <a:pt x="14123" y="2641"/>
                </a:lnTo>
                <a:lnTo>
                  <a:pt x="14123" y="2678"/>
                </a:lnTo>
                <a:lnTo>
                  <a:pt x="14086" y="2825"/>
                </a:lnTo>
                <a:lnTo>
                  <a:pt x="14013" y="2935"/>
                </a:lnTo>
                <a:lnTo>
                  <a:pt x="13866" y="3045"/>
                </a:lnTo>
                <a:lnTo>
                  <a:pt x="13756" y="3081"/>
                </a:lnTo>
                <a:lnTo>
                  <a:pt x="13573" y="2971"/>
                </a:lnTo>
                <a:lnTo>
                  <a:pt x="13609" y="2788"/>
                </a:lnTo>
                <a:lnTo>
                  <a:pt x="13683" y="2678"/>
                </a:lnTo>
                <a:lnTo>
                  <a:pt x="13720" y="2605"/>
                </a:lnTo>
                <a:lnTo>
                  <a:pt x="13793" y="2568"/>
                </a:lnTo>
                <a:close/>
                <a:moveTo>
                  <a:pt x="9428" y="3705"/>
                </a:moveTo>
                <a:lnTo>
                  <a:pt x="9831" y="4475"/>
                </a:lnTo>
                <a:lnTo>
                  <a:pt x="10161" y="5246"/>
                </a:lnTo>
                <a:lnTo>
                  <a:pt x="8327" y="4402"/>
                </a:lnTo>
                <a:lnTo>
                  <a:pt x="8878" y="4035"/>
                </a:lnTo>
                <a:lnTo>
                  <a:pt x="9428" y="3705"/>
                </a:lnTo>
                <a:close/>
                <a:moveTo>
                  <a:pt x="5283" y="3668"/>
                </a:moveTo>
                <a:lnTo>
                  <a:pt x="6383" y="4072"/>
                </a:lnTo>
                <a:lnTo>
                  <a:pt x="7410" y="4512"/>
                </a:lnTo>
                <a:lnTo>
                  <a:pt x="6383" y="5319"/>
                </a:lnTo>
                <a:lnTo>
                  <a:pt x="5393" y="6163"/>
                </a:lnTo>
                <a:lnTo>
                  <a:pt x="5319" y="5282"/>
                </a:lnTo>
                <a:lnTo>
                  <a:pt x="5283" y="4365"/>
                </a:lnTo>
                <a:lnTo>
                  <a:pt x="5283" y="3668"/>
                </a:lnTo>
                <a:close/>
                <a:moveTo>
                  <a:pt x="13096" y="2494"/>
                </a:moveTo>
                <a:lnTo>
                  <a:pt x="13023" y="2641"/>
                </a:lnTo>
                <a:lnTo>
                  <a:pt x="12986" y="2825"/>
                </a:lnTo>
                <a:lnTo>
                  <a:pt x="12949" y="3008"/>
                </a:lnTo>
                <a:lnTo>
                  <a:pt x="12986" y="3191"/>
                </a:lnTo>
                <a:lnTo>
                  <a:pt x="13096" y="3412"/>
                </a:lnTo>
                <a:lnTo>
                  <a:pt x="13243" y="3595"/>
                </a:lnTo>
                <a:lnTo>
                  <a:pt x="13426" y="3705"/>
                </a:lnTo>
                <a:lnTo>
                  <a:pt x="13646" y="3778"/>
                </a:lnTo>
                <a:lnTo>
                  <a:pt x="13793" y="3815"/>
                </a:lnTo>
                <a:lnTo>
                  <a:pt x="13536" y="4512"/>
                </a:lnTo>
                <a:lnTo>
                  <a:pt x="13243" y="5209"/>
                </a:lnTo>
                <a:lnTo>
                  <a:pt x="12913" y="5869"/>
                </a:lnTo>
                <a:lnTo>
                  <a:pt x="12546" y="6529"/>
                </a:lnTo>
                <a:lnTo>
                  <a:pt x="11665" y="6016"/>
                </a:lnTo>
                <a:lnTo>
                  <a:pt x="10785" y="5576"/>
                </a:lnTo>
                <a:lnTo>
                  <a:pt x="10602" y="5026"/>
                </a:lnTo>
                <a:lnTo>
                  <a:pt x="10345" y="4475"/>
                </a:lnTo>
                <a:lnTo>
                  <a:pt x="10125" y="3962"/>
                </a:lnTo>
                <a:lnTo>
                  <a:pt x="9831" y="3448"/>
                </a:lnTo>
                <a:lnTo>
                  <a:pt x="10602" y="3045"/>
                </a:lnTo>
                <a:lnTo>
                  <a:pt x="11005" y="2898"/>
                </a:lnTo>
                <a:lnTo>
                  <a:pt x="11409" y="2751"/>
                </a:lnTo>
                <a:lnTo>
                  <a:pt x="11849" y="2641"/>
                </a:lnTo>
                <a:lnTo>
                  <a:pt x="12252" y="2568"/>
                </a:lnTo>
                <a:lnTo>
                  <a:pt x="12692" y="2494"/>
                </a:lnTo>
                <a:close/>
                <a:moveTo>
                  <a:pt x="2605" y="6713"/>
                </a:moveTo>
                <a:lnTo>
                  <a:pt x="2678" y="6750"/>
                </a:lnTo>
                <a:lnTo>
                  <a:pt x="2752" y="6823"/>
                </a:lnTo>
                <a:lnTo>
                  <a:pt x="2788" y="6970"/>
                </a:lnTo>
                <a:lnTo>
                  <a:pt x="2752" y="7116"/>
                </a:lnTo>
                <a:lnTo>
                  <a:pt x="2715" y="7153"/>
                </a:lnTo>
                <a:lnTo>
                  <a:pt x="2605" y="7226"/>
                </a:lnTo>
                <a:lnTo>
                  <a:pt x="2458" y="7336"/>
                </a:lnTo>
                <a:lnTo>
                  <a:pt x="2165" y="7116"/>
                </a:lnTo>
                <a:lnTo>
                  <a:pt x="2275" y="6970"/>
                </a:lnTo>
                <a:lnTo>
                  <a:pt x="2275" y="6896"/>
                </a:lnTo>
                <a:lnTo>
                  <a:pt x="2458" y="6860"/>
                </a:lnTo>
                <a:lnTo>
                  <a:pt x="2715" y="6860"/>
                </a:lnTo>
                <a:lnTo>
                  <a:pt x="2715" y="6823"/>
                </a:lnTo>
                <a:lnTo>
                  <a:pt x="2678" y="6786"/>
                </a:lnTo>
                <a:lnTo>
                  <a:pt x="2605" y="6713"/>
                </a:lnTo>
                <a:close/>
                <a:moveTo>
                  <a:pt x="8364" y="6529"/>
                </a:moveTo>
                <a:lnTo>
                  <a:pt x="8547" y="6566"/>
                </a:lnTo>
                <a:lnTo>
                  <a:pt x="8657" y="6603"/>
                </a:lnTo>
                <a:lnTo>
                  <a:pt x="8657" y="6713"/>
                </a:lnTo>
                <a:lnTo>
                  <a:pt x="8694" y="6860"/>
                </a:lnTo>
                <a:lnTo>
                  <a:pt x="8694" y="6970"/>
                </a:lnTo>
                <a:lnTo>
                  <a:pt x="8694" y="7116"/>
                </a:lnTo>
                <a:lnTo>
                  <a:pt x="8657" y="7226"/>
                </a:lnTo>
                <a:lnTo>
                  <a:pt x="8621" y="7336"/>
                </a:lnTo>
                <a:lnTo>
                  <a:pt x="8547" y="7446"/>
                </a:lnTo>
                <a:lnTo>
                  <a:pt x="8364" y="7446"/>
                </a:lnTo>
                <a:lnTo>
                  <a:pt x="8107" y="7520"/>
                </a:lnTo>
                <a:lnTo>
                  <a:pt x="7850" y="7593"/>
                </a:lnTo>
                <a:lnTo>
                  <a:pt x="7704" y="7483"/>
                </a:lnTo>
                <a:lnTo>
                  <a:pt x="7630" y="7336"/>
                </a:lnTo>
                <a:lnTo>
                  <a:pt x="7557" y="7190"/>
                </a:lnTo>
                <a:lnTo>
                  <a:pt x="7594" y="7006"/>
                </a:lnTo>
                <a:lnTo>
                  <a:pt x="7667" y="6750"/>
                </a:lnTo>
                <a:lnTo>
                  <a:pt x="7777" y="6750"/>
                </a:lnTo>
                <a:lnTo>
                  <a:pt x="7850" y="6786"/>
                </a:lnTo>
                <a:lnTo>
                  <a:pt x="7924" y="6750"/>
                </a:lnTo>
                <a:lnTo>
                  <a:pt x="7960" y="6713"/>
                </a:lnTo>
                <a:lnTo>
                  <a:pt x="8071" y="6566"/>
                </a:lnTo>
                <a:lnTo>
                  <a:pt x="8364" y="6529"/>
                </a:lnTo>
                <a:close/>
                <a:moveTo>
                  <a:pt x="3155" y="3191"/>
                </a:moveTo>
                <a:lnTo>
                  <a:pt x="3595" y="3228"/>
                </a:lnTo>
                <a:lnTo>
                  <a:pt x="4036" y="3301"/>
                </a:lnTo>
                <a:lnTo>
                  <a:pt x="4439" y="3412"/>
                </a:lnTo>
                <a:lnTo>
                  <a:pt x="4879" y="3522"/>
                </a:lnTo>
                <a:lnTo>
                  <a:pt x="4843" y="4072"/>
                </a:lnTo>
                <a:lnTo>
                  <a:pt x="4843" y="4659"/>
                </a:lnTo>
                <a:lnTo>
                  <a:pt x="4879" y="5282"/>
                </a:lnTo>
                <a:lnTo>
                  <a:pt x="4989" y="6529"/>
                </a:lnTo>
                <a:lnTo>
                  <a:pt x="4182" y="7263"/>
                </a:lnTo>
                <a:lnTo>
                  <a:pt x="3779" y="7630"/>
                </a:lnTo>
                <a:lnTo>
                  <a:pt x="3375" y="8033"/>
                </a:lnTo>
                <a:lnTo>
                  <a:pt x="3265" y="7960"/>
                </a:lnTo>
                <a:lnTo>
                  <a:pt x="2898" y="7667"/>
                </a:lnTo>
                <a:lnTo>
                  <a:pt x="3008" y="7520"/>
                </a:lnTo>
                <a:lnTo>
                  <a:pt x="3119" y="7410"/>
                </a:lnTo>
                <a:lnTo>
                  <a:pt x="3155" y="7336"/>
                </a:lnTo>
                <a:lnTo>
                  <a:pt x="3192" y="7300"/>
                </a:lnTo>
                <a:lnTo>
                  <a:pt x="3192" y="7153"/>
                </a:lnTo>
                <a:lnTo>
                  <a:pt x="3229" y="6933"/>
                </a:lnTo>
                <a:lnTo>
                  <a:pt x="3192" y="6823"/>
                </a:lnTo>
                <a:lnTo>
                  <a:pt x="3155" y="6676"/>
                </a:lnTo>
                <a:lnTo>
                  <a:pt x="3119" y="6566"/>
                </a:lnTo>
                <a:lnTo>
                  <a:pt x="3045" y="6456"/>
                </a:lnTo>
                <a:lnTo>
                  <a:pt x="2972" y="6383"/>
                </a:lnTo>
                <a:lnTo>
                  <a:pt x="2862" y="6309"/>
                </a:lnTo>
                <a:lnTo>
                  <a:pt x="2752" y="6273"/>
                </a:lnTo>
                <a:lnTo>
                  <a:pt x="2605" y="6236"/>
                </a:lnTo>
                <a:lnTo>
                  <a:pt x="2495" y="6236"/>
                </a:lnTo>
                <a:lnTo>
                  <a:pt x="2348" y="6273"/>
                </a:lnTo>
                <a:lnTo>
                  <a:pt x="2128" y="6383"/>
                </a:lnTo>
                <a:lnTo>
                  <a:pt x="1908" y="6529"/>
                </a:lnTo>
                <a:lnTo>
                  <a:pt x="1761" y="6713"/>
                </a:lnTo>
                <a:lnTo>
                  <a:pt x="1321" y="6309"/>
                </a:lnTo>
                <a:lnTo>
                  <a:pt x="954" y="5833"/>
                </a:lnTo>
                <a:lnTo>
                  <a:pt x="734" y="5502"/>
                </a:lnTo>
                <a:lnTo>
                  <a:pt x="624" y="5172"/>
                </a:lnTo>
                <a:lnTo>
                  <a:pt x="551" y="4805"/>
                </a:lnTo>
                <a:lnTo>
                  <a:pt x="514" y="4439"/>
                </a:lnTo>
                <a:lnTo>
                  <a:pt x="551" y="4255"/>
                </a:lnTo>
                <a:lnTo>
                  <a:pt x="624" y="4072"/>
                </a:lnTo>
                <a:lnTo>
                  <a:pt x="734" y="3925"/>
                </a:lnTo>
                <a:lnTo>
                  <a:pt x="844" y="3778"/>
                </a:lnTo>
                <a:lnTo>
                  <a:pt x="991" y="3668"/>
                </a:lnTo>
                <a:lnTo>
                  <a:pt x="1174" y="3558"/>
                </a:lnTo>
                <a:lnTo>
                  <a:pt x="1541" y="3412"/>
                </a:lnTo>
                <a:lnTo>
                  <a:pt x="1908" y="3265"/>
                </a:lnTo>
                <a:lnTo>
                  <a:pt x="2312" y="3191"/>
                </a:lnTo>
                <a:close/>
                <a:moveTo>
                  <a:pt x="11005" y="6199"/>
                </a:moveTo>
                <a:lnTo>
                  <a:pt x="12289" y="6896"/>
                </a:lnTo>
                <a:lnTo>
                  <a:pt x="11885" y="7483"/>
                </a:lnTo>
                <a:lnTo>
                  <a:pt x="11482" y="8033"/>
                </a:lnTo>
                <a:lnTo>
                  <a:pt x="11335" y="7410"/>
                </a:lnTo>
                <a:lnTo>
                  <a:pt x="11188" y="6750"/>
                </a:lnTo>
                <a:lnTo>
                  <a:pt x="11005" y="6199"/>
                </a:lnTo>
                <a:close/>
                <a:moveTo>
                  <a:pt x="7264" y="8180"/>
                </a:moveTo>
                <a:lnTo>
                  <a:pt x="7410" y="8253"/>
                </a:lnTo>
                <a:lnTo>
                  <a:pt x="7594" y="8290"/>
                </a:lnTo>
                <a:lnTo>
                  <a:pt x="7960" y="8290"/>
                </a:lnTo>
                <a:lnTo>
                  <a:pt x="7704" y="8327"/>
                </a:lnTo>
                <a:lnTo>
                  <a:pt x="7557" y="8327"/>
                </a:lnTo>
                <a:lnTo>
                  <a:pt x="7447" y="8290"/>
                </a:lnTo>
                <a:lnTo>
                  <a:pt x="7337" y="8253"/>
                </a:lnTo>
                <a:lnTo>
                  <a:pt x="7264" y="8180"/>
                </a:lnTo>
                <a:close/>
                <a:moveTo>
                  <a:pt x="8181" y="5979"/>
                </a:moveTo>
                <a:lnTo>
                  <a:pt x="7997" y="6016"/>
                </a:lnTo>
                <a:lnTo>
                  <a:pt x="7814" y="6089"/>
                </a:lnTo>
                <a:lnTo>
                  <a:pt x="7667" y="6236"/>
                </a:lnTo>
                <a:lnTo>
                  <a:pt x="7410" y="6346"/>
                </a:lnTo>
                <a:lnTo>
                  <a:pt x="7190" y="6529"/>
                </a:lnTo>
                <a:lnTo>
                  <a:pt x="6970" y="6713"/>
                </a:lnTo>
                <a:lnTo>
                  <a:pt x="6787" y="6933"/>
                </a:lnTo>
                <a:lnTo>
                  <a:pt x="6677" y="7080"/>
                </a:lnTo>
                <a:lnTo>
                  <a:pt x="6640" y="7263"/>
                </a:lnTo>
                <a:lnTo>
                  <a:pt x="6567" y="7410"/>
                </a:lnTo>
                <a:lnTo>
                  <a:pt x="6567" y="7593"/>
                </a:lnTo>
                <a:lnTo>
                  <a:pt x="6567" y="7923"/>
                </a:lnTo>
                <a:lnTo>
                  <a:pt x="6677" y="8253"/>
                </a:lnTo>
                <a:lnTo>
                  <a:pt x="6787" y="8437"/>
                </a:lnTo>
                <a:lnTo>
                  <a:pt x="6897" y="8584"/>
                </a:lnTo>
                <a:lnTo>
                  <a:pt x="7043" y="8694"/>
                </a:lnTo>
                <a:lnTo>
                  <a:pt x="7190" y="8767"/>
                </a:lnTo>
                <a:lnTo>
                  <a:pt x="7374" y="8804"/>
                </a:lnTo>
                <a:lnTo>
                  <a:pt x="7557" y="8840"/>
                </a:lnTo>
                <a:lnTo>
                  <a:pt x="7924" y="8840"/>
                </a:lnTo>
                <a:lnTo>
                  <a:pt x="8254" y="8767"/>
                </a:lnTo>
                <a:lnTo>
                  <a:pt x="8584" y="8620"/>
                </a:lnTo>
                <a:lnTo>
                  <a:pt x="8914" y="8364"/>
                </a:lnTo>
                <a:lnTo>
                  <a:pt x="9208" y="8070"/>
                </a:lnTo>
                <a:lnTo>
                  <a:pt x="9464" y="7740"/>
                </a:lnTo>
                <a:lnTo>
                  <a:pt x="9538" y="7593"/>
                </a:lnTo>
                <a:lnTo>
                  <a:pt x="9611" y="7410"/>
                </a:lnTo>
                <a:lnTo>
                  <a:pt x="9648" y="7226"/>
                </a:lnTo>
                <a:lnTo>
                  <a:pt x="9648" y="7043"/>
                </a:lnTo>
                <a:lnTo>
                  <a:pt x="9648" y="6860"/>
                </a:lnTo>
                <a:lnTo>
                  <a:pt x="9574" y="6713"/>
                </a:lnTo>
                <a:lnTo>
                  <a:pt x="9464" y="6529"/>
                </a:lnTo>
                <a:lnTo>
                  <a:pt x="9354" y="6419"/>
                </a:lnTo>
                <a:lnTo>
                  <a:pt x="9208" y="6273"/>
                </a:lnTo>
                <a:lnTo>
                  <a:pt x="9061" y="6199"/>
                </a:lnTo>
                <a:lnTo>
                  <a:pt x="8731" y="6053"/>
                </a:lnTo>
                <a:lnTo>
                  <a:pt x="8364" y="5979"/>
                </a:lnTo>
                <a:close/>
                <a:moveTo>
                  <a:pt x="5063" y="7080"/>
                </a:moveTo>
                <a:lnTo>
                  <a:pt x="5246" y="8180"/>
                </a:lnTo>
                <a:lnTo>
                  <a:pt x="5466" y="9281"/>
                </a:lnTo>
                <a:lnTo>
                  <a:pt x="4622" y="8804"/>
                </a:lnTo>
                <a:lnTo>
                  <a:pt x="3779" y="8290"/>
                </a:lnTo>
                <a:lnTo>
                  <a:pt x="4439" y="7667"/>
                </a:lnTo>
                <a:lnTo>
                  <a:pt x="5063" y="7080"/>
                </a:lnTo>
                <a:close/>
                <a:moveTo>
                  <a:pt x="7887" y="4732"/>
                </a:moveTo>
                <a:lnTo>
                  <a:pt x="9171" y="5282"/>
                </a:lnTo>
                <a:lnTo>
                  <a:pt x="10381" y="5869"/>
                </a:lnTo>
                <a:lnTo>
                  <a:pt x="10602" y="6529"/>
                </a:lnTo>
                <a:lnTo>
                  <a:pt x="10785" y="7190"/>
                </a:lnTo>
                <a:lnTo>
                  <a:pt x="10932" y="7850"/>
                </a:lnTo>
                <a:lnTo>
                  <a:pt x="11078" y="8547"/>
                </a:lnTo>
                <a:lnTo>
                  <a:pt x="10565" y="9097"/>
                </a:lnTo>
                <a:lnTo>
                  <a:pt x="10015" y="9647"/>
                </a:lnTo>
                <a:lnTo>
                  <a:pt x="9428" y="10161"/>
                </a:lnTo>
                <a:lnTo>
                  <a:pt x="8841" y="10674"/>
                </a:lnTo>
                <a:lnTo>
                  <a:pt x="8107" y="10418"/>
                </a:lnTo>
                <a:lnTo>
                  <a:pt x="7374" y="10161"/>
                </a:lnTo>
                <a:lnTo>
                  <a:pt x="6677" y="9867"/>
                </a:lnTo>
                <a:lnTo>
                  <a:pt x="5980" y="9537"/>
                </a:lnTo>
                <a:lnTo>
                  <a:pt x="5723" y="8143"/>
                </a:lnTo>
                <a:lnTo>
                  <a:pt x="5466" y="6713"/>
                </a:lnTo>
                <a:lnTo>
                  <a:pt x="6677" y="5722"/>
                </a:lnTo>
                <a:lnTo>
                  <a:pt x="7887" y="4732"/>
                </a:lnTo>
                <a:close/>
                <a:moveTo>
                  <a:pt x="11152" y="9171"/>
                </a:moveTo>
                <a:lnTo>
                  <a:pt x="11225" y="10161"/>
                </a:lnTo>
                <a:lnTo>
                  <a:pt x="11225" y="11188"/>
                </a:lnTo>
                <a:lnTo>
                  <a:pt x="11225" y="11225"/>
                </a:lnTo>
                <a:lnTo>
                  <a:pt x="10308" y="11041"/>
                </a:lnTo>
                <a:lnTo>
                  <a:pt x="9391" y="10821"/>
                </a:lnTo>
                <a:lnTo>
                  <a:pt x="10015" y="10308"/>
                </a:lnTo>
                <a:lnTo>
                  <a:pt x="10565" y="9794"/>
                </a:lnTo>
                <a:lnTo>
                  <a:pt x="11152" y="9171"/>
                </a:lnTo>
                <a:close/>
                <a:moveTo>
                  <a:pt x="12729" y="7153"/>
                </a:moveTo>
                <a:lnTo>
                  <a:pt x="13243" y="7483"/>
                </a:lnTo>
                <a:lnTo>
                  <a:pt x="13756" y="7813"/>
                </a:lnTo>
                <a:lnTo>
                  <a:pt x="14233" y="8180"/>
                </a:lnTo>
                <a:lnTo>
                  <a:pt x="14673" y="8584"/>
                </a:lnTo>
                <a:lnTo>
                  <a:pt x="15113" y="9024"/>
                </a:lnTo>
                <a:lnTo>
                  <a:pt x="15480" y="9464"/>
                </a:lnTo>
                <a:lnTo>
                  <a:pt x="15810" y="9941"/>
                </a:lnTo>
                <a:lnTo>
                  <a:pt x="16067" y="10454"/>
                </a:lnTo>
                <a:lnTo>
                  <a:pt x="16251" y="11005"/>
                </a:lnTo>
                <a:lnTo>
                  <a:pt x="16177" y="11041"/>
                </a:lnTo>
                <a:lnTo>
                  <a:pt x="15957" y="11188"/>
                </a:lnTo>
                <a:lnTo>
                  <a:pt x="15700" y="11298"/>
                </a:lnTo>
                <a:lnTo>
                  <a:pt x="15444" y="11371"/>
                </a:lnTo>
                <a:lnTo>
                  <a:pt x="15187" y="11445"/>
                </a:lnTo>
                <a:lnTo>
                  <a:pt x="15113" y="11371"/>
                </a:lnTo>
                <a:lnTo>
                  <a:pt x="15077" y="11408"/>
                </a:lnTo>
                <a:lnTo>
                  <a:pt x="14233" y="11445"/>
                </a:lnTo>
                <a:lnTo>
                  <a:pt x="13389" y="11408"/>
                </a:lnTo>
                <a:lnTo>
                  <a:pt x="12582" y="11371"/>
                </a:lnTo>
                <a:lnTo>
                  <a:pt x="11739" y="11298"/>
                </a:lnTo>
                <a:lnTo>
                  <a:pt x="11702" y="10198"/>
                </a:lnTo>
                <a:lnTo>
                  <a:pt x="11665" y="9464"/>
                </a:lnTo>
                <a:lnTo>
                  <a:pt x="11592" y="8694"/>
                </a:lnTo>
                <a:lnTo>
                  <a:pt x="12179" y="7923"/>
                </a:lnTo>
                <a:lnTo>
                  <a:pt x="12729" y="7153"/>
                </a:lnTo>
                <a:close/>
                <a:moveTo>
                  <a:pt x="6126" y="10161"/>
                </a:moveTo>
                <a:lnTo>
                  <a:pt x="6787" y="10454"/>
                </a:lnTo>
                <a:lnTo>
                  <a:pt x="7447" y="10711"/>
                </a:lnTo>
                <a:lnTo>
                  <a:pt x="8327" y="11005"/>
                </a:lnTo>
                <a:lnTo>
                  <a:pt x="7557" y="11555"/>
                </a:lnTo>
                <a:lnTo>
                  <a:pt x="6713" y="11995"/>
                </a:lnTo>
                <a:lnTo>
                  <a:pt x="6603" y="12068"/>
                </a:lnTo>
                <a:lnTo>
                  <a:pt x="6346" y="11078"/>
                </a:lnTo>
                <a:lnTo>
                  <a:pt x="6126" y="10161"/>
                </a:lnTo>
                <a:close/>
                <a:moveTo>
                  <a:pt x="3449" y="8657"/>
                </a:moveTo>
                <a:lnTo>
                  <a:pt x="3889" y="8950"/>
                </a:lnTo>
                <a:lnTo>
                  <a:pt x="4733" y="9427"/>
                </a:lnTo>
                <a:lnTo>
                  <a:pt x="5613" y="9904"/>
                </a:lnTo>
                <a:lnTo>
                  <a:pt x="5870" y="11078"/>
                </a:lnTo>
                <a:lnTo>
                  <a:pt x="6016" y="11665"/>
                </a:lnTo>
                <a:lnTo>
                  <a:pt x="6200" y="12288"/>
                </a:lnTo>
                <a:lnTo>
                  <a:pt x="5686" y="12509"/>
                </a:lnTo>
                <a:lnTo>
                  <a:pt x="5136" y="12729"/>
                </a:lnTo>
                <a:lnTo>
                  <a:pt x="4622" y="12875"/>
                </a:lnTo>
                <a:lnTo>
                  <a:pt x="4072" y="12985"/>
                </a:lnTo>
                <a:lnTo>
                  <a:pt x="3705" y="12985"/>
                </a:lnTo>
                <a:lnTo>
                  <a:pt x="3375" y="12949"/>
                </a:lnTo>
                <a:lnTo>
                  <a:pt x="3045" y="12875"/>
                </a:lnTo>
                <a:lnTo>
                  <a:pt x="2715" y="12692"/>
                </a:lnTo>
                <a:lnTo>
                  <a:pt x="2568" y="12582"/>
                </a:lnTo>
                <a:lnTo>
                  <a:pt x="2458" y="12435"/>
                </a:lnTo>
                <a:lnTo>
                  <a:pt x="2348" y="12288"/>
                </a:lnTo>
                <a:lnTo>
                  <a:pt x="2275" y="12105"/>
                </a:lnTo>
                <a:lnTo>
                  <a:pt x="2165" y="11775"/>
                </a:lnTo>
                <a:lnTo>
                  <a:pt x="2165" y="11371"/>
                </a:lnTo>
                <a:lnTo>
                  <a:pt x="2201" y="11005"/>
                </a:lnTo>
                <a:lnTo>
                  <a:pt x="2275" y="10638"/>
                </a:lnTo>
                <a:lnTo>
                  <a:pt x="2385" y="10271"/>
                </a:lnTo>
                <a:lnTo>
                  <a:pt x="2532" y="9941"/>
                </a:lnTo>
                <a:lnTo>
                  <a:pt x="2715" y="9574"/>
                </a:lnTo>
                <a:lnTo>
                  <a:pt x="2935" y="9281"/>
                </a:lnTo>
                <a:lnTo>
                  <a:pt x="3192" y="8950"/>
                </a:lnTo>
                <a:lnTo>
                  <a:pt x="3449" y="8657"/>
                </a:lnTo>
                <a:close/>
                <a:moveTo>
                  <a:pt x="8291" y="14049"/>
                </a:moveTo>
                <a:lnTo>
                  <a:pt x="8401" y="14086"/>
                </a:lnTo>
                <a:lnTo>
                  <a:pt x="8401" y="14196"/>
                </a:lnTo>
                <a:lnTo>
                  <a:pt x="8401" y="14343"/>
                </a:lnTo>
                <a:lnTo>
                  <a:pt x="8364" y="14489"/>
                </a:lnTo>
                <a:lnTo>
                  <a:pt x="8291" y="14599"/>
                </a:lnTo>
                <a:lnTo>
                  <a:pt x="8181" y="14673"/>
                </a:lnTo>
                <a:lnTo>
                  <a:pt x="7960" y="14489"/>
                </a:lnTo>
                <a:lnTo>
                  <a:pt x="7777" y="14306"/>
                </a:lnTo>
                <a:lnTo>
                  <a:pt x="7850" y="14159"/>
                </a:lnTo>
                <a:lnTo>
                  <a:pt x="7997" y="14086"/>
                </a:lnTo>
                <a:lnTo>
                  <a:pt x="8144" y="14049"/>
                </a:lnTo>
                <a:close/>
                <a:moveTo>
                  <a:pt x="8914" y="11188"/>
                </a:moveTo>
                <a:lnTo>
                  <a:pt x="10051" y="11481"/>
                </a:lnTo>
                <a:lnTo>
                  <a:pt x="11225" y="11702"/>
                </a:lnTo>
                <a:lnTo>
                  <a:pt x="11188" y="12288"/>
                </a:lnTo>
                <a:lnTo>
                  <a:pt x="11115" y="12839"/>
                </a:lnTo>
                <a:lnTo>
                  <a:pt x="10968" y="13426"/>
                </a:lnTo>
                <a:lnTo>
                  <a:pt x="10822" y="13976"/>
                </a:lnTo>
                <a:lnTo>
                  <a:pt x="10638" y="14269"/>
                </a:lnTo>
                <a:lnTo>
                  <a:pt x="10455" y="14563"/>
                </a:lnTo>
                <a:lnTo>
                  <a:pt x="10198" y="14819"/>
                </a:lnTo>
                <a:lnTo>
                  <a:pt x="9905" y="15003"/>
                </a:lnTo>
                <a:lnTo>
                  <a:pt x="9648" y="15113"/>
                </a:lnTo>
                <a:lnTo>
                  <a:pt x="9391" y="15150"/>
                </a:lnTo>
                <a:lnTo>
                  <a:pt x="9098" y="15113"/>
                </a:lnTo>
                <a:lnTo>
                  <a:pt x="8841" y="15040"/>
                </a:lnTo>
                <a:lnTo>
                  <a:pt x="8951" y="14856"/>
                </a:lnTo>
                <a:lnTo>
                  <a:pt x="8988" y="14673"/>
                </a:lnTo>
                <a:lnTo>
                  <a:pt x="9061" y="14453"/>
                </a:lnTo>
                <a:lnTo>
                  <a:pt x="9061" y="14269"/>
                </a:lnTo>
                <a:lnTo>
                  <a:pt x="9024" y="14086"/>
                </a:lnTo>
                <a:lnTo>
                  <a:pt x="8951" y="13976"/>
                </a:lnTo>
                <a:lnTo>
                  <a:pt x="8841" y="13829"/>
                </a:lnTo>
                <a:lnTo>
                  <a:pt x="8731" y="13756"/>
                </a:lnTo>
                <a:lnTo>
                  <a:pt x="8547" y="13646"/>
                </a:lnTo>
                <a:lnTo>
                  <a:pt x="8401" y="13609"/>
                </a:lnTo>
                <a:lnTo>
                  <a:pt x="8254" y="13572"/>
                </a:lnTo>
                <a:lnTo>
                  <a:pt x="8071" y="13572"/>
                </a:lnTo>
                <a:lnTo>
                  <a:pt x="7887" y="13609"/>
                </a:lnTo>
                <a:lnTo>
                  <a:pt x="7740" y="13682"/>
                </a:lnTo>
                <a:lnTo>
                  <a:pt x="7594" y="13792"/>
                </a:lnTo>
                <a:lnTo>
                  <a:pt x="7447" y="13902"/>
                </a:lnTo>
                <a:lnTo>
                  <a:pt x="7264" y="13609"/>
                </a:lnTo>
                <a:lnTo>
                  <a:pt x="7080" y="13242"/>
                </a:lnTo>
                <a:lnTo>
                  <a:pt x="6897" y="12912"/>
                </a:lnTo>
                <a:lnTo>
                  <a:pt x="6750" y="12545"/>
                </a:lnTo>
                <a:lnTo>
                  <a:pt x="7814" y="11958"/>
                </a:lnTo>
                <a:lnTo>
                  <a:pt x="8364" y="11591"/>
                </a:lnTo>
                <a:lnTo>
                  <a:pt x="8914" y="11188"/>
                </a:lnTo>
                <a:close/>
                <a:moveTo>
                  <a:pt x="6493" y="0"/>
                </a:moveTo>
                <a:lnTo>
                  <a:pt x="6163" y="294"/>
                </a:lnTo>
                <a:lnTo>
                  <a:pt x="5870" y="624"/>
                </a:lnTo>
                <a:lnTo>
                  <a:pt x="5613" y="991"/>
                </a:lnTo>
                <a:lnTo>
                  <a:pt x="5429" y="1394"/>
                </a:lnTo>
                <a:lnTo>
                  <a:pt x="5246" y="1798"/>
                </a:lnTo>
                <a:lnTo>
                  <a:pt x="5099" y="2201"/>
                </a:lnTo>
                <a:lnTo>
                  <a:pt x="5026" y="2641"/>
                </a:lnTo>
                <a:lnTo>
                  <a:pt x="4953" y="3081"/>
                </a:lnTo>
                <a:lnTo>
                  <a:pt x="4219" y="2898"/>
                </a:lnTo>
                <a:lnTo>
                  <a:pt x="3485" y="2788"/>
                </a:lnTo>
                <a:lnTo>
                  <a:pt x="2752" y="2715"/>
                </a:lnTo>
                <a:lnTo>
                  <a:pt x="2385" y="2751"/>
                </a:lnTo>
                <a:lnTo>
                  <a:pt x="2055" y="2788"/>
                </a:lnTo>
                <a:lnTo>
                  <a:pt x="1725" y="2825"/>
                </a:lnTo>
                <a:lnTo>
                  <a:pt x="1394" y="2898"/>
                </a:lnTo>
                <a:lnTo>
                  <a:pt x="1101" y="3045"/>
                </a:lnTo>
                <a:lnTo>
                  <a:pt x="808" y="3191"/>
                </a:lnTo>
                <a:lnTo>
                  <a:pt x="551" y="3338"/>
                </a:lnTo>
                <a:lnTo>
                  <a:pt x="367" y="3558"/>
                </a:lnTo>
                <a:lnTo>
                  <a:pt x="184" y="3815"/>
                </a:lnTo>
                <a:lnTo>
                  <a:pt x="74" y="4108"/>
                </a:lnTo>
                <a:lnTo>
                  <a:pt x="1" y="4402"/>
                </a:lnTo>
                <a:lnTo>
                  <a:pt x="1" y="4732"/>
                </a:lnTo>
                <a:lnTo>
                  <a:pt x="37" y="5026"/>
                </a:lnTo>
                <a:lnTo>
                  <a:pt x="147" y="5356"/>
                </a:lnTo>
                <a:lnTo>
                  <a:pt x="257" y="5649"/>
                </a:lnTo>
                <a:lnTo>
                  <a:pt x="441" y="5943"/>
                </a:lnTo>
                <a:lnTo>
                  <a:pt x="624" y="6236"/>
                </a:lnTo>
                <a:lnTo>
                  <a:pt x="844" y="6493"/>
                </a:lnTo>
                <a:lnTo>
                  <a:pt x="1211" y="6860"/>
                </a:lnTo>
                <a:lnTo>
                  <a:pt x="1615" y="7263"/>
                </a:lnTo>
                <a:lnTo>
                  <a:pt x="1615" y="7300"/>
                </a:lnTo>
                <a:lnTo>
                  <a:pt x="1615" y="7520"/>
                </a:lnTo>
                <a:lnTo>
                  <a:pt x="1688" y="7777"/>
                </a:lnTo>
                <a:lnTo>
                  <a:pt x="1725" y="7887"/>
                </a:lnTo>
                <a:lnTo>
                  <a:pt x="1835" y="7960"/>
                </a:lnTo>
                <a:lnTo>
                  <a:pt x="1908" y="8033"/>
                </a:lnTo>
                <a:lnTo>
                  <a:pt x="2055" y="8070"/>
                </a:lnTo>
                <a:lnTo>
                  <a:pt x="2165" y="8107"/>
                </a:lnTo>
                <a:lnTo>
                  <a:pt x="2275" y="8070"/>
                </a:lnTo>
                <a:lnTo>
                  <a:pt x="2532" y="7997"/>
                </a:lnTo>
                <a:lnTo>
                  <a:pt x="3045" y="8400"/>
                </a:lnTo>
                <a:lnTo>
                  <a:pt x="2642" y="8914"/>
                </a:lnTo>
                <a:lnTo>
                  <a:pt x="2312" y="9464"/>
                </a:lnTo>
                <a:lnTo>
                  <a:pt x="2018" y="10051"/>
                </a:lnTo>
                <a:lnTo>
                  <a:pt x="1871" y="10344"/>
                </a:lnTo>
                <a:lnTo>
                  <a:pt x="1798" y="10674"/>
                </a:lnTo>
                <a:lnTo>
                  <a:pt x="1725" y="10968"/>
                </a:lnTo>
                <a:lnTo>
                  <a:pt x="1688" y="11261"/>
                </a:lnTo>
                <a:lnTo>
                  <a:pt x="1688" y="11555"/>
                </a:lnTo>
                <a:lnTo>
                  <a:pt x="1725" y="11885"/>
                </a:lnTo>
                <a:lnTo>
                  <a:pt x="1798" y="12142"/>
                </a:lnTo>
                <a:lnTo>
                  <a:pt x="1908" y="12435"/>
                </a:lnTo>
                <a:lnTo>
                  <a:pt x="2055" y="12692"/>
                </a:lnTo>
                <a:lnTo>
                  <a:pt x="2238" y="12912"/>
                </a:lnTo>
                <a:lnTo>
                  <a:pt x="2495" y="13132"/>
                </a:lnTo>
                <a:lnTo>
                  <a:pt x="2788" y="13279"/>
                </a:lnTo>
                <a:lnTo>
                  <a:pt x="3045" y="13389"/>
                </a:lnTo>
                <a:lnTo>
                  <a:pt x="3375" y="13426"/>
                </a:lnTo>
                <a:lnTo>
                  <a:pt x="3669" y="13462"/>
                </a:lnTo>
                <a:lnTo>
                  <a:pt x="3999" y="13462"/>
                </a:lnTo>
                <a:lnTo>
                  <a:pt x="4292" y="13426"/>
                </a:lnTo>
                <a:lnTo>
                  <a:pt x="4586" y="13389"/>
                </a:lnTo>
                <a:lnTo>
                  <a:pt x="5026" y="13242"/>
                </a:lnTo>
                <a:lnTo>
                  <a:pt x="5503" y="13095"/>
                </a:lnTo>
                <a:lnTo>
                  <a:pt x="5906" y="12949"/>
                </a:lnTo>
                <a:lnTo>
                  <a:pt x="6346" y="12729"/>
                </a:lnTo>
                <a:lnTo>
                  <a:pt x="6530" y="13169"/>
                </a:lnTo>
                <a:lnTo>
                  <a:pt x="6713" y="13572"/>
                </a:lnTo>
                <a:lnTo>
                  <a:pt x="6970" y="13976"/>
                </a:lnTo>
                <a:lnTo>
                  <a:pt x="7227" y="14343"/>
                </a:lnTo>
                <a:lnTo>
                  <a:pt x="7153" y="14526"/>
                </a:lnTo>
                <a:lnTo>
                  <a:pt x="7117" y="14709"/>
                </a:lnTo>
                <a:lnTo>
                  <a:pt x="7153" y="14893"/>
                </a:lnTo>
                <a:lnTo>
                  <a:pt x="7227" y="15076"/>
                </a:lnTo>
                <a:lnTo>
                  <a:pt x="7337" y="15223"/>
                </a:lnTo>
                <a:lnTo>
                  <a:pt x="7484" y="15333"/>
                </a:lnTo>
                <a:lnTo>
                  <a:pt x="7630" y="15406"/>
                </a:lnTo>
                <a:lnTo>
                  <a:pt x="7777" y="15480"/>
                </a:lnTo>
                <a:lnTo>
                  <a:pt x="7924" y="15516"/>
                </a:lnTo>
                <a:lnTo>
                  <a:pt x="8107" y="15516"/>
                </a:lnTo>
                <a:lnTo>
                  <a:pt x="8254" y="15480"/>
                </a:lnTo>
                <a:lnTo>
                  <a:pt x="8437" y="15406"/>
                </a:lnTo>
                <a:lnTo>
                  <a:pt x="8474" y="15406"/>
                </a:lnTo>
                <a:lnTo>
                  <a:pt x="8804" y="15516"/>
                </a:lnTo>
                <a:lnTo>
                  <a:pt x="9171" y="15590"/>
                </a:lnTo>
                <a:lnTo>
                  <a:pt x="9501" y="15590"/>
                </a:lnTo>
                <a:lnTo>
                  <a:pt x="9868" y="15516"/>
                </a:lnTo>
                <a:lnTo>
                  <a:pt x="10161" y="15406"/>
                </a:lnTo>
                <a:lnTo>
                  <a:pt x="10418" y="15260"/>
                </a:lnTo>
                <a:lnTo>
                  <a:pt x="10675" y="15040"/>
                </a:lnTo>
                <a:lnTo>
                  <a:pt x="10858" y="14819"/>
                </a:lnTo>
                <a:lnTo>
                  <a:pt x="11042" y="14563"/>
                </a:lnTo>
                <a:lnTo>
                  <a:pt x="11188" y="14269"/>
                </a:lnTo>
                <a:lnTo>
                  <a:pt x="11299" y="13976"/>
                </a:lnTo>
                <a:lnTo>
                  <a:pt x="11409" y="13682"/>
                </a:lnTo>
                <a:lnTo>
                  <a:pt x="11519" y="13242"/>
                </a:lnTo>
                <a:lnTo>
                  <a:pt x="11629" y="12765"/>
                </a:lnTo>
                <a:lnTo>
                  <a:pt x="11665" y="12252"/>
                </a:lnTo>
                <a:lnTo>
                  <a:pt x="11702" y="11775"/>
                </a:lnTo>
                <a:lnTo>
                  <a:pt x="12619" y="11848"/>
                </a:lnTo>
                <a:lnTo>
                  <a:pt x="13499" y="11922"/>
                </a:lnTo>
                <a:lnTo>
                  <a:pt x="14416" y="11922"/>
                </a:lnTo>
                <a:lnTo>
                  <a:pt x="15297" y="11885"/>
                </a:lnTo>
                <a:lnTo>
                  <a:pt x="15333" y="11848"/>
                </a:lnTo>
                <a:lnTo>
                  <a:pt x="15333" y="11775"/>
                </a:lnTo>
                <a:lnTo>
                  <a:pt x="15590" y="11702"/>
                </a:lnTo>
                <a:lnTo>
                  <a:pt x="15884" y="11628"/>
                </a:lnTo>
                <a:lnTo>
                  <a:pt x="16140" y="11481"/>
                </a:lnTo>
                <a:lnTo>
                  <a:pt x="16397" y="11335"/>
                </a:lnTo>
                <a:lnTo>
                  <a:pt x="16507" y="11335"/>
                </a:lnTo>
                <a:lnTo>
                  <a:pt x="16544" y="11298"/>
                </a:lnTo>
                <a:lnTo>
                  <a:pt x="16581" y="11225"/>
                </a:lnTo>
                <a:lnTo>
                  <a:pt x="16544" y="10931"/>
                </a:lnTo>
                <a:lnTo>
                  <a:pt x="16471" y="10638"/>
                </a:lnTo>
                <a:lnTo>
                  <a:pt x="16397" y="10344"/>
                </a:lnTo>
                <a:lnTo>
                  <a:pt x="16287" y="10088"/>
                </a:lnTo>
                <a:lnTo>
                  <a:pt x="15994" y="9537"/>
                </a:lnTo>
                <a:lnTo>
                  <a:pt x="15627" y="9060"/>
                </a:lnTo>
                <a:lnTo>
                  <a:pt x="15223" y="8584"/>
                </a:lnTo>
                <a:lnTo>
                  <a:pt x="14783" y="8143"/>
                </a:lnTo>
                <a:lnTo>
                  <a:pt x="14306" y="7740"/>
                </a:lnTo>
                <a:lnTo>
                  <a:pt x="13793" y="7336"/>
                </a:lnTo>
                <a:lnTo>
                  <a:pt x="12949" y="6786"/>
                </a:lnTo>
                <a:lnTo>
                  <a:pt x="13353" y="6053"/>
                </a:lnTo>
                <a:lnTo>
                  <a:pt x="13720" y="5319"/>
                </a:lnTo>
                <a:lnTo>
                  <a:pt x="14050" y="4549"/>
                </a:lnTo>
                <a:lnTo>
                  <a:pt x="14306" y="3778"/>
                </a:lnTo>
                <a:lnTo>
                  <a:pt x="14306" y="3632"/>
                </a:lnTo>
                <a:lnTo>
                  <a:pt x="14453" y="3522"/>
                </a:lnTo>
                <a:lnTo>
                  <a:pt x="14600" y="3375"/>
                </a:lnTo>
                <a:lnTo>
                  <a:pt x="14747" y="3155"/>
                </a:lnTo>
                <a:lnTo>
                  <a:pt x="14820" y="2935"/>
                </a:lnTo>
                <a:lnTo>
                  <a:pt x="14820" y="2678"/>
                </a:lnTo>
                <a:lnTo>
                  <a:pt x="14747" y="2421"/>
                </a:lnTo>
                <a:lnTo>
                  <a:pt x="14637" y="2238"/>
                </a:lnTo>
                <a:lnTo>
                  <a:pt x="14490" y="2054"/>
                </a:lnTo>
                <a:lnTo>
                  <a:pt x="14270" y="1944"/>
                </a:lnTo>
                <a:lnTo>
                  <a:pt x="14160" y="1908"/>
                </a:lnTo>
                <a:lnTo>
                  <a:pt x="14013" y="1908"/>
                </a:lnTo>
                <a:lnTo>
                  <a:pt x="13830" y="1944"/>
                </a:lnTo>
                <a:lnTo>
                  <a:pt x="13683" y="2018"/>
                </a:lnTo>
                <a:lnTo>
                  <a:pt x="13536" y="2091"/>
                </a:lnTo>
                <a:lnTo>
                  <a:pt x="13389" y="2201"/>
                </a:lnTo>
                <a:lnTo>
                  <a:pt x="12949" y="2128"/>
                </a:lnTo>
                <a:lnTo>
                  <a:pt x="12472" y="2164"/>
                </a:lnTo>
                <a:lnTo>
                  <a:pt x="12032" y="2201"/>
                </a:lnTo>
                <a:lnTo>
                  <a:pt x="11592" y="2274"/>
                </a:lnTo>
                <a:lnTo>
                  <a:pt x="11115" y="2421"/>
                </a:lnTo>
                <a:lnTo>
                  <a:pt x="10675" y="2568"/>
                </a:lnTo>
                <a:lnTo>
                  <a:pt x="10271" y="2751"/>
                </a:lnTo>
                <a:lnTo>
                  <a:pt x="9831" y="2971"/>
                </a:lnTo>
                <a:lnTo>
                  <a:pt x="9611" y="3081"/>
                </a:lnTo>
                <a:lnTo>
                  <a:pt x="9208" y="2421"/>
                </a:lnTo>
                <a:lnTo>
                  <a:pt x="8767" y="1761"/>
                </a:lnTo>
                <a:lnTo>
                  <a:pt x="8254" y="1137"/>
                </a:lnTo>
                <a:lnTo>
                  <a:pt x="7740" y="550"/>
                </a:lnTo>
                <a:lnTo>
                  <a:pt x="7630" y="477"/>
                </a:lnTo>
                <a:lnTo>
                  <a:pt x="7520" y="477"/>
                </a:lnTo>
                <a:lnTo>
                  <a:pt x="7117" y="624"/>
                </a:lnTo>
                <a:lnTo>
                  <a:pt x="6713" y="807"/>
                </a:lnTo>
                <a:lnTo>
                  <a:pt x="6640" y="844"/>
                </a:lnTo>
                <a:lnTo>
                  <a:pt x="6603" y="881"/>
                </a:lnTo>
                <a:lnTo>
                  <a:pt x="6640" y="991"/>
                </a:lnTo>
                <a:lnTo>
                  <a:pt x="6677" y="1064"/>
                </a:lnTo>
                <a:lnTo>
                  <a:pt x="6787" y="1064"/>
                </a:lnTo>
                <a:lnTo>
                  <a:pt x="7153" y="1027"/>
                </a:lnTo>
                <a:lnTo>
                  <a:pt x="7484" y="991"/>
                </a:lnTo>
                <a:lnTo>
                  <a:pt x="7960" y="1541"/>
                </a:lnTo>
                <a:lnTo>
                  <a:pt x="8401" y="2091"/>
                </a:lnTo>
                <a:lnTo>
                  <a:pt x="8841" y="2715"/>
                </a:lnTo>
                <a:lnTo>
                  <a:pt x="9208" y="3301"/>
                </a:lnTo>
                <a:lnTo>
                  <a:pt x="8511" y="3742"/>
                </a:lnTo>
                <a:lnTo>
                  <a:pt x="7850" y="4219"/>
                </a:lnTo>
                <a:lnTo>
                  <a:pt x="6603" y="3668"/>
                </a:lnTo>
                <a:lnTo>
                  <a:pt x="5980" y="3412"/>
                </a:lnTo>
                <a:lnTo>
                  <a:pt x="5319" y="3191"/>
                </a:lnTo>
                <a:lnTo>
                  <a:pt x="5393" y="2788"/>
                </a:lnTo>
                <a:lnTo>
                  <a:pt x="5466" y="2384"/>
                </a:lnTo>
                <a:lnTo>
                  <a:pt x="5576" y="1981"/>
                </a:lnTo>
                <a:lnTo>
                  <a:pt x="5723" y="1577"/>
                </a:lnTo>
                <a:lnTo>
                  <a:pt x="5906" y="1211"/>
                </a:lnTo>
                <a:lnTo>
                  <a:pt x="6126" y="844"/>
                </a:lnTo>
                <a:lnTo>
                  <a:pt x="6383" y="514"/>
                </a:lnTo>
                <a:lnTo>
                  <a:pt x="6640" y="184"/>
                </a:lnTo>
                <a:lnTo>
                  <a:pt x="6677" y="110"/>
                </a:lnTo>
                <a:lnTo>
                  <a:pt x="6677" y="37"/>
                </a:lnTo>
                <a:lnTo>
                  <a:pt x="6603"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9" name="Google Shape;229;p3"/>
          <p:cNvSpPr/>
          <p:nvPr/>
        </p:nvSpPr>
        <p:spPr>
          <a:xfrm>
            <a:off x="-46688" y="5434125"/>
            <a:ext cx="452803" cy="534156"/>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0" name="Google Shape;230;p3"/>
          <p:cNvSpPr/>
          <p:nvPr/>
        </p:nvSpPr>
        <p:spPr>
          <a:xfrm>
            <a:off x="961678" y="6664025"/>
            <a:ext cx="617412" cy="237283"/>
          </a:xfrm>
          <a:custGeom>
            <a:avLst/>
            <a:gdLst/>
            <a:ahLst/>
            <a:cxnLst/>
            <a:rect l="l" t="t" r="r" b="b"/>
            <a:pathLst>
              <a:path w="16325" h="6274" extrusionOk="0">
                <a:moveTo>
                  <a:pt x="14710" y="1"/>
                </a:moveTo>
                <a:lnTo>
                  <a:pt x="14527" y="74"/>
                </a:lnTo>
                <a:lnTo>
                  <a:pt x="14380" y="147"/>
                </a:lnTo>
                <a:lnTo>
                  <a:pt x="14270" y="221"/>
                </a:lnTo>
                <a:lnTo>
                  <a:pt x="14270" y="257"/>
                </a:lnTo>
                <a:lnTo>
                  <a:pt x="14197" y="221"/>
                </a:lnTo>
                <a:lnTo>
                  <a:pt x="14087" y="221"/>
                </a:lnTo>
                <a:lnTo>
                  <a:pt x="14013" y="294"/>
                </a:lnTo>
                <a:lnTo>
                  <a:pt x="13977" y="331"/>
                </a:lnTo>
                <a:lnTo>
                  <a:pt x="13977" y="441"/>
                </a:lnTo>
                <a:lnTo>
                  <a:pt x="14013" y="551"/>
                </a:lnTo>
                <a:lnTo>
                  <a:pt x="14050" y="587"/>
                </a:lnTo>
                <a:lnTo>
                  <a:pt x="14123" y="624"/>
                </a:lnTo>
                <a:lnTo>
                  <a:pt x="14343" y="624"/>
                </a:lnTo>
                <a:lnTo>
                  <a:pt x="14527" y="551"/>
                </a:lnTo>
                <a:lnTo>
                  <a:pt x="14710" y="477"/>
                </a:lnTo>
                <a:lnTo>
                  <a:pt x="14894" y="441"/>
                </a:lnTo>
                <a:lnTo>
                  <a:pt x="14967" y="477"/>
                </a:lnTo>
                <a:lnTo>
                  <a:pt x="15004" y="514"/>
                </a:lnTo>
                <a:lnTo>
                  <a:pt x="14967" y="587"/>
                </a:lnTo>
                <a:lnTo>
                  <a:pt x="14930" y="661"/>
                </a:lnTo>
                <a:lnTo>
                  <a:pt x="14747" y="881"/>
                </a:lnTo>
                <a:lnTo>
                  <a:pt x="14123" y="1725"/>
                </a:lnTo>
                <a:lnTo>
                  <a:pt x="14123" y="1798"/>
                </a:lnTo>
                <a:lnTo>
                  <a:pt x="14087" y="1871"/>
                </a:lnTo>
                <a:lnTo>
                  <a:pt x="14123" y="1981"/>
                </a:lnTo>
                <a:lnTo>
                  <a:pt x="14233" y="2055"/>
                </a:lnTo>
                <a:lnTo>
                  <a:pt x="14343" y="2091"/>
                </a:lnTo>
                <a:lnTo>
                  <a:pt x="14820" y="2091"/>
                </a:lnTo>
                <a:lnTo>
                  <a:pt x="15260" y="2055"/>
                </a:lnTo>
                <a:lnTo>
                  <a:pt x="15774" y="1945"/>
                </a:lnTo>
                <a:lnTo>
                  <a:pt x="16031" y="1871"/>
                </a:lnTo>
                <a:lnTo>
                  <a:pt x="16251" y="1761"/>
                </a:lnTo>
                <a:lnTo>
                  <a:pt x="16324" y="1651"/>
                </a:lnTo>
                <a:lnTo>
                  <a:pt x="16324" y="1541"/>
                </a:lnTo>
                <a:lnTo>
                  <a:pt x="16288" y="1468"/>
                </a:lnTo>
                <a:lnTo>
                  <a:pt x="16214" y="1431"/>
                </a:lnTo>
                <a:lnTo>
                  <a:pt x="16141" y="1394"/>
                </a:lnTo>
                <a:lnTo>
                  <a:pt x="15957" y="1431"/>
                </a:lnTo>
                <a:lnTo>
                  <a:pt x="15774" y="1468"/>
                </a:lnTo>
                <a:lnTo>
                  <a:pt x="15370" y="1541"/>
                </a:lnTo>
                <a:lnTo>
                  <a:pt x="14820" y="1615"/>
                </a:lnTo>
                <a:lnTo>
                  <a:pt x="14820" y="1615"/>
                </a:lnTo>
                <a:lnTo>
                  <a:pt x="15260" y="1028"/>
                </a:lnTo>
                <a:lnTo>
                  <a:pt x="15370" y="844"/>
                </a:lnTo>
                <a:lnTo>
                  <a:pt x="15481" y="698"/>
                </a:lnTo>
                <a:lnTo>
                  <a:pt x="15517" y="477"/>
                </a:lnTo>
                <a:lnTo>
                  <a:pt x="15517" y="404"/>
                </a:lnTo>
                <a:lnTo>
                  <a:pt x="15481" y="294"/>
                </a:lnTo>
                <a:lnTo>
                  <a:pt x="15370" y="184"/>
                </a:lnTo>
                <a:lnTo>
                  <a:pt x="15224" y="74"/>
                </a:lnTo>
                <a:lnTo>
                  <a:pt x="15077" y="37"/>
                </a:lnTo>
                <a:lnTo>
                  <a:pt x="14894" y="1"/>
                </a:lnTo>
                <a:close/>
                <a:moveTo>
                  <a:pt x="6604" y="2788"/>
                </a:moveTo>
                <a:lnTo>
                  <a:pt x="6163" y="2898"/>
                </a:lnTo>
                <a:lnTo>
                  <a:pt x="5576" y="2972"/>
                </a:lnTo>
                <a:lnTo>
                  <a:pt x="5283" y="3045"/>
                </a:lnTo>
                <a:lnTo>
                  <a:pt x="4990" y="3118"/>
                </a:lnTo>
                <a:lnTo>
                  <a:pt x="4953" y="3155"/>
                </a:lnTo>
                <a:lnTo>
                  <a:pt x="4880" y="3229"/>
                </a:lnTo>
                <a:lnTo>
                  <a:pt x="4880" y="3302"/>
                </a:lnTo>
                <a:lnTo>
                  <a:pt x="4880" y="3339"/>
                </a:lnTo>
                <a:lnTo>
                  <a:pt x="4880" y="3412"/>
                </a:lnTo>
                <a:lnTo>
                  <a:pt x="4916" y="3485"/>
                </a:lnTo>
                <a:lnTo>
                  <a:pt x="4990" y="3522"/>
                </a:lnTo>
                <a:lnTo>
                  <a:pt x="5063" y="3522"/>
                </a:lnTo>
                <a:lnTo>
                  <a:pt x="5613" y="3485"/>
                </a:lnTo>
                <a:lnTo>
                  <a:pt x="6163" y="3412"/>
                </a:lnTo>
                <a:lnTo>
                  <a:pt x="6640" y="3339"/>
                </a:lnTo>
                <a:lnTo>
                  <a:pt x="6860" y="3265"/>
                </a:lnTo>
                <a:lnTo>
                  <a:pt x="6970" y="3192"/>
                </a:lnTo>
                <a:lnTo>
                  <a:pt x="7044" y="3118"/>
                </a:lnTo>
                <a:lnTo>
                  <a:pt x="7044" y="3008"/>
                </a:lnTo>
                <a:lnTo>
                  <a:pt x="7044" y="2972"/>
                </a:lnTo>
                <a:lnTo>
                  <a:pt x="7007" y="2898"/>
                </a:lnTo>
                <a:lnTo>
                  <a:pt x="6897" y="2862"/>
                </a:lnTo>
                <a:lnTo>
                  <a:pt x="6824" y="2825"/>
                </a:lnTo>
                <a:lnTo>
                  <a:pt x="6604" y="2788"/>
                </a:lnTo>
                <a:close/>
                <a:moveTo>
                  <a:pt x="13500" y="1945"/>
                </a:moveTo>
                <a:lnTo>
                  <a:pt x="13280" y="1981"/>
                </a:lnTo>
                <a:lnTo>
                  <a:pt x="13060" y="2018"/>
                </a:lnTo>
                <a:lnTo>
                  <a:pt x="12876" y="2055"/>
                </a:lnTo>
                <a:lnTo>
                  <a:pt x="12693" y="2201"/>
                </a:lnTo>
                <a:lnTo>
                  <a:pt x="12546" y="2275"/>
                </a:lnTo>
                <a:lnTo>
                  <a:pt x="12436" y="2422"/>
                </a:lnTo>
                <a:lnTo>
                  <a:pt x="12289" y="2678"/>
                </a:lnTo>
                <a:lnTo>
                  <a:pt x="12179" y="3008"/>
                </a:lnTo>
                <a:lnTo>
                  <a:pt x="12179" y="3339"/>
                </a:lnTo>
                <a:lnTo>
                  <a:pt x="12179" y="3522"/>
                </a:lnTo>
                <a:lnTo>
                  <a:pt x="12216" y="3669"/>
                </a:lnTo>
                <a:lnTo>
                  <a:pt x="12289" y="3815"/>
                </a:lnTo>
                <a:lnTo>
                  <a:pt x="12363" y="3962"/>
                </a:lnTo>
                <a:lnTo>
                  <a:pt x="12473" y="4109"/>
                </a:lnTo>
                <a:lnTo>
                  <a:pt x="12583" y="4219"/>
                </a:lnTo>
                <a:lnTo>
                  <a:pt x="12729" y="4292"/>
                </a:lnTo>
                <a:lnTo>
                  <a:pt x="12876" y="4366"/>
                </a:lnTo>
                <a:lnTo>
                  <a:pt x="12986" y="4402"/>
                </a:lnTo>
                <a:lnTo>
                  <a:pt x="13096" y="4402"/>
                </a:lnTo>
                <a:lnTo>
                  <a:pt x="13353" y="4329"/>
                </a:lnTo>
                <a:lnTo>
                  <a:pt x="13757" y="4146"/>
                </a:lnTo>
                <a:lnTo>
                  <a:pt x="14197" y="3999"/>
                </a:lnTo>
                <a:lnTo>
                  <a:pt x="14417" y="3852"/>
                </a:lnTo>
                <a:lnTo>
                  <a:pt x="14564" y="3705"/>
                </a:lnTo>
                <a:lnTo>
                  <a:pt x="14600" y="3632"/>
                </a:lnTo>
                <a:lnTo>
                  <a:pt x="14564" y="3559"/>
                </a:lnTo>
                <a:lnTo>
                  <a:pt x="14527" y="3485"/>
                </a:lnTo>
                <a:lnTo>
                  <a:pt x="14453" y="3449"/>
                </a:lnTo>
                <a:lnTo>
                  <a:pt x="14343" y="3412"/>
                </a:lnTo>
                <a:lnTo>
                  <a:pt x="14197" y="3449"/>
                </a:lnTo>
                <a:lnTo>
                  <a:pt x="13940" y="3522"/>
                </a:lnTo>
                <a:lnTo>
                  <a:pt x="13426" y="3742"/>
                </a:lnTo>
                <a:lnTo>
                  <a:pt x="13280" y="3815"/>
                </a:lnTo>
                <a:lnTo>
                  <a:pt x="13133" y="3852"/>
                </a:lnTo>
                <a:lnTo>
                  <a:pt x="12986" y="3852"/>
                </a:lnTo>
                <a:lnTo>
                  <a:pt x="12839" y="3779"/>
                </a:lnTo>
                <a:lnTo>
                  <a:pt x="12766" y="3669"/>
                </a:lnTo>
                <a:lnTo>
                  <a:pt x="12729" y="3559"/>
                </a:lnTo>
                <a:lnTo>
                  <a:pt x="12656" y="3339"/>
                </a:lnTo>
                <a:lnTo>
                  <a:pt x="12656" y="3118"/>
                </a:lnTo>
                <a:lnTo>
                  <a:pt x="12729" y="2898"/>
                </a:lnTo>
                <a:lnTo>
                  <a:pt x="12839" y="2715"/>
                </a:lnTo>
                <a:lnTo>
                  <a:pt x="12986" y="2532"/>
                </a:lnTo>
                <a:lnTo>
                  <a:pt x="13133" y="2458"/>
                </a:lnTo>
                <a:lnTo>
                  <a:pt x="13280" y="2422"/>
                </a:lnTo>
                <a:lnTo>
                  <a:pt x="13610" y="2385"/>
                </a:lnTo>
                <a:lnTo>
                  <a:pt x="13940" y="2348"/>
                </a:lnTo>
                <a:lnTo>
                  <a:pt x="14307" y="2348"/>
                </a:lnTo>
                <a:lnTo>
                  <a:pt x="14307" y="2311"/>
                </a:lnTo>
                <a:lnTo>
                  <a:pt x="14307" y="2275"/>
                </a:lnTo>
                <a:lnTo>
                  <a:pt x="14307" y="2238"/>
                </a:lnTo>
                <a:lnTo>
                  <a:pt x="14123" y="2128"/>
                </a:lnTo>
                <a:lnTo>
                  <a:pt x="13903" y="2055"/>
                </a:lnTo>
                <a:lnTo>
                  <a:pt x="13720" y="1981"/>
                </a:lnTo>
                <a:lnTo>
                  <a:pt x="13500" y="1945"/>
                </a:lnTo>
                <a:close/>
                <a:moveTo>
                  <a:pt x="6787" y="4182"/>
                </a:moveTo>
                <a:lnTo>
                  <a:pt x="6347" y="4292"/>
                </a:lnTo>
                <a:lnTo>
                  <a:pt x="5907" y="4366"/>
                </a:lnTo>
                <a:lnTo>
                  <a:pt x="5466" y="4439"/>
                </a:lnTo>
                <a:lnTo>
                  <a:pt x="5063" y="4549"/>
                </a:lnTo>
                <a:lnTo>
                  <a:pt x="4990" y="4622"/>
                </a:lnTo>
                <a:lnTo>
                  <a:pt x="4953" y="4696"/>
                </a:lnTo>
                <a:lnTo>
                  <a:pt x="4953" y="4806"/>
                </a:lnTo>
                <a:lnTo>
                  <a:pt x="5063" y="4843"/>
                </a:lnTo>
                <a:lnTo>
                  <a:pt x="5283" y="4879"/>
                </a:lnTo>
                <a:lnTo>
                  <a:pt x="5980" y="4879"/>
                </a:lnTo>
                <a:lnTo>
                  <a:pt x="6457" y="4769"/>
                </a:lnTo>
                <a:lnTo>
                  <a:pt x="6897" y="4659"/>
                </a:lnTo>
                <a:lnTo>
                  <a:pt x="6970" y="4622"/>
                </a:lnTo>
                <a:lnTo>
                  <a:pt x="7044" y="4586"/>
                </a:lnTo>
                <a:lnTo>
                  <a:pt x="7080" y="4512"/>
                </a:lnTo>
                <a:lnTo>
                  <a:pt x="7117" y="4439"/>
                </a:lnTo>
                <a:lnTo>
                  <a:pt x="7080" y="4292"/>
                </a:lnTo>
                <a:lnTo>
                  <a:pt x="7007" y="4219"/>
                </a:lnTo>
                <a:lnTo>
                  <a:pt x="6934" y="4182"/>
                </a:lnTo>
                <a:close/>
                <a:moveTo>
                  <a:pt x="11079" y="2055"/>
                </a:moveTo>
                <a:lnTo>
                  <a:pt x="10785" y="2091"/>
                </a:lnTo>
                <a:lnTo>
                  <a:pt x="10565" y="2165"/>
                </a:lnTo>
                <a:lnTo>
                  <a:pt x="10382" y="2311"/>
                </a:lnTo>
                <a:lnTo>
                  <a:pt x="10235" y="2495"/>
                </a:lnTo>
                <a:lnTo>
                  <a:pt x="10198" y="2385"/>
                </a:lnTo>
                <a:lnTo>
                  <a:pt x="10088" y="2348"/>
                </a:lnTo>
                <a:lnTo>
                  <a:pt x="9942" y="2311"/>
                </a:lnTo>
                <a:lnTo>
                  <a:pt x="9611" y="2311"/>
                </a:lnTo>
                <a:lnTo>
                  <a:pt x="9501" y="2348"/>
                </a:lnTo>
                <a:lnTo>
                  <a:pt x="9208" y="2495"/>
                </a:lnTo>
                <a:lnTo>
                  <a:pt x="8988" y="2678"/>
                </a:lnTo>
                <a:lnTo>
                  <a:pt x="8951" y="2568"/>
                </a:lnTo>
                <a:lnTo>
                  <a:pt x="8915" y="2532"/>
                </a:lnTo>
                <a:lnTo>
                  <a:pt x="8878" y="2532"/>
                </a:lnTo>
                <a:lnTo>
                  <a:pt x="8804" y="2568"/>
                </a:lnTo>
                <a:lnTo>
                  <a:pt x="8731" y="2752"/>
                </a:lnTo>
                <a:lnTo>
                  <a:pt x="8658" y="2935"/>
                </a:lnTo>
                <a:lnTo>
                  <a:pt x="8621" y="3339"/>
                </a:lnTo>
                <a:lnTo>
                  <a:pt x="8584" y="3705"/>
                </a:lnTo>
                <a:lnTo>
                  <a:pt x="8621" y="4072"/>
                </a:lnTo>
                <a:lnTo>
                  <a:pt x="8694" y="4439"/>
                </a:lnTo>
                <a:lnTo>
                  <a:pt x="8768" y="4806"/>
                </a:lnTo>
                <a:lnTo>
                  <a:pt x="8804" y="4879"/>
                </a:lnTo>
                <a:lnTo>
                  <a:pt x="8878" y="4953"/>
                </a:lnTo>
                <a:lnTo>
                  <a:pt x="8951" y="4989"/>
                </a:lnTo>
                <a:lnTo>
                  <a:pt x="9061" y="4953"/>
                </a:lnTo>
                <a:lnTo>
                  <a:pt x="9135" y="4916"/>
                </a:lnTo>
                <a:lnTo>
                  <a:pt x="9208" y="4879"/>
                </a:lnTo>
                <a:lnTo>
                  <a:pt x="9245" y="4769"/>
                </a:lnTo>
                <a:lnTo>
                  <a:pt x="9208" y="4659"/>
                </a:lnTo>
                <a:lnTo>
                  <a:pt x="9135" y="4182"/>
                </a:lnTo>
                <a:lnTo>
                  <a:pt x="9098" y="3669"/>
                </a:lnTo>
                <a:lnTo>
                  <a:pt x="9135" y="3339"/>
                </a:lnTo>
                <a:lnTo>
                  <a:pt x="9208" y="3118"/>
                </a:lnTo>
                <a:lnTo>
                  <a:pt x="9391" y="2972"/>
                </a:lnTo>
                <a:lnTo>
                  <a:pt x="9575" y="2825"/>
                </a:lnTo>
                <a:lnTo>
                  <a:pt x="9795" y="2788"/>
                </a:lnTo>
                <a:lnTo>
                  <a:pt x="9868" y="4072"/>
                </a:lnTo>
                <a:lnTo>
                  <a:pt x="9905" y="4146"/>
                </a:lnTo>
                <a:lnTo>
                  <a:pt x="9942" y="4219"/>
                </a:lnTo>
                <a:lnTo>
                  <a:pt x="10015" y="4292"/>
                </a:lnTo>
                <a:lnTo>
                  <a:pt x="10125" y="4292"/>
                </a:lnTo>
                <a:lnTo>
                  <a:pt x="10198" y="4329"/>
                </a:lnTo>
                <a:lnTo>
                  <a:pt x="10272" y="4292"/>
                </a:lnTo>
                <a:lnTo>
                  <a:pt x="10308" y="4219"/>
                </a:lnTo>
                <a:lnTo>
                  <a:pt x="10345" y="4146"/>
                </a:lnTo>
                <a:lnTo>
                  <a:pt x="10455" y="3559"/>
                </a:lnTo>
                <a:lnTo>
                  <a:pt x="10565" y="3008"/>
                </a:lnTo>
                <a:lnTo>
                  <a:pt x="10602" y="2862"/>
                </a:lnTo>
                <a:lnTo>
                  <a:pt x="10675" y="2752"/>
                </a:lnTo>
                <a:lnTo>
                  <a:pt x="10785" y="2642"/>
                </a:lnTo>
                <a:lnTo>
                  <a:pt x="10895" y="2568"/>
                </a:lnTo>
                <a:lnTo>
                  <a:pt x="11079" y="2568"/>
                </a:lnTo>
                <a:lnTo>
                  <a:pt x="11115" y="2642"/>
                </a:lnTo>
                <a:lnTo>
                  <a:pt x="11115" y="2752"/>
                </a:lnTo>
                <a:lnTo>
                  <a:pt x="11115" y="2862"/>
                </a:lnTo>
                <a:lnTo>
                  <a:pt x="11189" y="3449"/>
                </a:lnTo>
                <a:lnTo>
                  <a:pt x="11299" y="4036"/>
                </a:lnTo>
                <a:lnTo>
                  <a:pt x="11372" y="4256"/>
                </a:lnTo>
                <a:lnTo>
                  <a:pt x="11446" y="4512"/>
                </a:lnTo>
                <a:lnTo>
                  <a:pt x="11556" y="4732"/>
                </a:lnTo>
                <a:lnTo>
                  <a:pt x="11629" y="4806"/>
                </a:lnTo>
                <a:lnTo>
                  <a:pt x="11739" y="4843"/>
                </a:lnTo>
                <a:lnTo>
                  <a:pt x="11849" y="4843"/>
                </a:lnTo>
                <a:lnTo>
                  <a:pt x="11922" y="4806"/>
                </a:lnTo>
                <a:lnTo>
                  <a:pt x="11996" y="4769"/>
                </a:lnTo>
                <a:lnTo>
                  <a:pt x="12032" y="4696"/>
                </a:lnTo>
                <a:lnTo>
                  <a:pt x="12069" y="4586"/>
                </a:lnTo>
                <a:lnTo>
                  <a:pt x="11996" y="4476"/>
                </a:lnTo>
                <a:lnTo>
                  <a:pt x="11922" y="4402"/>
                </a:lnTo>
                <a:lnTo>
                  <a:pt x="11886" y="4256"/>
                </a:lnTo>
                <a:lnTo>
                  <a:pt x="11812" y="4072"/>
                </a:lnTo>
                <a:lnTo>
                  <a:pt x="11776" y="3779"/>
                </a:lnTo>
                <a:lnTo>
                  <a:pt x="11666" y="3339"/>
                </a:lnTo>
                <a:lnTo>
                  <a:pt x="11629" y="2862"/>
                </a:lnTo>
                <a:lnTo>
                  <a:pt x="11629" y="2532"/>
                </a:lnTo>
                <a:lnTo>
                  <a:pt x="11592" y="2385"/>
                </a:lnTo>
                <a:lnTo>
                  <a:pt x="11482" y="2275"/>
                </a:lnTo>
                <a:lnTo>
                  <a:pt x="11299" y="2128"/>
                </a:lnTo>
                <a:lnTo>
                  <a:pt x="11189" y="2091"/>
                </a:lnTo>
                <a:lnTo>
                  <a:pt x="11079" y="2055"/>
                </a:lnTo>
                <a:close/>
                <a:moveTo>
                  <a:pt x="2715" y="1138"/>
                </a:moveTo>
                <a:lnTo>
                  <a:pt x="2569" y="1174"/>
                </a:lnTo>
                <a:lnTo>
                  <a:pt x="2422" y="1284"/>
                </a:lnTo>
                <a:lnTo>
                  <a:pt x="2385" y="1358"/>
                </a:lnTo>
                <a:lnTo>
                  <a:pt x="2165" y="1284"/>
                </a:lnTo>
                <a:lnTo>
                  <a:pt x="1762" y="1284"/>
                </a:lnTo>
                <a:lnTo>
                  <a:pt x="1542" y="1358"/>
                </a:lnTo>
                <a:lnTo>
                  <a:pt x="771" y="1504"/>
                </a:lnTo>
                <a:lnTo>
                  <a:pt x="368" y="1651"/>
                </a:lnTo>
                <a:lnTo>
                  <a:pt x="184" y="1725"/>
                </a:lnTo>
                <a:lnTo>
                  <a:pt x="38" y="1835"/>
                </a:lnTo>
                <a:lnTo>
                  <a:pt x="1" y="1908"/>
                </a:lnTo>
                <a:lnTo>
                  <a:pt x="1" y="1981"/>
                </a:lnTo>
                <a:lnTo>
                  <a:pt x="38" y="2018"/>
                </a:lnTo>
                <a:lnTo>
                  <a:pt x="111" y="2055"/>
                </a:lnTo>
                <a:lnTo>
                  <a:pt x="74" y="2348"/>
                </a:lnTo>
                <a:lnTo>
                  <a:pt x="74" y="2642"/>
                </a:lnTo>
                <a:lnTo>
                  <a:pt x="74" y="3705"/>
                </a:lnTo>
                <a:lnTo>
                  <a:pt x="111" y="4843"/>
                </a:lnTo>
                <a:lnTo>
                  <a:pt x="148" y="5980"/>
                </a:lnTo>
                <a:lnTo>
                  <a:pt x="184" y="6090"/>
                </a:lnTo>
                <a:lnTo>
                  <a:pt x="294" y="6200"/>
                </a:lnTo>
                <a:lnTo>
                  <a:pt x="404" y="6236"/>
                </a:lnTo>
                <a:lnTo>
                  <a:pt x="514" y="6200"/>
                </a:lnTo>
                <a:lnTo>
                  <a:pt x="624" y="6236"/>
                </a:lnTo>
                <a:lnTo>
                  <a:pt x="845" y="6273"/>
                </a:lnTo>
                <a:lnTo>
                  <a:pt x="1028" y="6236"/>
                </a:lnTo>
                <a:lnTo>
                  <a:pt x="1395" y="6163"/>
                </a:lnTo>
                <a:lnTo>
                  <a:pt x="2385" y="5980"/>
                </a:lnTo>
                <a:lnTo>
                  <a:pt x="2605" y="5943"/>
                </a:lnTo>
                <a:lnTo>
                  <a:pt x="2752" y="5906"/>
                </a:lnTo>
                <a:lnTo>
                  <a:pt x="2899" y="5833"/>
                </a:lnTo>
                <a:lnTo>
                  <a:pt x="2972" y="5686"/>
                </a:lnTo>
                <a:lnTo>
                  <a:pt x="2972" y="5576"/>
                </a:lnTo>
                <a:lnTo>
                  <a:pt x="2935" y="5503"/>
                </a:lnTo>
                <a:lnTo>
                  <a:pt x="2825" y="5429"/>
                </a:lnTo>
                <a:lnTo>
                  <a:pt x="2679" y="5393"/>
                </a:lnTo>
                <a:lnTo>
                  <a:pt x="2532" y="5393"/>
                </a:lnTo>
                <a:lnTo>
                  <a:pt x="2385" y="5429"/>
                </a:lnTo>
                <a:lnTo>
                  <a:pt x="2055" y="5503"/>
                </a:lnTo>
                <a:lnTo>
                  <a:pt x="1762" y="5576"/>
                </a:lnTo>
                <a:lnTo>
                  <a:pt x="1028" y="5723"/>
                </a:lnTo>
                <a:lnTo>
                  <a:pt x="698" y="5796"/>
                </a:lnTo>
                <a:lnTo>
                  <a:pt x="661" y="4953"/>
                </a:lnTo>
                <a:lnTo>
                  <a:pt x="624" y="4109"/>
                </a:lnTo>
                <a:lnTo>
                  <a:pt x="845" y="4109"/>
                </a:lnTo>
                <a:lnTo>
                  <a:pt x="1028" y="4072"/>
                </a:lnTo>
                <a:lnTo>
                  <a:pt x="1431" y="3962"/>
                </a:lnTo>
                <a:lnTo>
                  <a:pt x="2459" y="3742"/>
                </a:lnTo>
                <a:lnTo>
                  <a:pt x="2495" y="3779"/>
                </a:lnTo>
                <a:lnTo>
                  <a:pt x="2605" y="3779"/>
                </a:lnTo>
                <a:lnTo>
                  <a:pt x="2679" y="3742"/>
                </a:lnTo>
                <a:lnTo>
                  <a:pt x="2752" y="3705"/>
                </a:lnTo>
                <a:lnTo>
                  <a:pt x="2789" y="3669"/>
                </a:lnTo>
                <a:lnTo>
                  <a:pt x="2862" y="3559"/>
                </a:lnTo>
                <a:lnTo>
                  <a:pt x="2899" y="3485"/>
                </a:lnTo>
                <a:lnTo>
                  <a:pt x="2899" y="3412"/>
                </a:lnTo>
                <a:lnTo>
                  <a:pt x="2862" y="3339"/>
                </a:lnTo>
                <a:lnTo>
                  <a:pt x="2825" y="3265"/>
                </a:lnTo>
                <a:lnTo>
                  <a:pt x="2715" y="3155"/>
                </a:lnTo>
                <a:lnTo>
                  <a:pt x="2532" y="3155"/>
                </a:lnTo>
                <a:lnTo>
                  <a:pt x="1431" y="3449"/>
                </a:lnTo>
                <a:lnTo>
                  <a:pt x="1028" y="3522"/>
                </a:lnTo>
                <a:lnTo>
                  <a:pt x="808" y="3595"/>
                </a:lnTo>
                <a:lnTo>
                  <a:pt x="624" y="3632"/>
                </a:lnTo>
                <a:lnTo>
                  <a:pt x="588" y="2788"/>
                </a:lnTo>
                <a:lnTo>
                  <a:pt x="588" y="2458"/>
                </a:lnTo>
                <a:lnTo>
                  <a:pt x="551" y="2091"/>
                </a:lnTo>
                <a:lnTo>
                  <a:pt x="1065" y="1981"/>
                </a:lnTo>
                <a:lnTo>
                  <a:pt x="1615" y="1835"/>
                </a:lnTo>
                <a:lnTo>
                  <a:pt x="1798" y="1798"/>
                </a:lnTo>
                <a:lnTo>
                  <a:pt x="2055" y="1798"/>
                </a:lnTo>
                <a:lnTo>
                  <a:pt x="2165" y="1871"/>
                </a:lnTo>
                <a:lnTo>
                  <a:pt x="2238" y="1908"/>
                </a:lnTo>
                <a:lnTo>
                  <a:pt x="2312" y="1945"/>
                </a:lnTo>
                <a:lnTo>
                  <a:pt x="2422" y="1945"/>
                </a:lnTo>
                <a:lnTo>
                  <a:pt x="2495" y="1908"/>
                </a:lnTo>
                <a:lnTo>
                  <a:pt x="3009" y="1651"/>
                </a:lnTo>
                <a:lnTo>
                  <a:pt x="3082" y="1615"/>
                </a:lnTo>
                <a:lnTo>
                  <a:pt x="3119" y="1578"/>
                </a:lnTo>
                <a:lnTo>
                  <a:pt x="3156" y="1431"/>
                </a:lnTo>
                <a:lnTo>
                  <a:pt x="3119" y="1284"/>
                </a:lnTo>
                <a:lnTo>
                  <a:pt x="3082" y="1248"/>
                </a:lnTo>
                <a:lnTo>
                  <a:pt x="3009" y="1174"/>
                </a:lnTo>
                <a:lnTo>
                  <a:pt x="2862" y="1138"/>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1" name="Google Shape;231;p3"/>
          <p:cNvSpPr/>
          <p:nvPr/>
        </p:nvSpPr>
        <p:spPr>
          <a:xfrm>
            <a:off x="4335963" y="6433681"/>
            <a:ext cx="786656" cy="552172"/>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2" name="Google Shape;232;p3"/>
          <p:cNvSpPr/>
          <p:nvPr/>
        </p:nvSpPr>
        <p:spPr>
          <a:xfrm>
            <a:off x="4335971" y="5372369"/>
            <a:ext cx="517491" cy="545251"/>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3" name="Google Shape;233;p3"/>
          <p:cNvSpPr/>
          <p:nvPr/>
        </p:nvSpPr>
        <p:spPr>
          <a:xfrm>
            <a:off x="2911965" y="6600511"/>
            <a:ext cx="396808" cy="281645"/>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4" name="Google Shape;234;p3"/>
          <p:cNvSpPr/>
          <p:nvPr/>
        </p:nvSpPr>
        <p:spPr>
          <a:xfrm>
            <a:off x="5265501" y="6600167"/>
            <a:ext cx="384327" cy="245603"/>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5" name="Google Shape;235;p3"/>
          <p:cNvSpPr/>
          <p:nvPr/>
        </p:nvSpPr>
        <p:spPr>
          <a:xfrm>
            <a:off x="1813487" y="6373645"/>
            <a:ext cx="431488" cy="428728"/>
          </a:xfrm>
          <a:custGeom>
            <a:avLst/>
            <a:gdLst/>
            <a:ahLst/>
            <a:cxnLst/>
            <a:rect l="l" t="t" r="r" b="b"/>
            <a:pathLst>
              <a:path w="11409" h="11336" extrusionOk="0">
                <a:moveTo>
                  <a:pt x="5173" y="4219"/>
                </a:moveTo>
                <a:lnTo>
                  <a:pt x="5136" y="4256"/>
                </a:lnTo>
                <a:lnTo>
                  <a:pt x="5100" y="4292"/>
                </a:lnTo>
                <a:lnTo>
                  <a:pt x="4990" y="4366"/>
                </a:lnTo>
                <a:lnTo>
                  <a:pt x="4916" y="4476"/>
                </a:lnTo>
                <a:lnTo>
                  <a:pt x="4916" y="4512"/>
                </a:lnTo>
                <a:lnTo>
                  <a:pt x="4843" y="4659"/>
                </a:lnTo>
                <a:lnTo>
                  <a:pt x="4843" y="4769"/>
                </a:lnTo>
                <a:lnTo>
                  <a:pt x="4880" y="4843"/>
                </a:lnTo>
                <a:lnTo>
                  <a:pt x="4990" y="4916"/>
                </a:lnTo>
                <a:lnTo>
                  <a:pt x="5100" y="4989"/>
                </a:lnTo>
                <a:lnTo>
                  <a:pt x="5283" y="4989"/>
                </a:lnTo>
                <a:lnTo>
                  <a:pt x="5430" y="4916"/>
                </a:lnTo>
                <a:lnTo>
                  <a:pt x="5540" y="4769"/>
                </a:lnTo>
                <a:lnTo>
                  <a:pt x="5577" y="4696"/>
                </a:lnTo>
                <a:lnTo>
                  <a:pt x="5613" y="4623"/>
                </a:lnTo>
                <a:lnTo>
                  <a:pt x="5577" y="4549"/>
                </a:lnTo>
                <a:lnTo>
                  <a:pt x="5577" y="4476"/>
                </a:lnTo>
                <a:lnTo>
                  <a:pt x="5430" y="4402"/>
                </a:lnTo>
                <a:lnTo>
                  <a:pt x="5320" y="4366"/>
                </a:lnTo>
                <a:lnTo>
                  <a:pt x="5320" y="4292"/>
                </a:lnTo>
                <a:lnTo>
                  <a:pt x="5246" y="4256"/>
                </a:lnTo>
                <a:lnTo>
                  <a:pt x="5173" y="4219"/>
                </a:lnTo>
                <a:close/>
                <a:moveTo>
                  <a:pt x="5980" y="6016"/>
                </a:moveTo>
                <a:lnTo>
                  <a:pt x="6017" y="6053"/>
                </a:lnTo>
                <a:lnTo>
                  <a:pt x="6053" y="6126"/>
                </a:lnTo>
                <a:lnTo>
                  <a:pt x="6053" y="6200"/>
                </a:lnTo>
                <a:lnTo>
                  <a:pt x="5907" y="6237"/>
                </a:lnTo>
                <a:lnTo>
                  <a:pt x="5943" y="6090"/>
                </a:lnTo>
                <a:lnTo>
                  <a:pt x="5980" y="6016"/>
                </a:lnTo>
                <a:close/>
                <a:moveTo>
                  <a:pt x="5833" y="5613"/>
                </a:moveTo>
                <a:lnTo>
                  <a:pt x="5723" y="5650"/>
                </a:lnTo>
                <a:lnTo>
                  <a:pt x="5650" y="5723"/>
                </a:lnTo>
                <a:lnTo>
                  <a:pt x="5613" y="5796"/>
                </a:lnTo>
                <a:lnTo>
                  <a:pt x="5613" y="5870"/>
                </a:lnTo>
                <a:lnTo>
                  <a:pt x="5687" y="5943"/>
                </a:lnTo>
                <a:lnTo>
                  <a:pt x="5577" y="6163"/>
                </a:lnTo>
                <a:lnTo>
                  <a:pt x="5540" y="6420"/>
                </a:lnTo>
                <a:lnTo>
                  <a:pt x="5577" y="6530"/>
                </a:lnTo>
                <a:lnTo>
                  <a:pt x="5687" y="6567"/>
                </a:lnTo>
                <a:lnTo>
                  <a:pt x="5833" y="6603"/>
                </a:lnTo>
                <a:lnTo>
                  <a:pt x="5980" y="6603"/>
                </a:lnTo>
                <a:lnTo>
                  <a:pt x="6090" y="6567"/>
                </a:lnTo>
                <a:lnTo>
                  <a:pt x="6237" y="6530"/>
                </a:lnTo>
                <a:lnTo>
                  <a:pt x="6347" y="6457"/>
                </a:lnTo>
                <a:lnTo>
                  <a:pt x="6420" y="6347"/>
                </a:lnTo>
                <a:lnTo>
                  <a:pt x="6457" y="6200"/>
                </a:lnTo>
                <a:lnTo>
                  <a:pt x="6457" y="6053"/>
                </a:lnTo>
                <a:lnTo>
                  <a:pt x="6420" y="5943"/>
                </a:lnTo>
                <a:lnTo>
                  <a:pt x="6347" y="5833"/>
                </a:lnTo>
                <a:lnTo>
                  <a:pt x="6274" y="5760"/>
                </a:lnTo>
                <a:lnTo>
                  <a:pt x="6163" y="5686"/>
                </a:lnTo>
                <a:lnTo>
                  <a:pt x="6053" y="5650"/>
                </a:lnTo>
                <a:lnTo>
                  <a:pt x="5943" y="5613"/>
                </a:lnTo>
                <a:close/>
                <a:moveTo>
                  <a:pt x="3926" y="441"/>
                </a:moveTo>
                <a:lnTo>
                  <a:pt x="4623" y="478"/>
                </a:lnTo>
                <a:lnTo>
                  <a:pt x="5356" y="478"/>
                </a:lnTo>
                <a:lnTo>
                  <a:pt x="6824" y="551"/>
                </a:lnTo>
                <a:lnTo>
                  <a:pt x="7631" y="551"/>
                </a:lnTo>
                <a:lnTo>
                  <a:pt x="7704" y="734"/>
                </a:lnTo>
                <a:lnTo>
                  <a:pt x="7777" y="1064"/>
                </a:lnTo>
                <a:lnTo>
                  <a:pt x="7521" y="1174"/>
                </a:lnTo>
                <a:lnTo>
                  <a:pt x="7191" y="1211"/>
                </a:lnTo>
                <a:lnTo>
                  <a:pt x="7044" y="1211"/>
                </a:lnTo>
                <a:lnTo>
                  <a:pt x="6860" y="1174"/>
                </a:lnTo>
                <a:lnTo>
                  <a:pt x="6714" y="1174"/>
                </a:lnTo>
                <a:lnTo>
                  <a:pt x="6530" y="1211"/>
                </a:lnTo>
                <a:lnTo>
                  <a:pt x="6494" y="1248"/>
                </a:lnTo>
                <a:lnTo>
                  <a:pt x="6457" y="1321"/>
                </a:lnTo>
                <a:lnTo>
                  <a:pt x="6420" y="1395"/>
                </a:lnTo>
                <a:lnTo>
                  <a:pt x="6457" y="1468"/>
                </a:lnTo>
                <a:lnTo>
                  <a:pt x="6457" y="1505"/>
                </a:lnTo>
                <a:lnTo>
                  <a:pt x="6494" y="1578"/>
                </a:lnTo>
                <a:lnTo>
                  <a:pt x="6567" y="1651"/>
                </a:lnTo>
                <a:lnTo>
                  <a:pt x="6567" y="1871"/>
                </a:lnTo>
                <a:lnTo>
                  <a:pt x="6567" y="2092"/>
                </a:lnTo>
                <a:lnTo>
                  <a:pt x="6640" y="2642"/>
                </a:lnTo>
                <a:lnTo>
                  <a:pt x="6677" y="3192"/>
                </a:lnTo>
                <a:lnTo>
                  <a:pt x="6714" y="3632"/>
                </a:lnTo>
                <a:lnTo>
                  <a:pt x="6714" y="4072"/>
                </a:lnTo>
                <a:lnTo>
                  <a:pt x="6677" y="4586"/>
                </a:lnTo>
                <a:lnTo>
                  <a:pt x="6640" y="4843"/>
                </a:lnTo>
                <a:lnTo>
                  <a:pt x="6640" y="5099"/>
                </a:lnTo>
                <a:lnTo>
                  <a:pt x="6677" y="5246"/>
                </a:lnTo>
                <a:lnTo>
                  <a:pt x="6640" y="5319"/>
                </a:lnTo>
                <a:lnTo>
                  <a:pt x="6640" y="5393"/>
                </a:lnTo>
                <a:lnTo>
                  <a:pt x="6640" y="5466"/>
                </a:lnTo>
                <a:lnTo>
                  <a:pt x="6714" y="5540"/>
                </a:lnTo>
                <a:lnTo>
                  <a:pt x="7117" y="5796"/>
                </a:lnTo>
                <a:lnTo>
                  <a:pt x="7484" y="6016"/>
                </a:lnTo>
                <a:lnTo>
                  <a:pt x="7851" y="6310"/>
                </a:lnTo>
                <a:lnTo>
                  <a:pt x="8218" y="6640"/>
                </a:lnTo>
                <a:lnTo>
                  <a:pt x="8915" y="7300"/>
                </a:lnTo>
                <a:lnTo>
                  <a:pt x="8621" y="7337"/>
                </a:lnTo>
                <a:lnTo>
                  <a:pt x="8328" y="7300"/>
                </a:lnTo>
                <a:lnTo>
                  <a:pt x="8108" y="7227"/>
                </a:lnTo>
                <a:lnTo>
                  <a:pt x="7887" y="7154"/>
                </a:lnTo>
                <a:lnTo>
                  <a:pt x="7484" y="6933"/>
                </a:lnTo>
                <a:lnTo>
                  <a:pt x="7117" y="6823"/>
                </a:lnTo>
                <a:lnTo>
                  <a:pt x="6750" y="6787"/>
                </a:lnTo>
                <a:lnTo>
                  <a:pt x="6384" y="6823"/>
                </a:lnTo>
                <a:lnTo>
                  <a:pt x="5980" y="6933"/>
                </a:lnTo>
                <a:lnTo>
                  <a:pt x="5577" y="7044"/>
                </a:lnTo>
                <a:lnTo>
                  <a:pt x="5210" y="7227"/>
                </a:lnTo>
                <a:lnTo>
                  <a:pt x="4843" y="7374"/>
                </a:lnTo>
                <a:lnTo>
                  <a:pt x="4439" y="7520"/>
                </a:lnTo>
                <a:lnTo>
                  <a:pt x="4109" y="7557"/>
                </a:lnTo>
                <a:lnTo>
                  <a:pt x="3816" y="7594"/>
                </a:lnTo>
                <a:lnTo>
                  <a:pt x="3889" y="7557"/>
                </a:lnTo>
                <a:lnTo>
                  <a:pt x="3926" y="7484"/>
                </a:lnTo>
                <a:lnTo>
                  <a:pt x="3926" y="7374"/>
                </a:lnTo>
                <a:lnTo>
                  <a:pt x="3926" y="7300"/>
                </a:lnTo>
                <a:lnTo>
                  <a:pt x="3889" y="7227"/>
                </a:lnTo>
                <a:lnTo>
                  <a:pt x="3816" y="7190"/>
                </a:lnTo>
                <a:lnTo>
                  <a:pt x="2789" y="7190"/>
                </a:lnTo>
                <a:lnTo>
                  <a:pt x="2935" y="7044"/>
                </a:lnTo>
                <a:lnTo>
                  <a:pt x="3266" y="6677"/>
                </a:lnTo>
                <a:lnTo>
                  <a:pt x="3559" y="6713"/>
                </a:lnTo>
                <a:lnTo>
                  <a:pt x="3853" y="6713"/>
                </a:lnTo>
                <a:lnTo>
                  <a:pt x="4403" y="6677"/>
                </a:lnTo>
                <a:lnTo>
                  <a:pt x="4549" y="6640"/>
                </a:lnTo>
                <a:lnTo>
                  <a:pt x="4623" y="6530"/>
                </a:lnTo>
                <a:lnTo>
                  <a:pt x="4623" y="6457"/>
                </a:lnTo>
                <a:lnTo>
                  <a:pt x="4586" y="6383"/>
                </a:lnTo>
                <a:lnTo>
                  <a:pt x="4513" y="6310"/>
                </a:lnTo>
                <a:lnTo>
                  <a:pt x="4403" y="6273"/>
                </a:lnTo>
                <a:lnTo>
                  <a:pt x="3669" y="6273"/>
                </a:lnTo>
                <a:lnTo>
                  <a:pt x="3926" y="6016"/>
                </a:lnTo>
                <a:lnTo>
                  <a:pt x="4183" y="5723"/>
                </a:lnTo>
                <a:lnTo>
                  <a:pt x="4293" y="5723"/>
                </a:lnTo>
                <a:lnTo>
                  <a:pt x="4366" y="5686"/>
                </a:lnTo>
                <a:lnTo>
                  <a:pt x="4439" y="5576"/>
                </a:lnTo>
                <a:lnTo>
                  <a:pt x="4476" y="5466"/>
                </a:lnTo>
                <a:lnTo>
                  <a:pt x="4403" y="3449"/>
                </a:lnTo>
                <a:lnTo>
                  <a:pt x="4366" y="2495"/>
                </a:lnTo>
                <a:lnTo>
                  <a:pt x="4329" y="2018"/>
                </a:lnTo>
                <a:lnTo>
                  <a:pt x="4293" y="1541"/>
                </a:lnTo>
                <a:lnTo>
                  <a:pt x="4256" y="1431"/>
                </a:lnTo>
                <a:lnTo>
                  <a:pt x="4549" y="1505"/>
                </a:lnTo>
                <a:lnTo>
                  <a:pt x="4953" y="1578"/>
                </a:lnTo>
                <a:lnTo>
                  <a:pt x="5173" y="1578"/>
                </a:lnTo>
                <a:lnTo>
                  <a:pt x="5356" y="1505"/>
                </a:lnTo>
                <a:lnTo>
                  <a:pt x="5393" y="1468"/>
                </a:lnTo>
                <a:lnTo>
                  <a:pt x="5430" y="1431"/>
                </a:lnTo>
                <a:lnTo>
                  <a:pt x="5430" y="1358"/>
                </a:lnTo>
                <a:lnTo>
                  <a:pt x="5393" y="1321"/>
                </a:lnTo>
                <a:lnTo>
                  <a:pt x="5246" y="1211"/>
                </a:lnTo>
                <a:lnTo>
                  <a:pt x="5063" y="1174"/>
                </a:lnTo>
                <a:lnTo>
                  <a:pt x="4733" y="1138"/>
                </a:lnTo>
                <a:lnTo>
                  <a:pt x="4219" y="1064"/>
                </a:lnTo>
                <a:lnTo>
                  <a:pt x="4183" y="1028"/>
                </a:lnTo>
                <a:lnTo>
                  <a:pt x="4146" y="991"/>
                </a:lnTo>
                <a:lnTo>
                  <a:pt x="3999" y="991"/>
                </a:lnTo>
                <a:lnTo>
                  <a:pt x="3853" y="1028"/>
                </a:lnTo>
                <a:lnTo>
                  <a:pt x="3706" y="1064"/>
                </a:lnTo>
                <a:lnTo>
                  <a:pt x="3596" y="1064"/>
                </a:lnTo>
                <a:lnTo>
                  <a:pt x="3522" y="1028"/>
                </a:lnTo>
                <a:lnTo>
                  <a:pt x="3486" y="991"/>
                </a:lnTo>
                <a:lnTo>
                  <a:pt x="3412" y="881"/>
                </a:lnTo>
                <a:lnTo>
                  <a:pt x="3412" y="771"/>
                </a:lnTo>
                <a:lnTo>
                  <a:pt x="3412" y="698"/>
                </a:lnTo>
                <a:lnTo>
                  <a:pt x="3486" y="624"/>
                </a:lnTo>
                <a:lnTo>
                  <a:pt x="3559" y="551"/>
                </a:lnTo>
                <a:lnTo>
                  <a:pt x="3742" y="478"/>
                </a:lnTo>
                <a:lnTo>
                  <a:pt x="3926" y="441"/>
                </a:lnTo>
                <a:close/>
                <a:moveTo>
                  <a:pt x="6090" y="8071"/>
                </a:moveTo>
                <a:lnTo>
                  <a:pt x="6127" y="8144"/>
                </a:lnTo>
                <a:lnTo>
                  <a:pt x="6127" y="8217"/>
                </a:lnTo>
                <a:lnTo>
                  <a:pt x="6090" y="8291"/>
                </a:lnTo>
                <a:lnTo>
                  <a:pt x="6053" y="8364"/>
                </a:lnTo>
                <a:lnTo>
                  <a:pt x="5980" y="8401"/>
                </a:lnTo>
                <a:lnTo>
                  <a:pt x="5907" y="8401"/>
                </a:lnTo>
                <a:lnTo>
                  <a:pt x="5833" y="8364"/>
                </a:lnTo>
                <a:lnTo>
                  <a:pt x="5760" y="8291"/>
                </a:lnTo>
                <a:lnTo>
                  <a:pt x="5760" y="8181"/>
                </a:lnTo>
                <a:lnTo>
                  <a:pt x="5833" y="8144"/>
                </a:lnTo>
                <a:lnTo>
                  <a:pt x="5943" y="8071"/>
                </a:lnTo>
                <a:lnTo>
                  <a:pt x="6017" y="8107"/>
                </a:lnTo>
                <a:lnTo>
                  <a:pt x="6053" y="8107"/>
                </a:lnTo>
                <a:lnTo>
                  <a:pt x="6090" y="8071"/>
                </a:lnTo>
                <a:close/>
                <a:moveTo>
                  <a:pt x="5907" y="7630"/>
                </a:moveTo>
                <a:lnTo>
                  <a:pt x="5797" y="7667"/>
                </a:lnTo>
                <a:lnTo>
                  <a:pt x="5687" y="7704"/>
                </a:lnTo>
                <a:lnTo>
                  <a:pt x="5577" y="7777"/>
                </a:lnTo>
                <a:lnTo>
                  <a:pt x="5467" y="7887"/>
                </a:lnTo>
                <a:lnTo>
                  <a:pt x="5467" y="7924"/>
                </a:lnTo>
                <a:lnTo>
                  <a:pt x="5430" y="7997"/>
                </a:lnTo>
                <a:lnTo>
                  <a:pt x="5503" y="8071"/>
                </a:lnTo>
                <a:lnTo>
                  <a:pt x="5430" y="8217"/>
                </a:lnTo>
                <a:lnTo>
                  <a:pt x="5430" y="8364"/>
                </a:lnTo>
                <a:lnTo>
                  <a:pt x="5467" y="8474"/>
                </a:lnTo>
                <a:lnTo>
                  <a:pt x="5540" y="8584"/>
                </a:lnTo>
                <a:lnTo>
                  <a:pt x="5650" y="8694"/>
                </a:lnTo>
                <a:lnTo>
                  <a:pt x="5797" y="8731"/>
                </a:lnTo>
                <a:lnTo>
                  <a:pt x="5907" y="8768"/>
                </a:lnTo>
                <a:lnTo>
                  <a:pt x="6053" y="8768"/>
                </a:lnTo>
                <a:lnTo>
                  <a:pt x="6200" y="8731"/>
                </a:lnTo>
                <a:lnTo>
                  <a:pt x="6310" y="8658"/>
                </a:lnTo>
                <a:lnTo>
                  <a:pt x="6384" y="8584"/>
                </a:lnTo>
                <a:lnTo>
                  <a:pt x="6457" y="8474"/>
                </a:lnTo>
                <a:lnTo>
                  <a:pt x="6494" y="8327"/>
                </a:lnTo>
                <a:lnTo>
                  <a:pt x="6494" y="8217"/>
                </a:lnTo>
                <a:lnTo>
                  <a:pt x="6494" y="8071"/>
                </a:lnTo>
                <a:lnTo>
                  <a:pt x="6457" y="7961"/>
                </a:lnTo>
                <a:lnTo>
                  <a:pt x="6384" y="7851"/>
                </a:lnTo>
                <a:lnTo>
                  <a:pt x="6310" y="7777"/>
                </a:lnTo>
                <a:lnTo>
                  <a:pt x="6200" y="7704"/>
                </a:lnTo>
                <a:lnTo>
                  <a:pt x="6053" y="7667"/>
                </a:lnTo>
                <a:lnTo>
                  <a:pt x="5907" y="7630"/>
                </a:lnTo>
                <a:close/>
                <a:moveTo>
                  <a:pt x="4476" y="9134"/>
                </a:moveTo>
                <a:lnTo>
                  <a:pt x="4513" y="9281"/>
                </a:lnTo>
                <a:lnTo>
                  <a:pt x="4476" y="9391"/>
                </a:lnTo>
                <a:lnTo>
                  <a:pt x="4403" y="9538"/>
                </a:lnTo>
                <a:lnTo>
                  <a:pt x="4256" y="9648"/>
                </a:lnTo>
                <a:lnTo>
                  <a:pt x="4183" y="9685"/>
                </a:lnTo>
                <a:lnTo>
                  <a:pt x="4109" y="9685"/>
                </a:lnTo>
                <a:lnTo>
                  <a:pt x="4036" y="9648"/>
                </a:lnTo>
                <a:lnTo>
                  <a:pt x="3963" y="9575"/>
                </a:lnTo>
                <a:lnTo>
                  <a:pt x="3926" y="9501"/>
                </a:lnTo>
                <a:lnTo>
                  <a:pt x="3926" y="9428"/>
                </a:lnTo>
                <a:lnTo>
                  <a:pt x="3963" y="9354"/>
                </a:lnTo>
                <a:lnTo>
                  <a:pt x="4036" y="9281"/>
                </a:lnTo>
                <a:lnTo>
                  <a:pt x="4219" y="9208"/>
                </a:lnTo>
                <a:lnTo>
                  <a:pt x="4403" y="9171"/>
                </a:lnTo>
                <a:lnTo>
                  <a:pt x="4439" y="9171"/>
                </a:lnTo>
                <a:lnTo>
                  <a:pt x="4476" y="9134"/>
                </a:lnTo>
                <a:close/>
                <a:moveTo>
                  <a:pt x="7741" y="9391"/>
                </a:moveTo>
                <a:lnTo>
                  <a:pt x="7814" y="9464"/>
                </a:lnTo>
                <a:lnTo>
                  <a:pt x="7851" y="9575"/>
                </a:lnTo>
                <a:lnTo>
                  <a:pt x="7851" y="9685"/>
                </a:lnTo>
                <a:lnTo>
                  <a:pt x="7814" y="9795"/>
                </a:lnTo>
                <a:lnTo>
                  <a:pt x="7704" y="9868"/>
                </a:lnTo>
                <a:lnTo>
                  <a:pt x="7557" y="9905"/>
                </a:lnTo>
                <a:lnTo>
                  <a:pt x="7447" y="9905"/>
                </a:lnTo>
                <a:lnTo>
                  <a:pt x="7301" y="9868"/>
                </a:lnTo>
                <a:lnTo>
                  <a:pt x="7227" y="9795"/>
                </a:lnTo>
                <a:lnTo>
                  <a:pt x="7301" y="9648"/>
                </a:lnTo>
                <a:lnTo>
                  <a:pt x="7374" y="9538"/>
                </a:lnTo>
                <a:lnTo>
                  <a:pt x="7484" y="9464"/>
                </a:lnTo>
                <a:lnTo>
                  <a:pt x="7631" y="9428"/>
                </a:lnTo>
                <a:lnTo>
                  <a:pt x="7704" y="9391"/>
                </a:lnTo>
                <a:close/>
                <a:moveTo>
                  <a:pt x="4439" y="8658"/>
                </a:moveTo>
                <a:lnTo>
                  <a:pt x="4293" y="8694"/>
                </a:lnTo>
                <a:lnTo>
                  <a:pt x="4146" y="8694"/>
                </a:lnTo>
                <a:lnTo>
                  <a:pt x="4073" y="8731"/>
                </a:lnTo>
                <a:lnTo>
                  <a:pt x="3999" y="8804"/>
                </a:lnTo>
                <a:lnTo>
                  <a:pt x="3963" y="8951"/>
                </a:lnTo>
                <a:lnTo>
                  <a:pt x="3742" y="9061"/>
                </a:lnTo>
                <a:lnTo>
                  <a:pt x="3596" y="9244"/>
                </a:lnTo>
                <a:lnTo>
                  <a:pt x="3559" y="9354"/>
                </a:lnTo>
                <a:lnTo>
                  <a:pt x="3522" y="9501"/>
                </a:lnTo>
                <a:lnTo>
                  <a:pt x="3559" y="9611"/>
                </a:lnTo>
                <a:lnTo>
                  <a:pt x="3596" y="9758"/>
                </a:lnTo>
                <a:lnTo>
                  <a:pt x="3706" y="9868"/>
                </a:lnTo>
                <a:lnTo>
                  <a:pt x="3779" y="9978"/>
                </a:lnTo>
                <a:lnTo>
                  <a:pt x="3926" y="10051"/>
                </a:lnTo>
                <a:lnTo>
                  <a:pt x="4036" y="10088"/>
                </a:lnTo>
                <a:lnTo>
                  <a:pt x="4366" y="10088"/>
                </a:lnTo>
                <a:lnTo>
                  <a:pt x="4513" y="10015"/>
                </a:lnTo>
                <a:lnTo>
                  <a:pt x="4623" y="9905"/>
                </a:lnTo>
                <a:lnTo>
                  <a:pt x="4733" y="9795"/>
                </a:lnTo>
                <a:lnTo>
                  <a:pt x="4843" y="9648"/>
                </a:lnTo>
                <a:lnTo>
                  <a:pt x="4880" y="9501"/>
                </a:lnTo>
                <a:lnTo>
                  <a:pt x="4916" y="9354"/>
                </a:lnTo>
                <a:lnTo>
                  <a:pt x="4916" y="9171"/>
                </a:lnTo>
                <a:lnTo>
                  <a:pt x="4880" y="9024"/>
                </a:lnTo>
                <a:lnTo>
                  <a:pt x="4806" y="8878"/>
                </a:lnTo>
                <a:lnTo>
                  <a:pt x="4733" y="8768"/>
                </a:lnTo>
                <a:lnTo>
                  <a:pt x="4586" y="8694"/>
                </a:lnTo>
                <a:lnTo>
                  <a:pt x="4439" y="8658"/>
                </a:lnTo>
                <a:close/>
                <a:moveTo>
                  <a:pt x="7447" y="8951"/>
                </a:moveTo>
                <a:lnTo>
                  <a:pt x="7337" y="8988"/>
                </a:lnTo>
                <a:lnTo>
                  <a:pt x="7264" y="9061"/>
                </a:lnTo>
                <a:lnTo>
                  <a:pt x="7227" y="9134"/>
                </a:lnTo>
                <a:lnTo>
                  <a:pt x="7227" y="9208"/>
                </a:lnTo>
                <a:lnTo>
                  <a:pt x="7117" y="9318"/>
                </a:lnTo>
                <a:lnTo>
                  <a:pt x="7007" y="9391"/>
                </a:lnTo>
                <a:lnTo>
                  <a:pt x="6934" y="9501"/>
                </a:lnTo>
                <a:lnTo>
                  <a:pt x="6897" y="9611"/>
                </a:lnTo>
                <a:lnTo>
                  <a:pt x="6897" y="9575"/>
                </a:lnTo>
                <a:lnTo>
                  <a:pt x="6860" y="9611"/>
                </a:lnTo>
                <a:lnTo>
                  <a:pt x="6824" y="9758"/>
                </a:lnTo>
                <a:lnTo>
                  <a:pt x="6824" y="9905"/>
                </a:lnTo>
                <a:lnTo>
                  <a:pt x="6860" y="9978"/>
                </a:lnTo>
                <a:lnTo>
                  <a:pt x="6897" y="10051"/>
                </a:lnTo>
                <a:lnTo>
                  <a:pt x="7007" y="10125"/>
                </a:lnTo>
                <a:lnTo>
                  <a:pt x="7044" y="10161"/>
                </a:lnTo>
                <a:lnTo>
                  <a:pt x="7044" y="10198"/>
                </a:lnTo>
                <a:lnTo>
                  <a:pt x="7227" y="10271"/>
                </a:lnTo>
                <a:lnTo>
                  <a:pt x="7374" y="10345"/>
                </a:lnTo>
                <a:lnTo>
                  <a:pt x="7704" y="10345"/>
                </a:lnTo>
                <a:lnTo>
                  <a:pt x="7851" y="10271"/>
                </a:lnTo>
                <a:lnTo>
                  <a:pt x="7998" y="10198"/>
                </a:lnTo>
                <a:lnTo>
                  <a:pt x="8108" y="10088"/>
                </a:lnTo>
                <a:lnTo>
                  <a:pt x="8181" y="9941"/>
                </a:lnTo>
                <a:lnTo>
                  <a:pt x="8254" y="9795"/>
                </a:lnTo>
                <a:lnTo>
                  <a:pt x="8291" y="9611"/>
                </a:lnTo>
                <a:lnTo>
                  <a:pt x="8254" y="9464"/>
                </a:lnTo>
                <a:lnTo>
                  <a:pt x="8218" y="9318"/>
                </a:lnTo>
                <a:lnTo>
                  <a:pt x="8144" y="9171"/>
                </a:lnTo>
                <a:lnTo>
                  <a:pt x="7998" y="9024"/>
                </a:lnTo>
                <a:lnTo>
                  <a:pt x="7924" y="8988"/>
                </a:lnTo>
                <a:lnTo>
                  <a:pt x="7851" y="8951"/>
                </a:lnTo>
                <a:close/>
                <a:moveTo>
                  <a:pt x="6970" y="7227"/>
                </a:moveTo>
                <a:lnTo>
                  <a:pt x="7227" y="7300"/>
                </a:lnTo>
                <a:lnTo>
                  <a:pt x="7741" y="7520"/>
                </a:lnTo>
                <a:lnTo>
                  <a:pt x="8071" y="7667"/>
                </a:lnTo>
                <a:lnTo>
                  <a:pt x="8474" y="7740"/>
                </a:lnTo>
                <a:lnTo>
                  <a:pt x="8658" y="7777"/>
                </a:lnTo>
                <a:lnTo>
                  <a:pt x="8878" y="7777"/>
                </a:lnTo>
                <a:lnTo>
                  <a:pt x="9061" y="7740"/>
                </a:lnTo>
                <a:lnTo>
                  <a:pt x="9245" y="7667"/>
                </a:lnTo>
                <a:lnTo>
                  <a:pt x="9575" y="8071"/>
                </a:lnTo>
                <a:lnTo>
                  <a:pt x="10125" y="8841"/>
                </a:lnTo>
                <a:lnTo>
                  <a:pt x="10639" y="9648"/>
                </a:lnTo>
                <a:lnTo>
                  <a:pt x="10785" y="9868"/>
                </a:lnTo>
                <a:lnTo>
                  <a:pt x="10822" y="10015"/>
                </a:lnTo>
                <a:lnTo>
                  <a:pt x="10785" y="10161"/>
                </a:lnTo>
                <a:lnTo>
                  <a:pt x="10749" y="10235"/>
                </a:lnTo>
                <a:lnTo>
                  <a:pt x="10639" y="10345"/>
                </a:lnTo>
                <a:lnTo>
                  <a:pt x="10455" y="10455"/>
                </a:lnTo>
                <a:lnTo>
                  <a:pt x="10235" y="10602"/>
                </a:lnTo>
                <a:lnTo>
                  <a:pt x="9758" y="10565"/>
                </a:lnTo>
                <a:lnTo>
                  <a:pt x="9281" y="10492"/>
                </a:lnTo>
                <a:lnTo>
                  <a:pt x="8328" y="10455"/>
                </a:lnTo>
                <a:lnTo>
                  <a:pt x="7374" y="10492"/>
                </a:lnTo>
                <a:lnTo>
                  <a:pt x="6420" y="10528"/>
                </a:lnTo>
                <a:lnTo>
                  <a:pt x="2092" y="10675"/>
                </a:lnTo>
                <a:lnTo>
                  <a:pt x="1065" y="10712"/>
                </a:lnTo>
                <a:lnTo>
                  <a:pt x="735" y="10712"/>
                </a:lnTo>
                <a:lnTo>
                  <a:pt x="625" y="10638"/>
                </a:lnTo>
                <a:lnTo>
                  <a:pt x="588" y="10602"/>
                </a:lnTo>
                <a:lnTo>
                  <a:pt x="551" y="10565"/>
                </a:lnTo>
                <a:lnTo>
                  <a:pt x="588" y="10418"/>
                </a:lnTo>
                <a:lnTo>
                  <a:pt x="735" y="10198"/>
                </a:lnTo>
                <a:lnTo>
                  <a:pt x="1065" y="9685"/>
                </a:lnTo>
                <a:lnTo>
                  <a:pt x="1542" y="9575"/>
                </a:lnTo>
                <a:lnTo>
                  <a:pt x="1762" y="9538"/>
                </a:lnTo>
                <a:lnTo>
                  <a:pt x="2018" y="9501"/>
                </a:lnTo>
                <a:lnTo>
                  <a:pt x="2092" y="9464"/>
                </a:lnTo>
                <a:lnTo>
                  <a:pt x="2128" y="9428"/>
                </a:lnTo>
                <a:lnTo>
                  <a:pt x="2165" y="9281"/>
                </a:lnTo>
                <a:lnTo>
                  <a:pt x="2128" y="9171"/>
                </a:lnTo>
                <a:lnTo>
                  <a:pt x="2092" y="9134"/>
                </a:lnTo>
                <a:lnTo>
                  <a:pt x="2018" y="9098"/>
                </a:lnTo>
                <a:lnTo>
                  <a:pt x="1872" y="9061"/>
                </a:lnTo>
                <a:lnTo>
                  <a:pt x="1725" y="9061"/>
                </a:lnTo>
                <a:lnTo>
                  <a:pt x="1395" y="9134"/>
                </a:lnTo>
                <a:lnTo>
                  <a:pt x="1395" y="9134"/>
                </a:lnTo>
                <a:lnTo>
                  <a:pt x="1798" y="8547"/>
                </a:lnTo>
                <a:lnTo>
                  <a:pt x="1835" y="8511"/>
                </a:lnTo>
                <a:lnTo>
                  <a:pt x="1945" y="8547"/>
                </a:lnTo>
                <a:lnTo>
                  <a:pt x="2092" y="8584"/>
                </a:lnTo>
                <a:lnTo>
                  <a:pt x="2459" y="8621"/>
                </a:lnTo>
                <a:lnTo>
                  <a:pt x="2972" y="8621"/>
                </a:lnTo>
                <a:lnTo>
                  <a:pt x="3082" y="8584"/>
                </a:lnTo>
                <a:lnTo>
                  <a:pt x="3156" y="8511"/>
                </a:lnTo>
                <a:lnTo>
                  <a:pt x="3192" y="8401"/>
                </a:lnTo>
                <a:lnTo>
                  <a:pt x="3156" y="8291"/>
                </a:lnTo>
                <a:lnTo>
                  <a:pt x="3082" y="8217"/>
                </a:lnTo>
                <a:lnTo>
                  <a:pt x="2972" y="8181"/>
                </a:lnTo>
                <a:lnTo>
                  <a:pt x="2055" y="8181"/>
                </a:lnTo>
                <a:lnTo>
                  <a:pt x="2532" y="7520"/>
                </a:lnTo>
                <a:lnTo>
                  <a:pt x="2752" y="7557"/>
                </a:lnTo>
                <a:lnTo>
                  <a:pt x="2899" y="7704"/>
                </a:lnTo>
                <a:lnTo>
                  <a:pt x="3046" y="7777"/>
                </a:lnTo>
                <a:lnTo>
                  <a:pt x="3192" y="7851"/>
                </a:lnTo>
                <a:lnTo>
                  <a:pt x="3376" y="7924"/>
                </a:lnTo>
                <a:lnTo>
                  <a:pt x="3742" y="7961"/>
                </a:lnTo>
                <a:lnTo>
                  <a:pt x="4073" y="7961"/>
                </a:lnTo>
                <a:lnTo>
                  <a:pt x="4549" y="7887"/>
                </a:lnTo>
                <a:lnTo>
                  <a:pt x="4953" y="7777"/>
                </a:lnTo>
                <a:lnTo>
                  <a:pt x="5797" y="7410"/>
                </a:lnTo>
                <a:lnTo>
                  <a:pt x="6237" y="7264"/>
                </a:lnTo>
                <a:lnTo>
                  <a:pt x="6494" y="7227"/>
                </a:lnTo>
                <a:close/>
                <a:moveTo>
                  <a:pt x="4036" y="1"/>
                </a:moveTo>
                <a:lnTo>
                  <a:pt x="3816" y="37"/>
                </a:lnTo>
                <a:lnTo>
                  <a:pt x="3596" y="74"/>
                </a:lnTo>
                <a:lnTo>
                  <a:pt x="3412" y="147"/>
                </a:lnTo>
                <a:lnTo>
                  <a:pt x="3229" y="257"/>
                </a:lnTo>
                <a:lnTo>
                  <a:pt x="3119" y="404"/>
                </a:lnTo>
                <a:lnTo>
                  <a:pt x="3009" y="551"/>
                </a:lnTo>
                <a:lnTo>
                  <a:pt x="2972" y="771"/>
                </a:lnTo>
                <a:lnTo>
                  <a:pt x="3009" y="991"/>
                </a:lnTo>
                <a:lnTo>
                  <a:pt x="3082" y="1174"/>
                </a:lnTo>
                <a:lnTo>
                  <a:pt x="3156" y="1285"/>
                </a:lnTo>
                <a:lnTo>
                  <a:pt x="3266" y="1358"/>
                </a:lnTo>
                <a:lnTo>
                  <a:pt x="3412" y="1431"/>
                </a:lnTo>
                <a:lnTo>
                  <a:pt x="3559" y="1468"/>
                </a:lnTo>
                <a:lnTo>
                  <a:pt x="3706" y="1468"/>
                </a:lnTo>
                <a:lnTo>
                  <a:pt x="3853" y="1431"/>
                </a:lnTo>
                <a:lnTo>
                  <a:pt x="3999" y="1395"/>
                </a:lnTo>
                <a:lnTo>
                  <a:pt x="4073" y="1395"/>
                </a:lnTo>
                <a:lnTo>
                  <a:pt x="3963" y="1468"/>
                </a:lnTo>
                <a:lnTo>
                  <a:pt x="3926" y="1578"/>
                </a:lnTo>
                <a:lnTo>
                  <a:pt x="3889" y="2055"/>
                </a:lnTo>
                <a:lnTo>
                  <a:pt x="3889" y="2532"/>
                </a:lnTo>
                <a:lnTo>
                  <a:pt x="3926" y="3449"/>
                </a:lnTo>
                <a:lnTo>
                  <a:pt x="3926" y="5099"/>
                </a:lnTo>
                <a:lnTo>
                  <a:pt x="3926" y="5283"/>
                </a:lnTo>
                <a:lnTo>
                  <a:pt x="3963" y="5466"/>
                </a:lnTo>
                <a:lnTo>
                  <a:pt x="3963" y="5503"/>
                </a:lnTo>
                <a:lnTo>
                  <a:pt x="3742" y="5613"/>
                </a:lnTo>
                <a:lnTo>
                  <a:pt x="3559" y="5723"/>
                </a:lnTo>
                <a:lnTo>
                  <a:pt x="3229" y="6016"/>
                </a:lnTo>
                <a:lnTo>
                  <a:pt x="2899" y="6347"/>
                </a:lnTo>
                <a:lnTo>
                  <a:pt x="2605" y="6677"/>
                </a:lnTo>
                <a:lnTo>
                  <a:pt x="2239" y="7080"/>
                </a:lnTo>
                <a:lnTo>
                  <a:pt x="1908" y="7484"/>
                </a:lnTo>
                <a:lnTo>
                  <a:pt x="1285" y="8364"/>
                </a:lnTo>
                <a:lnTo>
                  <a:pt x="698" y="9244"/>
                </a:lnTo>
                <a:lnTo>
                  <a:pt x="148" y="10125"/>
                </a:lnTo>
                <a:lnTo>
                  <a:pt x="38" y="10308"/>
                </a:lnTo>
                <a:lnTo>
                  <a:pt x="1" y="10492"/>
                </a:lnTo>
                <a:lnTo>
                  <a:pt x="38" y="10675"/>
                </a:lnTo>
                <a:lnTo>
                  <a:pt x="111" y="10858"/>
                </a:lnTo>
                <a:lnTo>
                  <a:pt x="221" y="11005"/>
                </a:lnTo>
                <a:lnTo>
                  <a:pt x="368" y="11115"/>
                </a:lnTo>
                <a:lnTo>
                  <a:pt x="551" y="11225"/>
                </a:lnTo>
                <a:lnTo>
                  <a:pt x="771" y="11262"/>
                </a:lnTo>
                <a:lnTo>
                  <a:pt x="1321" y="11299"/>
                </a:lnTo>
                <a:lnTo>
                  <a:pt x="1872" y="11262"/>
                </a:lnTo>
                <a:lnTo>
                  <a:pt x="3009" y="11189"/>
                </a:lnTo>
                <a:lnTo>
                  <a:pt x="5503" y="11115"/>
                </a:lnTo>
                <a:lnTo>
                  <a:pt x="7447" y="11042"/>
                </a:lnTo>
                <a:lnTo>
                  <a:pt x="8401" y="11005"/>
                </a:lnTo>
                <a:lnTo>
                  <a:pt x="9355" y="11042"/>
                </a:lnTo>
                <a:lnTo>
                  <a:pt x="9391" y="11152"/>
                </a:lnTo>
                <a:lnTo>
                  <a:pt x="9465" y="11225"/>
                </a:lnTo>
                <a:lnTo>
                  <a:pt x="9612" y="11299"/>
                </a:lnTo>
                <a:lnTo>
                  <a:pt x="9795" y="11335"/>
                </a:lnTo>
                <a:lnTo>
                  <a:pt x="9978" y="11335"/>
                </a:lnTo>
                <a:lnTo>
                  <a:pt x="10125" y="11299"/>
                </a:lnTo>
                <a:lnTo>
                  <a:pt x="10272" y="11299"/>
                </a:lnTo>
                <a:lnTo>
                  <a:pt x="10382" y="11262"/>
                </a:lnTo>
                <a:lnTo>
                  <a:pt x="10455" y="11189"/>
                </a:lnTo>
                <a:lnTo>
                  <a:pt x="10565" y="11115"/>
                </a:lnTo>
                <a:lnTo>
                  <a:pt x="10785" y="10968"/>
                </a:lnTo>
                <a:lnTo>
                  <a:pt x="10969" y="10785"/>
                </a:lnTo>
                <a:lnTo>
                  <a:pt x="11152" y="10602"/>
                </a:lnTo>
                <a:lnTo>
                  <a:pt x="11299" y="10455"/>
                </a:lnTo>
                <a:lnTo>
                  <a:pt x="11336" y="10308"/>
                </a:lnTo>
                <a:lnTo>
                  <a:pt x="11372" y="10198"/>
                </a:lnTo>
                <a:lnTo>
                  <a:pt x="11409" y="10051"/>
                </a:lnTo>
                <a:lnTo>
                  <a:pt x="11372" y="9941"/>
                </a:lnTo>
                <a:lnTo>
                  <a:pt x="11299" y="9685"/>
                </a:lnTo>
                <a:lnTo>
                  <a:pt x="11189" y="9464"/>
                </a:lnTo>
                <a:lnTo>
                  <a:pt x="10859" y="8914"/>
                </a:lnTo>
                <a:lnTo>
                  <a:pt x="10492" y="8364"/>
                </a:lnTo>
                <a:lnTo>
                  <a:pt x="10125" y="7887"/>
                </a:lnTo>
                <a:lnTo>
                  <a:pt x="9722" y="7410"/>
                </a:lnTo>
                <a:lnTo>
                  <a:pt x="9318" y="6933"/>
                </a:lnTo>
                <a:lnTo>
                  <a:pt x="8878" y="6493"/>
                </a:lnTo>
                <a:lnTo>
                  <a:pt x="8474" y="6126"/>
                </a:lnTo>
                <a:lnTo>
                  <a:pt x="8071" y="5760"/>
                </a:lnTo>
                <a:lnTo>
                  <a:pt x="7851" y="5576"/>
                </a:lnTo>
                <a:lnTo>
                  <a:pt x="7594" y="5430"/>
                </a:lnTo>
                <a:lnTo>
                  <a:pt x="7374" y="5319"/>
                </a:lnTo>
                <a:lnTo>
                  <a:pt x="7117" y="5209"/>
                </a:lnTo>
                <a:lnTo>
                  <a:pt x="7117" y="5173"/>
                </a:lnTo>
                <a:lnTo>
                  <a:pt x="7191" y="4953"/>
                </a:lnTo>
                <a:lnTo>
                  <a:pt x="7227" y="4696"/>
                </a:lnTo>
                <a:lnTo>
                  <a:pt x="7227" y="4182"/>
                </a:lnTo>
                <a:lnTo>
                  <a:pt x="7227" y="3669"/>
                </a:lnTo>
                <a:lnTo>
                  <a:pt x="7191" y="3192"/>
                </a:lnTo>
                <a:lnTo>
                  <a:pt x="7154" y="2825"/>
                </a:lnTo>
                <a:lnTo>
                  <a:pt x="7117" y="2385"/>
                </a:lnTo>
                <a:lnTo>
                  <a:pt x="7044" y="2165"/>
                </a:lnTo>
                <a:lnTo>
                  <a:pt x="7007" y="1945"/>
                </a:lnTo>
                <a:lnTo>
                  <a:pt x="6934" y="1761"/>
                </a:lnTo>
                <a:lnTo>
                  <a:pt x="6824" y="1615"/>
                </a:lnTo>
                <a:lnTo>
                  <a:pt x="7191" y="1651"/>
                </a:lnTo>
                <a:lnTo>
                  <a:pt x="7521" y="1651"/>
                </a:lnTo>
                <a:lnTo>
                  <a:pt x="7851" y="1541"/>
                </a:lnTo>
                <a:lnTo>
                  <a:pt x="7998" y="1468"/>
                </a:lnTo>
                <a:lnTo>
                  <a:pt x="8144" y="1358"/>
                </a:lnTo>
                <a:lnTo>
                  <a:pt x="8254" y="1248"/>
                </a:lnTo>
                <a:lnTo>
                  <a:pt x="8254" y="1174"/>
                </a:lnTo>
                <a:lnTo>
                  <a:pt x="8254" y="1101"/>
                </a:lnTo>
                <a:lnTo>
                  <a:pt x="8144" y="624"/>
                </a:lnTo>
                <a:lnTo>
                  <a:pt x="8071" y="404"/>
                </a:lnTo>
                <a:lnTo>
                  <a:pt x="7998" y="294"/>
                </a:lnTo>
                <a:lnTo>
                  <a:pt x="7924" y="221"/>
                </a:lnTo>
                <a:lnTo>
                  <a:pt x="7851" y="147"/>
                </a:lnTo>
                <a:lnTo>
                  <a:pt x="7777" y="147"/>
                </a:lnTo>
                <a:lnTo>
                  <a:pt x="7631" y="111"/>
                </a:lnTo>
                <a:lnTo>
                  <a:pt x="6824" y="74"/>
                </a:lnTo>
                <a:lnTo>
                  <a:pt x="4036" y="1"/>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6" name="Google Shape;236;p3"/>
          <p:cNvSpPr/>
          <p:nvPr/>
        </p:nvSpPr>
        <p:spPr>
          <a:xfrm>
            <a:off x="4962459" y="5333706"/>
            <a:ext cx="409288" cy="513369"/>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7" name="Google Shape;237;p3"/>
          <p:cNvSpPr/>
          <p:nvPr/>
        </p:nvSpPr>
        <p:spPr>
          <a:xfrm>
            <a:off x="122165" y="6070569"/>
            <a:ext cx="554971" cy="546651"/>
          </a:xfrm>
          <a:custGeom>
            <a:avLst/>
            <a:gdLst/>
            <a:ahLst/>
            <a:cxnLst/>
            <a:rect l="l" t="t" r="r" b="b"/>
            <a:pathLst>
              <a:path w="14674" h="14454" extrusionOk="0">
                <a:moveTo>
                  <a:pt x="7887" y="3779"/>
                </a:moveTo>
                <a:lnTo>
                  <a:pt x="7961" y="3816"/>
                </a:lnTo>
                <a:lnTo>
                  <a:pt x="8071" y="3889"/>
                </a:lnTo>
                <a:lnTo>
                  <a:pt x="8218" y="4072"/>
                </a:lnTo>
                <a:lnTo>
                  <a:pt x="8291" y="4292"/>
                </a:lnTo>
                <a:lnTo>
                  <a:pt x="8364" y="4513"/>
                </a:lnTo>
                <a:lnTo>
                  <a:pt x="8401" y="4696"/>
                </a:lnTo>
                <a:lnTo>
                  <a:pt x="8401" y="4916"/>
                </a:lnTo>
                <a:lnTo>
                  <a:pt x="8401" y="5099"/>
                </a:lnTo>
                <a:lnTo>
                  <a:pt x="8291" y="5283"/>
                </a:lnTo>
                <a:lnTo>
                  <a:pt x="8144" y="4659"/>
                </a:lnTo>
                <a:lnTo>
                  <a:pt x="8034" y="4219"/>
                </a:lnTo>
                <a:lnTo>
                  <a:pt x="7961" y="3999"/>
                </a:lnTo>
                <a:lnTo>
                  <a:pt x="7887" y="3779"/>
                </a:lnTo>
                <a:close/>
                <a:moveTo>
                  <a:pt x="4329" y="5063"/>
                </a:moveTo>
                <a:lnTo>
                  <a:pt x="4476" y="5209"/>
                </a:lnTo>
                <a:lnTo>
                  <a:pt x="4586" y="5356"/>
                </a:lnTo>
                <a:lnTo>
                  <a:pt x="4696" y="5503"/>
                </a:lnTo>
                <a:lnTo>
                  <a:pt x="4769" y="5686"/>
                </a:lnTo>
                <a:lnTo>
                  <a:pt x="4769" y="5870"/>
                </a:lnTo>
                <a:lnTo>
                  <a:pt x="4769" y="6053"/>
                </a:lnTo>
                <a:lnTo>
                  <a:pt x="4659" y="6126"/>
                </a:lnTo>
                <a:lnTo>
                  <a:pt x="4549" y="6237"/>
                </a:lnTo>
                <a:lnTo>
                  <a:pt x="4439" y="5980"/>
                </a:lnTo>
                <a:lnTo>
                  <a:pt x="4329" y="5686"/>
                </a:lnTo>
                <a:lnTo>
                  <a:pt x="4293" y="5393"/>
                </a:lnTo>
                <a:lnTo>
                  <a:pt x="4293" y="5209"/>
                </a:lnTo>
                <a:lnTo>
                  <a:pt x="4293" y="5136"/>
                </a:lnTo>
                <a:lnTo>
                  <a:pt x="4329" y="5063"/>
                </a:lnTo>
                <a:close/>
                <a:moveTo>
                  <a:pt x="6604" y="7594"/>
                </a:moveTo>
                <a:lnTo>
                  <a:pt x="6714" y="7667"/>
                </a:lnTo>
                <a:lnTo>
                  <a:pt x="6787" y="7814"/>
                </a:lnTo>
                <a:lnTo>
                  <a:pt x="6934" y="8071"/>
                </a:lnTo>
                <a:lnTo>
                  <a:pt x="7337" y="8694"/>
                </a:lnTo>
                <a:lnTo>
                  <a:pt x="7117" y="8878"/>
                </a:lnTo>
                <a:lnTo>
                  <a:pt x="7080" y="8768"/>
                </a:lnTo>
                <a:lnTo>
                  <a:pt x="6860" y="8474"/>
                </a:lnTo>
                <a:lnTo>
                  <a:pt x="6677" y="8144"/>
                </a:lnTo>
                <a:lnTo>
                  <a:pt x="6567" y="7887"/>
                </a:lnTo>
                <a:lnTo>
                  <a:pt x="6420" y="7667"/>
                </a:lnTo>
                <a:lnTo>
                  <a:pt x="6604" y="7594"/>
                </a:lnTo>
                <a:close/>
                <a:moveTo>
                  <a:pt x="5283" y="8107"/>
                </a:moveTo>
                <a:lnTo>
                  <a:pt x="5356" y="8144"/>
                </a:lnTo>
                <a:lnTo>
                  <a:pt x="5833" y="9428"/>
                </a:lnTo>
                <a:lnTo>
                  <a:pt x="5650" y="9501"/>
                </a:lnTo>
                <a:lnTo>
                  <a:pt x="5686" y="9318"/>
                </a:lnTo>
                <a:lnTo>
                  <a:pt x="5650" y="9208"/>
                </a:lnTo>
                <a:lnTo>
                  <a:pt x="5613" y="9061"/>
                </a:lnTo>
                <a:lnTo>
                  <a:pt x="5503" y="8768"/>
                </a:lnTo>
                <a:lnTo>
                  <a:pt x="5246" y="8107"/>
                </a:lnTo>
                <a:close/>
                <a:moveTo>
                  <a:pt x="7337" y="9905"/>
                </a:moveTo>
                <a:lnTo>
                  <a:pt x="7337" y="10235"/>
                </a:lnTo>
                <a:lnTo>
                  <a:pt x="7190" y="9978"/>
                </a:lnTo>
                <a:lnTo>
                  <a:pt x="7337" y="9905"/>
                </a:lnTo>
                <a:close/>
                <a:moveTo>
                  <a:pt x="9721" y="9061"/>
                </a:moveTo>
                <a:lnTo>
                  <a:pt x="9832" y="9281"/>
                </a:lnTo>
                <a:lnTo>
                  <a:pt x="9942" y="9501"/>
                </a:lnTo>
                <a:lnTo>
                  <a:pt x="10052" y="9685"/>
                </a:lnTo>
                <a:lnTo>
                  <a:pt x="10162" y="9868"/>
                </a:lnTo>
                <a:lnTo>
                  <a:pt x="10198" y="10015"/>
                </a:lnTo>
                <a:lnTo>
                  <a:pt x="10198" y="10161"/>
                </a:lnTo>
                <a:lnTo>
                  <a:pt x="10198" y="10308"/>
                </a:lnTo>
                <a:lnTo>
                  <a:pt x="10125" y="10455"/>
                </a:lnTo>
                <a:lnTo>
                  <a:pt x="10052" y="10345"/>
                </a:lnTo>
                <a:lnTo>
                  <a:pt x="9978" y="10308"/>
                </a:lnTo>
                <a:lnTo>
                  <a:pt x="9758" y="9758"/>
                </a:lnTo>
                <a:lnTo>
                  <a:pt x="9685" y="9464"/>
                </a:lnTo>
                <a:lnTo>
                  <a:pt x="9575" y="9171"/>
                </a:lnTo>
                <a:lnTo>
                  <a:pt x="9648" y="9134"/>
                </a:lnTo>
                <a:lnTo>
                  <a:pt x="9721" y="9061"/>
                </a:lnTo>
                <a:close/>
                <a:moveTo>
                  <a:pt x="7667" y="9758"/>
                </a:moveTo>
                <a:lnTo>
                  <a:pt x="7777" y="9795"/>
                </a:lnTo>
                <a:lnTo>
                  <a:pt x="7924" y="9868"/>
                </a:lnTo>
                <a:lnTo>
                  <a:pt x="8071" y="10015"/>
                </a:lnTo>
                <a:lnTo>
                  <a:pt x="8181" y="10235"/>
                </a:lnTo>
                <a:lnTo>
                  <a:pt x="8291" y="10638"/>
                </a:lnTo>
                <a:lnTo>
                  <a:pt x="8328" y="10822"/>
                </a:lnTo>
                <a:lnTo>
                  <a:pt x="8328" y="10968"/>
                </a:lnTo>
                <a:lnTo>
                  <a:pt x="8291" y="11115"/>
                </a:lnTo>
                <a:lnTo>
                  <a:pt x="8181" y="11189"/>
                </a:lnTo>
                <a:lnTo>
                  <a:pt x="8181" y="11115"/>
                </a:lnTo>
                <a:lnTo>
                  <a:pt x="8144" y="11005"/>
                </a:lnTo>
                <a:lnTo>
                  <a:pt x="8071" y="10968"/>
                </a:lnTo>
                <a:lnTo>
                  <a:pt x="7997" y="10895"/>
                </a:lnTo>
                <a:lnTo>
                  <a:pt x="7887" y="10675"/>
                </a:lnTo>
                <a:lnTo>
                  <a:pt x="7814" y="10382"/>
                </a:lnTo>
                <a:lnTo>
                  <a:pt x="7741" y="9831"/>
                </a:lnTo>
                <a:lnTo>
                  <a:pt x="7667" y="9758"/>
                </a:lnTo>
                <a:close/>
                <a:moveTo>
                  <a:pt x="10162" y="1321"/>
                </a:moveTo>
                <a:lnTo>
                  <a:pt x="10198" y="1541"/>
                </a:lnTo>
                <a:lnTo>
                  <a:pt x="10272" y="1725"/>
                </a:lnTo>
                <a:lnTo>
                  <a:pt x="10455" y="2092"/>
                </a:lnTo>
                <a:lnTo>
                  <a:pt x="10932" y="3229"/>
                </a:lnTo>
                <a:lnTo>
                  <a:pt x="10969" y="3302"/>
                </a:lnTo>
                <a:lnTo>
                  <a:pt x="10749" y="3375"/>
                </a:lnTo>
                <a:lnTo>
                  <a:pt x="10528" y="3449"/>
                </a:lnTo>
                <a:lnTo>
                  <a:pt x="9758" y="3742"/>
                </a:lnTo>
                <a:lnTo>
                  <a:pt x="8988" y="4146"/>
                </a:lnTo>
                <a:lnTo>
                  <a:pt x="8841" y="4219"/>
                </a:lnTo>
                <a:lnTo>
                  <a:pt x="8731" y="4329"/>
                </a:lnTo>
                <a:lnTo>
                  <a:pt x="8658" y="4072"/>
                </a:lnTo>
                <a:lnTo>
                  <a:pt x="8511" y="3816"/>
                </a:lnTo>
                <a:lnTo>
                  <a:pt x="8364" y="3595"/>
                </a:lnTo>
                <a:lnTo>
                  <a:pt x="8254" y="3522"/>
                </a:lnTo>
                <a:lnTo>
                  <a:pt x="8144" y="3449"/>
                </a:lnTo>
                <a:lnTo>
                  <a:pt x="7997" y="3412"/>
                </a:lnTo>
                <a:lnTo>
                  <a:pt x="7851" y="3375"/>
                </a:lnTo>
                <a:lnTo>
                  <a:pt x="7777" y="3375"/>
                </a:lnTo>
                <a:lnTo>
                  <a:pt x="7704" y="3412"/>
                </a:lnTo>
                <a:lnTo>
                  <a:pt x="7667" y="3485"/>
                </a:lnTo>
                <a:lnTo>
                  <a:pt x="7667" y="3559"/>
                </a:lnTo>
                <a:lnTo>
                  <a:pt x="7484" y="3595"/>
                </a:lnTo>
                <a:lnTo>
                  <a:pt x="7337" y="3706"/>
                </a:lnTo>
                <a:lnTo>
                  <a:pt x="7190" y="3852"/>
                </a:lnTo>
                <a:lnTo>
                  <a:pt x="7044" y="3999"/>
                </a:lnTo>
                <a:lnTo>
                  <a:pt x="7007" y="4109"/>
                </a:lnTo>
                <a:lnTo>
                  <a:pt x="7044" y="4219"/>
                </a:lnTo>
                <a:lnTo>
                  <a:pt x="7264" y="4696"/>
                </a:lnTo>
                <a:lnTo>
                  <a:pt x="7080" y="4769"/>
                </a:lnTo>
                <a:lnTo>
                  <a:pt x="6310" y="5026"/>
                </a:lnTo>
                <a:lnTo>
                  <a:pt x="5576" y="5283"/>
                </a:lnTo>
                <a:lnTo>
                  <a:pt x="5320" y="5356"/>
                </a:lnTo>
                <a:lnTo>
                  <a:pt x="5210" y="5393"/>
                </a:lnTo>
                <a:lnTo>
                  <a:pt x="5136" y="5466"/>
                </a:lnTo>
                <a:lnTo>
                  <a:pt x="5100" y="5356"/>
                </a:lnTo>
                <a:lnTo>
                  <a:pt x="4916" y="5063"/>
                </a:lnTo>
                <a:lnTo>
                  <a:pt x="4806" y="4879"/>
                </a:lnTo>
                <a:lnTo>
                  <a:pt x="4659" y="4733"/>
                </a:lnTo>
                <a:lnTo>
                  <a:pt x="4513" y="4623"/>
                </a:lnTo>
                <a:lnTo>
                  <a:pt x="4329" y="4549"/>
                </a:lnTo>
                <a:lnTo>
                  <a:pt x="4183" y="4513"/>
                </a:lnTo>
                <a:lnTo>
                  <a:pt x="4036" y="4586"/>
                </a:lnTo>
                <a:lnTo>
                  <a:pt x="3852" y="4586"/>
                </a:lnTo>
                <a:lnTo>
                  <a:pt x="3779" y="4623"/>
                </a:lnTo>
                <a:lnTo>
                  <a:pt x="3742" y="4696"/>
                </a:lnTo>
                <a:lnTo>
                  <a:pt x="3706" y="4989"/>
                </a:lnTo>
                <a:lnTo>
                  <a:pt x="3706" y="5283"/>
                </a:lnTo>
                <a:lnTo>
                  <a:pt x="3742" y="5576"/>
                </a:lnTo>
                <a:lnTo>
                  <a:pt x="3816" y="5870"/>
                </a:lnTo>
                <a:lnTo>
                  <a:pt x="3596" y="5833"/>
                </a:lnTo>
                <a:lnTo>
                  <a:pt x="3376" y="5870"/>
                </a:lnTo>
                <a:lnTo>
                  <a:pt x="2972" y="6016"/>
                </a:lnTo>
                <a:lnTo>
                  <a:pt x="2422" y="6163"/>
                </a:lnTo>
                <a:lnTo>
                  <a:pt x="2165" y="6273"/>
                </a:lnTo>
                <a:lnTo>
                  <a:pt x="2055" y="6347"/>
                </a:lnTo>
                <a:lnTo>
                  <a:pt x="1945" y="6457"/>
                </a:lnTo>
                <a:lnTo>
                  <a:pt x="1945" y="6530"/>
                </a:lnTo>
                <a:lnTo>
                  <a:pt x="1982" y="6567"/>
                </a:lnTo>
                <a:lnTo>
                  <a:pt x="2238" y="6603"/>
                </a:lnTo>
                <a:lnTo>
                  <a:pt x="2459" y="6567"/>
                </a:lnTo>
                <a:lnTo>
                  <a:pt x="2972" y="6457"/>
                </a:lnTo>
                <a:lnTo>
                  <a:pt x="3449" y="6347"/>
                </a:lnTo>
                <a:lnTo>
                  <a:pt x="3706" y="6237"/>
                </a:lnTo>
                <a:lnTo>
                  <a:pt x="3816" y="6163"/>
                </a:lnTo>
                <a:lnTo>
                  <a:pt x="3889" y="6090"/>
                </a:lnTo>
                <a:lnTo>
                  <a:pt x="4073" y="6383"/>
                </a:lnTo>
                <a:lnTo>
                  <a:pt x="4256" y="6677"/>
                </a:lnTo>
                <a:lnTo>
                  <a:pt x="4293" y="6713"/>
                </a:lnTo>
                <a:lnTo>
                  <a:pt x="4366" y="6823"/>
                </a:lnTo>
                <a:lnTo>
                  <a:pt x="4549" y="6970"/>
                </a:lnTo>
                <a:lnTo>
                  <a:pt x="4659" y="7007"/>
                </a:lnTo>
                <a:lnTo>
                  <a:pt x="4733" y="7044"/>
                </a:lnTo>
                <a:lnTo>
                  <a:pt x="4806" y="7007"/>
                </a:lnTo>
                <a:lnTo>
                  <a:pt x="4879" y="6933"/>
                </a:lnTo>
                <a:lnTo>
                  <a:pt x="5063" y="6640"/>
                </a:lnTo>
                <a:lnTo>
                  <a:pt x="5173" y="6347"/>
                </a:lnTo>
                <a:lnTo>
                  <a:pt x="5210" y="6053"/>
                </a:lnTo>
                <a:lnTo>
                  <a:pt x="5210" y="5760"/>
                </a:lnTo>
                <a:lnTo>
                  <a:pt x="5320" y="5760"/>
                </a:lnTo>
                <a:lnTo>
                  <a:pt x="5430" y="5723"/>
                </a:lnTo>
                <a:lnTo>
                  <a:pt x="5686" y="5650"/>
                </a:lnTo>
                <a:lnTo>
                  <a:pt x="6457" y="5430"/>
                </a:lnTo>
                <a:lnTo>
                  <a:pt x="7190" y="5173"/>
                </a:lnTo>
                <a:lnTo>
                  <a:pt x="7447" y="5063"/>
                </a:lnTo>
                <a:lnTo>
                  <a:pt x="7631" y="5430"/>
                </a:lnTo>
                <a:lnTo>
                  <a:pt x="7704" y="5613"/>
                </a:lnTo>
                <a:lnTo>
                  <a:pt x="7814" y="5760"/>
                </a:lnTo>
                <a:lnTo>
                  <a:pt x="7924" y="5833"/>
                </a:lnTo>
                <a:lnTo>
                  <a:pt x="8218" y="5833"/>
                </a:lnTo>
                <a:lnTo>
                  <a:pt x="8328" y="5760"/>
                </a:lnTo>
                <a:lnTo>
                  <a:pt x="8548" y="5576"/>
                </a:lnTo>
                <a:lnTo>
                  <a:pt x="8731" y="5356"/>
                </a:lnTo>
                <a:lnTo>
                  <a:pt x="8804" y="5173"/>
                </a:lnTo>
                <a:lnTo>
                  <a:pt x="8841" y="4989"/>
                </a:lnTo>
                <a:lnTo>
                  <a:pt x="8841" y="4806"/>
                </a:lnTo>
                <a:lnTo>
                  <a:pt x="8804" y="4586"/>
                </a:lnTo>
                <a:lnTo>
                  <a:pt x="8914" y="4586"/>
                </a:lnTo>
                <a:lnTo>
                  <a:pt x="9061" y="4513"/>
                </a:lnTo>
                <a:lnTo>
                  <a:pt x="9942" y="4109"/>
                </a:lnTo>
                <a:lnTo>
                  <a:pt x="10639" y="3852"/>
                </a:lnTo>
                <a:lnTo>
                  <a:pt x="10895" y="3742"/>
                </a:lnTo>
                <a:lnTo>
                  <a:pt x="11115" y="3669"/>
                </a:lnTo>
                <a:lnTo>
                  <a:pt x="11519" y="4586"/>
                </a:lnTo>
                <a:lnTo>
                  <a:pt x="11849" y="5540"/>
                </a:lnTo>
                <a:lnTo>
                  <a:pt x="12069" y="6237"/>
                </a:lnTo>
                <a:lnTo>
                  <a:pt x="12032" y="6347"/>
                </a:lnTo>
                <a:lnTo>
                  <a:pt x="11996" y="6457"/>
                </a:lnTo>
                <a:lnTo>
                  <a:pt x="11959" y="6457"/>
                </a:lnTo>
                <a:lnTo>
                  <a:pt x="11592" y="6603"/>
                </a:lnTo>
                <a:lnTo>
                  <a:pt x="10969" y="6787"/>
                </a:lnTo>
                <a:lnTo>
                  <a:pt x="9685" y="7227"/>
                </a:lnTo>
                <a:lnTo>
                  <a:pt x="8438" y="7630"/>
                </a:lnTo>
                <a:lnTo>
                  <a:pt x="7887" y="7777"/>
                </a:lnTo>
                <a:lnTo>
                  <a:pt x="7631" y="7924"/>
                </a:lnTo>
                <a:lnTo>
                  <a:pt x="7521" y="7997"/>
                </a:lnTo>
                <a:lnTo>
                  <a:pt x="7447" y="8107"/>
                </a:lnTo>
                <a:lnTo>
                  <a:pt x="7447" y="8144"/>
                </a:lnTo>
                <a:lnTo>
                  <a:pt x="7631" y="8181"/>
                </a:lnTo>
                <a:lnTo>
                  <a:pt x="7997" y="8181"/>
                </a:lnTo>
                <a:lnTo>
                  <a:pt x="8181" y="8107"/>
                </a:lnTo>
                <a:lnTo>
                  <a:pt x="8914" y="7887"/>
                </a:lnTo>
                <a:lnTo>
                  <a:pt x="10565" y="7374"/>
                </a:lnTo>
                <a:lnTo>
                  <a:pt x="12216" y="6860"/>
                </a:lnTo>
                <a:lnTo>
                  <a:pt x="12289" y="6823"/>
                </a:lnTo>
                <a:lnTo>
                  <a:pt x="12546" y="7777"/>
                </a:lnTo>
                <a:lnTo>
                  <a:pt x="12766" y="8474"/>
                </a:lnTo>
                <a:lnTo>
                  <a:pt x="12729" y="8511"/>
                </a:lnTo>
                <a:lnTo>
                  <a:pt x="12693" y="8584"/>
                </a:lnTo>
                <a:lnTo>
                  <a:pt x="11629" y="8988"/>
                </a:lnTo>
                <a:lnTo>
                  <a:pt x="11042" y="9208"/>
                </a:lnTo>
                <a:lnTo>
                  <a:pt x="10859" y="9281"/>
                </a:lnTo>
                <a:lnTo>
                  <a:pt x="10749" y="9391"/>
                </a:lnTo>
                <a:lnTo>
                  <a:pt x="10455" y="9575"/>
                </a:lnTo>
                <a:lnTo>
                  <a:pt x="10455" y="9611"/>
                </a:lnTo>
                <a:lnTo>
                  <a:pt x="10418" y="9501"/>
                </a:lnTo>
                <a:lnTo>
                  <a:pt x="10198" y="9024"/>
                </a:lnTo>
                <a:lnTo>
                  <a:pt x="10052" y="8804"/>
                </a:lnTo>
                <a:lnTo>
                  <a:pt x="9942" y="8731"/>
                </a:lnTo>
                <a:lnTo>
                  <a:pt x="9832" y="8694"/>
                </a:lnTo>
                <a:lnTo>
                  <a:pt x="9758" y="8694"/>
                </a:lnTo>
                <a:lnTo>
                  <a:pt x="9721" y="8768"/>
                </a:lnTo>
                <a:lnTo>
                  <a:pt x="9685" y="8841"/>
                </a:lnTo>
                <a:lnTo>
                  <a:pt x="9501" y="8841"/>
                </a:lnTo>
                <a:lnTo>
                  <a:pt x="9355" y="8804"/>
                </a:lnTo>
                <a:lnTo>
                  <a:pt x="9208" y="8841"/>
                </a:lnTo>
                <a:lnTo>
                  <a:pt x="9061" y="8878"/>
                </a:lnTo>
                <a:lnTo>
                  <a:pt x="8988" y="8988"/>
                </a:lnTo>
                <a:lnTo>
                  <a:pt x="8914" y="9098"/>
                </a:lnTo>
                <a:lnTo>
                  <a:pt x="8914" y="9208"/>
                </a:lnTo>
                <a:lnTo>
                  <a:pt x="9025" y="9611"/>
                </a:lnTo>
                <a:lnTo>
                  <a:pt x="9135" y="10051"/>
                </a:lnTo>
                <a:lnTo>
                  <a:pt x="8694" y="10161"/>
                </a:lnTo>
                <a:lnTo>
                  <a:pt x="8658" y="10198"/>
                </a:lnTo>
                <a:lnTo>
                  <a:pt x="8621" y="10235"/>
                </a:lnTo>
                <a:lnTo>
                  <a:pt x="8584" y="10345"/>
                </a:lnTo>
                <a:lnTo>
                  <a:pt x="8511" y="10125"/>
                </a:lnTo>
                <a:lnTo>
                  <a:pt x="8401" y="9905"/>
                </a:lnTo>
                <a:lnTo>
                  <a:pt x="8254" y="9685"/>
                </a:lnTo>
                <a:lnTo>
                  <a:pt x="8034" y="9501"/>
                </a:lnTo>
                <a:lnTo>
                  <a:pt x="7777" y="9391"/>
                </a:lnTo>
                <a:lnTo>
                  <a:pt x="7557" y="9391"/>
                </a:lnTo>
                <a:lnTo>
                  <a:pt x="7411" y="9428"/>
                </a:lnTo>
                <a:lnTo>
                  <a:pt x="7300" y="9464"/>
                </a:lnTo>
                <a:lnTo>
                  <a:pt x="7190" y="9538"/>
                </a:lnTo>
                <a:lnTo>
                  <a:pt x="7080" y="9611"/>
                </a:lnTo>
                <a:lnTo>
                  <a:pt x="7044" y="9721"/>
                </a:lnTo>
                <a:lnTo>
                  <a:pt x="7007" y="9868"/>
                </a:lnTo>
                <a:lnTo>
                  <a:pt x="7044" y="9941"/>
                </a:lnTo>
                <a:lnTo>
                  <a:pt x="7117" y="9978"/>
                </a:lnTo>
                <a:lnTo>
                  <a:pt x="7044" y="10235"/>
                </a:lnTo>
                <a:lnTo>
                  <a:pt x="7080" y="10492"/>
                </a:lnTo>
                <a:lnTo>
                  <a:pt x="4806" y="11152"/>
                </a:lnTo>
                <a:lnTo>
                  <a:pt x="4219" y="11335"/>
                </a:lnTo>
                <a:lnTo>
                  <a:pt x="3632" y="11519"/>
                </a:lnTo>
                <a:lnTo>
                  <a:pt x="3449" y="11629"/>
                </a:lnTo>
                <a:lnTo>
                  <a:pt x="3192" y="10602"/>
                </a:lnTo>
                <a:lnTo>
                  <a:pt x="2862" y="9611"/>
                </a:lnTo>
                <a:lnTo>
                  <a:pt x="3339" y="9538"/>
                </a:lnTo>
                <a:lnTo>
                  <a:pt x="3816" y="9428"/>
                </a:lnTo>
                <a:lnTo>
                  <a:pt x="4769" y="9134"/>
                </a:lnTo>
                <a:lnTo>
                  <a:pt x="4843" y="9318"/>
                </a:lnTo>
                <a:lnTo>
                  <a:pt x="4953" y="9501"/>
                </a:lnTo>
                <a:lnTo>
                  <a:pt x="5063" y="9685"/>
                </a:lnTo>
                <a:lnTo>
                  <a:pt x="5246" y="9831"/>
                </a:lnTo>
                <a:lnTo>
                  <a:pt x="5356" y="9868"/>
                </a:lnTo>
                <a:lnTo>
                  <a:pt x="5466" y="9905"/>
                </a:lnTo>
                <a:lnTo>
                  <a:pt x="5613" y="9905"/>
                </a:lnTo>
                <a:lnTo>
                  <a:pt x="5723" y="9868"/>
                </a:lnTo>
                <a:lnTo>
                  <a:pt x="5980" y="9758"/>
                </a:lnTo>
                <a:lnTo>
                  <a:pt x="6163" y="9648"/>
                </a:lnTo>
                <a:lnTo>
                  <a:pt x="6237" y="9538"/>
                </a:lnTo>
                <a:lnTo>
                  <a:pt x="6273" y="9501"/>
                </a:lnTo>
                <a:lnTo>
                  <a:pt x="6237" y="9428"/>
                </a:lnTo>
                <a:lnTo>
                  <a:pt x="5980" y="8731"/>
                </a:lnTo>
                <a:lnTo>
                  <a:pt x="6200" y="8731"/>
                </a:lnTo>
                <a:lnTo>
                  <a:pt x="6383" y="8658"/>
                </a:lnTo>
                <a:lnTo>
                  <a:pt x="6604" y="9244"/>
                </a:lnTo>
                <a:lnTo>
                  <a:pt x="6677" y="9318"/>
                </a:lnTo>
                <a:lnTo>
                  <a:pt x="6714" y="9354"/>
                </a:lnTo>
                <a:lnTo>
                  <a:pt x="6787" y="9354"/>
                </a:lnTo>
                <a:lnTo>
                  <a:pt x="7044" y="9318"/>
                </a:lnTo>
                <a:lnTo>
                  <a:pt x="7300" y="9208"/>
                </a:lnTo>
                <a:lnTo>
                  <a:pt x="7521" y="9061"/>
                </a:lnTo>
                <a:lnTo>
                  <a:pt x="7704" y="8878"/>
                </a:lnTo>
                <a:lnTo>
                  <a:pt x="7741" y="8841"/>
                </a:lnTo>
                <a:lnTo>
                  <a:pt x="7777" y="8768"/>
                </a:lnTo>
                <a:lnTo>
                  <a:pt x="7741" y="8658"/>
                </a:lnTo>
                <a:lnTo>
                  <a:pt x="7264" y="7887"/>
                </a:lnTo>
                <a:lnTo>
                  <a:pt x="7080" y="7520"/>
                </a:lnTo>
                <a:lnTo>
                  <a:pt x="6970" y="7337"/>
                </a:lnTo>
                <a:lnTo>
                  <a:pt x="6824" y="7227"/>
                </a:lnTo>
                <a:lnTo>
                  <a:pt x="6640" y="7154"/>
                </a:lnTo>
                <a:lnTo>
                  <a:pt x="6457" y="7190"/>
                </a:lnTo>
                <a:lnTo>
                  <a:pt x="6383" y="7227"/>
                </a:lnTo>
                <a:lnTo>
                  <a:pt x="6310" y="7264"/>
                </a:lnTo>
                <a:lnTo>
                  <a:pt x="6237" y="7337"/>
                </a:lnTo>
                <a:lnTo>
                  <a:pt x="6200" y="7410"/>
                </a:lnTo>
                <a:lnTo>
                  <a:pt x="6017" y="7447"/>
                </a:lnTo>
                <a:lnTo>
                  <a:pt x="5980" y="7484"/>
                </a:lnTo>
                <a:lnTo>
                  <a:pt x="5943" y="7520"/>
                </a:lnTo>
                <a:lnTo>
                  <a:pt x="5907" y="7594"/>
                </a:lnTo>
                <a:lnTo>
                  <a:pt x="5907" y="7667"/>
                </a:lnTo>
                <a:lnTo>
                  <a:pt x="6200" y="8291"/>
                </a:lnTo>
                <a:lnTo>
                  <a:pt x="6163" y="8364"/>
                </a:lnTo>
                <a:lnTo>
                  <a:pt x="6127" y="8401"/>
                </a:lnTo>
                <a:lnTo>
                  <a:pt x="6090" y="8401"/>
                </a:lnTo>
                <a:lnTo>
                  <a:pt x="6053" y="8437"/>
                </a:lnTo>
                <a:lnTo>
                  <a:pt x="5943" y="8474"/>
                </a:lnTo>
                <a:lnTo>
                  <a:pt x="5907" y="8511"/>
                </a:lnTo>
                <a:lnTo>
                  <a:pt x="5613" y="7814"/>
                </a:lnTo>
                <a:lnTo>
                  <a:pt x="5576" y="7777"/>
                </a:lnTo>
                <a:lnTo>
                  <a:pt x="5540" y="7704"/>
                </a:lnTo>
                <a:lnTo>
                  <a:pt x="5393" y="7704"/>
                </a:lnTo>
                <a:lnTo>
                  <a:pt x="5356" y="7667"/>
                </a:lnTo>
                <a:lnTo>
                  <a:pt x="5173" y="7667"/>
                </a:lnTo>
                <a:lnTo>
                  <a:pt x="4990" y="7704"/>
                </a:lnTo>
                <a:lnTo>
                  <a:pt x="4843" y="7814"/>
                </a:lnTo>
                <a:lnTo>
                  <a:pt x="4733" y="7961"/>
                </a:lnTo>
                <a:lnTo>
                  <a:pt x="4659" y="8144"/>
                </a:lnTo>
                <a:lnTo>
                  <a:pt x="4623" y="8327"/>
                </a:lnTo>
                <a:lnTo>
                  <a:pt x="4623" y="8511"/>
                </a:lnTo>
                <a:lnTo>
                  <a:pt x="4623" y="8694"/>
                </a:lnTo>
                <a:lnTo>
                  <a:pt x="3669" y="8951"/>
                </a:lnTo>
                <a:lnTo>
                  <a:pt x="3229" y="9134"/>
                </a:lnTo>
                <a:lnTo>
                  <a:pt x="2752" y="9318"/>
                </a:lnTo>
                <a:lnTo>
                  <a:pt x="2348" y="7997"/>
                </a:lnTo>
                <a:lnTo>
                  <a:pt x="1908" y="6677"/>
                </a:lnTo>
                <a:lnTo>
                  <a:pt x="1541" y="5356"/>
                </a:lnTo>
                <a:lnTo>
                  <a:pt x="1395" y="4696"/>
                </a:lnTo>
                <a:lnTo>
                  <a:pt x="1285" y="3999"/>
                </a:lnTo>
                <a:lnTo>
                  <a:pt x="1505" y="3962"/>
                </a:lnTo>
                <a:lnTo>
                  <a:pt x="1725" y="3926"/>
                </a:lnTo>
                <a:lnTo>
                  <a:pt x="2165" y="3816"/>
                </a:lnTo>
                <a:lnTo>
                  <a:pt x="3302" y="3485"/>
                </a:lnTo>
                <a:lnTo>
                  <a:pt x="5760" y="2825"/>
                </a:lnTo>
                <a:lnTo>
                  <a:pt x="6934" y="2495"/>
                </a:lnTo>
                <a:lnTo>
                  <a:pt x="8071" y="2092"/>
                </a:lnTo>
                <a:lnTo>
                  <a:pt x="9135" y="1725"/>
                </a:lnTo>
                <a:lnTo>
                  <a:pt x="9758" y="1505"/>
                </a:lnTo>
                <a:lnTo>
                  <a:pt x="9978" y="1395"/>
                </a:lnTo>
                <a:lnTo>
                  <a:pt x="10088" y="1358"/>
                </a:lnTo>
                <a:lnTo>
                  <a:pt x="10162" y="1321"/>
                </a:lnTo>
                <a:close/>
                <a:moveTo>
                  <a:pt x="12876" y="8988"/>
                </a:moveTo>
                <a:lnTo>
                  <a:pt x="13023" y="9575"/>
                </a:lnTo>
                <a:lnTo>
                  <a:pt x="13096" y="9905"/>
                </a:lnTo>
                <a:lnTo>
                  <a:pt x="13206" y="10198"/>
                </a:lnTo>
                <a:lnTo>
                  <a:pt x="12619" y="10271"/>
                </a:lnTo>
                <a:lnTo>
                  <a:pt x="12069" y="10418"/>
                </a:lnTo>
                <a:lnTo>
                  <a:pt x="11519" y="10565"/>
                </a:lnTo>
                <a:lnTo>
                  <a:pt x="10969" y="10748"/>
                </a:lnTo>
                <a:lnTo>
                  <a:pt x="9685" y="11225"/>
                </a:lnTo>
                <a:lnTo>
                  <a:pt x="8438" y="11702"/>
                </a:lnTo>
                <a:lnTo>
                  <a:pt x="5980" y="12619"/>
                </a:lnTo>
                <a:lnTo>
                  <a:pt x="4879" y="13023"/>
                </a:lnTo>
                <a:lnTo>
                  <a:pt x="4329" y="13243"/>
                </a:lnTo>
                <a:lnTo>
                  <a:pt x="3816" y="13499"/>
                </a:lnTo>
                <a:lnTo>
                  <a:pt x="3669" y="12692"/>
                </a:lnTo>
                <a:lnTo>
                  <a:pt x="3522" y="11885"/>
                </a:lnTo>
                <a:lnTo>
                  <a:pt x="3742" y="11885"/>
                </a:lnTo>
                <a:lnTo>
                  <a:pt x="3999" y="11812"/>
                </a:lnTo>
                <a:lnTo>
                  <a:pt x="5173" y="11482"/>
                </a:lnTo>
                <a:lnTo>
                  <a:pt x="7190" y="10932"/>
                </a:lnTo>
                <a:lnTo>
                  <a:pt x="7374" y="11335"/>
                </a:lnTo>
                <a:lnTo>
                  <a:pt x="7594" y="11702"/>
                </a:lnTo>
                <a:lnTo>
                  <a:pt x="7631" y="11775"/>
                </a:lnTo>
                <a:lnTo>
                  <a:pt x="7814" y="11775"/>
                </a:lnTo>
                <a:lnTo>
                  <a:pt x="7887" y="11702"/>
                </a:lnTo>
                <a:lnTo>
                  <a:pt x="7961" y="11629"/>
                </a:lnTo>
                <a:lnTo>
                  <a:pt x="8107" y="11592"/>
                </a:lnTo>
                <a:lnTo>
                  <a:pt x="8401" y="11519"/>
                </a:lnTo>
                <a:lnTo>
                  <a:pt x="8474" y="11445"/>
                </a:lnTo>
                <a:lnTo>
                  <a:pt x="8548" y="11372"/>
                </a:lnTo>
                <a:lnTo>
                  <a:pt x="8658" y="11189"/>
                </a:lnTo>
                <a:lnTo>
                  <a:pt x="8694" y="11005"/>
                </a:lnTo>
                <a:lnTo>
                  <a:pt x="8694" y="10785"/>
                </a:lnTo>
                <a:lnTo>
                  <a:pt x="8658" y="10602"/>
                </a:lnTo>
                <a:lnTo>
                  <a:pt x="8621" y="10418"/>
                </a:lnTo>
                <a:lnTo>
                  <a:pt x="8658" y="10492"/>
                </a:lnTo>
                <a:lnTo>
                  <a:pt x="8768" y="10528"/>
                </a:lnTo>
                <a:lnTo>
                  <a:pt x="9025" y="10492"/>
                </a:lnTo>
                <a:lnTo>
                  <a:pt x="9281" y="10418"/>
                </a:lnTo>
                <a:lnTo>
                  <a:pt x="9428" y="10638"/>
                </a:lnTo>
                <a:lnTo>
                  <a:pt x="9611" y="10822"/>
                </a:lnTo>
                <a:lnTo>
                  <a:pt x="9758" y="10895"/>
                </a:lnTo>
                <a:lnTo>
                  <a:pt x="9942" y="10932"/>
                </a:lnTo>
                <a:lnTo>
                  <a:pt x="10088" y="10932"/>
                </a:lnTo>
                <a:lnTo>
                  <a:pt x="10235" y="10858"/>
                </a:lnTo>
                <a:lnTo>
                  <a:pt x="10382" y="10785"/>
                </a:lnTo>
                <a:lnTo>
                  <a:pt x="10492" y="10638"/>
                </a:lnTo>
                <a:lnTo>
                  <a:pt x="10565" y="10492"/>
                </a:lnTo>
                <a:lnTo>
                  <a:pt x="10602" y="10345"/>
                </a:lnTo>
                <a:lnTo>
                  <a:pt x="10639" y="10161"/>
                </a:lnTo>
                <a:lnTo>
                  <a:pt x="10602" y="9978"/>
                </a:lnTo>
                <a:lnTo>
                  <a:pt x="10492" y="9648"/>
                </a:lnTo>
                <a:lnTo>
                  <a:pt x="10749" y="9648"/>
                </a:lnTo>
                <a:lnTo>
                  <a:pt x="11005" y="9611"/>
                </a:lnTo>
                <a:lnTo>
                  <a:pt x="11629" y="9428"/>
                </a:lnTo>
                <a:lnTo>
                  <a:pt x="12876" y="8988"/>
                </a:lnTo>
                <a:close/>
                <a:moveTo>
                  <a:pt x="13206" y="10675"/>
                </a:moveTo>
                <a:lnTo>
                  <a:pt x="13096" y="10712"/>
                </a:lnTo>
                <a:lnTo>
                  <a:pt x="11592" y="11262"/>
                </a:lnTo>
                <a:lnTo>
                  <a:pt x="8731" y="12362"/>
                </a:lnTo>
                <a:lnTo>
                  <a:pt x="7300" y="12876"/>
                </a:lnTo>
                <a:lnTo>
                  <a:pt x="6604" y="13133"/>
                </a:lnTo>
                <a:lnTo>
                  <a:pt x="5870" y="13316"/>
                </a:lnTo>
                <a:lnTo>
                  <a:pt x="4696" y="13573"/>
                </a:lnTo>
                <a:lnTo>
                  <a:pt x="5393" y="13279"/>
                </a:lnTo>
                <a:lnTo>
                  <a:pt x="6090" y="13023"/>
                </a:lnTo>
                <a:lnTo>
                  <a:pt x="8438" y="12179"/>
                </a:lnTo>
                <a:lnTo>
                  <a:pt x="9611" y="11702"/>
                </a:lnTo>
                <a:lnTo>
                  <a:pt x="10822" y="11299"/>
                </a:lnTo>
                <a:lnTo>
                  <a:pt x="11409" y="11078"/>
                </a:lnTo>
                <a:lnTo>
                  <a:pt x="11996" y="10895"/>
                </a:lnTo>
                <a:lnTo>
                  <a:pt x="12619" y="10748"/>
                </a:lnTo>
                <a:lnTo>
                  <a:pt x="13206" y="10675"/>
                </a:lnTo>
                <a:close/>
                <a:moveTo>
                  <a:pt x="10492" y="478"/>
                </a:moveTo>
                <a:lnTo>
                  <a:pt x="10712" y="1064"/>
                </a:lnTo>
                <a:lnTo>
                  <a:pt x="10969" y="1688"/>
                </a:lnTo>
                <a:lnTo>
                  <a:pt x="11482" y="2862"/>
                </a:lnTo>
                <a:lnTo>
                  <a:pt x="11996" y="4182"/>
                </a:lnTo>
                <a:lnTo>
                  <a:pt x="12473" y="5466"/>
                </a:lnTo>
                <a:lnTo>
                  <a:pt x="12876" y="6713"/>
                </a:lnTo>
                <a:lnTo>
                  <a:pt x="13280" y="7924"/>
                </a:lnTo>
                <a:lnTo>
                  <a:pt x="13683" y="9171"/>
                </a:lnTo>
                <a:lnTo>
                  <a:pt x="14013" y="10418"/>
                </a:lnTo>
                <a:lnTo>
                  <a:pt x="13793" y="10418"/>
                </a:lnTo>
                <a:lnTo>
                  <a:pt x="13573" y="10492"/>
                </a:lnTo>
                <a:lnTo>
                  <a:pt x="13573" y="10418"/>
                </a:lnTo>
                <a:lnTo>
                  <a:pt x="13573" y="10308"/>
                </a:lnTo>
                <a:lnTo>
                  <a:pt x="13646" y="10235"/>
                </a:lnTo>
                <a:lnTo>
                  <a:pt x="13646" y="10125"/>
                </a:lnTo>
                <a:lnTo>
                  <a:pt x="13610" y="9831"/>
                </a:lnTo>
                <a:lnTo>
                  <a:pt x="13610" y="9758"/>
                </a:lnTo>
                <a:lnTo>
                  <a:pt x="13610" y="9721"/>
                </a:lnTo>
                <a:lnTo>
                  <a:pt x="13426" y="9024"/>
                </a:lnTo>
                <a:lnTo>
                  <a:pt x="13096" y="7777"/>
                </a:lnTo>
                <a:lnTo>
                  <a:pt x="12693" y="6603"/>
                </a:lnTo>
                <a:lnTo>
                  <a:pt x="12289" y="5430"/>
                </a:lnTo>
                <a:lnTo>
                  <a:pt x="11849" y="4256"/>
                </a:lnTo>
                <a:lnTo>
                  <a:pt x="11372" y="3119"/>
                </a:lnTo>
                <a:lnTo>
                  <a:pt x="10859" y="1981"/>
                </a:lnTo>
                <a:lnTo>
                  <a:pt x="10675" y="1651"/>
                </a:lnTo>
                <a:lnTo>
                  <a:pt x="10492" y="1358"/>
                </a:lnTo>
                <a:lnTo>
                  <a:pt x="10602" y="1285"/>
                </a:lnTo>
                <a:lnTo>
                  <a:pt x="10639" y="1174"/>
                </a:lnTo>
                <a:lnTo>
                  <a:pt x="10602" y="1064"/>
                </a:lnTo>
                <a:lnTo>
                  <a:pt x="10565" y="991"/>
                </a:lnTo>
                <a:lnTo>
                  <a:pt x="10528" y="954"/>
                </a:lnTo>
                <a:lnTo>
                  <a:pt x="10455" y="918"/>
                </a:lnTo>
                <a:lnTo>
                  <a:pt x="10272" y="881"/>
                </a:lnTo>
                <a:lnTo>
                  <a:pt x="10088" y="918"/>
                </a:lnTo>
                <a:lnTo>
                  <a:pt x="9391" y="1138"/>
                </a:lnTo>
                <a:lnTo>
                  <a:pt x="8658" y="1431"/>
                </a:lnTo>
                <a:lnTo>
                  <a:pt x="7924" y="1688"/>
                </a:lnTo>
                <a:lnTo>
                  <a:pt x="7190" y="1945"/>
                </a:lnTo>
                <a:lnTo>
                  <a:pt x="5650" y="2422"/>
                </a:lnTo>
                <a:lnTo>
                  <a:pt x="4109" y="2862"/>
                </a:lnTo>
                <a:lnTo>
                  <a:pt x="2569" y="3265"/>
                </a:lnTo>
                <a:lnTo>
                  <a:pt x="1762" y="3485"/>
                </a:lnTo>
                <a:lnTo>
                  <a:pt x="1358" y="3632"/>
                </a:lnTo>
                <a:lnTo>
                  <a:pt x="1175" y="3706"/>
                </a:lnTo>
                <a:lnTo>
                  <a:pt x="1028" y="3816"/>
                </a:lnTo>
                <a:lnTo>
                  <a:pt x="991" y="3816"/>
                </a:lnTo>
                <a:lnTo>
                  <a:pt x="955" y="3889"/>
                </a:lnTo>
                <a:lnTo>
                  <a:pt x="918" y="3962"/>
                </a:lnTo>
                <a:lnTo>
                  <a:pt x="991" y="4586"/>
                </a:lnTo>
                <a:lnTo>
                  <a:pt x="1101" y="5209"/>
                </a:lnTo>
                <a:lnTo>
                  <a:pt x="1248" y="5796"/>
                </a:lnTo>
                <a:lnTo>
                  <a:pt x="1395" y="6420"/>
                </a:lnTo>
                <a:lnTo>
                  <a:pt x="1725" y="7594"/>
                </a:lnTo>
                <a:lnTo>
                  <a:pt x="2128" y="8768"/>
                </a:lnTo>
                <a:lnTo>
                  <a:pt x="2532" y="9978"/>
                </a:lnTo>
                <a:lnTo>
                  <a:pt x="2899" y="11152"/>
                </a:lnTo>
                <a:lnTo>
                  <a:pt x="3045" y="11739"/>
                </a:lnTo>
                <a:lnTo>
                  <a:pt x="3192" y="12362"/>
                </a:lnTo>
                <a:lnTo>
                  <a:pt x="3302" y="12949"/>
                </a:lnTo>
                <a:lnTo>
                  <a:pt x="3412" y="13573"/>
                </a:lnTo>
                <a:lnTo>
                  <a:pt x="3412" y="13683"/>
                </a:lnTo>
                <a:lnTo>
                  <a:pt x="3486" y="13720"/>
                </a:lnTo>
                <a:lnTo>
                  <a:pt x="3559" y="13756"/>
                </a:lnTo>
                <a:lnTo>
                  <a:pt x="3632" y="13793"/>
                </a:lnTo>
                <a:lnTo>
                  <a:pt x="3669" y="13830"/>
                </a:lnTo>
                <a:lnTo>
                  <a:pt x="3742" y="13830"/>
                </a:lnTo>
                <a:lnTo>
                  <a:pt x="4036" y="13756"/>
                </a:lnTo>
                <a:lnTo>
                  <a:pt x="3706" y="13903"/>
                </a:lnTo>
                <a:lnTo>
                  <a:pt x="3412" y="14086"/>
                </a:lnTo>
                <a:lnTo>
                  <a:pt x="2569" y="11115"/>
                </a:lnTo>
                <a:lnTo>
                  <a:pt x="2128" y="9611"/>
                </a:lnTo>
                <a:lnTo>
                  <a:pt x="1725" y="8144"/>
                </a:lnTo>
                <a:lnTo>
                  <a:pt x="955" y="5136"/>
                </a:lnTo>
                <a:lnTo>
                  <a:pt x="808" y="4439"/>
                </a:lnTo>
                <a:lnTo>
                  <a:pt x="661" y="3999"/>
                </a:lnTo>
                <a:lnTo>
                  <a:pt x="588" y="3779"/>
                </a:lnTo>
                <a:lnTo>
                  <a:pt x="478" y="3632"/>
                </a:lnTo>
                <a:lnTo>
                  <a:pt x="1065" y="3522"/>
                </a:lnTo>
                <a:lnTo>
                  <a:pt x="1652" y="3412"/>
                </a:lnTo>
                <a:lnTo>
                  <a:pt x="2825" y="3045"/>
                </a:lnTo>
                <a:lnTo>
                  <a:pt x="4183" y="2642"/>
                </a:lnTo>
                <a:lnTo>
                  <a:pt x="5503" y="2202"/>
                </a:lnTo>
                <a:lnTo>
                  <a:pt x="8034" y="1358"/>
                </a:lnTo>
                <a:lnTo>
                  <a:pt x="9281" y="918"/>
                </a:lnTo>
                <a:lnTo>
                  <a:pt x="9905" y="734"/>
                </a:lnTo>
                <a:lnTo>
                  <a:pt x="10198" y="624"/>
                </a:lnTo>
                <a:lnTo>
                  <a:pt x="10492" y="478"/>
                </a:lnTo>
                <a:close/>
                <a:moveTo>
                  <a:pt x="10455" y="1"/>
                </a:moveTo>
                <a:lnTo>
                  <a:pt x="10162" y="37"/>
                </a:lnTo>
                <a:lnTo>
                  <a:pt x="9832" y="147"/>
                </a:lnTo>
                <a:lnTo>
                  <a:pt x="9245" y="367"/>
                </a:lnTo>
                <a:lnTo>
                  <a:pt x="7997" y="808"/>
                </a:lnTo>
                <a:lnTo>
                  <a:pt x="5503" y="1651"/>
                </a:lnTo>
                <a:lnTo>
                  <a:pt x="2935" y="2495"/>
                </a:lnTo>
                <a:lnTo>
                  <a:pt x="1615" y="2899"/>
                </a:lnTo>
                <a:lnTo>
                  <a:pt x="918" y="3082"/>
                </a:lnTo>
                <a:lnTo>
                  <a:pt x="258" y="3339"/>
                </a:lnTo>
                <a:lnTo>
                  <a:pt x="184" y="3412"/>
                </a:lnTo>
                <a:lnTo>
                  <a:pt x="148" y="3522"/>
                </a:lnTo>
                <a:lnTo>
                  <a:pt x="38" y="3559"/>
                </a:lnTo>
                <a:lnTo>
                  <a:pt x="1" y="3595"/>
                </a:lnTo>
                <a:lnTo>
                  <a:pt x="1" y="3632"/>
                </a:lnTo>
                <a:lnTo>
                  <a:pt x="38" y="3779"/>
                </a:lnTo>
                <a:lnTo>
                  <a:pt x="111" y="3926"/>
                </a:lnTo>
                <a:lnTo>
                  <a:pt x="184" y="4036"/>
                </a:lnTo>
                <a:lnTo>
                  <a:pt x="221" y="4146"/>
                </a:lnTo>
                <a:lnTo>
                  <a:pt x="294" y="4366"/>
                </a:lnTo>
                <a:lnTo>
                  <a:pt x="588" y="5796"/>
                </a:lnTo>
                <a:lnTo>
                  <a:pt x="955" y="7227"/>
                </a:lnTo>
                <a:lnTo>
                  <a:pt x="1285" y="8658"/>
                </a:lnTo>
                <a:lnTo>
                  <a:pt x="2055" y="11482"/>
                </a:lnTo>
                <a:lnTo>
                  <a:pt x="2459" y="12876"/>
                </a:lnTo>
                <a:lnTo>
                  <a:pt x="2899" y="14233"/>
                </a:lnTo>
                <a:lnTo>
                  <a:pt x="2935" y="14380"/>
                </a:lnTo>
                <a:lnTo>
                  <a:pt x="3045" y="14416"/>
                </a:lnTo>
                <a:lnTo>
                  <a:pt x="3155" y="14453"/>
                </a:lnTo>
                <a:lnTo>
                  <a:pt x="3302" y="14416"/>
                </a:lnTo>
                <a:lnTo>
                  <a:pt x="3596" y="14343"/>
                </a:lnTo>
                <a:lnTo>
                  <a:pt x="3889" y="14270"/>
                </a:lnTo>
                <a:lnTo>
                  <a:pt x="4513" y="14086"/>
                </a:lnTo>
                <a:lnTo>
                  <a:pt x="5980" y="13793"/>
                </a:lnTo>
                <a:lnTo>
                  <a:pt x="6714" y="13610"/>
                </a:lnTo>
                <a:lnTo>
                  <a:pt x="7447" y="13353"/>
                </a:lnTo>
                <a:lnTo>
                  <a:pt x="8878" y="12839"/>
                </a:lnTo>
                <a:lnTo>
                  <a:pt x="11739" y="11775"/>
                </a:lnTo>
                <a:lnTo>
                  <a:pt x="13133" y="11225"/>
                </a:lnTo>
                <a:lnTo>
                  <a:pt x="13646" y="11078"/>
                </a:lnTo>
                <a:lnTo>
                  <a:pt x="13903" y="10968"/>
                </a:lnTo>
                <a:lnTo>
                  <a:pt x="14160" y="10822"/>
                </a:lnTo>
                <a:lnTo>
                  <a:pt x="14197" y="10932"/>
                </a:lnTo>
                <a:lnTo>
                  <a:pt x="14270" y="10968"/>
                </a:lnTo>
                <a:lnTo>
                  <a:pt x="14380" y="11005"/>
                </a:lnTo>
                <a:lnTo>
                  <a:pt x="14490" y="11005"/>
                </a:lnTo>
                <a:lnTo>
                  <a:pt x="14563" y="10932"/>
                </a:lnTo>
                <a:lnTo>
                  <a:pt x="14637" y="10895"/>
                </a:lnTo>
                <a:lnTo>
                  <a:pt x="14674" y="10785"/>
                </a:lnTo>
                <a:lnTo>
                  <a:pt x="14637" y="10675"/>
                </a:lnTo>
                <a:lnTo>
                  <a:pt x="14270" y="9318"/>
                </a:lnTo>
                <a:lnTo>
                  <a:pt x="13867" y="7997"/>
                </a:lnTo>
                <a:lnTo>
                  <a:pt x="13426" y="6640"/>
                </a:lnTo>
                <a:lnTo>
                  <a:pt x="12949" y="5356"/>
                </a:lnTo>
                <a:lnTo>
                  <a:pt x="12473" y="4036"/>
                </a:lnTo>
                <a:lnTo>
                  <a:pt x="11922" y="2752"/>
                </a:lnTo>
                <a:lnTo>
                  <a:pt x="11409" y="1468"/>
                </a:lnTo>
                <a:lnTo>
                  <a:pt x="11115" y="881"/>
                </a:lnTo>
                <a:lnTo>
                  <a:pt x="10785" y="257"/>
                </a:lnTo>
                <a:lnTo>
                  <a:pt x="10749" y="221"/>
                </a:lnTo>
                <a:lnTo>
                  <a:pt x="10675" y="184"/>
                </a:lnTo>
                <a:lnTo>
                  <a:pt x="10639" y="111"/>
                </a:lnTo>
                <a:lnTo>
                  <a:pt x="10602" y="74"/>
                </a:lnTo>
                <a:lnTo>
                  <a:pt x="10528" y="37"/>
                </a:lnTo>
                <a:lnTo>
                  <a:pt x="10455" y="1"/>
                </a:lnTo>
                <a:close/>
              </a:path>
            </a:pathLst>
          </a:custGeom>
          <a:solidFill>
            <a:srgbClr val="3C78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8" name="Google Shape;238;p3"/>
          <p:cNvSpPr/>
          <p:nvPr/>
        </p:nvSpPr>
        <p:spPr>
          <a:xfrm>
            <a:off x="5371737" y="6111825"/>
            <a:ext cx="521651" cy="385727"/>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9" name="Google Shape;239;p3"/>
          <p:cNvSpPr/>
          <p:nvPr/>
        </p:nvSpPr>
        <p:spPr>
          <a:xfrm>
            <a:off x="3606" y="6533642"/>
            <a:ext cx="240044" cy="498052"/>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40" name="Google Shape;240;p3"/>
          <p:cNvSpPr/>
          <p:nvPr/>
        </p:nvSpPr>
        <p:spPr>
          <a:xfrm rot="1920548">
            <a:off x="3248167" y="6210900"/>
            <a:ext cx="668696" cy="567409"/>
          </a:xfrm>
          <a:custGeom>
            <a:avLst/>
            <a:gdLst/>
            <a:ahLst/>
            <a:cxnLst/>
            <a:rect l="l" t="t" r="r" b="b"/>
            <a:pathLst>
              <a:path w="17681" h="15004" extrusionOk="0">
                <a:moveTo>
                  <a:pt x="6823" y="1981"/>
                </a:moveTo>
                <a:lnTo>
                  <a:pt x="6676" y="2018"/>
                </a:lnTo>
                <a:lnTo>
                  <a:pt x="6566" y="2055"/>
                </a:lnTo>
                <a:lnTo>
                  <a:pt x="6493" y="2201"/>
                </a:lnTo>
                <a:lnTo>
                  <a:pt x="6420" y="2385"/>
                </a:lnTo>
                <a:lnTo>
                  <a:pt x="6383" y="2531"/>
                </a:lnTo>
                <a:lnTo>
                  <a:pt x="6383" y="2641"/>
                </a:lnTo>
                <a:lnTo>
                  <a:pt x="6420" y="2752"/>
                </a:lnTo>
                <a:lnTo>
                  <a:pt x="6493" y="2825"/>
                </a:lnTo>
                <a:lnTo>
                  <a:pt x="6566" y="2862"/>
                </a:lnTo>
                <a:lnTo>
                  <a:pt x="6713" y="2862"/>
                </a:lnTo>
                <a:lnTo>
                  <a:pt x="6860" y="2825"/>
                </a:lnTo>
                <a:lnTo>
                  <a:pt x="6933" y="2752"/>
                </a:lnTo>
                <a:lnTo>
                  <a:pt x="7006" y="2641"/>
                </a:lnTo>
                <a:lnTo>
                  <a:pt x="7080" y="2531"/>
                </a:lnTo>
                <a:lnTo>
                  <a:pt x="7080" y="2421"/>
                </a:lnTo>
                <a:lnTo>
                  <a:pt x="7080" y="2275"/>
                </a:lnTo>
                <a:lnTo>
                  <a:pt x="7006" y="2165"/>
                </a:lnTo>
                <a:lnTo>
                  <a:pt x="6933" y="2055"/>
                </a:lnTo>
                <a:lnTo>
                  <a:pt x="6823" y="1981"/>
                </a:lnTo>
                <a:close/>
                <a:moveTo>
                  <a:pt x="5282" y="2641"/>
                </a:moveTo>
                <a:lnTo>
                  <a:pt x="5209" y="2678"/>
                </a:lnTo>
                <a:lnTo>
                  <a:pt x="5136" y="2715"/>
                </a:lnTo>
                <a:lnTo>
                  <a:pt x="5062" y="2788"/>
                </a:lnTo>
                <a:lnTo>
                  <a:pt x="5062" y="2898"/>
                </a:lnTo>
                <a:lnTo>
                  <a:pt x="5062" y="2935"/>
                </a:lnTo>
                <a:lnTo>
                  <a:pt x="4989" y="2972"/>
                </a:lnTo>
                <a:lnTo>
                  <a:pt x="4952" y="3045"/>
                </a:lnTo>
                <a:lnTo>
                  <a:pt x="4952" y="3118"/>
                </a:lnTo>
                <a:lnTo>
                  <a:pt x="4952" y="3228"/>
                </a:lnTo>
                <a:lnTo>
                  <a:pt x="5026" y="3338"/>
                </a:lnTo>
                <a:lnTo>
                  <a:pt x="5099" y="3412"/>
                </a:lnTo>
                <a:lnTo>
                  <a:pt x="5319" y="3412"/>
                </a:lnTo>
                <a:lnTo>
                  <a:pt x="5429" y="3338"/>
                </a:lnTo>
                <a:lnTo>
                  <a:pt x="5502" y="3265"/>
                </a:lnTo>
                <a:lnTo>
                  <a:pt x="5576" y="3155"/>
                </a:lnTo>
                <a:lnTo>
                  <a:pt x="5613" y="3008"/>
                </a:lnTo>
                <a:lnTo>
                  <a:pt x="5576" y="2862"/>
                </a:lnTo>
                <a:lnTo>
                  <a:pt x="5502" y="2752"/>
                </a:lnTo>
                <a:lnTo>
                  <a:pt x="5392" y="2678"/>
                </a:lnTo>
                <a:lnTo>
                  <a:pt x="5282" y="2641"/>
                </a:lnTo>
                <a:close/>
                <a:moveTo>
                  <a:pt x="6786" y="3559"/>
                </a:moveTo>
                <a:lnTo>
                  <a:pt x="6640" y="3595"/>
                </a:lnTo>
                <a:lnTo>
                  <a:pt x="6493" y="3705"/>
                </a:lnTo>
                <a:lnTo>
                  <a:pt x="6383" y="3815"/>
                </a:lnTo>
                <a:lnTo>
                  <a:pt x="6309" y="3962"/>
                </a:lnTo>
                <a:lnTo>
                  <a:pt x="6273" y="4109"/>
                </a:lnTo>
                <a:lnTo>
                  <a:pt x="6273" y="4255"/>
                </a:lnTo>
                <a:lnTo>
                  <a:pt x="6273" y="4366"/>
                </a:lnTo>
                <a:lnTo>
                  <a:pt x="6383" y="4439"/>
                </a:lnTo>
                <a:lnTo>
                  <a:pt x="6493" y="4476"/>
                </a:lnTo>
                <a:lnTo>
                  <a:pt x="6603" y="4439"/>
                </a:lnTo>
                <a:lnTo>
                  <a:pt x="6750" y="4329"/>
                </a:lnTo>
                <a:lnTo>
                  <a:pt x="6860" y="4329"/>
                </a:lnTo>
                <a:lnTo>
                  <a:pt x="6970" y="4292"/>
                </a:lnTo>
                <a:lnTo>
                  <a:pt x="7080" y="4182"/>
                </a:lnTo>
                <a:lnTo>
                  <a:pt x="7153" y="4035"/>
                </a:lnTo>
                <a:lnTo>
                  <a:pt x="7153" y="3852"/>
                </a:lnTo>
                <a:lnTo>
                  <a:pt x="7080" y="3705"/>
                </a:lnTo>
                <a:lnTo>
                  <a:pt x="7043" y="3632"/>
                </a:lnTo>
                <a:lnTo>
                  <a:pt x="6970" y="3595"/>
                </a:lnTo>
                <a:lnTo>
                  <a:pt x="6786" y="3559"/>
                </a:lnTo>
                <a:close/>
                <a:moveTo>
                  <a:pt x="4806" y="5979"/>
                </a:moveTo>
                <a:lnTo>
                  <a:pt x="4622" y="6090"/>
                </a:lnTo>
                <a:lnTo>
                  <a:pt x="4439" y="6200"/>
                </a:lnTo>
                <a:lnTo>
                  <a:pt x="4402" y="6236"/>
                </a:lnTo>
                <a:lnTo>
                  <a:pt x="4329" y="6310"/>
                </a:lnTo>
                <a:lnTo>
                  <a:pt x="4255" y="6383"/>
                </a:lnTo>
                <a:lnTo>
                  <a:pt x="4219" y="6493"/>
                </a:lnTo>
                <a:lnTo>
                  <a:pt x="4219" y="6566"/>
                </a:lnTo>
                <a:lnTo>
                  <a:pt x="4255" y="6713"/>
                </a:lnTo>
                <a:lnTo>
                  <a:pt x="4329" y="6860"/>
                </a:lnTo>
                <a:lnTo>
                  <a:pt x="4365" y="6897"/>
                </a:lnTo>
                <a:lnTo>
                  <a:pt x="4475" y="6970"/>
                </a:lnTo>
                <a:lnTo>
                  <a:pt x="4585" y="7007"/>
                </a:lnTo>
                <a:lnTo>
                  <a:pt x="4696" y="7043"/>
                </a:lnTo>
                <a:lnTo>
                  <a:pt x="4842" y="7007"/>
                </a:lnTo>
                <a:lnTo>
                  <a:pt x="4952" y="6970"/>
                </a:lnTo>
                <a:lnTo>
                  <a:pt x="5026" y="6897"/>
                </a:lnTo>
                <a:lnTo>
                  <a:pt x="5209" y="6750"/>
                </a:lnTo>
                <a:lnTo>
                  <a:pt x="5282" y="6640"/>
                </a:lnTo>
                <a:lnTo>
                  <a:pt x="5319" y="6493"/>
                </a:lnTo>
                <a:lnTo>
                  <a:pt x="5356" y="6346"/>
                </a:lnTo>
                <a:lnTo>
                  <a:pt x="5356" y="6236"/>
                </a:lnTo>
                <a:lnTo>
                  <a:pt x="5282" y="6126"/>
                </a:lnTo>
                <a:lnTo>
                  <a:pt x="5209" y="6053"/>
                </a:lnTo>
                <a:lnTo>
                  <a:pt x="5136" y="5979"/>
                </a:lnTo>
                <a:close/>
                <a:moveTo>
                  <a:pt x="4219" y="4916"/>
                </a:moveTo>
                <a:lnTo>
                  <a:pt x="4219" y="5062"/>
                </a:lnTo>
                <a:lnTo>
                  <a:pt x="4255" y="5136"/>
                </a:lnTo>
                <a:lnTo>
                  <a:pt x="4292" y="5173"/>
                </a:lnTo>
                <a:lnTo>
                  <a:pt x="4439" y="5209"/>
                </a:lnTo>
                <a:lnTo>
                  <a:pt x="4549" y="5173"/>
                </a:lnTo>
                <a:lnTo>
                  <a:pt x="4585" y="5136"/>
                </a:lnTo>
                <a:lnTo>
                  <a:pt x="4622" y="5062"/>
                </a:lnTo>
                <a:lnTo>
                  <a:pt x="4659" y="5026"/>
                </a:lnTo>
                <a:lnTo>
                  <a:pt x="4989" y="5136"/>
                </a:lnTo>
                <a:lnTo>
                  <a:pt x="5319" y="5209"/>
                </a:lnTo>
                <a:lnTo>
                  <a:pt x="5392" y="5319"/>
                </a:lnTo>
                <a:lnTo>
                  <a:pt x="5466" y="5429"/>
                </a:lnTo>
                <a:lnTo>
                  <a:pt x="5686" y="5613"/>
                </a:lnTo>
                <a:lnTo>
                  <a:pt x="5869" y="5833"/>
                </a:lnTo>
                <a:lnTo>
                  <a:pt x="5979" y="6053"/>
                </a:lnTo>
                <a:lnTo>
                  <a:pt x="6016" y="6273"/>
                </a:lnTo>
                <a:lnTo>
                  <a:pt x="5979" y="6530"/>
                </a:lnTo>
                <a:lnTo>
                  <a:pt x="5943" y="6676"/>
                </a:lnTo>
                <a:lnTo>
                  <a:pt x="5869" y="6823"/>
                </a:lnTo>
                <a:lnTo>
                  <a:pt x="5686" y="7080"/>
                </a:lnTo>
                <a:lnTo>
                  <a:pt x="5466" y="7227"/>
                </a:lnTo>
                <a:lnTo>
                  <a:pt x="5209" y="7373"/>
                </a:lnTo>
                <a:lnTo>
                  <a:pt x="4916" y="7447"/>
                </a:lnTo>
                <a:lnTo>
                  <a:pt x="4622" y="7483"/>
                </a:lnTo>
                <a:lnTo>
                  <a:pt x="4329" y="7520"/>
                </a:lnTo>
                <a:lnTo>
                  <a:pt x="4035" y="7483"/>
                </a:lnTo>
                <a:lnTo>
                  <a:pt x="3778" y="7447"/>
                </a:lnTo>
                <a:lnTo>
                  <a:pt x="3485" y="7337"/>
                </a:lnTo>
                <a:lnTo>
                  <a:pt x="3338" y="7227"/>
                </a:lnTo>
                <a:lnTo>
                  <a:pt x="3228" y="7080"/>
                </a:lnTo>
                <a:lnTo>
                  <a:pt x="3155" y="6897"/>
                </a:lnTo>
                <a:lnTo>
                  <a:pt x="3118" y="6713"/>
                </a:lnTo>
                <a:lnTo>
                  <a:pt x="3082" y="6383"/>
                </a:lnTo>
                <a:lnTo>
                  <a:pt x="3155" y="6090"/>
                </a:lnTo>
                <a:lnTo>
                  <a:pt x="3228" y="5796"/>
                </a:lnTo>
                <a:lnTo>
                  <a:pt x="3375" y="5539"/>
                </a:lnTo>
                <a:lnTo>
                  <a:pt x="3558" y="5319"/>
                </a:lnTo>
                <a:lnTo>
                  <a:pt x="3742" y="5173"/>
                </a:lnTo>
                <a:lnTo>
                  <a:pt x="3962" y="5026"/>
                </a:lnTo>
                <a:lnTo>
                  <a:pt x="4219" y="4916"/>
                </a:lnTo>
                <a:close/>
                <a:moveTo>
                  <a:pt x="11628" y="7190"/>
                </a:moveTo>
                <a:lnTo>
                  <a:pt x="11958" y="7263"/>
                </a:lnTo>
                <a:lnTo>
                  <a:pt x="12252" y="7263"/>
                </a:lnTo>
                <a:lnTo>
                  <a:pt x="12362" y="7227"/>
                </a:lnTo>
                <a:lnTo>
                  <a:pt x="12435" y="7447"/>
                </a:lnTo>
                <a:lnTo>
                  <a:pt x="12509" y="7704"/>
                </a:lnTo>
                <a:lnTo>
                  <a:pt x="12509" y="7814"/>
                </a:lnTo>
                <a:lnTo>
                  <a:pt x="12472" y="7814"/>
                </a:lnTo>
                <a:lnTo>
                  <a:pt x="12399" y="7850"/>
                </a:lnTo>
                <a:lnTo>
                  <a:pt x="12399" y="7887"/>
                </a:lnTo>
                <a:lnTo>
                  <a:pt x="12252" y="7814"/>
                </a:lnTo>
                <a:lnTo>
                  <a:pt x="11738" y="7557"/>
                </a:lnTo>
                <a:lnTo>
                  <a:pt x="11702" y="7483"/>
                </a:lnTo>
                <a:lnTo>
                  <a:pt x="11628" y="7373"/>
                </a:lnTo>
                <a:lnTo>
                  <a:pt x="11628" y="7190"/>
                </a:lnTo>
                <a:close/>
                <a:moveTo>
                  <a:pt x="4329" y="4402"/>
                </a:moveTo>
                <a:lnTo>
                  <a:pt x="4255" y="4476"/>
                </a:lnTo>
                <a:lnTo>
                  <a:pt x="4035" y="4512"/>
                </a:lnTo>
                <a:lnTo>
                  <a:pt x="3815" y="4622"/>
                </a:lnTo>
                <a:lnTo>
                  <a:pt x="3632" y="4732"/>
                </a:lnTo>
                <a:lnTo>
                  <a:pt x="3448" y="4842"/>
                </a:lnTo>
                <a:lnTo>
                  <a:pt x="3265" y="4989"/>
                </a:lnTo>
                <a:lnTo>
                  <a:pt x="3082" y="5173"/>
                </a:lnTo>
                <a:lnTo>
                  <a:pt x="2971" y="5356"/>
                </a:lnTo>
                <a:lnTo>
                  <a:pt x="2825" y="5576"/>
                </a:lnTo>
                <a:lnTo>
                  <a:pt x="2715" y="5906"/>
                </a:lnTo>
                <a:lnTo>
                  <a:pt x="2641" y="6236"/>
                </a:lnTo>
                <a:lnTo>
                  <a:pt x="2641" y="6603"/>
                </a:lnTo>
                <a:lnTo>
                  <a:pt x="2678" y="6933"/>
                </a:lnTo>
                <a:lnTo>
                  <a:pt x="2825" y="7263"/>
                </a:lnTo>
                <a:lnTo>
                  <a:pt x="3008" y="7520"/>
                </a:lnTo>
                <a:lnTo>
                  <a:pt x="3118" y="7667"/>
                </a:lnTo>
                <a:lnTo>
                  <a:pt x="3265" y="7740"/>
                </a:lnTo>
                <a:lnTo>
                  <a:pt x="3412" y="7850"/>
                </a:lnTo>
                <a:lnTo>
                  <a:pt x="3595" y="7887"/>
                </a:lnTo>
                <a:lnTo>
                  <a:pt x="3962" y="7997"/>
                </a:lnTo>
                <a:lnTo>
                  <a:pt x="4292" y="8034"/>
                </a:lnTo>
                <a:lnTo>
                  <a:pt x="4659" y="7997"/>
                </a:lnTo>
                <a:lnTo>
                  <a:pt x="5026" y="7960"/>
                </a:lnTo>
                <a:lnTo>
                  <a:pt x="5356" y="7850"/>
                </a:lnTo>
                <a:lnTo>
                  <a:pt x="5686" y="7704"/>
                </a:lnTo>
                <a:lnTo>
                  <a:pt x="5979" y="7483"/>
                </a:lnTo>
                <a:lnTo>
                  <a:pt x="6236" y="7227"/>
                </a:lnTo>
                <a:lnTo>
                  <a:pt x="6383" y="6933"/>
                </a:lnTo>
                <a:lnTo>
                  <a:pt x="6456" y="6640"/>
                </a:lnTo>
                <a:lnTo>
                  <a:pt x="6530" y="6346"/>
                </a:lnTo>
                <a:lnTo>
                  <a:pt x="6493" y="6016"/>
                </a:lnTo>
                <a:lnTo>
                  <a:pt x="6420" y="5759"/>
                </a:lnTo>
                <a:lnTo>
                  <a:pt x="6273" y="5503"/>
                </a:lnTo>
                <a:lnTo>
                  <a:pt x="6163" y="5393"/>
                </a:lnTo>
                <a:lnTo>
                  <a:pt x="5979" y="5246"/>
                </a:lnTo>
                <a:lnTo>
                  <a:pt x="5833" y="5099"/>
                </a:lnTo>
                <a:lnTo>
                  <a:pt x="5796" y="5026"/>
                </a:lnTo>
                <a:lnTo>
                  <a:pt x="5796" y="4952"/>
                </a:lnTo>
                <a:lnTo>
                  <a:pt x="5759" y="4879"/>
                </a:lnTo>
                <a:lnTo>
                  <a:pt x="5723" y="4806"/>
                </a:lnTo>
                <a:lnTo>
                  <a:pt x="5649" y="4732"/>
                </a:lnTo>
                <a:lnTo>
                  <a:pt x="5539" y="4696"/>
                </a:lnTo>
                <a:lnTo>
                  <a:pt x="5209" y="4659"/>
                </a:lnTo>
                <a:lnTo>
                  <a:pt x="5136" y="4586"/>
                </a:lnTo>
                <a:lnTo>
                  <a:pt x="5136" y="4512"/>
                </a:lnTo>
                <a:lnTo>
                  <a:pt x="5062" y="4439"/>
                </a:lnTo>
                <a:lnTo>
                  <a:pt x="4585" y="4439"/>
                </a:lnTo>
                <a:lnTo>
                  <a:pt x="4475" y="4402"/>
                </a:lnTo>
                <a:close/>
                <a:moveTo>
                  <a:pt x="1761" y="7447"/>
                </a:moveTo>
                <a:lnTo>
                  <a:pt x="1908" y="7483"/>
                </a:lnTo>
                <a:lnTo>
                  <a:pt x="2054" y="7520"/>
                </a:lnTo>
                <a:lnTo>
                  <a:pt x="2164" y="7630"/>
                </a:lnTo>
                <a:lnTo>
                  <a:pt x="2275" y="7740"/>
                </a:lnTo>
                <a:lnTo>
                  <a:pt x="2348" y="7887"/>
                </a:lnTo>
                <a:lnTo>
                  <a:pt x="2348" y="8070"/>
                </a:lnTo>
                <a:lnTo>
                  <a:pt x="2348" y="8107"/>
                </a:lnTo>
                <a:lnTo>
                  <a:pt x="2311" y="8144"/>
                </a:lnTo>
                <a:lnTo>
                  <a:pt x="2238" y="8144"/>
                </a:lnTo>
                <a:lnTo>
                  <a:pt x="2128" y="8070"/>
                </a:lnTo>
                <a:lnTo>
                  <a:pt x="2018" y="7960"/>
                </a:lnTo>
                <a:lnTo>
                  <a:pt x="1908" y="7814"/>
                </a:lnTo>
                <a:lnTo>
                  <a:pt x="1724" y="7520"/>
                </a:lnTo>
                <a:lnTo>
                  <a:pt x="1651" y="7447"/>
                </a:lnTo>
                <a:close/>
                <a:moveTo>
                  <a:pt x="14233" y="7630"/>
                </a:moveTo>
                <a:lnTo>
                  <a:pt x="14159" y="7667"/>
                </a:lnTo>
                <a:lnTo>
                  <a:pt x="14123" y="7740"/>
                </a:lnTo>
                <a:lnTo>
                  <a:pt x="14013" y="7960"/>
                </a:lnTo>
                <a:lnTo>
                  <a:pt x="14013" y="8070"/>
                </a:lnTo>
                <a:lnTo>
                  <a:pt x="14049" y="8180"/>
                </a:lnTo>
                <a:lnTo>
                  <a:pt x="14086" y="8254"/>
                </a:lnTo>
                <a:lnTo>
                  <a:pt x="14159" y="8290"/>
                </a:lnTo>
                <a:lnTo>
                  <a:pt x="14306" y="8290"/>
                </a:lnTo>
                <a:lnTo>
                  <a:pt x="14416" y="8254"/>
                </a:lnTo>
                <a:lnTo>
                  <a:pt x="14453" y="8180"/>
                </a:lnTo>
                <a:lnTo>
                  <a:pt x="14490" y="8107"/>
                </a:lnTo>
                <a:lnTo>
                  <a:pt x="14490" y="7997"/>
                </a:lnTo>
                <a:lnTo>
                  <a:pt x="14490" y="7924"/>
                </a:lnTo>
                <a:lnTo>
                  <a:pt x="14490" y="7777"/>
                </a:lnTo>
                <a:lnTo>
                  <a:pt x="14453" y="7704"/>
                </a:lnTo>
                <a:lnTo>
                  <a:pt x="14416" y="7667"/>
                </a:lnTo>
                <a:lnTo>
                  <a:pt x="14306" y="7630"/>
                </a:lnTo>
                <a:close/>
                <a:moveTo>
                  <a:pt x="7410" y="6236"/>
                </a:moveTo>
                <a:lnTo>
                  <a:pt x="7300" y="6310"/>
                </a:lnTo>
                <a:lnTo>
                  <a:pt x="7227" y="6346"/>
                </a:lnTo>
                <a:lnTo>
                  <a:pt x="7190" y="6420"/>
                </a:lnTo>
                <a:lnTo>
                  <a:pt x="7153" y="6566"/>
                </a:lnTo>
                <a:lnTo>
                  <a:pt x="7153" y="6750"/>
                </a:lnTo>
                <a:lnTo>
                  <a:pt x="7190" y="6933"/>
                </a:lnTo>
                <a:lnTo>
                  <a:pt x="7227" y="7007"/>
                </a:lnTo>
                <a:lnTo>
                  <a:pt x="7300" y="7080"/>
                </a:lnTo>
                <a:lnTo>
                  <a:pt x="7667" y="7153"/>
                </a:lnTo>
                <a:lnTo>
                  <a:pt x="7410" y="7373"/>
                </a:lnTo>
                <a:lnTo>
                  <a:pt x="7263" y="7520"/>
                </a:lnTo>
                <a:lnTo>
                  <a:pt x="7190" y="7593"/>
                </a:lnTo>
                <a:lnTo>
                  <a:pt x="7153" y="7704"/>
                </a:lnTo>
                <a:lnTo>
                  <a:pt x="7153" y="7887"/>
                </a:lnTo>
                <a:lnTo>
                  <a:pt x="7227" y="8070"/>
                </a:lnTo>
                <a:lnTo>
                  <a:pt x="7337" y="8180"/>
                </a:lnTo>
                <a:lnTo>
                  <a:pt x="7483" y="8290"/>
                </a:lnTo>
                <a:lnTo>
                  <a:pt x="7520" y="8400"/>
                </a:lnTo>
                <a:lnTo>
                  <a:pt x="7557" y="8474"/>
                </a:lnTo>
                <a:lnTo>
                  <a:pt x="7593" y="8511"/>
                </a:lnTo>
                <a:lnTo>
                  <a:pt x="7740" y="8511"/>
                </a:lnTo>
                <a:lnTo>
                  <a:pt x="7813" y="8437"/>
                </a:lnTo>
                <a:lnTo>
                  <a:pt x="7850" y="8364"/>
                </a:lnTo>
                <a:lnTo>
                  <a:pt x="7923" y="8217"/>
                </a:lnTo>
                <a:lnTo>
                  <a:pt x="7923" y="8144"/>
                </a:lnTo>
                <a:lnTo>
                  <a:pt x="7887" y="8070"/>
                </a:lnTo>
                <a:lnTo>
                  <a:pt x="7850" y="7997"/>
                </a:lnTo>
                <a:lnTo>
                  <a:pt x="7777" y="7960"/>
                </a:lnTo>
                <a:lnTo>
                  <a:pt x="7667" y="7924"/>
                </a:lnTo>
                <a:lnTo>
                  <a:pt x="7630" y="7887"/>
                </a:lnTo>
                <a:lnTo>
                  <a:pt x="7630" y="7814"/>
                </a:lnTo>
                <a:lnTo>
                  <a:pt x="7630" y="7777"/>
                </a:lnTo>
                <a:lnTo>
                  <a:pt x="7703" y="7667"/>
                </a:lnTo>
                <a:lnTo>
                  <a:pt x="7850" y="7593"/>
                </a:lnTo>
                <a:lnTo>
                  <a:pt x="7997" y="7410"/>
                </a:lnTo>
                <a:lnTo>
                  <a:pt x="8107" y="7190"/>
                </a:lnTo>
                <a:lnTo>
                  <a:pt x="8107" y="7080"/>
                </a:lnTo>
                <a:lnTo>
                  <a:pt x="8070" y="6970"/>
                </a:lnTo>
                <a:lnTo>
                  <a:pt x="8034" y="6897"/>
                </a:lnTo>
                <a:lnTo>
                  <a:pt x="7960" y="6823"/>
                </a:lnTo>
                <a:lnTo>
                  <a:pt x="7740" y="6750"/>
                </a:lnTo>
                <a:lnTo>
                  <a:pt x="7520" y="6713"/>
                </a:lnTo>
                <a:lnTo>
                  <a:pt x="7557" y="6566"/>
                </a:lnTo>
                <a:lnTo>
                  <a:pt x="7593" y="6493"/>
                </a:lnTo>
                <a:lnTo>
                  <a:pt x="7667" y="6456"/>
                </a:lnTo>
                <a:lnTo>
                  <a:pt x="7703" y="6383"/>
                </a:lnTo>
                <a:lnTo>
                  <a:pt x="7667" y="6310"/>
                </a:lnTo>
                <a:lnTo>
                  <a:pt x="7593" y="6236"/>
                </a:lnTo>
                <a:close/>
                <a:moveTo>
                  <a:pt x="1651" y="6897"/>
                </a:moveTo>
                <a:lnTo>
                  <a:pt x="1578" y="6933"/>
                </a:lnTo>
                <a:lnTo>
                  <a:pt x="1541" y="7007"/>
                </a:lnTo>
                <a:lnTo>
                  <a:pt x="1504" y="7080"/>
                </a:lnTo>
                <a:lnTo>
                  <a:pt x="1504" y="7227"/>
                </a:lnTo>
                <a:lnTo>
                  <a:pt x="1541" y="7300"/>
                </a:lnTo>
                <a:lnTo>
                  <a:pt x="1578" y="7373"/>
                </a:lnTo>
                <a:lnTo>
                  <a:pt x="1541" y="7410"/>
                </a:lnTo>
                <a:lnTo>
                  <a:pt x="1504" y="7410"/>
                </a:lnTo>
                <a:lnTo>
                  <a:pt x="1468" y="7483"/>
                </a:lnTo>
                <a:lnTo>
                  <a:pt x="1431" y="7557"/>
                </a:lnTo>
                <a:lnTo>
                  <a:pt x="1468" y="7814"/>
                </a:lnTo>
                <a:lnTo>
                  <a:pt x="1578" y="8034"/>
                </a:lnTo>
                <a:lnTo>
                  <a:pt x="1724" y="8254"/>
                </a:lnTo>
                <a:lnTo>
                  <a:pt x="1908" y="8437"/>
                </a:lnTo>
                <a:lnTo>
                  <a:pt x="2128" y="8547"/>
                </a:lnTo>
                <a:lnTo>
                  <a:pt x="2238" y="8584"/>
                </a:lnTo>
                <a:lnTo>
                  <a:pt x="2348" y="8621"/>
                </a:lnTo>
                <a:lnTo>
                  <a:pt x="2458" y="8621"/>
                </a:lnTo>
                <a:lnTo>
                  <a:pt x="2568" y="8547"/>
                </a:lnTo>
                <a:lnTo>
                  <a:pt x="2641" y="8474"/>
                </a:lnTo>
                <a:lnTo>
                  <a:pt x="2715" y="8364"/>
                </a:lnTo>
                <a:lnTo>
                  <a:pt x="2788" y="8144"/>
                </a:lnTo>
                <a:lnTo>
                  <a:pt x="2788" y="7960"/>
                </a:lnTo>
                <a:lnTo>
                  <a:pt x="2751" y="7740"/>
                </a:lnTo>
                <a:lnTo>
                  <a:pt x="2678" y="7557"/>
                </a:lnTo>
                <a:lnTo>
                  <a:pt x="2531" y="7373"/>
                </a:lnTo>
                <a:lnTo>
                  <a:pt x="2385" y="7227"/>
                </a:lnTo>
                <a:lnTo>
                  <a:pt x="2201" y="7117"/>
                </a:lnTo>
                <a:lnTo>
                  <a:pt x="1981" y="7043"/>
                </a:lnTo>
                <a:lnTo>
                  <a:pt x="1908" y="6933"/>
                </a:lnTo>
                <a:lnTo>
                  <a:pt x="1834" y="6897"/>
                </a:lnTo>
                <a:close/>
                <a:moveTo>
                  <a:pt x="14306" y="7227"/>
                </a:moveTo>
                <a:lnTo>
                  <a:pt x="14453" y="7263"/>
                </a:lnTo>
                <a:lnTo>
                  <a:pt x="14563" y="7300"/>
                </a:lnTo>
                <a:lnTo>
                  <a:pt x="14636" y="7410"/>
                </a:lnTo>
                <a:lnTo>
                  <a:pt x="14673" y="7520"/>
                </a:lnTo>
                <a:lnTo>
                  <a:pt x="14673" y="7667"/>
                </a:lnTo>
                <a:lnTo>
                  <a:pt x="14673" y="7814"/>
                </a:lnTo>
                <a:lnTo>
                  <a:pt x="14600" y="8070"/>
                </a:lnTo>
                <a:lnTo>
                  <a:pt x="14490" y="8290"/>
                </a:lnTo>
                <a:lnTo>
                  <a:pt x="14343" y="8511"/>
                </a:lnTo>
                <a:lnTo>
                  <a:pt x="14269" y="8584"/>
                </a:lnTo>
                <a:lnTo>
                  <a:pt x="14196" y="8621"/>
                </a:lnTo>
                <a:lnTo>
                  <a:pt x="14123" y="8621"/>
                </a:lnTo>
                <a:lnTo>
                  <a:pt x="14049" y="8584"/>
                </a:lnTo>
                <a:lnTo>
                  <a:pt x="14013" y="8547"/>
                </a:lnTo>
                <a:lnTo>
                  <a:pt x="13976" y="8474"/>
                </a:lnTo>
                <a:lnTo>
                  <a:pt x="13903" y="8290"/>
                </a:lnTo>
                <a:lnTo>
                  <a:pt x="13939" y="8034"/>
                </a:lnTo>
                <a:lnTo>
                  <a:pt x="13976" y="7777"/>
                </a:lnTo>
                <a:lnTo>
                  <a:pt x="14086" y="7263"/>
                </a:lnTo>
                <a:lnTo>
                  <a:pt x="14306" y="7227"/>
                </a:lnTo>
                <a:close/>
                <a:moveTo>
                  <a:pt x="14233" y="6750"/>
                </a:moveTo>
                <a:lnTo>
                  <a:pt x="14123" y="6786"/>
                </a:lnTo>
                <a:lnTo>
                  <a:pt x="13866" y="6786"/>
                </a:lnTo>
                <a:lnTo>
                  <a:pt x="13829" y="6823"/>
                </a:lnTo>
                <a:lnTo>
                  <a:pt x="13756" y="6933"/>
                </a:lnTo>
                <a:lnTo>
                  <a:pt x="13609" y="7373"/>
                </a:lnTo>
                <a:lnTo>
                  <a:pt x="13499" y="7850"/>
                </a:lnTo>
                <a:lnTo>
                  <a:pt x="13462" y="8107"/>
                </a:lnTo>
                <a:lnTo>
                  <a:pt x="13462" y="8327"/>
                </a:lnTo>
                <a:lnTo>
                  <a:pt x="13499" y="8584"/>
                </a:lnTo>
                <a:lnTo>
                  <a:pt x="13572" y="8804"/>
                </a:lnTo>
                <a:lnTo>
                  <a:pt x="13683" y="8914"/>
                </a:lnTo>
                <a:lnTo>
                  <a:pt x="13829" y="9024"/>
                </a:lnTo>
                <a:lnTo>
                  <a:pt x="13976" y="9097"/>
                </a:lnTo>
                <a:lnTo>
                  <a:pt x="14123" y="9134"/>
                </a:lnTo>
                <a:lnTo>
                  <a:pt x="14343" y="9097"/>
                </a:lnTo>
                <a:lnTo>
                  <a:pt x="14490" y="9024"/>
                </a:lnTo>
                <a:lnTo>
                  <a:pt x="14600" y="8877"/>
                </a:lnTo>
                <a:lnTo>
                  <a:pt x="14746" y="8731"/>
                </a:lnTo>
                <a:lnTo>
                  <a:pt x="14966" y="8400"/>
                </a:lnTo>
                <a:lnTo>
                  <a:pt x="15076" y="8180"/>
                </a:lnTo>
                <a:lnTo>
                  <a:pt x="15113" y="7997"/>
                </a:lnTo>
                <a:lnTo>
                  <a:pt x="15150" y="7814"/>
                </a:lnTo>
                <a:lnTo>
                  <a:pt x="15150" y="7593"/>
                </a:lnTo>
                <a:lnTo>
                  <a:pt x="15113" y="7410"/>
                </a:lnTo>
                <a:lnTo>
                  <a:pt x="15040" y="7190"/>
                </a:lnTo>
                <a:lnTo>
                  <a:pt x="15003" y="7080"/>
                </a:lnTo>
                <a:lnTo>
                  <a:pt x="14893" y="7007"/>
                </a:lnTo>
                <a:lnTo>
                  <a:pt x="14673" y="6823"/>
                </a:lnTo>
                <a:lnTo>
                  <a:pt x="14526" y="6786"/>
                </a:lnTo>
                <a:lnTo>
                  <a:pt x="14379" y="6750"/>
                </a:lnTo>
                <a:close/>
                <a:moveTo>
                  <a:pt x="6273" y="7887"/>
                </a:moveTo>
                <a:lnTo>
                  <a:pt x="6199" y="7924"/>
                </a:lnTo>
                <a:lnTo>
                  <a:pt x="6126" y="7997"/>
                </a:lnTo>
                <a:lnTo>
                  <a:pt x="5979" y="8107"/>
                </a:lnTo>
                <a:lnTo>
                  <a:pt x="5869" y="8290"/>
                </a:lnTo>
                <a:lnTo>
                  <a:pt x="5796" y="8474"/>
                </a:lnTo>
                <a:lnTo>
                  <a:pt x="5796" y="8584"/>
                </a:lnTo>
                <a:lnTo>
                  <a:pt x="5833" y="8657"/>
                </a:lnTo>
                <a:lnTo>
                  <a:pt x="5906" y="8694"/>
                </a:lnTo>
                <a:lnTo>
                  <a:pt x="6236" y="8694"/>
                </a:lnTo>
                <a:lnTo>
                  <a:pt x="6420" y="8767"/>
                </a:lnTo>
                <a:lnTo>
                  <a:pt x="6199" y="9024"/>
                </a:lnTo>
                <a:lnTo>
                  <a:pt x="6199" y="9061"/>
                </a:lnTo>
                <a:lnTo>
                  <a:pt x="6199" y="9134"/>
                </a:lnTo>
                <a:lnTo>
                  <a:pt x="6236" y="9244"/>
                </a:lnTo>
                <a:lnTo>
                  <a:pt x="6346" y="9354"/>
                </a:lnTo>
                <a:lnTo>
                  <a:pt x="6456" y="9391"/>
                </a:lnTo>
                <a:lnTo>
                  <a:pt x="6713" y="9391"/>
                </a:lnTo>
                <a:lnTo>
                  <a:pt x="6786" y="9318"/>
                </a:lnTo>
                <a:lnTo>
                  <a:pt x="6860" y="9207"/>
                </a:lnTo>
                <a:lnTo>
                  <a:pt x="6823" y="9097"/>
                </a:lnTo>
                <a:lnTo>
                  <a:pt x="6750" y="9024"/>
                </a:lnTo>
                <a:lnTo>
                  <a:pt x="6860" y="8951"/>
                </a:lnTo>
                <a:lnTo>
                  <a:pt x="6933" y="8877"/>
                </a:lnTo>
                <a:lnTo>
                  <a:pt x="6933" y="8804"/>
                </a:lnTo>
                <a:lnTo>
                  <a:pt x="6933" y="8731"/>
                </a:lnTo>
                <a:lnTo>
                  <a:pt x="6896" y="8621"/>
                </a:lnTo>
                <a:lnTo>
                  <a:pt x="6750" y="8511"/>
                </a:lnTo>
                <a:lnTo>
                  <a:pt x="6603" y="8437"/>
                </a:lnTo>
                <a:lnTo>
                  <a:pt x="6456" y="8364"/>
                </a:lnTo>
                <a:lnTo>
                  <a:pt x="6273" y="8327"/>
                </a:lnTo>
                <a:lnTo>
                  <a:pt x="6346" y="8180"/>
                </a:lnTo>
                <a:lnTo>
                  <a:pt x="6420" y="8034"/>
                </a:lnTo>
                <a:lnTo>
                  <a:pt x="6420" y="7960"/>
                </a:lnTo>
                <a:lnTo>
                  <a:pt x="6383" y="7924"/>
                </a:lnTo>
                <a:lnTo>
                  <a:pt x="6346" y="7924"/>
                </a:lnTo>
                <a:lnTo>
                  <a:pt x="6273" y="7887"/>
                </a:lnTo>
                <a:close/>
                <a:moveTo>
                  <a:pt x="7630" y="551"/>
                </a:moveTo>
                <a:lnTo>
                  <a:pt x="7777" y="587"/>
                </a:lnTo>
                <a:lnTo>
                  <a:pt x="7923" y="661"/>
                </a:lnTo>
                <a:lnTo>
                  <a:pt x="8437" y="1101"/>
                </a:lnTo>
                <a:lnTo>
                  <a:pt x="8657" y="1321"/>
                </a:lnTo>
                <a:lnTo>
                  <a:pt x="8877" y="1578"/>
                </a:lnTo>
                <a:lnTo>
                  <a:pt x="9061" y="1834"/>
                </a:lnTo>
                <a:lnTo>
                  <a:pt x="9207" y="2128"/>
                </a:lnTo>
                <a:lnTo>
                  <a:pt x="9281" y="2421"/>
                </a:lnTo>
                <a:lnTo>
                  <a:pt x="9317" y="2752"/>
                </a:lnTo>
                <a:lnTo>
                  <a:pt x="9281" y="3082"/>
                </a:lnTo>
                <a:lnTo>
                  <a:pt x="9244" y="3375"/>
                </a:lnTo>
                <a:lnTo>
                  <a:pt x="9024" y="3962"/>
                </a:lnTo>
                <a:lnTo>
                  <a:pt x="8804" y="4512"/>
                </a:lnTo>
                <a:lnTo>
                  <a:pt x="8584" y="5099"/>
                </a:lnTo>
                <a:lnTo>
                  <a:pt x="8547" y="5356"/>
                </a:lnTo>
                <a:lnTo>
                  <a:pt x="8510" y="5613"/>
                </a:lnTo>
                <a:lnTo>
                  <a:pt x="8510" y="5869"/>
                </a:lnTo>
                <a:lnTo>
                  <a:pt x="8547" y="6163"/>
                </a:lnTo>
                <a:lnTo>
                  <a:pt x="8584" y="6310"/>
                </a:lnTo>
                <a:lnTo>
                  <a:pt x="8657" y="6493"/>
                </a:lnTo>
                <a:lnTo>
                  <a:pt x="8804" y="6823"/>
                </a:lnTo>
                <a:lnTo>
                  <a:pt x="8987" y="7117"/>
                </a:lnTo>
                <a:lnTo>
                  <a:pt x="9134" y="7447"/>
                </a:lnTo>
                <a:lnTo>
                  <a:pt x="9207" y="7777"/>
                </a:lnTo>
                <a:lnTo>
                  <a:pt x="9244" y="8144"/>
                </a:lnTo>
                <a:lnTo>
                  <a:pt x="9207" y="8474"/>
                </a:lnTo>
                <a:lnTo>
                  <a:pt x="9097" y="8804"/>
                </a:lnTo>
                <a:lnTo>
                  <a:pt x="8951" y="9134"/>
                </a:lnTo>
                <a:lnTo>
                  <a:pt x="8767" y="9428"/>
                </a:lnTo>
                <a:lnTo>
                  <a:pt x="8510" y="9684"/>
                </a:lnTo>
                <a:lnTo>
                  <a:pt x="8254" y="9904"/>
                </a:lnTo>
                <a:lnTo>
                  <a:pt x="7960" y="10051"/>
                </a:lnTo>
                <a:lnTo>
                  <a:pt x="7667" y="10198"/>
                </a:lnTo>
                <a:lnTo>
                  <a:pt x="7373" y="10308"/>
                </a:lnTo>
                <a:lnTo>
                  <a:pt x="7043" y="10345"/>
                </a:lnTo>
                <a:lnTo>
                  <a:pt x="6676" y="10418"/>
                </a:lnTo>
                <a:lnTo>
                  <a:pt x="6493" y="10381"/>
                </a:lnTo>
                <a:lnTo>
                  <a:pt x="6309" y="10345"/>
                </a:lnTo>
                <a:lnTo>
                  <a:pt x="6163" y="10235"/>
                </a:lnTo>
                <a:lnTo>
                  <a:pt x="6016" y="10088"/>
                </a:lnTo>
                <a:lnTo>
                  <a:pt x="5906" y="9941"/>
                </a:lnTo>
                <a:lnTo>
                  <a:pt x="5759" y="9831"/>
                </a:lnTo>
                <a:lnTo>
                  <a:pt x="5649" y="9758"/>
                </a:lnTo>
                <a:lnTo>
                  <a:pt x="5502" y="9684"/>
                </a:lnTo>
                <a:lnTo>
                  <a:pt x="5209" y="9611"/>
                </a:lnTo>
                <a:lnTo>
                  <a:pt x="4916" y="9611"/>
                </a:lnTo>
                <a:lnTo>
                  <a:pt x="4622" y="9684"/>
                </a:lnTo>
                <a:lnTo>
                  <a:pt x="3999" y="9868"/>
                </a:lnTo>
                <a:lnTo>
                  <a:pt x="3705" y="9978"/>
                </a:lnTo>
                <a:lnTo>
                  <a:pt x="3412" y="10051"/>
                </a:lnTo>
                <a:lnTo>
                  <a:pt x="3118" y="10088"/>
                </a:lnTo>
                <a:lnTo>
                  <a:pt x="2825" y="10051"/>
                </a:lnTo>
                <a:lnTo>
                  <a:pt x="2495" y="10014"/>
                </a:lnTo>
                <a:lnTo>
                  <a:pt x="2201" y="9904"/>
                </a:lnTo>
                <a:lnTo>
                  <a:pt x="1944" y="9794"/>
                </a:lnTo>
                <a:lnTo>
                  <a:pt x="1651" y="9648"/>
                </a:lnTo>
                <a:lnTo>
                  <a:pt x="1394" y="9464"/>
                </a:lnTo>
                <a:lnTo>
                  <a:pt x="1174" y="9281"/>
                </a:lnTo>
                <a:lnTo>
                  <a:pt x="954" y="8987"/>
                </a:lnTo>
                <a:lnTo>
                  <a:pt x="771" y="8694"/>
                </a:lnTo>
                <a:lnTo>
                  <a:pt x="624" y="8364"/>
                </a:lnTo>
                <a:lnTo>
                  <a:pt x="550" y="8034"/>
                </a:lnTo>
                <a:lnTo>
                  <a:pt x="514" y="7667"/>
                </a:lnTo>
                <a:lnTo>
                  <a:pt x="514" y="7337"/>
                </a:lnTo>
                <a:lnTo>
                  <a:pt x="587" y="6970"/>
                </a:lnTo>
                <a:lnTo>
                  <a:pt x="661" y="6640"/>
                </a:lnTo>
                <a:lnTo>
                  <a:pt x="807" y="6310"/>
                </a:lnTo>
                <a:lnTo>
                  <a:pt x="991" y="6016"/>
                </a:lnTo>
                <a:lnTo>
                  <a:pt x="1211" y="5759"/>
                </a:lnTo>
                <a:lnTo>
                  <a:pt x="1468" y="5539"/>
                </a:lnTo>
                <a:lnTo>
                  <a:pt x="2018" y="5099"/>
                </a:lnTo>
                <a:lnTo>
                  <a:pt x="2568" y="4622"/>
                </a:lnTo>
                <a:lnTo>
                  <a:pt x="2788" y="4366"/>
                </a:lnTo>
                <a:lnTo>
                  <a:pt x="2971" y="4109"/>
                </a:lnTo>
                <a:lnTo>
                  <a:pt x="3082" y="3815"/>
                </a:lnTo>
                <a:lnTo>
                  <a:pt x="3192" y="3485"/>
                </a:lnTo>
                <a:lnTo>
                  <a:pt x="3265" y="3118"/>
                </a:lnTo>
                <a:lnTo>
                  <a:pt x="3302" y="2715"/>
                </a:lnTo>
                <a:lnTo>
                  <a:pt x="3375" y="2348"/>
                </a:lnTo>
                <a:lnTo>
                  <a:pt x="3448" y="2165"/>
                </a:lnTo>
                <a:lnTo>
                  <a:pt x="3558" y="1981"/>
                </a:lnTo>
                <a:lnTo>
                  <a:pt x="3705" y="1798"/>
                </a:lnTo>
                <a:lnTo>
                  <a:pt x="3852" y="1651"/>
                </a:lnTo>
                <a:lnTo>
                  <a:pt x="4072" y="1541"/>
                </a:lnTo>
                <a:lnTo>
                  <a:pt x="4292" y="1468"/>
                </a:lnTo>
                <a:lnTo>
                  <a:pt x="4512" y="1431"/>
                </a:lnTo>
                <a:lnTo>
                  <a:pt x="4769" y="1394"/>
                </a:lnTo>
                <a:lnTo>
                  <a:pt x="4989" y="1394"/>
                </a:lnTo>
                <a:lnTo>
                  <a:pt x="5209" y="1468"/>
                </a:lnTo>
                <a:lnTo>
                  <a:pt x="4952" y="1688"/>
                </a:lnTo>
                <a:lnTo>
                  <a:pt x="4916" y="1761"/>
                </a:lnTo>
                <a:lnTo>
                  <a:pt x="4879" y="1834"/>
                </a:lnTo>
                <a:lnTo>
                  <a:pt x="4916" y="1981"/>
                </a:lnTo>
                <a:lnTo>
                  <a:pt x="4989" y="2091"/>
                </a:lnTo>
                <a:lnTo>
                  <a:pt x="5062" y="2128"/>
                </a:lnTo>
                <a:lnTo>
                  <a:pt x="5136" y="2128"/>
                </a:lnTo>
                <a:lnTo>
                  <a:pt x="5319" y="2091"/>
                </a:lnTo>
                <a:lnTo>
                  <a:pt x="5429" y="2018"/>
                </a:lnTo>
                <a:lnTo>
                  <a:pt x="5539" y="1945"/>
                </a:lnTo>
                <a:lnTo>
                  <a:pt x="5613" y="1798"/>
                </a:lnTo>
                <a:lnTo>
                  <a:pt x="5759" y="1651"/>
                </a:lnTo>
                <a:lnTo>
                  <a:pt x="5833" y="1614"/>
                </a:lnTo>
                <a:lnTo>
                  <a:pt x="5869" y="1578"/>
                </a:lnTo>
                <a:lnTo>
                  <a:pt x="6420" y="1138"/>
                </a:lnTo>
                <a:lnTo>
                  <a:pt x="7006" y="771"/>
                </a:lnTo>
                <a:lnTo>
                  <a:pt x="7337" y="624"/>
                </a:lnTo>
                <a:lnTo>
                  <a:pt x="7483" y="551"/>
                </a:lnTo>
                <a:close/>
                <a:moveTo>
                  <a:pt x="10821" y="9281"/>
                </a:moveTo>
                <a:lnTo>
                  <a:pt x="10968" y="9538"/>
                </a:lnTo>
                <a:lnTo>
                  <a:pt x="11115" y="9758"/>
                </a:lnTo>
                <a:lnTo>
                  <a:pt x="11335" y="9978"/>
                </a:lnTo>
                <a:lnTo>
                  <a:pt x="11592" y="10161"/>
                </a:lnTo>
                <a:lnTo>
                  <a:pt x="11408" y="10418"/>
                </a:lnTo>
                <a:lnTo>
                  <a:pt x="11188" y="10198"/>
                </a:lnTo>
                <a:lnTo>
                  <a:pt x="10968" y="9978"/>
                </a:lnTo>
                <a:lnTo>
                  <a:pt x="10711" y="9831"/>
                </a:lnTo>
                <a:lnTo>
                  <a:pt x="10455" y="9648"/>
                </a:lnTo>
                <a:lnTo>
                  <a:pt x="10601" y="9464"/>
                </a:lnTo>
                <a:lnTo>
                  <a:pt x="10821" y="9281"/>
                </a:lnTo>
                <a:close/>
                <a:moveTo>
                  <a:pt x="13903" y="9941"/>
                </a:moveTo>
                <a:lnTo>
                  <a:pt x="13829" y="9978"/>
                </a:lnTo>
                <a:lnTo>
                  <a:pt x="13756" y="10014"/>
                </a:lnTo>
                <a:lnTo>
                  <a:pt x="13719" y="10014"/>
                </a:lnTo>
                <a:lnTo>
                  <a:pt x="13719" y="10051"/>
                </a:lnTo>
                <a:lnTo>
                  <a:pt x="13646" y="10161"/>
                </a:lnTo>
                <a:lnTo>
                  <a:pt x="13609" y="10271"/>
                </a:lnTo>
                <a:lnTo>
                  <a:pt x="13646" y="10418"/>
                </a:lnTo>
                <a:lnTo>
                  <a:pt x="13719" y="10565"/>
                </a:lnTo>
                <a:lnTo>
                  <a:pt x="13829" y="10638"/>
                </a:lnTo>
                <a:lnTo>
                  <a:pt x="13939" y="10675"/>
                </a:lnTo>
                <a:lnTo>
                  <a:pt x="14049" y="10638"/>
                </a:lnTo>
                <a:lnTo>
                  <a:pt x="14159" y="10601"/>
                </a:lnTo>
                <a:lnTo>
                  <a:pt x="14269" y="10491"/>
                </a:lnTo>
                <a:lnTo>
                  <a:pt x="14343" y="10418"/>
                </a:lnTo>
                <a:lnTo>
                  <a:pt x="14379" y="10308"/>
                </a:lnTo>
                <a:lnTo>
                  <a:pt x="14379" y="10271"/>
                </a:lnTo>
                <a:lnTo>
                  <a:pt x="14379" y="10198"/>
                </a:lnTo>
                <a:lnTo>
                  <a:pt x="14306" y="10124"/>
                </a:lnTo>
                <a:lnTo>
                  <a:pt x="14233" y="10051"/>
                </a:lnTo>
                <a:lnTo>
                  <a:pt x="14159" y="10014"/>
                </a:lnTo>
                <a:lnTo>
                  <a:pt x="14086" y="9978"/>
                </a:lnTo>
                <a:lnTo>
                  <a:pt x="13939" y="9941"/>
                </a:lnTo>
                <a:close/>
                <a:moveTo>
                  <a:pt x="7593" y="0"/>
                </a:moveTo>
                <a:lnTo>
                  <a:pt x="7447" y="37"/>
                </a:lnTo>
                <a:lnTo>
                  <a:pt x="7190" y="110"/>
                </a:lnTo>
                <a:lnTo>
                  <a:pt x="6970" y="221"/>
                </a:lnTo>
                <a:lnTo>
                  <a:pt x="6566" y="441"/>
                </a:lnTo>
                <a:lnTo>
                  <a:pt x="6199" y="697"/>
                </a:lnTo>
                <a:lnTo>
                  <a:pt x="5502" y="1211"/>
                </a:lnTo>
                <a:lnTo>
                  <a:pt x="5209" y="1064"/>
                </a:lnTo>
                <a:lnTo>
                  <a:pt x="4916" y="991"/>
                </a:lnTo>
                <a:lnTo>
                  <a:pt x="4585" y="991"/>
                </a:lnTo>
                <a:lnTo>
                  <a:pt x="4255" y="1027"/>
                </a:lnTo>
                <a:lnTo>
                  <a:pt x="3999" y="1101"/>
                </a:lnTo>
                <a:lnTo>
                  <a:pt x="3778" y="1211"/>
                </a:lnTo>
                <a:lnTo>
                  <a:pt x="3595" y="1358"/>
                </a:lnTo>
                <a:lnTo>
                  <a:pt x="3412" y="1504"/>
                </a:lnTo>
                <a:lnTo>
                  <a:pt x="3228" y="1688"/>
                </a:lnTo>
                <a:lnTo>
                  <a:pt x="3118" y="1908"/>
                </a:lnTo>
                <a:lnTo>
                  <a:pt x="3008" y="2128"/>
                </a:lnTo>
                <a:lnTo>
                  <a:pt x="2935" y="2348"/>
                </a:lnTo>
                <a:lnTo>
                  <a:pt x="2861" y="2678"/>
                </a:lnTo>
                <a:lnTo>
                  <a:pt x="2788" y="3008"/>
                </a:lnTo>
                <a:lnTo>
                  <a:pt x="2751" y="3338"/>
                </a:lnTo>
                <a:lnTo>
                  <a:pt x="2641" y="3669"/>
                </a:lnTo>
                <a:lnTo>
                  <a:pt x="2605" y="3852"/>
                </a:lnTo>
                <a:lnTo>
                  <a:pt x="2495" y="3999"/>
                </a:lnTo>
                <a:lnTo>
                  <a:pt x="2275" y="4255"/>
                </a:lnTo>
                <a:lnTo>
                  <a:pt x="2018" y="4476"/>
                </a:lnTo>
                <a:lnTo>
                  <a:pt x="1761" y="4696"/>
                </a:lnTo>
                <a:lnTo>
                  <a:pt x="1284" y="5062"/>
                </a:lnTo>
                <a:lnTo>
                  <a:pt x="844" y="5466"/>
                </a:lnTo>
                <a:lnTo>
                  <a:pt x="661" y="5649"/>
                </a:lnTo>
                <a:lnTo>
                  <a:pt x="514" y="5906"/>
                </a:lnTo>
                <a:lnTo>
                  <a:pt x="367" y="6126"/>
                </a:lnTo>
                <a:lnTo>
                  <a:pt x="220" y="6420"/>
                </a:lnTo>
                <a:lnTo>
                  <a:pt x="110" y="6713"/>
                </a:lnTo>
                <a:lnTo>
                  <a:pt x="37" y="7007"/>
                </a:lnTo>
                <a:lnTo>
                  <a:pt x="0" y="7263"/>
                </a:lnTo>
                <a:lnTo>
                  <a:pt x="0" y="7557"/>
                </a:lnTo>
                <a:lnTo>
                  <a:pt x="37" y="7850"/>
                </a:lnTo>
                <a:lnTo>
                  <a:pt x="74" y="8144"/>
                </a:lnTo>
                <a:lnTo>
                  <a:pt x="147" y="8400"/>
                </a:lnTo>
                <a:lnTo>
                  <a:pt x="220" y="8657"/>
                </a:lnTo>
                <a:lnTo>
                  <a:pt x="367" y="8914"/>
                </a:lnTo>
                <a:lnTo>
                  <a:pt x="514" y="9171"/>
                </a:lnTo>
                <a:lnTo>
                  <a:pt x="661" y="9391"/>
                </a:lnTo>
                <a:lnTo>
                  <a:pt x="844" y="9611"/>
                </a:lnTo>
                <a:lnTo>
                  <a:pt x="1064" y="9831"/>
                </a:lnTo>
                <a:lnTo>
                  <a:pt x="1284" y="10014"/>
                </a:lnTo>
                <a:lnTo>
                  <a:pt x="1541" y="10161"/>
                </a:lnTo>
                <a:lnTo>
                  <a:pt x="1798" y="10308"/>
                </a:lnTo>
                <a:lnTo>
                  <a:pt x="2054" y="10381"/>
                </a:lnTo>
                <a:lnTo>
                  <a:pt x="2348" y="10491"/>
                </a:lnTo>
                <a:lnTo>
                  <a:pt x="2641" y="10528"/>
                </a:lnTo>
                <a:lnTo>
                  <a:pt x="2898" y="10565"/>
                </a:lnTo>
                <a:lnTo>
                  <a:pt x="3192" y="10565"/>
                </a:lnTo>
                <a:lnTo>
                  <a:pt x="3485" y="10528"/>
                </a:lnTo>
                <a:lnTo>
                  <a:pt x="3742" y="10491"/>
                </a:lnTo>
                <a:lnTo>
                  <a:pt x="4035" y="10418"/>
                </a:lnTo>
                <a:lnTo>
                  <a:pt x="4365" y="10271"/>
                </a:lnTo>
                <a:lnTo>
                  <a:pt x="4696" y="10161"/>
                </a:lnTo>
                <a:lnTo>
                  <a:pt x="4879" y="10124"/>
                </a:lnTo>
                <a:lnTo>
                  <a:pt x="5209" y="10124"/>
                </a:lnTo>
                <a:lnTo>
                  <a:pt x="5392" y="10161"/>
                </a:lnTo>
                <a:lnTo>
                  <a:pt x="5502" y="10271"/>
                </a:lnTo>
                <a:lnTo>
                  <a:pt x="5613" y="10381"/>
                </a:lnTo>
                <a:lnTo>
                  <a:pt x="5833" y="10601"/>
                </a:lnTo>
                <a:lnTo>
                  <a:pt x="5979" y="10711"/>
                </a:lnTo>
                <a:lnTo>
                  <a:pt x="6089" y="10785"/>
                </a:lnTo>
                <a:lnTo>
                  <a:pt x="6273" y="10858"/>
                </a:lnTo>
                <a:lnTo>
                  <a:pt x="6420" y="10895"/>
                </a:lnTo>
                <a:lnTo>
                  <a:pt x="6933" y="10895"/>
                </a:lnTo>
                <a:lnTo>
                  <a:pt x="7227" y="10858"/>
                </a:lnTo>
                <a:lnTo>
                  <a:pt x="7483" y="10821"/>
                </a:lnTo>
                <a:lnTo>
                  <a:pt x="7740" y="10748"/>
                </a:lnTo>
                <a:lnTo>
                  <a:pt x="7997" y="10638"/>
                </a:lnTo>
                <a:lnTo>
                  <a:pt x="8217" y="10528"/>
                </a:lnTo>
                <a:lnTo>
                  <a:pt x="8437" y="10381"/>
                </a:lnTo>
                <a:lnTo>
                  <a:pt x="8657" y="10198"/>
                </a:lnTo>
                <a:lnTo>
                  <a:pt x="8877" y="10014"/>
                </a:lnTo>
                <a:lnTo>
                  <a:pt x="9061" y="9831"/>
                </a:lnTo>
                <a:lnTo>
                  <a:pt x="9207" y="9611"/>
                </a:lnTo>
                <a:lnTo>
                  <a:pt x="9354" y="9391"/>
                </a:lnTo>
                <a:lnTo>
                  <a:pt x="9501" y="9171"/>
                </a:lnTo>
                <a:lnTo>
                  <a:pt x="9574" y="8914"/>
                </a:lnTo>
                <a:lnTo>
                  <a:pt x="9684" y="8694"/>
                </a:lnTo>
                <a:lnTo>
                  <a:pt x="9721" y="8400"/>
                </a:lnTo>
                <a:lnTo>
                  <a:pt x="9721" y="8144"/>
                </a:lnTo>
                <a:lnTo>
                  <a:pt x="9721" y="7887"/>
                </a:lnTo>
                <a:lnTo>
                  <a:pt x="9684" y="7630"/>
                </a:lnTo>
                <a:lnTo>
                  <a:pt x="9611" y="7373"/>
                </a:lnTo>
                <a:lnTo>
                  <a:pt x="9537" y="7117"/>
                </a:lnTo>
                <a:lnTo>
                  <a:pt x="9281" y="6640"/>
                </a:lnTo>
                <a:lnTo>
                  <a:pt x="9171" y="6383"/>
                </a:lnTo>
                <a:lnTo>
                  <a:pt x="9061" y="6090"/>
                </a:lnTo>
                <a:lnTo>
                  <a:pt x="9061" y="5833"/>
                </a:lnTo>
                <a:lnTo>
                  <a:pt x="9061" y="5576"/>
                </a:lnTo>
                <a:lnTo>
                  <a:pt x="9097" y="5319"/>
                </a:lnTo>
                <a:lnTo>
                  <a:pt x="9134" y="5062"/>
                </a:lnTo>
                <a:lnTo>
                  <a:pt x="9317" y="4512"/>
                </a:lnTo>
                <a:lnTo>
                  <a:pt x="9501" y="4035"/>
                </a:lnTo>
                <a:lnTo>
                  <a:pt x="9684" y="3559"/>
                </a:lnTo>
                <a:lnTo>
                  <a:pt x="9794" y="3082"/>
                </a:lnTo>
                <a:lnTo>
                  <a:pt x="9831" y="2825"/>
                </a:lnTo>
                <a:lnTo>
                  <a:pt x="9831" y="2568"/>
                </a:lnTo>
                <a:lnTo>
                  <a:pt x="9794" y="2311"/>
                </a:lnTo>
                <a:lnTo>
                  <a:pt x="9721" y="2055"/>
                </a:lnTo>
                <a:lnTo>
                  <a:pt x="9611" y="1834"/>
                </a:lnTo>
                <a:lnTo>
                  <a:pt x="9501" y="1578"/>
                </a:lnTo>
                <a:lnTo>
                  <a:pt x="9354" y="1358"/>
                </a:lnTo>
                <a:lnTo>
                  <a:pt x="9207" y="1174"/>
                </a:lnTo>
                <a:lnTo>
                  <a:pt x="8841" y="771"/>
                </a:lnTo>
                <a:lnTo>
                  <a:pt x="8400" y="404"/>
                </a:lnTo>
                <a:lnTo>
                  <a:pt x="7960" y="110"/>
                </a:lnTo>
                <a:lnTo>
                  <a:pt x="7850" y="37"/>
                </a:lnTo>
                <a:lnTo>
                  <a:pt x="7703" y="0"/>
                </a:lnTo>
                <a:close/>
                <a:moveTo>
                  <a:pt x="12912" y="10675"/>
                </a:moveTo>
                <a:lnTo>
                  <a:pt x="12839" y="10711"/>
                </a:lnTo>
                <a:lnTo>
                  <a:pt x="12765" y="10785"/>
                </a:lnTo>
                <a:lnTo>
                  <a:pt x="12729" y="10858"/>
                </a:lnTo>
                <a:lnTo>
                  <a:pt x="12729" y="11005"/>
                </a:lnTo>
                <a:lnTo>
                  <a:pt x="12765" y="11115"/>
                </a:lnTo>
                <a:lnTo>
                  <a:pt x="12876" y="11225"/>
                </a:lnTo>
                <a:lnTo>
                  <a:pt x="13022" y="11262"/>
                </a:lnTo>
                <a:lnTo>
                  <a:pt x="13132" y="11225"/>
                </a:lnTo>
                <a:lnTo>
                  <a:pt x="13242" y="11115"/>
                </a:lnTo>
                <a:lnTo>
                  <a:pt x="13279" y="11005"/>
                </a:lnTo>
                <a:lnTo>
                  <a:pt x="13279" y="10858"/>
                </a:lnTo>
                <a:lnTo>
                  <a:pt x="13242" y="10785"/>
                </a:lnTo>
                <a:lnTo>
                  <a:pt x="13169" y="10711"/>
                </a:lnTo>
                <a:lnTo>
                  <a:pt x="13096" y="10675"/>
                </a:lnTo>
                <a:close/>
                <a:moveTo>
                  <a:pt x="13572" y="11262"/>
                </a:moveTo>
                <a:lnTo>
                  <a:pt x="13499" y="11298"/>
                </a:lnTo>
                <a:lnTo>
                  <a:pt x="13462" y="11372"/>
                </a:lnTo>
                <a:lnTo>
                  <a:pt x="13389" y="11408"/>
                </a:lnTo>
                <a:lnTo>
                  <a:pt x="13316" y="11445"/>
                </a:lnTo>
                <a:lnTo>
                  <a:pt x="13242" y="11555"/>
                </a:lnTo>
                <a:lnTo>
                  <a:pt x="13242" y="11702"/>
                </a:lnTo>
                <a:lnTo>
                  <a:pt x="13242" y="11775"/>
                </a:lnTo>
                <a:lnTo>
                  <a:pt x="13279" y="11849"/>
                </a:lnTo>
                <a:lnTo>
                  <a:pt x="13352" y="11959"/>
                </a:lnTo>
                <a:lnTo>
                  <a:pt x="13609" y="11959"/>
                </a:lnTo>
                <a:lnTo>
                  <a:pt x="13719" y="11922"/>
                </a:lnTo>
                <a:lnTo>
                  <a:pt x="13829" y="11849"/>
                </a:lnTo>
                <a:lnTo>
                  <a:pt x="13866" y="11738"/>
                </a:lnTo>
                <a:lnTo>
                  <a:pt x="13939" y="11628"/>
                </a:lnTo>
                <a:lnTo>
                  <a:pt x="13939" y="11555"/>
                </a:lnTo>
                <a:lnTo>
                  <a:pt x="13939" y="11518"/>
                </a:lnTo>
                <a:lnTo>
                  <a:pt x="13903" y="11445"/>
                </a:lnTo>
                <a:lnTo>
                  <a:pt x="13866" y="11372"/>
                </a:lnTo>
                <a:lnTo>
                  <a:pt x="13829" y="11298"/>
                </a:lnTo>
                <a:lnTo>
                  <a:pt x="13719" y="11262"/>
                </a:lnTo>
                <a:close/>
                <a:moveTo>
                  <a:pt x="12215" y="11555"/>
                </a:moveTo>
                <a:lnTo>
                  <a:pt x="12142" y="11592"/>
                </a:lnTo>
                <a:lnTo>
                  <a:pt x="12069" y="11702"/>
                </a:lnTo>
                <a:lnTo>
                  <a:pt x="12032" y="11812"/>
                </a:lnTo>
                <a:lnTo>
                  <a:pt x="12032" y="11959"/>
                </a:lnTo>
                <a:lnTo>
                  <a:pt x="12032" y="12069"/>
                </a:lnTo>
                <a:lnTo>
                  <a:pt x="12105" y="12362"/>
                </a:lnTo>
                <a:lnTo>
                  <a:pt x="12252" y="12582"/>
                </a:lnTo>
                <a:lnTo>
                  <a:pt x="12325" y="12619"/>
                </a:lnTo>
                <a:lnTo>
                  <a:pt x="12399" y="12656"/>
                </a:lnTo>
                <a:lnTo>
                  <a:pt x="12509" y="12656"/>
                </a:lnTo>
                <a:lnTo>
                  <a:pt x="12582" y="12582"/>
                </a:lnTo>
                <a:lnTo>
                  <a:pt x="12619" y="12545"/>
                </a:lnTo>
                <a:lnTo>
                  <a:pt x="12692" y="12545"/>
                </a:lnTo>
                <a:lnTo>
                  <a:pt x="12802" y="12619"/>
                </a:lnTo>
                <a:lnTo>
                  <a:pt x="12876" y="12619"/>
                </a:lnTo>
                <a:lnTo>
                  <a:pt x="12949" y="12582"/>
                </a:lnTo>
                <a:lnTo>
                  <a:pt x="12986" y="12545"/>
                </a:lnTo>
                <a:lnTo>
                  <a:pt x="13022" y="12435"/>
                </a:lnTo>
                <a:lnTo>
                  <a:pt x="12986" y="12325"/>
                </a:lnTo>
                <a:lnTo>
                  <a:pt x="12912" y="12215"/>
                </a:lnTo>
                <a:lnTo>
                  <a:pt x="12802" y="12179"/>
                </a:lnTo>
                <a:lnTo>
                  <a:pt x="12655" y="12142"/>
                </a:lnTo>
                <a:lnTo>
                  <a:pt x="12545" y="12142"/>
                </a:lnTo>
                <a:lnTo>
                  <a:pt x="12472" y="12179"/>
                </a:lnTo>
                <a:lnTo>
                  <a:pt x="12399" y="12032"/>
                </a:lnTo>
                <a:lnTo>
                  <a:pt x="12399" y="11849"/>
                </a:lnTo>
                <a:lnTo>
                  <a:pt x="12399" y="11665"/>
                </a:lnTo>
                <a:lnTo>
                  <a:pt x="12362" y="11592"/>
                </a:lnTo>
                <a:lnTo>
                  <a:pt x="12289" y="11555"/>
                </a:lnTo>
                <a:close/>
                <a:moveTo>
                  <a:pt x="14049" y="5466"/>
                </a:moveTo>
                <a:lnTo>
                  <a:pt x="14196" y="5503"/>
                </a:lnTo>
                <a:lnTo>
                  <a:pt x="14490" y="5649"/>
                </a:lnTo>
                <a:lnTo>
                  <a:pt x="14673" y="5723"/>
                </a:lnTo>
                <a:lnTo>
                  <a:pt x="14930" y="5906"/>
                </a:lnTo>
                <a:lnTo>
                  <a:pt x="15150" y="6090"/>
                </a:lnTo>
                <a:lnTo>
                  <a:pt x="15370" y="6310"/>
                </a:lnTo>
                <a:lnTo>
                  <a:pt x="15590" y="6566"/>
                </a:lnTo>
                <a:lnTo>
                  <a:pt x="15773" y="6860"/>
                </a:lnTo>
                <a:lnTo>
                  <a:pt x="15883" y="7190"/>
                </a:lnTo>
                <a:lnTo>
                  <a:pt x="15993" y="7520"/>
                </a:lnTo>
                <a:lnTo>
                  <a:pt x="16067" y="7850"/>
                </a:lnTo>
                <a:lnTo>
                  <a:pt x="16104" y="8217"/>
                </a:lnTo>
                <a:lnTo>
                  <a:pt x="16104" y="8547"/>
                </a:lnTo>
                <a:lnTo>
                  <a:pt x="16067" y="9244"/>
                </a:lnTo>
                <a:lnTo>
                  <a:pt x="15957" y="9941"/>
                </a:lnTo>
                <a:lnTo>
                  <a:pt x="15773" y="10601"/>
                </a:lnTo>
                <a:lnTo>
                  <a:pt x="15517" y="11225"/>
                </a:lnTo>
                <a:lnTo>
                  <a:pt x="15370" y="11555"/>
                </a:lnTo>
                <a:lnTo>
                  <a:pt x="15186" y="11849"/>
                </a:lnTo>
                <a:lnTo>
                  <a:pt x="15003" y="12105"/>
                </a:lnTo>
                <a:lnTo>
                  <a:pt x="14783" y="12362"/>
                </a:lnTo>
                <a:lnTo>
                  <a:pt x="14526" y="12619"/>
                </a:lnTo>
                <a:lnTo>
                  <a:pt x="14269" y="12839"/>
                </a:lnTo>
                <a:lnTo>
                  <a:pt x="14013" y="13022"/>
                </a:lnTo>
                <a:lnTo>
                  <a:pt x="13719" y="13169"/>
                </a:lnTo>
                <a:lnTo>
                  <a:pt x="13389" y="13316"/>
                </a:lnTo>
                <a:lnTo>
                  <a:pt x="13059" y="13463"/>
                </a:lnTo>
                <a:lnTo>
                  <a:pt x="12802" y="13499"/>
                </a:lnTo>
                <a:lnTo>
                  <a:pt x="12509" y="13536"/>
                </a:lnTo>
                <a:lnTo>
                  <a:pt x="12325" y="13499"/>
                </a:lnTo>
                <a:lnTo>
                  <a:pt x="12179" y="13426"/>
                </a:lnTo>
                <a:lnTo>
                  <a:pt x="12032" y="13279"/>
                </a:lnTo>
                <a:lnTo>
                  <a:pt x="11922" y="13169"/>
                </a:lnTo>
                <a:lnTo>
                  <a:pt x="11482" y="12692"/>
                </a:lnTo>
                <a:lnTo>
                  <a:pt x="11298" y="12435"/>
                </a:lnTo>
                <a:lnTo>
                  <a:pt x="11225" y="12289"/>
                </a:lnTo>
                <a:lnTo>
                  <a:pt x="11188" y="12105"/>
                </a:lnTo>
                <a:lnTo>
                  <a:pt x="11188" y="11922"/>
                </a:lnTo>
                <a:lnTo>
                  <a:pt x="11262" y="11738"/>
                </a:lnTo>
                <a:lnTo>
                  <a:pt x="11445" y="11408"/>
                </a:lnTo>
                <a:lnTo>
                  <a:pt x="11812" y="10785"/>
                </a:lnTo>
                <a:lnTo>
                  <a:pt x="12142" y="10161"/>
                </a:lnTo>
                <a:lnTo>
                  <a:pt x="12472" y="9501"/>
                </a:lnTo>
                <a:lnTo>
                  <a:pt x="12765" y="8877"/>
                </a:lnTo>
                <a:lnTo>
                  <a:pt x="12876" y="8547"/>
                </a:lnTo>
                <a:lnTo>
                  <a:pt x="12949" y="8217"/>
                </a:lnTo>
                <a:lnTo>
                  <a:pt x="12986" y="7887"/>
                </a:lnTo>
                <a:lnTo>
                  <a:pt x="12949" y="7593"/>
                </a:lnTo>
                <a:lnTo>
                  <a:pt x="12876" y="7263"/>
                </a:lnTo>
                <a:lnTo>
                  <a:pt x="12765" y="6970"/>
                </a:lnTo>
                <a:lnTo>
                  <a:pt x="12729" y="6750"/>
                </a:lnTo>
                <a:lnTo>
                  <a:pt x="12692" y="6566"/>
                </a:lnTo>
                <a:lnTo>
                  <a:pt x="12729" y="6346"/>
                </a:lnTo>
                <a:lnTo>
                  <a:pt x="12802" y="6200"/>
                </a:lnTo>
                <a:lnTo>
                  <a:pt x="12876" y="6016"/>
                </a:lnTo>
                <a:lnTo>
                  <a:pt x="12986" y="5869"/>
                </a:lnTo>
                <a:lnTo>
                  <a:pt x="13132" y="5723"/>
                </a:lnTo>
                <a:lnTo>
                  <a:pt x="13279" y="5613"/>
                </a:lnTo>
                <a:lnTo>
                  <a:pt x="13316" y="5686"/>
                </a:lnTo>
                <a:lnTo>
                  <a:pt x="13389" y="5723"/>
                </a:lnTo>
                <a:lnTo>
                  <a:pt x="13536" y="5759"/>
                </a:lnTo>
                <a:lnTo>
                  <a:pt x="13646" y="5686"/>
                </a:lnTo>
                <a:lnTo>
                  <a:pt x="13719" y="5649"/>
                </a:lnTo>
                <a:lnTo>
                  <a:pt x="13756" y="5576"/>
                </a:lnTo>
                <a:lnTo>
                  <a:pt x="13829" y="5503"/>
                </a:lnTo>
                <a:lnTo>
                  <a:pt x="13939" y="5466"/>
                </a:lnTo>
                <a:close/>
                <a:moveTo>
                  <a:pt x="13646" y="3852"/>
                </a:moveTo>
                <a:lnTo>
                  <a:pt x="13609" y="3925"/>
                </a:lnTo>
                <a:lnTo>
                  <a:pt x="13499" y="4182"/>
                </a:lnTo>
                <a:lnTo>
                  <a:pt x="13462" y="4476"/>
                </a:lnTo>
                <a:lnTo>
                  <a:pt x="13462" y="4732"/>
                </a:lnTo>
                <a:lnTo>
                  <a:pt x="13499" y="5026"/>
                </a:lnTo>
                <a:lnTo>
                  <a:pt x="13316" y="5099"/>
                </a:lnTo>
                <a:lnTo>
                  <a:pt x="13132" y="5173"/>
                </a:lnTo>
                <a:lnTo>
                  <a:pt x="13022" y="4769"/>
                </a:lnTo>
                <a:lnTo>
                  <a:pt x="12839" y="4439"/>
                </a:lnTo>
                <a:lnTo>
                  <a:pt x="12802" y="4402"/>
                </a:lnTo>
                <a:lnTo>
                  <a:pt x="12729" y="4402"/>
                </a:lnTo>
                <a:lnTo>
                  <a:pt x="12692" y="4439"/>
                </a:lnTo>
                <a:lnTo>
                  <a:pt x="12692" y="4476"/>
                </a:lnTo>
                <a:lnTo>
                  <a:pt x="12655" y="4732"/>
                </a:lnTo>
                <a:lnTo>
                  <a:pt x="12692" y="4952"/>
                </a:lnTo>
                <a:lnTo>
                  <a:pt x="12802" y="5429"/>
                </a:lnTo>
                <a:lnTo>
                  <a:pt x="12582" y="5649"/>
                </a:lnTo>
                <a:lnTo>
                  <a:pt x="12399" y="5466"/>
                </a:lnTo>
                <a:lnTo>
                  <a:pt x="12142" y="5173"/>
                </a:lnTo>
                <a:lnTo>
                  <a:pt x="12105" y="5136"/>
                </a:lnTo>
                <a:lnTo>
                  <a:pt x="12032" y="5173"/>
                </a:lnTo>
                <a:lnTo>
                  <a:pt x="11995" y="5209"/>
                </a:lnTo>
                <a:lnTo>
                  <a:pt x="11995" y="5283"/>
                </a:lnTo>
                <a:lnTo>
                  <a:pt x="12032" y="5466"/>
                </a:lnTo>
                <a:lnTo>
                  <a:pt x="12142" y="5649"/>
                </a:lnTo>
                <a:lnTo>
                  <a:pt x="12252" y="5796"/>
                </a:lnTo>
                <a:lnTo>
                  <a:pt x="12435" y="5906"/>
                </a:lnTo>
                <a:lnTo>
                  <a:pt x="12399" y="6016"/>
                </a:lnTo>
                <a:lnTo>
                  <a:pt x="12362" y="6053"/>
                </a:lnTo>
                <a:lnTo>
                  <a:pt x="12142" y="6016"/>
                </a:lnTo>
                <a:lnTo>
                  <a:pt x="11738" y="5833"/>
                </a:lnTo>
                <a:lnTo>
                  <a:pt x="11665" y="5686"/>
                </a:lnTo>
                <a:lnTo>
                  <a:pt x="11628" y="5649"/>
                </a:lnTo>
                <a:lnTo>
                  <a:pt x="11592" y="5686"/>
                </a:lnTo>
                <a:lnTo>
                  <a:pt x="11555" y="5833"/>
                </a:lnTo>
                <a:lnTo>
                  <a:pt x="11518" y="5906"/>
                </a:lnTo>
                <a:lnTo>
                  <a:pt x="11518" y="5979"/>
                </a:lnTo>
                <a:lnTo>
                  <a:pt x="11555" y="6053"/>
                </a:lnTo>
                <a:lnTo>
                  <a:pt x="11628" y="6126"/>
                </a:lnTo>
                <a:lnTo>
                  <a:pt x="11775" y="6236"/>
                </a:lnTo>
                <a:lnTo>
                  <a:pt x="11995" y="6346"/>
                </a:lnTo>
                <a:lnTo>
                  <a:pt x="12289" y="6456"/>
                </a:lnTo>
                <a:lnTo>
                  <a:pt x="12252" y="6676"/>
                </a:lnTo>
                <a:lnTo>
                  <a:pt x="12289" y="6897"/>
                </a:lnTo>
                <a:lnTo>
                  <a:pt x="11555" y="6897"/>
                </a:lnTo>
                <a:lnTo>
                  <a:pt x="11445" y="6933"/>
                </a:lnTo>
                <a:lnTo>
                  <a:pt x="11408" y="7007"/>
                </a:lnTo>
                <a:lnTo>
                  <a:pt x="11408" y="7153"/>
                </a:lnTo>
                <a:lnTo>
                  <a:pt x="11408" y="7337"/>
                </a:lnTo>
                <a:lnTo>
                  <a:pt x="11482" y="7483"/>
                </a:lnTo>
                <a:lnTo>
                  <a:pt x="11555" y="7593"/>
                </a:lnTo>
                <a:lnTo>
                  <a:pt x="11592" y="7630"/>
                </a:lnTo>
                <a:lnTo>
                  <a:pt x="11922" y="7960"/>
                </a:lnTo>
                <a:lnTo>
                  <a:pt x="12142" y="8107"/>
                </a:lnTo>
                <a:lnTo>
                  <a:pt x="12252" y="8180"/>
                </a:lnTo>
                <a:lnTo>
                  <a:pt x="12362" y="8217"/>
                </a:lnTo>
                <a:lnTo>
                  <a:pt x="12472" y="8217"/>
                </a:lnTo>
                <a:lnTo>
                  <a:pt x="12362" y="8547"/>
                </a:lnTo>
                <a:lnTo>
                  <a:pt x="12252" y="8804"/>
                </a:lnTo>
                <a:lnTo>
                  <a:pt x="12215" y="8841"/>
                </a:lnTo>
                <a:lnTo>
                  <a:pt x="12179" y="8877"/>
                </a:lnTo>
                <a:lnTo>
                  <a:pt x="11812" y="8731"/>
                </a:lnTo>
                <a:lnTo>
                  <a:pt x="11555" y="8584"/>
                </a:lnTo>
                <a:lnTo>
                  <a:pt x="11335" y="8364"/>
                </a:lnTo>
                <a:lnTo>
                  <a:pt x="11225" y="8364"/>
                </a:lnTo>
                <a:lnTo>
                  <a:pt x="11188" y="8437"/>
                </a:lnTo>
                <a:lnTo>
                  <a:pt x="11188" y="8511"/>
                </a:lnTo>
                <a:lnTo>
                  <a:pt x="11335" y="8731"/>
                </a:lnTo>
                <a:lnTo>
                  <a:pt x="11555" y="8951"/>
                </a:lnTo>
                <a:lnTo>
                  <a:pt x="11812" y="9134"/>
                </a:lnTo>
                <a:lnTo>
                  <a:pt x="12069" y="9244"/>
                </a:lnTo>
                <a:lnTo>
                  <a:pt x="11848" y="9648"/>
                </a:lnTo>
                <a:lnTo>
                  <a:pt x="11738" y="9648"/>
                </a:lnTo>
                <a:lnTo>
                  <a:pt x="11665" y="9721"/>
                </a:lnTo>
                <a:lnTo>
                  <a:pt x="11262" y="9428"/>
                </a:lnTo>
                <a:lnTo>
                  <a:pt x="10895" y="9134"/>
                </a:lnTo>
                <a:lnTo>
                  <a:pt x="10858" y="9097"/>
                </a:lnTo>
                <a:lnTo>
                  <a:pt x="10821" y="9134"/>
                </a:lnTo>
                <a:lnTo>
                  <a:pt x="10601" y="9391"/>
                </a:lnTo>
                <a:lnTo>
                  <a:pt x="10381" y="9648"/>
                </a:lnTo>
                <a:lnTo>
                  <a:pt x="10308" y="9648"/>
                </a:lnTo>
                <a:lnTo>
                  <a:pt x="10234" y="9684"/>
                </a:lnTo>
                <a:lnTo>
                  <a:pt x="10198" y="9758"/>
                </a:lnTo>
                <a:lnTo>
                  <a:pt x="10234" y="9831"/>
                </a:lnTo>
                <a:lnTo>
                  <a:pt x="10748" y="10308"/>
                </a:lnTo>
                <a:lnTo>
                  <a:pt x="11188" y="10821"/>
                </a:lnTo>
                <a:lnTo>
                  <a:pt x="10968" y="11262"/>
                </a:lnTo>
                <a:lnTo>
                  <a:pt x="10785" y="11152"/>
                </a:lnTo>
                <a:lnTo>
                  <a:pt x="10601" y="11078"/>
                </a:lnTo>
                <a:lnTo>
                  <a:pt x="10381" y="11042"/>
                </a:lnTo>
                <a:lnTo>
                  <a:pt x="10308" y="11005"/>
                </a:lnTo>
                <a:lnTo>
                  <a:pt x="10198" y="10968"/>
                </a:lnTo>
                <a:lnTo>
                  <a:pt x="10161" y="10931"/>
                </a:lnTo>
                <a:lnTo>
                  <a:pt x="10088" y="10931"/>
                </a:lnTo>
                <a:lnTo>
                  <a:pt x="9978" y="10968"/>
                </a:lnTo>
                <a:lnTo>
                  <a:pt x="9941" y="11078"/>
                </a:lnTo>
                <a:lnTo>
                  <a:pt x="9941" y="11152"/>
                </a:lnTo>
                <a:lnTo>
                  <a:pt x="9978" y="11188"/>
                </a:lnTo>
                <a:lnTo>
                  <a:pt x="10124" y="11335"/>
                </a:lnTo>
                <a:lnTo>
                  <a:pt x="10308" y="11445"/>
                </a:lnTo>
                <a:lnTo>
                  <a:pt x="10565" y="11555"/>
                </a:lnTo>
                <a:lnTo>
                  <a:pt x="10675" y="11592"/>
                </a:lnTo>
                <a:lnTo>
                  <a:pt x="10785" y="11592"/>
                </a:lnTo>
                <a:lnTo>
                  <a:pt x="10748" y="11775"/>
                </a:lnTo>
                <a:lnTo>
                  <a:pt x="10711" y="11959"/>
                </a:lnTo>
                <a:lnTo>
                  <a:pt x="10675" y="12179"/>
                </a:lnTo>
                <a:lnTo>
                  <a:pt x="10711" y="12362"/>
                </a:lnTo>
                <a:lnTo>
                  <a:pt x="10785" y="12582"/>
                </a:lnTo>
                <a:lnTo>
                  <a:pt x="10638" y="12692"/>
                </a:lnTo>
                <a:lnTo>
                  <a:pt x="10455" y="12876"/>
                </a:lnTo>
                <a:lnTo>
                  <a:pt x="10381" y="12949"/>
                </a:lnTo>
                <a:lnTo>
                  <a:pt x="10308" y="12949"/>
                </a:lnTo>
                <a:lnTo>
                  <a:pt x="10271" y="12986"/>
                </a:lnTo>
                <a:lnTo>
                  <a:pt x="10234" y="13059"/>
                </a:lnTo>
                <a:lnTo>
                  <a:pt x="10234" y="13169"/>
                </a:lnTo>
                <a:lnTo>
                  <a:pt x="10271" y="13206"/>
                </a:lnTo>
                <a:lnTo>
                  <a:pt x="10308" y="13242"/>
                </a:lnTo>
                <a:lnTo>
                  <a:pt x="10455" y="13242"/>
                </a:lnTo>
                <a:lnTo>
                  <a:pt x="10565" y="13206"/>
                </a:lnTo>
                <a:lnTo>
                  <a:pt x="10748" y="13059"/>
                </a:lnTo>
                <a:lnTo>
                  <a:pt x="11005" y="12912"/>
                </a:lnTo>
                <a:lnTo>
                  <a:pt x="11408" y="13352"/>
                </a:lnTo>
                <a:lnTo>
                  <a:pt x="11482" y="13426"/>
                </a:lnTo>
                <a:lnTo>
                  <a:pt x="11335" y="13609"/>
                </a:lnTo>
                <a:lnTo>
                  <a:pt x="11262" y="13829"/>
                </a:lnTo>
                <a:lnTo>
                  <a:pt x="11188" y="13829"/>
                </a:lnTo>
                <a:lnTo>
                  <a:pt x="11115" y="13866"/>
                </a:lnTo>
                <a:lnTo>
                  <a:pt x="11005" y="13939"/>
                </a:lnTo>
                <a:lnTo>
                  <a:pt x="10968" y="14013"/>
                </a:lnTo>
                <a:lnTo>
                  <a:pt x="11005" y="14123"/>
                </a:lnTo>
                <a:lnTo>
                  <a:pt x="11041" y="14233"/>
                </a:lnTo>
                <a:lnTo>
                  <a:pt x="11151" y="14306"/>
                </a:lnTo>
                <a:lnTo>
                  <a:pt x="11262" y="14343"/>
                </a:lnTo>
                <a:lnTo>
                  <a:pt x="11372" y="14343"/>
                </a:lnTo>
                <a:lnTo>
                  <a:pt x="11482" y="14270"/>
                </a:lnTo>
                <a:lnTo>
                  <a:pt x="11555" y="14196"/>
                </a:lnTo>
                <a:lnTo>
                  <a:pt x="11628" y="14086"/>
                </a:lnTo>
                <a:lnTo>
                  <a:pt x="11665" y="13976"/>
                </a:lnTo>
                <a:lnTo>
                  <a:pt x="11665" y="13866"/>
                </a:lnTo>
                <a:lnTo>
                  <a:pt x="11738" y="13719"/>
                </a:lnTo>
                <a:lnTo>
                  <a:pt x="11848" y="13829"/>
                </a:lnTo>
                <a:lnTo>
                  <a:pt x="11995" y="13903"/>
                </a:lnTo>
                <a:lnTo>
                  <a:pt x="12142" y="13976"/>
                </a:lnTo>
                <a:lnTo>
                  <a:pt x="12325" y="14013"/>
                </a:lnTo>
                <a:lnTo>
                  <a:pt x="12362" y="14049"/>
                </a:lnTo>
                <a:lnTo>
                  <a:pt x="12252" y="14270"/>
                </a:lnTo>
                <a:lnTo>
                  <a:pt x="12179" y="14453"/>
                </a:lnTo>
                <a:lnTo>
                  <a:pt x="12105" y="14563"/>
                </a:lnTo>
                <a:lnTo>
                  <a:pt x="11995" y="14600"/>
                </a:lnTo>
                <a:lnTo>
                  <a:pt x="11958" y="14600"/>
                </a:lnTo>
                <a:lnTo>
                  <a:pt x="11885" y="14636"/>
                </a:lnTo>
                <a:lnTo>
                  <a:pt x="11848" y="14746"/>
                </a:lnTo>
                <a:lnTo>
                  <a:pt x="11848" y="14856"/>
                </a:lnTo>
                <a:lnTo>
                  <a:pt x="11922" y="14930"/>
                </a:lnTo>
                <a:lnTo>
                  <a:pt x="11995" y="15003"/>
                </a:lnTo>
                <a:lnTo>
                  <a:pt x="12069" y="15003"/>
                </a:lnTo>
                <a:lnTo>
                  <a:pt x="12215" y="14966"/>
                </a:lnTo>
                <a:lnTo>
                  <a:pt x="12362" y="14856"/>
                </a:lnTo>
                <a:lnTo>
                  <a:pt x="12472" y="14746"/>
                </a:lnTo>
                <a:lnTo>
                  <a:pt x="12545" y="14563"/>
                </a:lnTo>
                <a:lnTo>
                  <a:pt x="12619" y="14416"/>
                </a:lnTo>
                <a:lnTo>
                  <a:pt x="12692" y="14049"/>
                </a:lnTo>
                <a:lnTo>
                  <a:pt x="13132" y="13976"/>
                </a:lnTo>
                <a:lnTo>
                  <a:pt x="13536" y="13829"/>
                </a:lnTo>
                <a:lnTo>
                  <a:pt x="13279" y="14526"/>
                </a:lnTo>
                <a:lnTo>
                  <a:pt x="13206" y="14710"/>
                </a:lnTo>
                <a:lnTo>
                  <a:pt x="13206" y="14820"/>
                </a:lnTo>
                <a:lnTo>
                  <a:pt x="13242" y="14856"/>
                </a:lnTo>
                <a:lnTo>
                  <a:pt x="13279" y="14930"/>
                </a:lnTo>
                <a:lnTo>
                  <a:pt x="13352" y="14966"/>
                </a:lnTo>
                <a:lnTo>
                  <a:pt x="13426" y="14966"/>
                </a:lnTo>
                <a:lnTo>
                  <a:pt x="13499" y="14930"/>
                </a:lnTo>
                <a:lnTo>
                  <a:pt x="13572" y="14893"/>
                </a:lnTo>
                <a:lnTo>
                  <a:pt x="13609" y="14820"/>
                </a:lnTo>
                <a:lnTo>
                  <a:pt x="13719" y="14563"/>
                </a:lnTo>
                <a:lnTo>
                  <a:pt x="13793" y="14270"/>
                </a:lnTo>
                <a:lnTo>
                  <a:pt x="13829" y="13976"/>
                </a:lnTo>
                <a:lnTo>
                  <a:pt x="13829" y="13719"/>
                </a:lnTo>
                <a:lnTo>
                  <a:pt x="14269" y="13463"/>
                </a:lnTo>
                <a:lnTo>
                  <a:pt x="14306" y="13939"/>
                </a:lnTo>
                <a:lnTo>
                  <a:pt x="14343" y="14049"/>
                </a:lnTo>
                <a:lnTo>
                  <a:pt x="14379" y="14123"/>
                </a:lnTo>
                <a:lnTo>
                  <a:pt x="14379" y="14159"/>
                </a:lnTo>
                <a:lnTo>
                  <a:pt x="14416" y="14270"/>
                </a:lnTo>
                <a:lnTo>
                  <a:pt x="14490" y="14343"/>
                </a:lnTo>
                <a:lnTo>
                  <a:pt x="14673" y="14343"/>
                </a:lnTo>
                <a:lnTo>
                  <a:pt x="14673" y="14306"/>
                </a:lnTo>
                <a:lnTo>
                  <a:pt x="14746" y="14233"/>
                </a:lnTo>
                <a:lnTo>
                  <a:pt x="14783" y="14159"/>
                </a:lnTo>
                <a:lnTo>
                  <a:pt x="14710" y="13903"/>
                </a:lnTo>
                <a:lnTo>
                  <a:pt x="14673" y="13646"/>
                </a:lnTo>
                <a:lnTo>
                  <a:pt x="14563" y="13279"/>
                </a:lnTo>
                <a:lnTo>
                  <a:pt x="15003" y="12876"/>
                </a:lnTo>
                <a:lnTo>
                  <a:pt x="15113" y="13022"/>
                </a:lnTo>
                <a:lnTo>
                  <a:pt x="15223" y="13132"/>
                </a:lnTo>
                <a:lnTo>
                  <a:pt x="15370" y="13352"/>
                </a:lnTo>
                <a:lnTo>
                  <a:pt x="15480" y="13463"/>
                </a:lnTo>
                <a:lnTo>
                  <a:pt x="15590" y="13536"/>
                </a:lnTo>
                <a:lnTo>
                  <a:pt x="15663" y="13536"/>
                </a:lnTo>
                <a:lnTo>
                  <a:pt x="15737" y="13463"/>
                </a:lnTo>
                <a:lnTo>
                  <a:pt x="15773" y="13389"/>
                </a:lnTo>
                <a:lnTo>
                  <a:pt x="15773" y="13316"/>
                </a:lnTo>
                <a:lnTo>
                  <a:pt x="15737" y="13132"/>
                </a:lnTo>
                <a:lnTo>
                  <a:pt x="15627" y="12986"/>
                </a:lnTo>
                <a:lnTo>
                  <a:pt x="15480" y="12876"/>
                </a:lnTo>
                <a:lnTo>
                  <a:pt x="15370" y="12729"/>
                </a:lnTo>
                <a:lnTo>
                  <a:pt x="15260" y="12582"/>
                </a:lnTo>
                <a:lnTo>
                  <a:pt x="15480" y="12289"/>
                </a:lnTo>
                <a:lnTo>
                  <a:pt x="15700" y="11995"/>
                </a:lnTo>
                <a:lnTo>
                  <a:pt x="15773" y="12069"/>
                </a:lnTo>
                <a:lnTo>
                  <a:pt x="15993" y="12215"/>
                </a:lnTo>
                <a:lnTo>
                  <a:pt x="16177" y="12399"/>
                </a:lnTo>
                <a:lnTo>
                  <a:pt x="16250" y="12435"/>
                </a:lnTo>
                <a:lnTo>
                  <a:pt x="16397" y="12435"/>
                </a:lnTo>
                <a:lnTo>
                  <a:pt x="16434" y="12399"/>
                </a:lnTo>
                <a:lnTo>
                  <a:pt x="16470" y="12325"/>
                </a:lnTo>
                <a:lnTo>
                  <a:pt x="16507" y="12252"/>
                </a:lnTo>
                <a:lnTo>
                  <a:pt x="16507" y="12179"/>
                </a:lnTo>
                <a:lnTo>
                  <a:pt x="16434" y="12105"/>
                </a:lnTo>
                <a:lnTo>
                  <a:pt x="16250" y="11922"/>
                </a:lnTo>
                <a:lnTo>
                  <a:pt x="16030" y="11775"/>
                </a:lnTo>
                <a:lnTo>
                  <a:pt x="15883" y="11702"/>
                </a:lnTo>
                <a:lnTo>
                  <a:pt x="16140" y="11115"/>
                </a:lnTo>
                <a:lnTo>
                  <a:pt x="16324" y="11225"/>
                </a:lnTo>
                <a:lnTo>
                  <a:pt x="16617" y="11335"/>
                </a:lnTo>
                <a:lnTo>
                  <a:pt x="16984" y="11408"/>
                </a:lnTo>
                <a:lnTo>
                  <a:pt x="17057" y="11408"/>
                </a:lnTo>
                <a:lnTo>
                  <a:pt x="17094" y="11372"/>
                </a:lnTo>
                <a:lnTo>
                  <a:pt x="17131" y="11298"/>
                </a:lnTo>
                <a:lnTo>
                  <a:pt x="17167" y="11225"/>
                </a:lnTo>
                <a:lnTo>
                  <a:pt x="17167" y="11152"/>
                </a:lnTo>
                <a:lnTo>
                  <a:pt x="17131" y="11078"/>
                </a:lnTo>
                <a:lnTo>
                  <a:pt x="17094" y="11042"/>
                </a:lnTo>
                <a:lnTo>
                  <a:pt x="17021" y="11005"/>
                </a:lnTo>
                <a:lnTo>
                  <a:pt x="16764" y="10968"/>
                </a:lnTo>
                <a:lnTo>
                  <a:pt x="16544" y="10895"/>
                </a:lnTo>
                <a:lnTo>
                  <a:pt x="16250" y="10821"/>
                </a:lnTo>
                <a:lnTo>
                  <a:pt x="16397" y="10345"/>
                </a:lnTo>
                <a:lnTo>
                  <a:pt x="16507" y="9831"/>
                </a:lnTo>
                <a:lnTo>
                  <a:pt x="16727" y="9941"/>
                </a:lnTo>
                <a:lnTo>
                  <a:pt x="16984" y="9978"/>
                </a:lnTo>
                <a:lnTo>
                  <a:pt x="17131" y="10014"/>
                </a:lnTo>
                <a:lnTo>
                  <a:pt x="17277" y="10014"/>
                </a:lnTo>
                <a:lnTo>
                  <a:pt x="17424" y="9978"/>
                </a:lnTo>
                <a:lnTo>
                  <a:pt x="17461" y="9904"/>
                </a:lnTo>
                <a:lnTo>
                  <a:pt x="17497" y="9831"/>
                </a:lnTo>
                <a:lnTo>
                  <a:pt x="17497" y="9794"/>
                </a:lnTo>
                <a:lnTo>
                  <a:pt x="17497" y="9721"/>
                </a:lnTo>
                <a:lnTo>
                  <a:pt x="17387" y="9648"/>
                </a:lnTo>
                <a:lnTo>
                  <a:pt x="17277" y="9611"/>
                </a:lnTo>
                <a:lnTo>
                  <a:pt x="17167" y="9574"/>
                </a:lnTo>
                <a:lnTo>
                  <a:pt x="16544" y="9501"/>
                </a:lnTo>
                <a:lnTo>
                  <a:pt x="16544" y="9464"/>
                </a:lnTo>
                <a:lnTo>
                  <a:pt x="16580" y="8987"/>
                </a:lnTo>
                <a:lnTo>
                  <a:pt x="16617" y="8511"/>
                </a:lnTo>
                <a:lnTo>
                  <a:pt x="16800" y="8584"/>
                </a:lnTo>
                <a:lnTo>
                  <a:pt x="17021" y="8621"/>
                </a:lnTo>
                <a:lnTo>
                  <a:pt x="17204" y="8657"/>
                </a:lnTo>
                <a:lnTo>
                  <a:pt x="17424" y="8621"/>
                </a:lnTo>
                <a:lnTo>
                  <a:pt x="17571" y="8584"/>
                </a:lnTo>
                <a:lnTo>
                  <a:pt x="17644" y="8511"/>
                </a:lnTo>
                <a:lnTo>
                  <a:pt x="17681" y="8437"/>
                </a:lnTo>
                <a:lnTo>
                  <a:pt x="17681" y="8364"/>
                </a:lnTo>
                <a:lnTo>
                  <a:pt x="17644" y="8290"/>
                </a:lnTo>
                <a:lnTo>
                  <a:pt x="17534" y="8217"/>
                </a:lnTo>
                <a:lnTo>
                  <a:pt x="17387" y="8217"/>
                </a:lnTo>
                <a:lnTo>
                  <a:pt x="17094" y="8254"/>
                </a:lnTo>
                <a:lnTo>
                  <a:pt x="16617" y="8217"/>
                </a:lnTo>
                <a:lnTo>
                  <a:pt x="16580" y="7814"/>
                </a:lnTo>
                <a:lnTo>
                  <a:pt x="16507" y="7410"/>
                </a:lnTo>
                <a:lnTo>
                  <a:pt x="16507" y="7410"/>
                </a:lnTo>
                <a:lnTo>
                  <a:pt x="16690" y="7447"/>
                </a:lnTo>
                <a:lnTo>
                  <a:pt x="16874" y="7447"/>
                </a:lnTo>
                <a:lnTo>
                  <a:pt x="17021" y="7410"/>
                </a:lnTo>
                <a:lnTo>
                  <a:pt x="17204" y="7337"/>
                </a:lnTo>
                <a:lnTo>
                  <a:pt x="17351" y="7263"/>
                </a:lnTo>
                <a:lnTo>
                  <a:pt x="17387" y="7190"/>
                </a:lnTo>
                <a:lnTo>
                  <a:pt x="17424" y="7117"/>
                </a:lnTo>
                <a:lnTo>
                  <a:pt x="17424" y="7043"/>
                </a:lnTo>
                <a:lnTo>
                  <a:pt x="17424" y="7007"/>
                </a:lnTo>
                <a:lnTo>
                  <a:pt x="17351" y="6933"/>
                </a:lnTo>
                <a:lnTo>
                  <a:pt x="17314" y="6897"/>
                </a:lnTo>
                <a:lnTo>
                  <a:pt x="17131" y="6897"/>
                </a:lnTo>
                <a:lnTo>
                  <a:pt x="16947" y="6970"/>
                </a:lnTo>
                <a:lnTo>
                  <a:pt x="16764" y="7007"/>
                </a:lnTo>
                <a:lnTo>
                  <a:pt x="16397" y="7080"/>
                </a:lnTo>
                <a:lnTo>
                  <a:pt x="16324" y="6897"/>
                </a:lnTo>
                <a:lnTo>
                  <a:pt x="16140" y="6493"/>
                </a:lnTo>
                <a:lnTo>
                  <a:pt x="16397" y="6420"/>
                </a:lnTo>
                <a:lnTo>
                  <a:pt x="16764" y="6273"/>
                </a:lnTo>
                <a:lnTo>
                  <a:pt x="16947" y="6200"/>
                </a:lnTo>
                <a:lnTo>
                  <a:pt x="17094" y="6090"/>
                </a:lnTo>
                <a:lnTo>
                  <a:pt x="17131" y="6053"/>
                </a:lnTo>
                <a:lnTo>
                  <a:pt x="17131" y="5979"/>
                </a:lnTo>
                <a:lnTo>
                  <a:pt x="17131" y="5906"/>
                </a:lnTo>
                <a:lnTo>
                  <a:pt x="17021" y="5833"/>
                </a:lnTo>
                <a:lnTo>
                  <a:pt x="16910" y="5796"/>
                </a:lnTo>
                <a:lnTo>
                  <a:pt x="16764" y="5833"/>
                </a:lnTo>
                <a:lnTo>
                  <a:pt x="16580" y="5906"/>
                </a:lnTo>
                <a:lnTo>
                  <a:pt x="16250" y="6090"/>
                </a:lnTo>
                <a:lnTo>
                  <a:pt x="16104" y="6163"/>
                </a:lnTo>
                <a:lnTo>
                  <a:pt x="15957" y="6236"/>
                </a:lnTo>
                <a:lnTo>
                  <a:pt x="15957" y="6200"/>
                </a:lnTo>
                <a:lnTo>
                  <a:pt x="15957" y="6163"/>
                </a:lnTo>
                <a:lnTo>
                  <a:pt x="15920" y="6163"/>
                </a:lnTo>
                <a:lnTo>
                  <a:pt x="15590" y="5796"/>
                </a:lnTo>
                <a:lnTo>
                  <a:pt x="15920" y="5503"/>
                </a:lnTo>
                <a:lnTo>
                  <a:pt x="16250" y="5173"/>
                </a:lnTo>
                <a:lnTo>
                  <a:pt x="16287" y="5099"/>
                </a:lnTo>
                <a:lnTo>
                  <a:pt x="16324" y="4989"/>
                </a:lnTo>
                <a:lnTo>
                  <a:pt x="16287" y="4916"/>
                </a:lnTo>
                <a:lnTo>
                  <a:pt x="16250" y="4879"/>
                </a:lnTo>
                <a:lnTo>
                  <a:pt x="16177" y="4806"/>
                </a:lnTo>
                <a:lnTo>
                  <a:pt x="16030" y="4806"/>
                </a:lnTo>
                <a:lnTo>
                  <a:pt x="15957" y="4842"/>
                </a:lnTo>
                <a:lnTo>
                  <a:pt x="15627" y="5209"/>
                </a:lnTo>
                <a:lnTo>
                  <a:pt x="15333" y="5576"/>
                </a:lnTo>
                <a:lnTo>
                  <a:pt x="15076" y="5393"/>
                </a:lnTo>
                <a:lnTo>
                  <a:pt x="14820" y="5246"/>
                </a:lnTo>
                <a:lnTo>
                  <a:pt x="14673" y="5173"/>
                </a:lnTo>
                <a:lnTo>
                  <a:pt x="14746" y="5026"/>
                </a:lnTo>
                <a:lnTo>
                  <a:pt x="14966" y="4659"/>
                </a:lnTo>
                <a:lnTo>
                  <a:pt x="15003" y="4586"/>
                </a:lnTo>
                <a:lnTo>
                  <a:pt x="15003" y="4512"/>
                </a:lnTo>
                <a:lnTo>
                  <a:pt x="14930" y="4402"/>
                </a:lnTo>
                <a:lnTo>
                  <a:pt x="14856" y="4366"/>
                </a:lnTo>
                <a:lnTo>
                  <a:pt x="14746" y="4366"/>
                </a:lnTo>
                <a:lnTo>
                  <a:pt x="14673" y="4439"/>
                </a:lnTo>
                <a:lnTo>
                  <a:pt x="14526" y="4622"/>
                </a:lnTo>
                <a:lnTo>
                  <a:pt x="14416" y="4842"/>
                </a:lnTo>
                <a:lnTo>
                  <a:pt x="14343" y="5026"/>
                </a:lnTo>
                <a:lnTo>
                  <a:pt x="14159" y="4989"/>
                </a:lnTo>
                <a:lnTo>
                  <a:pt x="13939" y="4989"/>
                </a:lnTo>
                <a:lnTo>
                  <a:pt x="13903" y="4732"/>
                </a:lnTo>
                <a:lnTo>
                  <a:pt x="13866" y="4476"/>
                </a:lnTo>
                <a:lnTo>
                  <a:pt x="13829" y="3962"/>
                </a:lnTo>
                <a:lnTo>
                  <a:pt x="13829" y="3889"/>
                </a:lnTo>
                <a:lnTo>
                  <a:pt x="13756" y="3852"/>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41" name="Google Shape;241;p3"/>
          <p:cNvSpPr/>
          <p:nvPr/>
        </p:nvSpPr>
        <p:spPr>
          <a:xfrm>
            <a:off x="4616923" y="6023741"/>
            <a:ext cx="639575" cy="452289"/>
          </a:xfrm>
          <a:custGeom>
            <a:avLst/>
            <a:gdLst/>
            <a:ahLst/>
            <a:cxnLst/>
            <a:rect l="l" t="t" r="r" b="b"/>
            <a:pathLst>
              <a:path w="16911" h="11959" extrusionOk="0">
                <a:moveTo>
                  <a:pt x="12215" y="8951"/>
                </a:moveTo>
                <a:lnTo>
                  <a:pt x="12032" y="9098"/>
                </a:lnTo>
                <a:lnTo>
                  <a:pt x="11848" y="9244"/>
                </a:lnTo>
                <a:lnTo>
                  <a:pt x="11408" y="9538"/>
                </a:lnTo>
                <a:lnTo>
                  <a:pt x="11005" y="9685"/>
                </a:lnTo>
                <a:lnTo>
                  <a:pt x="10638" y="9868"/>
                </a:lnTo>
                <a:lnTo>
                  <a:pt x="10124" y="10051"/>
                </a:lnTo>
                <a:lnTo>
                  <a:pt x="9977" y="10125"/>
                </a:lnTo>
                <a:lnTo>
                  <a:pt x="9794" y="10161"/>
                </a:lnTo>
                <a:lnTo>
                  <a:pt x="9904" y="9978"/>
                </a:lnTo>
                <a:lnTo>
                  <a:pt x="10051" y="9795"/>
                </a:lnTo>
                <a:lnTo>
                  <a:pt x="10344" y="9758"/>
                </a:lnTo>
                <a:lnTo>
                  <a:pt x="10601" y="9648"/>
                </a:lnTo>
                <a:lnTo>
                  <a:pt x="10858" y="9538"/>
                </a:lnTo>
                <a:lnTo>
                  <a:pt x="11115" y="9354"/>
                </a:lnTo>
                <a:lnTo>
                  <a:pt x="11335" y="9171"/>
                </a:lnTo>
                <a:lnTo>
                  <a:pt x="11371" y="9061"/>
                </a:lnTo>
                <a:lnTo>
                  <a:pt x="11445" y="9061"/>
                </a:lnTo>
                <a:lnTo>
                  <a:pt x="11481" y="9024"/>
                </a:lnTo>
                <a:lnTo>
                  <a:pt x="11848" y="8951"/>
                </a:lnTo>
                <a:close/>
                <a:moveTo>
                  <a:pt x="12619" y="8988"/>
                </a:moveTo>
                <a:lnTo>
                  <a:pt x="12839" y="9061"/>
                </a:lnTo>
                <a:lnTo>
                  <a:pt x="12839" y="9171"/>
                </a:lnTo>
                <a:lnTo>
                  <a:pt x="12215" y="9685"/>
                </a:lnTo>
                <a:lnTo>
                  <a:pt x="11518" y="10125"/>
                </a:lnTo>
                <a:lnTo>
                  <a:pt x="11115" y="10345"/>
                </a:lnTo>
                <a:lnTo>
                  <a:pt x="10711" y="10528"/>
                </a:lnTo>
                <a:lnTo>
                  <a:pt x="10308" y="10712"/>
                </a:lnTo>
                <a:lnTo>
                  <a:pt x="9904" y="10932"/>
                </a:lnTo>
                <a:lnTo>
                  <a:pt x="9831" y="10822"/>
                </a:lnTo>
                <a:lnTo>
                  <a:pt x="9794" y="10712"/>
                </a:lnTo>
                <a:lnTo>
                  <a:pt x="9757" y="10455"/>
                </a:lnTo>
                <a:lnTo>
                  <a:pt x="9904" y="10455"/>
                </a:lnTo>
                <a:lnTo>
                  <a:pt x="10051" y="10381"/>
                </a:lnTo>
                <a:lnTo>
                  <a:pt x="10344" y="10271"/>
                </a:lnTo>
                <a:lnTo>
                  <a:pt x="11078" y="10015"/>
                </a:lnTo>
                <a:lnTo>
                  <a:pt x="11481" y="9831"/>
                </a:lnTo>
                <a:lnTo>
                  <a:pt x="11922" y="9611"/>
                </a:lnTo>
                <a:lnTo>
                  <a:pt x="12288" y="9318"/>
                </a:lnTo>
                <a:lnTo>
                  <a:pt x="12435" y="9171"/>
                </a:lnTo>
                <a:lnTo>
                  <a:pt x="12619" y="8988"/>
                </a:lnTo>
                <a:close/>
                <a:moveTo>
                  <a:pt x="9464" y="514"/>
                </a:moveTo>
                <a:lnTo>
                  <a:pt x="9721" y="551"/>
                </a:lnTo>
                <a:lnTo>
                  <a:pt x="9941" y="588"/>
                </a:lnTo>
                <a:lnTo>
                  <a:pt x="10161" y="661"/>
                </a:lnTo>
                <a:lnTo>
                  <a:pt x="10344" y="771"/>
                </a:lnTo>
                <a:lnTo>
                  <a:pt x="10491" y="918"/>
                </a:lnTo>
                <a:lnTo>
                  <a:pt x="10564" y="1101"/>
                </a:lnTo>
                <a:lnTo>
                  <a:pt x="10601" y="1101"/>
                </a:lnTo>
                <a:lnTo>
                  <a:pt x="10528" y="1211"/>
                </a:lnTo>
                <a:lnTo>
                  <a:pt x="10528" y="1321"/>
                </a:lnTo>
                <a:lnTo>
                  <a:pt x="10564" y="1615"/>
                </a:lnTo>
                <a:lnTo>
                  <a:pt x="10638" y="1871"/>
                </a:lnTo>
                <a:lnTo>
                  <a:pt x="10748" y="2091"/>
                </a:lnTo>
                <a:lnTo>
                  <a:pt x="10931" y="2348"/>
                </a:lnTo>
                <a:lnTo>
                  <a:pt x="11005" y="2495"/>
                </a:lnTo>
                <a:lnTo>
                  <a:pt x="11041" y="2678"/>
                </a:lnTo>
                <a:lnTo>
                  <a:pt x="11041" y="2752"/>
                </a:lnTo>
                <a:lnTo>
                  <a:pt x="11005" y="2788"/>
                </a:lnTo>
                <a:lnTo>
                  <a:pt x="10931" y="2788"/>
                </a:lnTo>
                <a:lnTo>
                  <a:pt x="10858" y="2752"/>
                </a:lnTo>
                <a:lnTo>
                  <a:pt x="10784" y="2642"/>
                </a:lnTo>
                <a:lnTo>
                  <a:pt x="10674" y="2312"/>
                </a:lnTo>
                <a:lnTo>
                  <a:pt x="10601" y="2128"/>
                </a:lnTo>
                <a:lnTo>
                  <a:pt x="10491" y="1981"/>
                </a:lnTo>
                <a:lnTo>
                  <a:pt x="10381" y="1798"/>
                </a:lnTo>
                <a:lnTo>
                  <a:pt x="10234" y="1651"/>
                </a:lnTo>
                <a:lnTo>
                  <a:pt x="10088" y="1541"/>
                </a:lnTo>
                <a:lnTo>
                  <a:pt x="9904" y="1431"/>
                </a:lnTo>
                <a:lnTo>
                  <a:pt x="9721" y="1358"/>
                </a:lnTo>
                <a:lnTo>
                  <a:pt x="9537" y="1321"/>
                </a:lnTo>
                <a:lnTo>
                  <a:pt x="9134" y="1321"/>
                </a:lnTo>
                <a:lnTo>
                  <a:pt x="8950" y="1358"/>
                </a:lnTo>
                <a:lnTo>
                  <a:pt x="8767" y="1431"/>
                </a:lnTo>
                <a:lnTo>
                  <a:pt x="8694" y="1468"/>
                </a:lnTo>
                <a:lnTo>
                  <a:pt x="8657" y="1505"/>
                </a:lnTo>
                <a:lnTo>
                  <a:pt x="8694" y="1615"/>
                </a:lnTo>
                <a:lnTo>
                  <a:pt x="8767" y="1688"/>
                </a:lnTo>
                <a:lnTo>
                  <a:pt x="8804" y="1725"/>
                </a:lnTo>
                <a:lnTo>
                  <a:pt x="8877" y="1725"/>
                </a:lnTo>
                <a:lnTo>
                  <a:pt x="9097" y="1688"/>
                </a:lnTo>
                <a:lnTo>
                  <a:pt x="9281" y="1688"/>
                </a:lnTo>
                <a:lnTo>
                  <a:pt x="9501" y="1725"/>
                </a:lnTo>
                <a:lnTo>
                  <a:pt x="9684" y="1798"/>
                </a:lnTo>
                <a:lnTo>
                  <a:pt x="9867" y="1871"/>
                </a:lnTo>
                <a:lnTo>
                  <a:pt x="10014" y="2018"/>
                </a:lnTo>
                <a:lnTo>
                  <a:pt x="10161" y="2165"/>
                </a:lnTo>
                <a:lnTo>
                  <a:pt x="10271" y="2348"/>
                </a:lnTo>
                <a:lnTo>
                  <a:pt x="10418" y="2788"/>
                </a:lnTo>
                <a:lnTo>
                  <a:pt x="10528" y="2972"/>
                </a:lnTo>
                <a:lnTo>
                  <a:pt x="10638" y="3119"/>
                </a:lnTo>
                <a:lnTo>
                  <a:pt x="10528" y="3192"/>
                </a:lnTo>
                <a:lnTo>
                  <a:pt x="10308" y="3375"/>
                </a:lnTo>
                <a:lnTo>
                  <a:pt x="10088" y="3595"/>
                </a:lnTo>
                <a:lnTo>
                  <a:pt x="9904" y="3816"/>
                </a:lnTo>
                <a:lnTo>
                  <a:pt x="9794" y="4072"/>
                </a:lnTo>
                <a:lnTo>
                  <a:pt x="9721" y="4292"/>
                </a:lnTo>
                <a:lnTo>
                  <a:pt x="9684" y="4512"/>
                </a:lnTo>
                <a:lnTo>
                  <a:pt x="9721" y="4733"/>
                </a:lnTo>
                <a:lnTo>
                  <a:pt x="9757" y="4953"/>
                </a:lnTo>
                <a:lnTo>
                  <a:pt x="9867" y="5136"/>
                </a:lnTo>
                <a:lnTo>
                  <a:pt x="10014" y="5283"/>
                </a:lnTo>
                <a:lnTo>
                  <a:pt x="10198" y="5429"/>
                </a:lnTo>
                <a:lnTo>
                  <a:pt x="10418" y="5503"/>
                </a:lnTo>
                <a:lnTo>
                  <a:pt x="10638" y="5576"/>
                </a:lnTo>
                <a:lnTo>
                  <a:pt x="10895" y="5540"/>
                </a:lnTo>
                <a:lnTo>
                  <a:pt x="11151" y="5503"/>
                </a:lnTo>
                <a:lnTo>
                  <a:pt x="11371" y="5393"/>
                </a:lnTo>
                <a:lnTo>
                  <a:pt x="12032" y="5063"/>
                </a:lnTo>
                <a:lnTo>
                  <a:pt x="12692" y="4659"/>
                </a:lnTo>
                <a:lnTo>
                  <a:pt x="12729" y="4586"/>
                </a:lnTo>
                <a:lnTo>
                  <a:pt x="12765" y="4512"/>
                </a:lnTo>
                <a:lnTo>
                  <a:pt x="12765" y="4439"/>
                </a:lnTo>
                <a:lnTo>
                  <a:pt x="12729" y="4402"/>
                </a:lnTo>
                <a:lnTo>
                  <a:pt x="12692" y="4329"/>
                </a:lnTo>
                <a:lnTo>
                  <a:pt x="12619" y="4292"/>
                </a:lnTo>
                <a:lnTo>
                  <a:pt x="12472" y="4292"/>
                </a:lnTo>
                <a:lnTo>
                  <a:pt x="12032" y="4549"/>
                </a:lnTo>
                <a:lnTo>
                  <a:pt x="11591" y="4843"/>
                </a:lnTo>
                <a:lnTo>
                  <a:pt x="11371" y="4953"/>
                </a:lnTo>
                <a:lnTo>
                  <a:pt x="11151" y="5063"/>
                </a:lnTo>
                <a:lnTo>
                  <a:pt x="10895" y="5136"/>
                </a:lnTo>
                <a:lnTo>
                  <a:pt x="10528" y="5136"/>
                </a:lnTo>
                <a:lnTo>
                  <a:pt x="10418" y="5099"/>
                </a:lnTo>
                <a:lnTo>
                  <a:pt x="10308" y="5026"/>
                </a:lnTo>
                <a:lnTo>
                  <a:pt x="10234" y="4953"/>
                </a:lnTo>
                <a:lnTo>
                  <a:pt x="10161" y="4843"/>
                </a:lnTo>
                <a:lnTo>
                  <a:pt x="10124" y="4733"/>
                </a:lnTo>
                <a:lnTo>
                  <a:pt x="10088" y="4476"/>
                </a:lnTo>
                <a:lnTo>
                  <a:pt x="10124" y="4366"/>
                </a:lnTo>
                <a:lnTo>
                  <a:pt x="10161" y="4219"/>
                </a:lnTo>
                <a:lnTo>
                  <a:pt x="10271" y="3999"/>
                </a:lnTo>
                <a:lnTo>
                  <a:pt x="10454" y="3816"/>
                </a:lnTo>
                <a:lnTo>
                  <a:pt x="10674" y="3632"/>
                </a:lnTo>
                <a:lnTo>
                  <a:pt x="10968" y="3375"/>
                </a:lnTo>
                <a:lnTo>
                  <a:pt x="11225" y="3119"/>
                </a:lnTo>
                <a:lnTo>
                  <a:pt x="11335" y="2972"/>
                </a:lnTo>
                <a:lnTo>
                  <a:pt x="11408" y="2825"/>
                </a:lnTo>
                <a:lnTo>
                  <a:pt x="11408" y="2642"/>
                </a:lnTo>
                <a:lnTo>
                  <a:pt x="11408" y="2422"/>
                </a:lnTo>
                <a:lnTo>
                  <a:pt x="11335" y="2275"/>
                </a:lnTo>
                <a:lnTo>
                  <a:pt x="11261" y="2165"/>
                </a:lnTo>
                <a:lnTo>
                  <a:pt x="11078" y="1871"/>
                </a:lnTo>
                <a:lnTo>
                  <a:pt x="10895" y="1578"/>
                </a:lnTo>
                <a:lnTo>
                  <a:pt x="10821" y="1431"/>
                </a:lnTo>
                <a:lnTo>
                  <a:pt x="10821" y="1284"/>
                </a:lnTo>
                <a:lnTo>
                  <a:pt x="10895" y="1248"/>
                </a:lnTo>
                <a:lnTo>
                  <a:pt x="11298" y="1138"/>
                </a:lnTo>
                <a:lnTo>
                  <a:pt x="11702" y="1028"/>
                </a:lnTo>
                <a:lnTo>
                  <a:pt x="12142" y="954"/>
                </a:lnTo>
                <a:lnTo>
                  <a:pt x="12582" y="918"/>
                </a:lnTo>
                <a:lnTo>
                  <a:pt x="12802" y="954"/>
                </a:lnTo>
                <a:lnTo>
                  <a:pt x="13022" y="1028"/>
                </a:lnTo>
                <a:lnTo>
                  <a:pt x="13205" y="1101"/>
                </a:lnTo>
                <a:lnTo>
                  <a:pt x="13352" y="1211"/>
                </a:lnTo>
                <a:lnTo>
                  <a:pt x="13499" y="1358"/>
                </a:lnTo>
                <a:lnTo>
                  <a:pt x="13609" y="1505"/>
                </a:lnTo>
                <a:lnTo>
                  <a:pt x="13829" y="1908"/>
                </a:lnTo>
                <a:lnTo>
                  <a:pt x="14012" y="2202"/>
                </a:lnTo>
                <a:lnTo>
                  <a:pt x="13866" y="2422"/>
                </a:lnTo>
                <a:lnTo>
                  <a:pt x="13682" y="2568"/>
                </a:lnTo>
                <a:lnTo>
                  <a:pt x="13499" y="2678"/>
                </a:lnTo>
                <a:lnTo>
                  <a:pt x="13279" y="2788"/>
                </a:lnTo>
                <a:lnTo>
                  <a:pt x="12839" y="2935"/>
                </a:lnTo>
                <a:lnTo>
                  <a:pt x="12362" y="3082"/>
                </a:lnTo>
                <a:lnTo>
                  <a:pt x="11995" y="3229"/>
                </a:lnTo>
                <a:lnTo>
                  <a:pt x="11518" y="3449"/>
                </a:lnTo>
                <a:lnTo>
                  <a:pt x="11298" y="3559"/>
                </a:lnTo>
                <a:lnTo>
                  <a:pt x="11151" y="3742"/>
                </a:lnTo>
                <a:lnTo>
                  <a:pt x="11041" y="3889"/>
                </a:lnTo>
                <a:lnTo>
                  <a:pt x="11005" y="3999"/>
                </a:lnTo>
                <a:lnTo>
                  <a:pt x="11005" y="4109"/>
                </a:lnTo>
                <a:lnTo>
                  <a:pt x="11005" y="4182"/>
                </a:lnTo>
                <a:lnTo>
                  <a:pt x="11041" y="4256"/>
                </a:lnTo>
                <a:lnTo>
                  <a:pt x="11115" y="4292"/>
                </a:lnTo>
                <a:lnTo>
                  <a:pt x="11335" y="4292"/>
                </a:lnTo>
                <a:lnTo>
                  <a:pt x="11371" y="4219"/>
                </a:lnTo>
                <a:lnTo>
                  <a:pt x="11408" y="4146"/>
                </a:lnTo>
                <a:lnTo>
                  <a:pt x="11445" y="4072"/>
                </a:lnTo>
                <a:lnTo>
                  <a:pt x="11555" y="3962"/>
                </a:lnTo>
                <a:lnTo>
                  <a:pt x="11775" y="3816"/>
                </a:lnTo>
                <a:lnTo>
                  <a:pt x="12068" y="3669"/>
                </a:lnTo>
                <a:lnTo>
                  <a:pt x="12288" y="3595"/>
                </a:lnTo>
                <a:lnTo>
                  <a:pt x="12802" y="3412"/>
                </a:lnTo>
                <a:lnTo>
                  <a:pt x="13279" y="3229"/>
                </a:lnTo>
                <a:lnTo>
                  <a:pt x="13572" y="3119"/>
                </a:lnTo>
                <a:lnTo>
                  <a:pt x="13866" y="2972"/>
                </a:lnTo>
                <a:lnTo>
                  <a:pt x="14086" y="2752"/>
                </a:lnTo>
                <a:lnTo>
                  <a:pt x="14159" y="2642"/>
                </a:lnTo>
                <a:lnTo>
                  <a:pt x="14233" y="2495"/>
                </a:lnTo>
                <a:lnTo>
                  <a:pt x="14306" y="2568"/>
                </a:lnTo>
                <a:lnTo>
                  <a:pt x="14489" y="2715"/>
                </a:lnTo>
                <a:lnTo>
                  <a:pt x="14673" y="2788"/>
                </a:lnTo>
                <a:lnTo>
                  <a:pt x="14893" y="2898"/>
                </a:lnTo>
                <a:lnTo>
                  <a:pt x="15076" y="3009"/>
                </a:lnTo>
                <a:lnTo>
                  <a:pt x="15296" y="3192"/>
                </a:lnTo>
                <a:lnTo>
                  <a:pt x="15480" y="3449"/>
                </a:lnTo>
                <a:lnTo>
                  <a:pt x="15626" y="3705"/>
                </a:lnTo>
                <a:lnTo>
                  <a:pt x="15700" y="3999"/>
                </a:lnTo>
                <a:lnTo>
                  <a:pt x="15480" y="4366"/>
                </a:lnTo>
                <a:lnTo>
                  <a:pt x="15370" y="4549"/>
                </a:lnTo>
                <a:lnTo>
                  <a:pt x="15186" y="4696"/>
                </a:lnTo>
                <a:lnTo>
                  <a:pt x="14966" y="4879"/>
                </a:lnTo>
                <a:lnTo>
                  <a:pt x="14709" y="5063"/>
                </a:lnTo>
                <a:lnTo>
                  <a:pt x="14416" y="5173"/>
                </a:lnTo>
                <a:lnTo>
                  <a:pt x="14123" y="5283"/>
                </a:lnTo>
                <a:lnTo>
                  <a:pt x="13572" y="5429"/>
                </a:lnTo>
                <a:lnTo>
                  <a:pt x="13022" y="5613"/>
                </a:lnTo>
                <a:lnTo>
                  <a:pt x="12765" y="5723"/>
                </a:lnTo>
                <a:lnTo>
                  <a:pt x="12509" y="5870"/>
                </a:lnTo>
                <a:lnTo>
                  <a:pt x="12288" y="6016"/>
                </a:lnTo>
                <a:lnTo>
                  <a:pt x="12105" y="6236"/>
                </a:lnTo>
                <a:lnTo>
                  <a:pt x="11958" y="6420"/>
                </a:lnTo>
                <a:lnTo>
                  <a:pt x="11922" y="6640"/>
                </a:lnTo>
                <a:lnTo>
                  <a:pt x="11922" y="6823"/>
                </a:lnTo>
                <a:lnTo>
                  <a:pt x="11958" y="7007"/>
                </a:lnTo>
                <a:lnTo>
                  <a:pt x="12032" y="7154"/>
                </a:lnTo>
                <a:lnTo>
                  <a:pt x="12178" y="7300"/>
                </a:lnTo>
                <a:lnTo>
                  <a:pt x="12325" y="7410"/>
                </a:lnTo>
                <a:lnTo>
                  <a:pt x="12545" y="7520"/>
                </a:lnTo>
                <a:lnTo>
                  <a:pt x="12765" y="7557"/>
                </a:lnTo>
                <a:lnTo>
                  <a:pt x="12985" y="7557"/>
                </a:lnTo>
                <a:lnTo>
                  <a:pt x="13205" y="7520"/>
                </a:lnTo>
                <a:lnTo>
                  <a:pt x="13426" y="7484"/>
                </a:lnTo>
                <a:lnTo>
                  <a:pt x="13682" y="7410"/>
                </a:lnTo>
                <a:lnTo>
                  <a:pt x="13976" y="7300"/>
                </a:lnTo>
                <a:lnTo>
                  <a:pt x="14196" y="7154"/>
                </a:lnTo>
                <a:lnTo>
                  <a:pt x="14306" y="7043"/>
                </a:lnTo>
                <a:lnTo>
                  <a:pt x="14343" y="6970"/>
                </a:lnTo>
                <a:lnTo>
                  <a:pt x="14379" y="6823"/>
                </a:lnTo>
                <a:lnTo>
                  <a:pt x="14343" y="6787"/>
                </a:lnTo>
                <a:lnTo>
                  <a:pt x="14269" y="6750"/>
                </a:lnTo>
                <a:lnTo>
                  <a:pt x="14086" y="6750"/>
                </a:lnTo>
                <a:lnTo>
                  <a:pt x="13902" y="6823"/>
                </a:lnTo>
                <a:lnTo>
                  <a:pt x="13536" y="6970"/>
                </a:lnTo>
                <a:lnTo>
                  <a:pt x="13316" y="7043"/>
                </a:lnTo>
                <a:lnTo>
                  <a:pt x="13095" y="7080"/>
                </a:lnTo>
                <a:lnTo>
                  <a:pt x="12655" y="7080"/>
                </a:lnTo>
                <a:lnTo>
                  <a:pt x="12509" y="7007"/>
                </a:lnTo>
                <a:lnTo>
                  <a:pt x="12435" y="6933"/>
                </a:lnTo>
                <a:lnTo>
                  <a:pt x="12362" y="6823"/>
                </a:lnTo>
                <a:lnTo>
                  <a:pt x="12362" y="6713"/>
                </a:lnTo>
                <a:lnTo>
                  <a:pt x="12398" y="6603"/>
                </a:lnTo>
                <a:lnTo>
                  <a:pt x="12472" y="6493"/>
                </a:lnTo>
                <a:lnTo>
                  <a:pt x="12655" y="6310"/>
                </a:lnTo>
                <a:lnTo>
                  <a:pt x="12875" y="6163"/>
                </a:lnTo>
                <a:lnTo>
                  <a:pt x="13132" y="6053"/>
                </a:lnTo>
                <a:lnTo>
                  <a:pt x="13609" y="5906"/>
                </a:lnTo>
                <a:lnTo>
                  <a:pt x="14453" y="5613"/>
                </a:lnTo>
                <a:lnTo>
                  <a:pt x="14893" y="5429"/>
                </a:lnTo>
                <a:lnTo>
                  <a:pt x="15076" y="5319"/>
                </a:lnTo>
                <a:lnTo>
                  <a:pt x="15260" y="5173"/>
                </a:lnTo>
                <a:lnTo>
                  <a:pt x="15516" y="4953"/>
                </a:lnTo>
                <a:lnTo>
                  <a:pt x="15736" y="4659"/>
                </a:lnTo>
                <a:lnTo>
                  <a:pt x="15736" y="4696"/>
                </a:lnTo>
                <a:lnTo>
                  <a:pt x="15700" y="4806"/>
                </a:lnTo>
                <a:lnTo>
                  <a:pt x="15773" y="4916"/>
                </a:lnTo>
                <a:lnTo>
                  <a:pt x="15847" y="4989"/>
                </a:lnTo>
                <a:lnTo>
                  <a:pt x="15957" y="5026"/>
                </a:lnTo>
                <a:lnTo>
                  <a:pt x="16103" y="5063"/>
                </a:lnTo>
                <a:lnTo>
                  <a:pt x="16177" y="5099"/>
                </a:lnTo>
                <a:lnTo>
                  <a:pt x="16250" y="5209"/>
                </a:lnTo>
                <a:lnTo>
                  <a:pt x="16323" y="5356"/>
                </a:lnTo>
                <a:lnTo>
                  <a:pt x="16140" y="5393"/>
                </a:lnTo>
                <a:lnTo>
                  <a:pt x="15920" y="5466"/>
                </a:lnTo>
                <a:lnTo>
                  <a:pt x="15553" y="5650"/>
                </a:lnTo>
                <a:lnTo>
                  <a:pt x="15003" y="5833"/>
                </a:lnTo>
                <a:lnTo>
                  <a:pt x="14783" y="5906"/>
                </a:lnTo>
                <a:lnTo>
                  <a:pt x="14709" y="5980"/>
                </a:lnTo>
                <a:lnTo>
                  <a:pt x="14636" y="6090"/>
                </a:lnTo>
                <a:lnTo>
                  <a:pt x="14599" y="6163"/>
                </a:lnTo>
                <a:lnTo>
                  <a:pt x="14673" y="6273"/>
                </a:lnTo>
                <a:lnTo>
                  <a:pt x="14783" y="6310"/>
                </a:lnTo>
                <a:lnTo>
                  <a:pt x="14893" y="6310"/>
                </a:lnTo>
                <a:lnTo>
                  <a:pt x="15150" y="6273"/>
                </a:lnTo>
                <a:lnTo>
                  <a:pt x="15406" y="6163"/>
                </a:lnTo>
                <a:lnTo>
                  <a:pt x="15626" y="6053"/>
                </a:lnTo>
                <a:lnTo>
                  <a:pt x="16030" y="5870"/>
                </a:lnTo>
                <a:lnTo>
                  <a:pt x="16213" y="5723"/>
                </a:lnTo>
                <a:lnTo>
                  <a:pt x="16397" y="5576"/>
                </a:lnTo>
                <a:lnTo>
                  <a:pt x="16397" y="5833"/>
                </a:lnTo>
                <a:lnTo>
                  <a:pt x="16397" y="6090"/>
                </a:lnTo>
                <a:lnTo>
                  <a:pt x="16397" y="6493"/>
                </a:lnTo>
                <a:lnTo>
                  <a:pt x="16397" y="6567"/>
                </a:lnTo>
                <a:lnTo>
                  <a:pt x="16323" y="6603"/>
                </a:lnTo>
                <a:lnTo>
                  <a:pt x="16177" y="6933"/>
                </a:lnTo>
                <a:lnTo>
                  <a:pt x="16067" y="7264"/>
                </a:lnTo>
                <a:lnTo>
                  <a:pt x="15076" y="7264"/>
                </a:lnTo>
                <a:lnTo>
                  <a:pt x="14783" y="7300"/>
                </a:lnTo>
                <a:lnTo>
                  <a:pt x="14526" y="7410"/>
                </a:lnTo>
                <a:lnTo>
                  <a:pt x="14343" y="7594"/>
                </a:lnTo>
                <a:lnTo>
                  <a:pt x="14196" y="7814"/>
                </a:lnTo>
                <a:lnTo>
                  <a:pt x="14086" y="8034"/>
                </a:lnTo>
                <a:lnTo>
                  <a:pt x="14049" y="8181"/>
                </a:lnTo>
                <a:lnTo>
                  <a:pt x="14012" y="8327"/>
                </a:lnTo>
                <a:lnTo>
                  <a:pt x="14049" y="8584"/>
                </a:lnTo>
                <a:lnTo>
                  <a:pt x="14159" y="8841"/>
                </a:lnTo>
                <a:lnTo>
                  <a:pt x="14306" y="9098"/>
                </a:lnTo>
                <a:lnTo>
                  <a:pt x="14489" y="9318"/>
                </a:lnTo>
                <a:lnTo>
                  <a:pt x="14673" y="9538"/>
                </a:lnTo>
                <a:lnTo>
                  <a:pt x="14856" y="9758"/>
                </a:lnTo>
                <a:lnTo>
                  <a:pt x="15003" y="9831"/>
                </a:lnTo>
                <a:lnTo>
                  <a:pt x="15150" y="9868"/>
                </a:lnTo>
                <a:lnTo>
                  <a:pt x="15223" y="9831"/>
                </a:lnTo>
                <a:lnTo>
                  <a:pt x="15260" y="9758"/>
                </a:lnTo>
                <a:lnTo>
                  <a:pt x="15260" y="9685"/>
                </a:lnTo>
                <a:lnTo>
                  <a:pt x="15260" y="9574"/>
                </a:lnTo>
                <a:lnTo>
                  <a:pt x="15150" y="9428"/>
                </a:lnTo>
                <a:lnTo>
                  <a:pt x="14893" y="9134"/>
                </a:lnTo>
                <a:lnTo>
                  <a:pt x="14709" y="8951"/>
                </a:lnTo>
                <a:lnTo>
                  <a:pt x="14563" y="8731"/>
                </a:lnTo>
                <a:lnTo>
                  <a:pt x="14489" y="8511"/>
                </a:lnTo>
                <a:lnTo>
                  <a:pt x="14453" y="8364"/>
                </a:lnTo>
                <a:lnTo>
                  <a:pt x="14453" y="8254"/>
                </a:lnTo>
                <a:lnTo>
                  <a:pt x="14489" y="8107"/>
                </a:lnTo>
                <a:lnTo>
                  <a:pt x="14563" y="7997"/>
                </a:lnTo>
                <a:lnTo>
                  <a:pt x="14673" y="7850"/>
                </a:lnTo>
                <a:lnTo>
                  <a:pt x="14893" y="7740"/>
                </a:lnTo>
                <a:lnTo>
                  <a:pt x="15113" y="7667"/>
                </a:lnTo>
                <a:lnTo>
                  <a:pt x="15333" y="7630"/>
                </a:lnTo>
                <a:lnTo>
                  <a:pt x="16103" y="7630"/>
                </a:lnTo>
                <a:lnTo>
                  <a:pt x="15993" y="7850"/>
                </a:lnTo>
                <a:lnTo>
                  <a:pt x="15957" y="7961"/>
                </a:lnTo>
                <a:lnTo>
                  <a:pt x="15993" y="8107"/>
                </a:lnTo>
                <a:lnTo>
                  <a:pt x="16030" y="8327"/>
                </a:lnTo>
                <a:lnTo>
                  <a:pt x="16030" y="8584"/>
                </a:lnTo>
                <a:lnTo>
                  <a:pt x="16030" y="8804"/>
                </a:lnTo>
                <a:lnTo>
                  <a:pt x="15993" y="9024"/>
                </a:lnTo>
                <a:lnTo>
                  <a:pt x="15920" y="8841"/>
                </a:lnTo>
                <a:lnTo>
                  <a:pt x="15847" y="8694"/>
                </a:lnTo>
                <a:lnTo>
                  <a:pt x="15736" y="8511"/>
                </a:lnTo>
                <a:lnTo>
                  <a:pt x="15590" y="8364"/>
                </a:lnTo>
                <a:lnTo>
                  <a:pt x="15516" y="8327"/>
                </a:lnTo>
                <a:lnTo>
                  <a:pt x="15370" y="8327"/>
                </a:lnTo>
                <a:lnTo>
                  <a:pt x="15296" y="8364"/>
                </a:lnTo>
                <a:lnTo>
                  <a:pt x="15260" y="8437"/>
                </a:lnTo>
                <a:lnTo>
                  <a:pt x="15260" y="8511"/>
                </a:lnTo>
                <a:lnTo>
                  <a:pt x="15260" y="8584"/>
                </a:lnTo>
                <a:lnTo>
                  <a:pt x="15296" y="8657"/>
                </a:lnTo>
                <a:lnTo>
                  <a:pt x="15480" y="8914"/>
                </a:lnTo>
                <a:lnTo>
                  <a:pt x="15590" y="9171"/>
                </a:lnTo>
                <a:lnTo>
                  <a:pt x="15626" y="9464"/>
                </a:lnTo>
                <a:lnTo>
                  <a:pt x="15590" y="9795"/>
                </a:lnTo>
                <a:lnTo>
                  <a:pt x="15590" y="9868"/>
                </a:lnTo>
                <a:lnTo>
                  <a:pt x="15626" y="9978"/>
                </a:lnTo>
                <a:lnTo>
                  <a:pt x="15370" y="10308"/>
                </a:lnTo>
                <a:lnTo>
                  <a:pt x="15040" y="10638"/>
                </a:lnTo>
                <a:lnTo>
                  <a:pt x="14893" y="10748"/>
                </a:lnTo>
                <a:lnTo>
                  <a:pt x="14673" y="10895"/>
                </a:lnTo>
                <a:lnTo>
                  <a:pt x="14269" y="11042"/>
                </a:lnTo>
                <a:lnTo>
                  <a:pt x="14306" y="10968"/>
                </a:lnTo>
                <a:lnTo>
                  <a:pt x="14343" y="10638"/>
                </a:lnTo>
                <a:lnTo>
                  <a:pt x="14306" y="10345"/>
                </a:lnTo>
                <a:lnTo>
                  <a:pt x="14233" y="10015"/>
                </a:lnTo>
                <a:lnTo>
                  <a:pt x="14086" y="9721"/>
                </a:lnTo>
                <a:lnTo>
                  <a:pt x="13902" y="9428"/>
                </a:lnTo>
                <a:lnTo>
                  <a:pt x="13682" y="9171"/>
                </a:lnTo>
                <a:lnTo>
                  <a:pt x="13499" y="9024"/>
                </a:lnTo>
                <a:lnTo>
                  <a:pt x="13426" y="8914"/>
                </a:lnTo>
                <a:lnTo>
                  <a:pt x="13352" y="8841"/>
                </a:lnTo>
                <a:lnTo>
                  <a:pt x="13169" y="8841"/>
                </a:lnTo>
                <a:lnTo>
                  <a:pt x="12839" y="8694"/>
                </a:lnTo>
                <a:lnTo>
                  <a:pt x="12875" y="8584"/>
                </a:lnTo>
                <a:lnTo>
                  <a:pt x="12875" y="8437"/>
                </a:lnTo>
                <a:lnTo>
                  <a:pt x="12875" y="8364"/>
                </a:lnTo>
                <a:lnTo>
                  <a:pt x="12839" y="8327"/>
                </a:lnTo>
                <a:lnTo>
                  <a:pt x="12765" y="8291"/>
                </a:lnTo>
                <a:lnTo>
                  <a:pt x="12655" y="8291"/>
                </a:lnTo>
                <a:lnTo>
                  <a:pt x="12582" y="8327"/>
                </a:lnTo>
                <a:lnTo>
                  <a:pt x="12545" y="8401"/>
                </a:lnTo>
                <a:lnTo>
                  <a:pt x="12472" y="8584"/>
                </a:lnTo>
                <a:lnTo>
                  <a:pt x="12252" y="8547"/>
                </a:lnTo>
                <a:lnTo>
                  <a:pt x="12032" y="8584"/>
                </a:lnTo>
                <a:lnTo>
                  <a:pt x="11812" y="8621"/>
                </a:lnTo>
                <a:lnTo>
                  <a:pt x="11628" y="8694"/>
                </a:lnTo>
                <a:lnTo>
                  <a:pt x="11555" y="8584"/>
                </a:lnTo>
                <a:lnTo>
                  <a:pt x="11445" y="8511"/>
                </a:lnTo>
                <a:lnTo>
                  <a:pt x="11261" y="8511"/>
                </a:lnTo>
                <a:lnTo>
                  <a:pt x="11188" y="8584"/>
                </a:lnTo>
                <a:lnTo>
                  <a:pt x="11115" y="8657"/>
                </a:lnTo>
                <a:lnTo>
                  <a:pt x="11041" y="8731"/>
                </a:lnTo>
                <a:lnTo>
                  <a:pt x="10895" y="8914"/>
                </a:lnTo>
                <a:lnTo>
                  <a:pt x="10748" y="9061"/>
                </a:lnTo>
                <a:lnTo>
                  <a:pt x="10454" y="9208"/>
                </a:lnTo>
                <a:lnTo>
                  <a:pt x="10124" y="9318"/>
                </a:lnTo>
                <a:lnTo>
                  <a:pt x="9794" y="9391"/>
                </a:lnTo>
                <a:lnTo>
                  <a:pt x="9464" y="9428"/>
                </a:lnTo>
                <a:lnTo>
                  <a:pt x="8767" y="9428"/>
                </a:lnTo>
                <a:lnTo>
                  <a:pt x="8327" y="9354"/>
                </a:lnTo>
                <a:lnTo>
                  <a:pt x="8180" y="9318"/>
                </a:lnTo>
                <a:lnTo>
                  <a:pt x="8143" y="9318"/>
                </a:lnTo>
                <a:lnTo>
                  <a:pt x="8143" y="9281"/>
                </a:lnTo>
                <a:lnTo>
                  <a:pt x="8143" y="9134"/>
                </a:lnTo>
                <a:lnTo>
                  <a:pt x="8033" y="9024"/>
                </a:lnTo>
                <a:lnTo>
                  <a:pt x="8290" y="8621"/>
                </a:lnTo>
                <a:lnTo>
                  <a:pt x="8547" y="8181"/>
                </a:lnTo>
                <a:lnTo>
                  <a:pt x="8767" y="7924"/>
                </a:lnTo>
                <a:lnTo>
                  <a:pt x="8987" y="7630"/>
                </a:lnTo>
                <a:lnTo>
                  <a:pt x="9244" y="7410"/>
                </a:lnTo>
                <a:lnTo>
                  <a:pt x="9501" y="7154"/>
                </a:lnTo>
                <a:lnTo>
                  <a:pt x="9794" y="6970"/>
                </a:lnTo>
                <a:lnTo>
                  <a:pt x="10088" y="6787"/>
                </a:lnTo>
                <a:lnTo>
                  <a:pt x="10234" y="6713"/>
                </a:lnTo>
                <a:lnTo>
                  <a:pt x="10418" y="6713"/>
                </a:lnTo>
                <a:lnTo>
                  <a:pt x="10491" y="6750"/>
                </a:lnTo>
                <a:lnTo>
                  <a:pt x="10528" y="6823"/>
                </a:lnTo>
                <a:lnTo>
                  <a:pt x="10528" y="6897"/>
                </a:lnTo>
                <a:lnTo>
                  <a:pt x="10528" y="7043"/>
                </a:lnTo>
                <a:lnTo>
                  <a:pt x="10454" y="7154"/>
                </a:lnTo>
                <a:lnTo>
                  <a:pt x="10308" y="7374"/>
                </a:lnTo>
                <a:lnTo>
                  <a:pt x="10051" y="7667"/>
                </a:lnTo>
                <a:lnTo>
                  <a:pt x="9757" y="7961"/>
                </a:lnTo>
                <a:lnTo>
                  <a:pt x="9501" y="8291"/>
                </a:lnTo>
                <a:lnTo>
                  <a:pt x="9281" y="8657"/>
                </a:lnTo>
                <a:lnTo>
                  <a:pt x="9281" y="8731"/>
                </a:lnTo>
                <a:lnTo>
                  <a:pt x="9317" y="8841"/>
                </a:lnTo>
                <a:lnTo>
                  <a:pt x="9391" y="8878"/>
                </a:lnTo>
                <a:lnTo>
                  <a:pt x="9501" y="8878"/>
                </a:lnTo>
                <a:lnTo>
                  <a:pt x="9721" y="8694"/>
                </a:lnTo>
                <a:lnTo>
                  <a:pt x="9941" y="8474"/>
                </a:lnTo>
                <a:lnTo>
                  <a:pt x="10271" y="7997"/>
                </a:lnTo>
                <a:lnTo>
                  <a:pt x="10601" y="7630"/>
                </a:lnTo>
                <a:lnTo>
                  <a:pt x="10748" y="7447"/>
                </a:lnTo>
                <a:lnTo>
                  <a:pt x="10858" y="7227"/>
                </a:lnTo>
                <a:lnTo>
                  <a:pt x="10895" y="7043"/>
                </a:lnTo>
                <a:lnTo>
                  <a:pt x="10895" y="6860"/>
                </a:lnTo>
                <a:lnTo>
                  <a:pt x="10858" y="6677"/>
                </a:lnTo>
                <a:lnTo>
                  <a:pt x="10784" y="6530"/>
                </a:lnTo>
                <a:lnTo>
                  <a:pt x="10674" y="6383"/>
                </a:lnTo>
                <a:lnTo>
                  <a:pt x="10491" y="6310"/>
                </a:lnTo>
                <a:lnTo>
                  <a:pt x="10344" y="6310"/>
                </a:lnTo>
                <a:lnTo>
                  <a:pt x="10124" y="6347"/>
                </a:lnTo>
                <a:lnTo>
                  <a:pt x="9904" y="6420"/>
                </a:lnTo>
                <a:lnTo>
                  <a:pt x="9684" y="6567"/>
                </a:lnTo>
                <a:lnTo>
                  <a:pt x="9281" y="6860"/>
                </a:lnTo>
                <a:lnTo>
                  <a:pt x="8914" y="7190"/>
                </a:lnTo>
                <a:lnTo>
                  <a:pt x="8584" y="7557"/>
                </a:lnTo>
                <a:lnTo>
                  <a:pt x="8290" y="7887"/>
                </a:lnTo>
                <a:lnTo>
                  <a:pt x="8033" y="8254"/>
                </a:lnTo>
                <a:lnTo>
                  <a:pt x="7850" y="8657"/>
                </a:lnTo>
                <a:lnTo>
                  <a:pt x="7777" y="8878"/>
                </a:lnTo>
                <a:lnTo>
                  <a:pt x="7740" y="9098"/>
                </a:lnTo>
                <a:lnTo>
                  <a:pt x="7703" y="9098"/>
                </a:lnTo>
                <a:lnTo>
                  <a:pt x="7667" y="9171"/>
                </a:lnTo>
                <a:lnTo>
                  <a:pt x="7556" y="9208"/>
                </a:lnTo>
                <a:lnTo>
                  <a:pt x="7300" y="9208"/>
                </a:lnTo>
                <a:lnTo>
                  <a:pt x="6823" y="9098"/>
                </a:lnTo>
                <a:lnTo>
                  <a:pt x="6236" y="9098"/>
                </a:lnTo>
                <a:lnTo>
                  <a:pt x="5686" y="9171"/>
                </a:lnTo>
                <a:lnTo>
                  <a:pt x="5612" y="9171"/>
                </a:lnTo>
                <a:lnTo>
                  <a:pt x="5612" y="8988"/>
                </a:lnTo>
                <a:lnTo>
                  <a:pt x="5612" y="8804"/>
                </a:lnTo>
                <a:lnTo>
                  <a:pt x="5686" y="8657"/>
                </a:lnTo>
                <a:lnTo>
                  <a:pt x="5759" y="8511"/>
                </a:lnTo>
                <a:lnTo>
                  <a:pt x="5869" y="8364"/>
                </a:lnTo>
                <a:lnTo>
                  <a:pt x="6016" y="8291"/>
                </a:lnTo>
                <a:lnTo>
                  <a:pt x="6163" y="8181"/>
                </a:lnTo>
                <a:lnTo>
                  <a:pt x="6383" y="8144"/>
                </a:lnTo>
                <a:lnTo>
                  <a:pt x="6749" y="8034"/>
                </a:lnTo>
                <a:lnTo>
                  <a:pt x="7080" y="7924"/>
                </a:lnTo>
                <a:lnTo>
                  <a:pt x="7410" y="7777"/>
                </a:lnTo>
                <a:lnTo>
                  <a:pt x="7703" y="7594"/>
                </a:lnTo>
                <a:lnTo>
                  <a:pt x="7960" y="7374"/>
                </a:lnTo>
                <a:lnTo>
                  <a:pt x="8217" y="7154"/>
                </a:lnTo>
                <a:lnTo>
                  <a:pt x="8437" y="6897"/>
                </a:lnTo>
                <a:lnTo>
                  <a:pt x="8620" y="6603"/>
                </a:lnTo>
                <a:lnTo>
                  <a:pt x="8767" y="6383"/>
                </a:lnTo>
                <a:lnTo>
                  <a:pt x="8914" y="6090"/>
                </a:lnTo>
                <a:lnTo>
                  <a:pt x="8950" y="5943"/>
                </a:lnTo>
                <a:lnTo>
                  <a:pt x="8987" y="5796"/>
                </a:lnTo>
                <a:lnTo>
                  <a:pt x="8950" y="5650"/>
                </a:lnTo>
                <a:lnTo>
                  <a:pt x="8914" y="5540"/>
                </a:lnTo>
                <a:lnTo>
                  <a:pt x="8804" y="5540"/>
                </a:lnTo>
                <a:lnTo>
                  <a:pt x="8694" y="5576"/>
                </a:lnTo>
                <a:lnTo>
                  <a:pt x="8620" y="5686"/>
                </a:lnTo>
                <a:lnTo>
                  <a:pt x="8510" y="5943"/>
                </a:lnTo>
                <a:lnTo>
                  <a:pt x="8327" y="6310"/>
                </a:lnTo>
                <a:lnTo>
                  <a:pt x="8107" y="6677"/>
                </a:lnTo>
                <a:lnTo>
                  <a:pt x="7813" y="7007"/>
                </a:lnTo>
                <a:lnTo>
                  <a:pt x="7483" y="7264"/>
                </a:lnTo>
                <a:lnTo>
                  <a:pt x="7116" y="7484"/>
                </a:lnTo>
                <a:lnTo>
                  <a:pt x="6713" y="7667"/>
                </a:lnTo>
                <a:lnTo>
                  <a:pt x="6346" y="7777"/>
                </a:lnTo>
                <a:lnTo>
                  <a:pt x="6016" y="7887"/>
                </a:lnTo>
                <a:lnTo>
                  <a:pt x="5832" y="7924"/>
                </a:lnTo>
                <a:lnTo>
                  <a:pt x="5686" y="8034"/>
                </a:lnTo>
                <a:lnTo>
                  <a:pt x="5539" y="8144"/>
                </a:lnTo>
                <a:lnTo>
                  <a:pt x="5429" y="8291"/>
                </a:lnTo>
                <a:lnTo>
                  <a:pt x="5282" y="8511"/>
                </a:lnTo>
                <a:lnTo>
                  <a:pt x="5209" y="8768"/>
                </a:lnTo>
                <a:lnTo>
                  <a:pt x="5209" y="9024"/>
                </a:lnTo>
                <a:lnTo>
                  <a:pt x="5282" y="9281"/>
                </a:lnTo>
                <a:lnTo>
                  <a:pt x="4915" y="9391"/>
                </a:lnTo>
                <a:lnTo>
                  <a:pt x="4512" y="9501"/>
                </a:lnTo>
                <a:lnTo>
                  <a:pt x="4365" y="9501"/>
                </a:lnTo>
                <a:lnTo>
                  <a:pt x="4218" y="9464"/>
                </a:lnTo>
                <a:lnTo>
                  <a:pt x="4072" y="9428"/>
                </a:lnTo>
                <a:lnTo>
                  <a:pt x="3962" y="9354"/>
                </a:lnTo>
                <a:lnTo>
                  <a:pt x="3852" y="9244"/>
                </a:lnTo>
                <a:lnTo>
                  <a:pt x="3778" y="9134"/>
                </a:lnTo>
                <a:lnTo>
                  <a:pt x="3742" y="9024"/>
                </a:lnTo>
                <a:lnTo>
                  <a:pt x="3778" y="8841"/>
                </a:lnTo>
                <a:lnTo>
                  <a:pt x="3815" y="8768"/>
                </a:lnTo>
                <a:lnTo>
                  <a:pt x="3778" y="8694"/>
                </a:lnTo>
                <a:lnTo>
                  <a:pt x="3888" y="8547"/>
                </a:lnTo>
                <a:lnTo>
                  <a:pt x="3962" y="8401"/>
                </a:lnTo>
                <a:lnTo>
                  <a:pt x="4108" y="8107"/>
                </a:lnTo>
                <a:lnTo>
                  <a:pt x="4255" y="7850"/>
                </a:lnTo>
                <a:lnTo>
                  <a:pt x="4439" y="7520"/>
                </a:lnTo>
                <a:lnTo>
                  <a:pt x="4475" y="7374"/>
                </a:lnTo>
                <a:lnTo>
                  <a:pt x="4512" y="7227"/>
                </a:lnTo>
                <a:lnTo>
                  <a:pt x="4475" y="7043"/>
                </a:lnTo>
                <a:lnTo>
                  <a:pt x="4439" y="6897"/>
                </a:lnTo>
                <a:lnTo>
                  <a:pt x="4328" y="6823"/>
                </a:lnTo>
                <a:lnTo>
                  <a:pt x="4218" y="6750"/>
                </a:lnTo>
                <a:lnTo>
                  <a:pt x="4108" y="6713"/>
                </a:lnTo>
                <a:lnTo>
                  <a:pt x="3962" y="6713"/>
                </a:lnTo>
                <a:lnTo>
                  <a:pt x="3705" y="6750"/>
                </a:lnTo>
                <a:lnTo>
                  <a:pt x="3485" y="6823"/>
                </a:lnTo>
                <a:lnTo>
                  <a:pt x="3191" y="7007"/>
                </a:lnTo>
                <a:lnTo>
                  <a:pt x="2935" y="7227"/>
                </a:lnTo>
                <a:lnTo>
                  <a:pt x="2751" y="7447"/>
                </a:lnTo>
                <a:lnTo>
                  <a:pt x="2568" y="7667"/>
                </a:lnTo>
                <a:lnTo>
                  <a:pt x="2494" y="7667"/>
                </a:lnTo>
                <a:lnTo>
                  <a:pt x="2421" y="7704"/>
                </a:lnTo>
                <a:lnTo>
                  <a:pt x="2348" y="7850"/>
                </a:lnTo>
                <a:lnTo>
                  <a:pt x="2348" y="7887"/>
                </a:lnTo>
                <a:lnTo>
                  <a:pt x="2348" y="7961"/>
                </a:lnTo>
                <a:lnTo>
                  <a:pt x="2384" y="8034"/>
                </a:lnTo>
                <a:lnTo>
                  <a:pt x="2458" y="8071"/>
                </a:lnTo>
                <a:lnTo>
                  <a:pt x="2568" y="8107"/>
                </a:lnTo>
                <a:lnTo>
                  <a:pt x="2678" y="8107"/>
                </a:lnTo>
                <a:lnTo>
                  <a:pt x="2788" y="8071"/>
                </a:lnTo>
                <a:lnTo>
                  <a:pt x="2861" y="7997"/>
                </a:lnTo>
                <a:lnTo>
                  <a:pt x="3191" y="7630"/>
                </a:lnTo>
                <a:lnTo>
                  <a:pt x="3338" y="7447"/>
                </a:lnTo>
                <a:lnTo>
                  <a:pt x="3521" y="7300"/>
                </a:lnTo>
                <a:lnTo>
                  <a:pt x="3742" y="7227"/>
                </a:lnTo>
                <a:lnTo>
                  <a:pt x="3962" y="7154"/>
                </a:lnTo>
                <a:lnTo>
                  <a:pt x="4035" y="7154"/>
                </a:lnTo>
                <a:lnTo>
                  <a:pt x="4035" y="7190"/>
                </a:lnTo>
                <a:lnTo>
                  <a:pt x="4035" y="7300"/>
                </a:lnTo>
                <a:lnTo>
                  <a:pt x="3925" y="7557"/>
                </a:lnTo>
                <a:lnTo>
                  <a:pt x="3668" y="8034"/>
                </a:lnTo>
                <a:lnTo>
                  <a:pt x="3558" y="8327"/>
                </a:lnTo>
                <a:lnTo>
                  <a:pt x="3485" y="8474"/>
                </a:lnTo>
                <a:lnTo>
                  <a:pt x="3411" y="8547"/>
                </a:lnTo>
                <a:lnTo>
                  <a:pt x="3301" y="8621"/>
                </a:lnTo>
                <a:lnTo>
                  <a:pt x="3301" y="8657"/>
                </a:lnTo>
                <a:lnTo>
                  <a:pt x="3265" y="8694"/>
                </a:lnTo>
                <a:lnTo>
                  <a:pt x="3118" y="8804"/>
                </a:lnTo>
                <a:lnTo>
                  <a:pt x="2935" y="8841"/>
                </a:lnTo>
                <a:lnTo>
                  <a:pt x="2751" y="8878"/>
                </a:lnTo>
                <a:lnTo>
                  <a:pt x="2531" y="8878"/>
                </a:lnTo>
                <a:lnTo>
                  <a:pt x="2348" y="8841"/>
                </a:lnTo>
                <a:lnTo>
                  <a:pt x="2164" y="8768"/>
                </a:lnTo>
                <a:lnTo>
                  <a:pt x="2018" y="8694"/>
                </a:lnTo>
                <a:lnTo>
                  <a:pt x="1871" y="8584"/>
                </a:lnTo>
                <a:lnTo>
                  <a:pt x="1724" y="8437"/>
                </a:lnTo>
                <a:lnTo>
                  <a:pt x="1651" y="8291"/>
                </a:lnTo>
                <a:lnTo>
                  <a:pt x="1577" y="8144"/>
                </a:lnTo>
                <a:lnTo>
                  <a:pt x="1504" y="7961"/>
                </a:lnTo>
                <a:lnTo>
                  <a:pt x="1504" y="7777"/>
                </a:lnTo>
                <a:lnTo>
                  <a:pt x="1504" y="7594"/>
                </a:lnTo>
                <a:lnTo>
                  <a:pt x="1504" y="7447"/>
                </a:lnTo>
                <a:lnTo>
                  <a:pt x="1577" y="7264"/>
                </a:lnTo>
                <a:lnTo>
                  <a:pt x="1614" y="7154"/>
                </a:lnTo>
                <a:lnTo>
                  <a:pt x="1651" y="7043"/>
                </a:lnTo>
                <a:lnTo>
                  <a:pt x="1614" y="6970"/>
                </a:lnTo>
                <a:lnTo>
                  <a:pt x="1687" y="6970"/>
                </a:lnTo>
                <a:lnTo>
                  <a:pt x="1944" y="6860"/>
                </a:lnTo>
                <a:lnTo>
                  <a:pt x="2201" y="6787"/>
                </a:lnTo>
                <a:lnTo>
                  <a:pt x="2788" y="6493"/>
                </a:lnTo>
                <a:lnTo>
                  <a:pt x="3375" y="6163"/>
                </a:lnTo>
                <a:lnTo>
                  <a:pt x="3815" y="5870"/>
                </a:lnTo>
                <a:lnTo>
                  <a:pt x="3998" y="5686"/>
                </a:lnTo>
                <a:lnTo>
                  <a:pt x="4145" y="5503"/>
                </a:lnTo>
                <a:lnTo>
                  <a:pt x="4292" y="5283"/>
                </a:lnTo>
                <a:lnTo>
                  <a:pt x="4402" y="5099"/>
                </a:lnTo>
                <a:lnTo>
                  <a:pt x="4475" y="4843"/>
                </a:lnTo>
                <a:lnTo>
                  <a:pt x="4512" y="4586"/>
                </a:lnTo>
                <a:lnTo>
                  <a:pt x="4512" y="4402"/>
                </a:lnTo>
                <a:lnTo>
                  <a:pt x="4475" y="4182"/>
                </a:lnTo>
                <a:lnTo>
                  <a:pt x="4365" y="3999"/>
                </a:lnTo>
                <a:lnTo>
                  <a:pt x="4292" y="3926"/>
                </a:lnTo>
                <a:lnTo>
                  <a:pt x="4218" y="3889"/>
                </a:lnTo>
                <a:lnTo>
                  <a:pt x="3962" y="3816"/>
                </a:lnTo>
                <a:lnTo>
                  <a:pt x="3742" y="3779"/>
                </a:lnTo>
                <a:lnTo>
                  <a:pt x="3485" y="3816"/>
                </a:lnTo>
                <a:lnTo>
                  <a:pt x="3228" y="3852"/>
                </a:lnTo>
                <a:lnTo>
                  <a:pt x="2935" y="3962"/>
                </a:lnTo>
                <a:lnTo>
                  <a:pt x="2678" y="4072"/>
                </a:lnTo>
                <a:lnTo>
                  <a:pt x="2164" y="4366"/>
                </a:lnTo>
                <a:lnTo>
                  <a:pt x="1504" y="4733"/>
                </a:lnTo>
                <a:lnTo>
                  <a:pt x="1211" y="4916"/>
                </a:lnTo>
                <a:lnTo>
                  <a:pt x="917" y="5099"/>
                </a:lnTo>
                <a:lnTo>
                  <a:pt x="844" y="5173"/>
                </a:lnTo>
                <a:lnTo>
                  <a:pt x="807" y="5246"/>
                </a:lnTo>
                <a:lnTo>
                  <a:pt x="807" y="5319"/>
                </a:lnTo>
                <a:lnTo>
                  <a:pt x="844" y="5356"/>
                </a:lnTo>
                <a:lnTo>
                  <a:pt x="880" y="5429"/>
                </a:lnTo>
                <a:lnTo>
                  <a:pt x="954" y="5466"/>
                </a:lnTo>
                <a:lnTo>
                  <a:pt x="1101" y="5466"/>
                </a:lnTo>
                <a:lnTo>
                  <a:pt x="1541" y="5246"/>
                </a:lnTo>
                <a:lnTo>
                  <a:pt x="1944" y="4989"/>
                </a:lnTo>
                <a:lnTo>
                  <a:pt x="2788" y="4512"/>
                </a:lnTo>
                <a:lnTo>
                  <a:pt x="3191" y="4329"/>
                </a:lnTo>
                <a:lnTo>
                  <a:pt x="3375" y="4256"/>
                </a:lnTo>
                <a:lnTo>
                  <a:pt x="3595" y="4219"/>
                </a:lnTo>
                <a:lnTo>
                  <a:pt x="3742" y="4182"/>
                </a:lnTo>
                <a:lnTo>
                  <a:pt x="3852" y="4219"/>
                </a:lnTo>
                <a:lnTo>
                  <a:pt x="3998" y="4256"/>
                </a:lnTo>
                <a:lnTo>
                  <a:pt x="4035" y="4292"/>
                </a:lnTo>
                <a:lnTo>
                  <a:pt x="4072" y="4366"/>
                </a:lnTo>
                <a:lnTo>
                  <a:pt x="4108" y="4476"/>
                </a:lnTo>
                <a:lnTo>
                  <a:pt x="4108" y="4586"/>
                </a:lnTo>
                <a:lnTo>
                  <a:pt x="4072" y="4843"/>
                </a:lnTo>
                <a:lnTo>
                  <a:pt x="3998" y="5026"/>
                </a:lnTo>
                <a:lnTo>
                  <a:pt x="3852" y="5246"/>
                </a:lnTo>
                <a:lnTo>
                  <a:pt x="3705" y="5393"/>
                </a:lnTo>
                <a:lnTo>
                  <a:pt x="3558" y="5576"/>
                </a:lnTo>
                <a:lnTo>
                  <a:pt x="3155" y="5833"/>
                </a:lnTo>
                <a:lnTo>
                  <a:pt x="2788" y="6053"/>
                </a:lnTo>
                <a:lnTo>
                  <a:pt x="2348" y="6310"/>
                </a:lnTo>
                <a:lnTo>
                  <a:pt x="1908" y="6530"/>
                </a:lnTo>
                <a:lnTo>
                  <a:pt x="1467" y="6750"/>
                </a:lnTo>
                <a:lnTo>
                  <a:pt x="1321" y="6823"/>
                </a:lnTo>
                <a:lnTo>
                  <a:pt x="1247" y="6860"/>
                </a:lnTo>
                <a:lnTo>
                  <a:pt x="1211" y="6933"/>
                </a:lnTo>
                <a:lnTo>
                  <a:pt x="1174" y="6933"/>
                </a:lnTo>
                <a:lnTo>
                  <a:pt x="1064" y="6860"/>
                </a:lnTo>
                <a:lnTo>
                  <a:pt x="880" y="6713"/>
                </a:lnTo>
                <a:lnTo>
                  <a:pt x="697" y="6457"/>
                </a:lnTo>
                <a:lnTo>
                  <a:pt x="587" y="6273"/>
                </a:lnTo>
                <a:lnTo>
                  <a:pt x="514" y="6053"/>
                </a:lnTo>
                <a:lnTo>
                  <a:pt x="477" y="5833"/>
                </a:lnTo>
                <a:lnTo>
                  <a:pt x="477" y="5613"/>
                </a:lnTo>
                <a:lnTo>
                  <a:pt x="477" y="5356"/>
                </a:lnTo>
                <a:lnTo>
                  <a:pt x="550" y="5136"/>
                </a:lnTo>
                <a:lnTo>
                  <a:pt x="660" y="4879"/>
                </a:lnTo>
                <a:lnTo>
                  <a:pt x="770" y="4659"/>
                </a:lnTo>
                <a:lnTo>
                  <a:pt x="917" y="4476"/>
                </a:lnTo>
                <a:lnTo>
                  <a:pt x="1101" y="4292"/>
                </a:lnTo>
                <a:lnTo>
                  <a:pt x="1504" y="3962"/>
                </a:lnTo>
                <a:lnTo>
                  <a:pt x="1908" y="3705"/>
                </a:lnTo>
                <a:lnTo>
                  <a:pt x="2384" y="3485"/>
                </a:lnTo>
                <a:lnTo>
                  <a:pt x="2458" y="3412"/>
                </a:lnTo>
                <a:lnTo>
                  <a:pt x="2494" y="3302"/>
                </a:lnTo>
                <a:lnTo>
                  <a:pt x="2568" y="3119"/>
                </a:lnTo>
                <a:lnTo>
                  <a:pt x="2715" y="2898"/>
                </a:lnTo>
                <a:lnTo>
                  <a:pt x="2898" y="2715"/>
                </a:lnTo>
                <a:lnTo>
                  <a:pt x="3045" y="2532"/>
                </a:lnTo>
                <a:lnTo>
                  <a:pt x="3228" y="2385"/>
                </a:lnTo>
                <a:lnTo>
                  <a:pt x="3448" y="2238"/>
                </a:lnTo>
                <a:lnTo>
                  <a:pt x="3632" y="2128"/>
                </a:lnTo>
                <a:lnTo>
                  <a:pt x="3852" y="2055"/>
                </a:lnTo>
                <a:lnTo>
                  <a:pt x="4108" y="1981"/>
                </a:lnTo>
                <a:lnTo>
                  <a:pt x="4328" y="1945"/>
                </a:lnTo>
                <a:lnTo>
                  <a:pt x="4549" y="1908"/>
                </a:lnTo>
                <a:lnTo>
                  <a:pt x="4695" y="2055"/>
                </a:lnTo>
                <a:lnTo>
                  <a:pt x="4879" y="2165"/>
                </a:lnTo>
                <a:lnTo>
                  <a:pt x="5135" y="2348"/>
                </a:lnTo>
                <a:lnTo>
                  <a:pt x="5356" y="2568"/>
                </a:lnTo>
                <a:lnTo>
                  <a:pt x="5466" y="2715"/>
                </a:lnTo>
                <a:lnTo>
                  <a:pt x="5539" y="2898"/>
                </a:lnTo>
                <a:lnTo>
                  <a:pt x="5649" y="3229"/>
                </a:lnTo>
                <a:lnTo>
                  <a:pt x="5722" y="3559"/>
                </a:lnTo>
                <a:lnTo>
                  <a:pt x="5686" y="3926"/>
                </a:lnTo>
                <a:lnTo>
                  <a:pt x="5612" y="4256"/>
                </a:lnTo>
                <a:lnTo>
                  <a:pt x="5466" y="4549"/>
                </a:lnTo>
                <a:lnTo>
                  <a:pt x="5062" y="5063"/>
                </a:lnTo>
                <a:lnTo>
                  <a:pt x="4879" y="5319"/>
                </a:lnTo>
                <a:lnTo>
                  <a:pt x="4732" y="5613"/>
                </a:lnTo>
                <a:lnTo>
                  <a:pt x="4659" y="5943"/>
                </a:lnTo>
                <a:lnTo>
                  <a:pt x="4659" y="6090"/>
                </a:lnTo>
                <a:lnTo>
                  <a:pt x="4659" y="6273"/>
                </a:lnTo>
                <a:lnTo>
                  <a:pt x="4695" y="6420"/>
                </a:lnTo>
                <a:lnTo>
                  <a:pt x="4769" y="6567"/>
                </a:lnTo>
                <a:lnTo>
                  <a:pt x="4805" y="6677"/>
                </a:lnTo>
                <a:lnTo>
                  <a:pt x="4915" y="6787"/>
                </a:lnTo>
                <a:lnTo>
                  <a:pt x="5135" y="6933"/>
                </a:lnTo>
                <a:lnTo>
                  <a:pt x="5392" y="7007"/>
                </a:lnTo>
                <a:lnTo>
                  <a:pt x="5649" y="7043"/>
                </a:lnTo>
                <a:lnTo>
                  <a:pt x="5942" y="7007"/>
                </a:lnTo>
                <a:lnTo>
                  <a:pt x="6199" y="6933"/>
                </a:lnTo>
                <a:lnTo>
                  <a:pt x="6456" y="6823"/>
                </a:lnTo>
                <a:lnTo>
                  <a:pt x="6676" y="6677"/>
                </a:lnTo>
                <a:lnTo>
                  <a:pt x="6896" y="6457"/>
                </a:lnTo>
                <a:lnTo>
                  <a:pt x="7043" y="6200"/>
                </a:lnTo>
                <a:lnTo>
                  <a:pt x="7226" y="5980"/>
                </a:lnTo>
                <a:lnTo>
                  <a:pt x="7667" y="5246"/>
                </a:lnTo>
                <a:lnTo>
                  <a:pt x="7887" y="4879"/>
                </a:lnTo>
                <a:lnTo>
                  <a:pt x="8107" y="4476"/>
                </a:lnTo>
                <a:lnTo>
                  <a:pt x="8143" y="4402"/>
                </a:lnTo>
                <a:lnTo>
                  <a:pt x="8107" y="4329"/>
                </a:lnTo>
                <a:lnTo>
                  <a:pt x="8070" y="4256"/>
                </a:lnTo>
                <a:lnTo>
                  <a:pt x="8033" y="4182"/>
                </a:lnTo>
                <a:lnTo>
                  <a:pt x="7777" y="4182"/>
                </a:lnTo>
                <a:lnTo>
                  <a:pt x="7703" y="4256"/>
                </a:lnTo>
                <a:lnTo>
                  <a:pt x="7520" y="4586"/>
                </a:lnTo>
                <a:lnTo>
                  <a:pt x="7300" y="4879"/>
                </a:lnTo>
                <a:lnTo>
                  <a:pt x="6933" y="5540"/>
                </a:lnTo>
                <a:lnTo>
                  <a:pt x="6749" y="5796"/>
                </a:lnTo>
                <a:lnTo>
                  <a:pt x="6566" y="6053"/>
                </a:lnTo>
                <a:lnTo>
                  <a:pt x="6383" y="6273"/>
                </a:lnTo>
                <a:lnTo>
                  <a:pt x="6126" y="6493"/>
                </a:lnTo>
                <a:lnTo>
                  <a:pt x="5942" y="6567"/>
                </a:lnTo>
                <a:lnTo>
                  <a:pt x="5796" y="6603"/>
                </a:lnTo>
                <a:lnTo>
                  <a:pt x="5612" y="6567"/>
                </a:lnTo>
                <a:lnTo>
                  <a:pt x="5466" y="6530"/>
                </a:lnTo>
                <a:lnTo>
                  <a:pt x="5319" y="6457"/>
                </a:lnTo>
                <a:lnTo>
                  <a:pt x="5209" y="6347"/>
                </a:lnTo>
                <a:lnTo>
                  <a:pt x="5135" y="6200"/>
                </a:lnTo>
                <a:lnTo>
                  <a:pt x="5099" y="6016"/>
                </a:lnTo>
                <a:lnTo>
                  <a:pt x="5135" y="5833"/>
                </a:lnTo>
                <a:lnTo>
                  <a:pt x="5172" y="5686"/>
                </a:lnTo>
                <a:lnTo>
                  <a:pt x="5356" y="5393"/>
                </a:lnTo>
                <a:lnTo>
                  <a:pt x="5759" y="4879"/>
                </a:lnTo>
                <a:lnTo>
                  <a:pt x="5906" y="4659"/>
                </a:lnTo>
                <a:lnTo>
                  <a:pt x="6016" y="4402"/>
                </a:lnTo>
                <a:lnTo>
                  <a:pt x="6126" y="4146"/>
                </a:lnTo>
                <a:lnTo>
                  <a:pt x="6163" y="3889"/>
                </a:lnTo>
                <a:lnTo>
                  <a:pt x="6163" y="3632"/>
                </a:lnTo>
                <a:lnTo>
                  <a:pt x="6163" y="3339"/>
                </a:lnTo>
                <a:lnTo>
                  <a:pt x="6089" y="3082"/>
                </a:lnTo>
                <a:lnTo>
                  <a:pt x="6016" y="2825"/>
                </a:lnTo>
                <a:lnTo>
                  <a:pt x="5832" y="2532"/>
                </a:lnTo>
                <a:lnTo>
                  <a:pt x="5576" y="2165"/>
                </a:lnTo>
                <a:lnTo>
                  <a:pt x="5429" y="2018"/>
                </a:lnTo>
                <a:lnTo>
                  <a:pt x="5282" y="1908"/>
                </a:lnTo>
                <a:lnTo>
                  <a:pt x="5099" y="1798"/>
                </a:lnTo>
                <a:lnTo>
                  <a:pt x="4915" y="1725"/>
                </a:lnTo>
                <a:lnTo>
                  <a:pt x="4915" y="1688"/>
                </a:lnTo>
                <a:lnTo>
                  <a:pt x="4915" y="1468"/>
                </a:lnTo>
                <a:lnTo>
                  <a:pt x="4989" y="1321"/>
                </a:lnTo>
                <a:lnTo>
                  <a:pt x="5062" y="1174"/>
                </a:lnTo>
                <a:lnTo>
                  <a:pt x="5172" y="1028"/>
                </a:lnTo>
                <a:lnTo>
                  <a:pt x="5319" y="918"/>
                </a:lnTo>
                <a:lnTo>
                  <a:pt x="5502" y="844"/>
                </a:lnTo>
                <a:lnTo>
                  <a:pt x="5686" y="808"/>
                </a:lnTo>
                <a:lnTo>
                  <a:pt x="5869" y="771"/>
                </a:lnTo>
                <a:lnTo>
                  <a:pt x="6016" y="771"/>
                </a:lnTo>
                <a:lnTo>
                  <a:pt x="6199" y="808"/>
                </a:lnTo>
                <a:lnTo>
                  <a:pt x="6529" y="918"/>
                </a:lnTo>
                <a:lnTo>
                  <a:pt x="7190" y="1211"/>
                </a:lnTo>
                <a:lnTo>
                  <a:pt x="7080" y="1321"/>
                </a:lnTo>
                <a:lnTo>
                  <a:pt x="7043" y="1431"/>
                </a:lnTo>
                <a:lnTo>
                  <a:pt x="7043" y="1541"/>
                </a:lnTo>
                <a:lnTo>
                  <a:pt x="7043" y="1651"/>
                </a:lnTo>
                <a:lnTo>
                  <a:pt x="7153" y="1871"/>
                </a:lnTo>
                <a:lnTo>
                  <a:pt x="7300" y="2018"/>
                </a:lnTo>
                <a:lnTo>
                  <a:pt x="7446" y="2165"/>
                </a:lnTo>
                <a:lnTo>
                  <a:pt x="7556" y="2275"/>
                </a:lnTo>
                <a:lnTo>
                  <a:pt x="7446" y="2495"/>
                </a:lnTo>
                <a:lnTo>
                  <a:pt x="7263" y="3045"/>
                </a:lnTo>
                <a:lnTo>
                  <a:pt x="7153" y="3265"/>
                </a:lnTo>
                <a:lnTo>
                  <a:pt x="7043" y="3485"/>
                </a:lnTo>
                <a:lnTo>
                  <a:pt x="6933" y="3705"/>
                </a:lnTo>
                <a:lnTo>
                  <a:pt x="6896" y="3926"/>
                </a:lnTo>
                <a:lnTo>
                  <a:pt x="6896" y="3999"/>
                </a:lnTo>
                <a:lnTo>
                  <a:pt x="6970" y="4036"/>
                </a:lnTo>
                <a:lnTo>
                  <a:pt x="7043" y="4072"/>
                </a:lnTo>
                <a:lnTo>
                  <a:pt x="7116" y="4036"/>
                </a:lnTo>
                <a:lnTo>
                  <a:pt x="7263" y="3889"/>
                </a:lnTo>
                <a:lnTo>
                  <a:pt x="7410" y="3705"/>
                </a:lnTo>
                <a:lnTo>
                  <a:pt x="7593" y="3265"/>
                </a:lnTo>
                <a:lnTo>
                  <a:pt x="7777" y="2715"/>
                </a:lnTo>
                <a:lnTo>
                  <a:pt x="7813" y="2458"/>
                </a:lnTo>
                <a:lnTo>
                  <a:pt x="7813" y="2422"/>
                </a:lnTo>
                <a:lnTo>
                  <a:pt x="8363" y="2678"/>
                </a:lnTo>
                <a:lnTo>
                  <a:pt x="8584" y="2862"/>
                </a:lnTo>
                <a:lnTo>
                  <a:pt x="8694" y="3009"/>
                </a:lnTo>
                <a:lnTo>
                  <a:pt x="8804" y="3155"/>
                </a:lnTo>
                <a:lnTo>
                  <a:pt x="8877" y="3302"/>
                </a:lnTo>
                <a:lnTo>
                  <a:pt x="8877" y="3449"/>
                </a:lnTo>
                <a:lnTo>
                  <a:pt x="8840" y="3595"/>
                </a:lnTo>
                <a:lnTo>
                  <a:pt x="8694" y="3705"/>
                </a:lnTo>
                <a:lnTo>
                  <a:pt x="8620" y="3779"/>
                </a:lnTo>
                <a:lnTo>
                  <a:pt x="8584" y="3852"/>
                </a:lnTo>
                <a:lnTo>
                  <a:pt x="8584" y="3926"/>
                </a:lnTo>
                <a:lnTo>
                  <a:pt x="8620" y="3999"/>
                </a:lnTo>
                <a:lnTo>
                  <a:pt x="8657" y="4072"/>
                </a:lnTo>
                <a:lnTo>
                  <a:pt x="8730" y="4109"/>
                </a:lnTo>
                <a:lnTo>
                  <a:pt x="8840" y="4109"/>
                </a:lnTo>
                <a:lnTo>
                  <a:pt x="8914" y="4072"/>
                </a:lnTo>
                <a:lnTo>
                  <a:pt x="9097" y="3926"/>
                </a:lnTo>
                <a:lnTo>
                  <a:pt x="9207" y="3779"/>
                </a:lnTo>
                <a:lnTo>
                  <a:pt x="9281" y="3595"/>
                </a:lnTo>
                <a:lnTo>
                  <a:pt x="9281" y="3412"/>
                </a:lnTo>
                <a:lnTo>
                  <a:pt x="9281" y="3192"/>
                </a:lnTo>
                <a:lnTo>
                  <a:pt x="9207" y="3009"/>
                </a:lnTo>
                <a:lnTo>
                  <a:pt x="9097" y="2825"/>
                </a:lnTo>
                <a:lnTo>
                  <a:pt x="8987" y="2642"/>
                </a:lnTo>
                <a:lnTo>
                  <a:pt x="8804" y="2458"/>
                </a:lnTo>
                <a:lnTo>
                  <a:pt x="8584" y="2348"/>
                </a:lnTo>
                <a:lnTo>
                  <a:pt x="8107" y="2091"/>
                </a:lnTo>
                <a:lnTo>
                  <a:pt x="7887" y="1981"/>
                </a:lnTo>
                <a:lnTo>
                  <a:pt x="7593" y="1798"/>
                </a:lnTo>
                <a:lnTo>
                  <a:pt x="7446" y="1651"/>
                </a:lnTo>
                <a:lnTo>
                  <a:pt x="7373" y="1541"/>
                </a:lnTo>
                <a:lnTo>
                  <a:pt x="7336" y="1431"/>
                </a:lnTo>
                <a:lnTo>
                  <a:pt x="7373" y="1284"/>
                </a:lnTo>
                <a:lnTo>
                  <a:pt x="7483" y="1358"/>
                </a:lnTo>
                <a:lnTo>
                  <a:pt x="7556" y="1358"/>
                </a:lnTo>
                <a:lnTo>
                  <a:pt x="7593" y="1321"/>
                </a:lnTo>
                <a:lnTo>
                  <a:pt x="7630" y="1248"/>
                </a:lnTo>
                <a:lnTo>
                  <a:pt x="7703" y="1138"/>
                </a:lnTo>
                <a:lnTo>
                  <a:pt x="7813" y="954"/>
                </a:lnTo>
                <a:lnTo>
                  <a:pt x="7923" y="808"/>
                </a:lnTo>
                <a:lnTo>
                  <a:pt x="8107" y="698"/>
                </a:lnTo>
                <a:lnTo>
                  <a:pt x="8290" y="624"/>
                </a:lnTo>
                <a:lnTo>
                  <a:pt x="8474" y="588"/>
                </a:lnTo>
                <a:lnTo>
                  <a:pt x="8694" y="551"/>
                </a:lnTo>
                <a:lnTo>
                  <a:pt x="9060" y="514"/>
                </a:lnTo>
                <a:close/>
                <a:moveTo>
                  <a:pt x="13279" y="9318"/>
                </a:moveTo>
                <a:lnTo>
                  <a:pt x="13426" y="9428"/>
                </a:lnTo>
                <a:lnTo>
                  <a:pt x="13426" y="9464"/>
                </a:lnTo>
                <a:lnTo>
                  <a:pt x="13352" y="9464"/>
                </a:lnTo>
                <a:lnTo>
                  <a:pt x="13242" y="9538"/>
                </a:lnTo>
                <a:lnTo>
                  <a:pt x="12985" y="9868"/>
                </a:lnTo>
                <a:lnTo>
                  <a:pt x="12692" y="10198"/>
                </a:lnTo>
                <a:lnTo>
                  <a:pt x="12362" y="10492"/>
                </a:lnTo>
                <a:lnTo>
                  <a:pt x="12032" y="10748"/>
                </a:lnTo>
                <a:lnTo>
                  <a:pt x="11445" y="11078"/>
                </a:lnTo>
                <a:lnTo>
                  <a:pt x="10858" y="11409"/>
                </a:lnTo>
                <a:lnTo>
                  <a:pt x="10638" y="11372"/>
                </a:lnTo>
                <a:lnTo>
                  <a:pt x="10418" y="11299"/>
                </a:lnTo>
                <a:lnTo>
                  <a:pt x="10234" y="11188"/>
                </a:lnTo>
                <a:lnTo>
                  <a:pt x="10051" y="11078"/>
                </a:lnTo>
                <a:lnTo>
                  <a:pt x="10491" y="11005"/>
                </a:lnTo>
                <a:lnTo>
                  <a:pt x="10895" y="10858"/>
                </a:lnTo>
                <a:lnTo>
                  <a:pt x="11298" y="10675"/>
                </a:lnTo>
                <a:lnTo>
                  <a:pt x="11702" y="10492"/>
                </a:lnTo>
                <a:lnTo>
                  <a:pt x="12142" y="10235"/>
                </a:lnTo>
                <a:lnTo>
                  <a:pt x="12545" y="9941"/>
                </a:lnTo>
                <a:lnTo>
                  <a:pt x="12912" y="9648"/>
                </a:lnTo>
                <a:lnTo>
                  <a:pt x="13279" y="9318"/>
                </a:lnTo>
                <a:close/>
                <a:moveTo>
                  <a:pt x="13609" y="9648"/>
                </a:moveTo>
                <a:lnTo>
                  <a:pt x="13719" y="9795"/>
                </a:lnTo>
                <a:lnTo>
                  <a:pt x="13792" y="9978"/>
                </a:lnTo>
                <a:lnTo>
                  <a:pt x="13939" y="10345"/>
                </a:lnTo>
                <a:lnTo>
                  <a:pt x="13939" y="10602"/>
                </a:lnTo>
                <a:lnTo>
                  <a:pt x="13939" y="10858"/>
                </a:lnTo>
                <a:lnTo>
                  <a:pt x="13866" y="10968"/>
                </a:lnTo>
                <a:lnTo>
                  <a:pt x="13829" y="10932"/>
                </a:lnTo>
                <a:lnTo>
                  <a:pt x="13719" y="10932"/>
                </a:lnTo>
                <a:lnTo>
                  <a:pt x="13719" y="10968"/>
                </a:lnTo>
                <a:lnTo>
                  <a:pt x="13609" y="11188"/>
                </a:lnTo>
                <a:lnTo>
                  <a:pt x="12765" y="11299"/>
                </a:lnTo>
                <a:lnTo>
                  <a:pt x="12912" y="11188"/>
                </a:lnTo>
                <a:lnTo>
                  <a:pt x="13316" y="10895"/>
                </a:lnTo>
                <a:lnTo>
                  <a:pt x="13682" y="10565"/>
                </a:lnTo>
                <a:lnTo>
                  <a:pt x="13756" y="10492"/>
                </a:lnTo>
                <a:lnTo>
                  <a:pt x="13756" y="10381"/>
                </a:lnTo>
                <a:lnTo>
                  <a:pt x="13719" y="10308"/>
                </a:lnTo>
                <a:lnTo>
                  <a:pt x="13609" y="10271"/>
                </a:lnTo>
                <a:lnTo>
                  <a:pt x="13536" y="10271"/>
                </a:lnTo>
                <a:lnTo>
                  <a:pt x="13462" y="10308"/>
                </a:lnTo>
                <a:lnTo>
                  <a:pt x="13059" y="10638"/>
                </a:lnTo>
                <a:lnTo>
                  <a:pt x="12655" y="10968"/>
                </a:lnTo>
                <a:lnTo>
                  <a:pt x="12398" y="11152"/>
                </a:lnTo>
                <a:lnTo>
                  <a:pt x="12325" y="11225"/>
                </a:lnTo>
                <a:lnTo>
                  <a:pt x="12252" y="11372"/>
                </a:lnTo>
                <a:lnTo>
                  <a:pt x="11665" y="11409"/>
                </a:lnTo>
                <a:lnTo>
                  <a:pt x="11481" y="11445"/>
                </a:lnTo>
                <a:lnTo>
                  <a:pt x="11775" y="11299"/>
                </a:lnTo>
                <a:lnTo>
                  <a:pt x="12068" y="11115"/>
                </a:lnTo>
                <a:lnTo>
                  <a:pt x="12362" y="10932"/>
                </a:lnTo>
                <a:lnTo>
                  <a:pt x="12655" y="10748"/>
                </a:lnTo>
                <a:lnTo>
                  <a:pt x="12912" y="10492"/>
                </a:lnTo>
                <a:lnTo>
                  <a:pt x="13132" y="10271"/>
                </a:lnTo>
                <a:lnTo>
                  <a:pt x="13352" y="10015"/>
                </a:lnTo>
                <a:lnTo>
                  <a:pt x="13572" y="9721"/>
                </a:lnTo>
                <a:lnTo>
                  <a:pt x="13609" y="9648"/>
                </a:lnTo>
                <a:close/>
                <a:moveTo>
                  <a:pt x="9060" y="1"/>
                </a:moveTo>
                <a:lnTo>
                  <a:pt x="8804" y="37"/>
                </a:lnTo>
                <a:lnTo>
                  <a:pt x="8547" y="37"/>
                </a:lnTo>
                <a:lnTo>
                  <a:pt x="8290" y="111"/>
                </a:lnTo>
                <a:lnTo>
                  <a:pt x="8033" y="184"/>
                </a:lnTo>
                <a:lnTo>
                  <a:pt x="7813" y="294"/>
                </a:lnTo>
                <a:lnTo>
                  <a:pt x="7593" y="441"/>
                </a:lnTo>
                <a:lnTo>
                  <a:pt x="7410" y="624"/>
                </a:lnTo>
                <a:lnTo>
                  <a:pt x="7300" y="844"/>
                </a:lnTo>
                <a:lnTo>
                  <a:pt x="6896" y="624"/>
                </a:lnTo>
                <a:lnTo>
                  <a:pt x="6493" y="441"/>
                </a:lnTo>
                <a:lnTo>
                  <a:pt x="6273" y="367"/>
                </a:lnTo>
                <a:lnTo>
                  <a:pt x="6053" y="331"/>
                </a:lnTo>
                <a:lnTo>
                  <a:pt x="5612" y="331"/>
                </a:lnTo>
                <a:lnTo>
                  <a:pt x="5392" y="404"/>
                </a:lnTo>
                <a:lnTo>
                  <a:pt x="5209" y="477"/>
                </a:lnTo>
                <a:lnTo>
                  <a:pt x="5025" y="588"/>
                </a:lnTo>
                <a:lnTo>
                  <a:pt x="4842" y="734"/>
                </a:lnTo>
                <a:lnTo>
                  <a:pt x="4695" y="881"/>
                </a:lnTo>
                <a:lnTo>
                  <a:pt x="4585" y="1064"/>
                </a:lnTo>
                <a:lnTo>
                  <a:pt x="4512" y="1248"/>
                </a:lnTo>
                <a:lnTo>
                  <a:pt x="4475" y="1468"/>
                </a:lnTo>
                <a:lnTo>
                  <a:pt x="4182" y="1505"/>
                </a:lnTo>
                <a:lnTo>
                  <a:pt x="3888" y="1541"/>
                </a:lnTo>
                <a:lnTo>
                  <a:pt x="3595" y="1651"/>
                </a:lnTo>
                <a:lnTo>
                  <a:pt x="3338" y="1798"/>
                </a:lnTo>
                <a:lnTo>
                  <a:pt x="3081" y="1945"/>
                </a:lnTo>
                <a:lnTo>
                  <a:pt x="2861" y="2091"/>
                </a:lnTo>
                <a:lnTo>
                  <a:pt x="2641" y="2312"/>
                </a:lnTo>
                <a:lnTo>
                  <a:pt x="2421" y="2532"/>
                </a:lnTo>
                <a:lnTo>
                  <a:pt x="2238" y="2788"/>
                </a:lnTo>
                <a:lnTo>
                  <a:pt x="2091" y="3082"/>
                </a:lnTo>
                <a:lnTo>
                  <a:pt x="1981" y="3155"/>
                </a:lnTo>
                <a:lnTo>
                  <a:pt x="1834" y="3229"/>
                </a:lnTo>
                <a:lnTo>
                  <a:pt x="1504" y="3375"/>
                </a:lnTo>
                <a:lnTo>
                  <a:pt x="1211" y="3559"/>
                </a:lnTo>
                <a:lnTo>
                  <a:pt x="954" y="3779"/>
                </a:lnTo>
                <a:lnTo>
                  <a:pt x="697" y="3999"/>
                </a:lnTo>
                <a:lnTo>
                  <a:pt x="477" y="4256"/>
                </a:lnTo>
                <a:lnTo>
                  <a:pt x="330" y="4512"/>
                </a:lnTo>
                <a:lnTo>
                  <a:pt x="183" y="4769"/>
                </a:lnTo>
                <a:lnTo>
                  <a:pt x="73" y="5063"/>
                </a:lnTo>
                <a:lnTo>
                  <a:pt x="37" y="5319"/>
                </a:lnTo>
                <a:lnTo>
                  <a:pt x="0" y="5613"/>
                </a:lnTo>
                <a:lnTo>
                  <a:pt x="0" y="5906"/>
                </a:lnTo>
                <a:lnTo>
                  <a:pt x="73" y="6200"/>
                </a:lnTo>
                <a:lnTo>
                  <a:pt x="183" y="6493"/>
                </a:lnTo>
                <a:lnTo>
                  <a:pt x="294" y="6713"/>
                </a:lnTo>
                <a:lnTo>
                  <a:pt x="440" y="6933"/>
                </a:lnTo>
                <a:lnTo>
                  <a:pt x="660" y="7117"/>
                </a:lnTo>
                <a:lnTo>
                  <a:pt x="880" y="7300"/>
                </a:lnTo>
                <a:lnTo>
                  <a:pt x="1064" y="7374"/>
                </a:lnTo>
                <a:lnTo>
                  <a:pt x="1027" y="7594"/>
                </a:lnTo>
                <a:lnTo>
                  <a:pt x="1027" y="7814"/>
                </a:lnTo>
                <a:lnTo>
                  <a:pt x="1064" y="8034"/>
                </a:lnTo>
                <a:lnTo>
                  <a:pt x="1101" y="8217"/>
                </a:lnTo>
                <a:lnTo>
                  <a:pt x="1174" y="8437"/>
                </a:lnTo>
                <a:lnTo>
                  <a:pt x="1284" y="8621"/>
                </a:lnTo>
                <a:lnTo>
                  <a:pt x="1431" y="8804"/>
                </a:lnTo>
                <a:lnTo>
                  <a:pt x="1614" y="8988"/>
                </a:lnTo>
                <a:lnTo>
                  <a:pt x="1797" y="9098"/>
                </a:lnTo>
                <a:lnTo>
                  <a:pt x="1981" y="9208"/>
                </a:lnTo>
                <a:lnTo>
                  <a:pt x="2201" y="9281"/>
                </a:lnTo>
                <a:lnTo>
                  <a:pt x="2421" y="9318"/>
                </a:lnTo>
                <a:lnTo>
                  <a:pt x="2641" y="9354"/>
                </a:lnTo>
                <a:lnTo>
                  <a:pt x="2861" y="9318"/>
                </a:lnTo>
                <a:lnTo>
                  <a:pt x="3081" y="9281"/>
                </a:lnTo>
                <a:lnTo>
                  <a:pt x="3301" y="9208"/>
                </a:lnTo>
                <a:lnTo>
                  <a:pt x="3375" y="9354"/>
                </a:lnTo>
                <a:lnTo>
                  <a:pt x="3448" y="9501"/>
                </a:lnTo>
                <a:lnTo>
                  <a:pt x="3595" y="9648"/>
                </a:lnTo>
                <a:lnTo>
                  <a:pt x="3742" y="9758"/>
                </a:lnTo>
                <a:lnTo>
                  <a:pt x="3925" y="9868"/>
                </a:lnTo>
                <a:lnTo>
                  <a:pt x="4108" y="9905"/>
                </a:lnTo>
                <a:lnTo>
                  <a:pt x="4292" y="9941"/>
                </a:lnTo>
                <a:lnTo>
                  <a:pt x="4475" y="9941"/>
                </a:lnTo>
                <a:lnTo>
                  <a:pt x="4842" y="9905"/>
                </a:lnTo>
                <a:lnTo>
                  <a:pt x="5246" y="9795"/>
                </a:lnTo>
                <a:lnTo>
                  <a:pt x="5686" y="9648"/>
                </a:lnTo>
                <a:lnTo>
                  <a:pt x="6163" y="9574"/>
                </a:lnTo>
                <a:lnTo>
                  <a:pt x="6603" y="9574"/>
                </a:lnTo>
                <a:lnTo>
                  <a:pt x="7080" y="9611"/>
                </a:lnTo>
                <a:lnTo>
                  <a:pt x="7446" y="9648"/>
                </a:lnTo>
                <a:lnTo>
                  <a:pt x="7630" y="9648"/>
                </a:lnTo>
                <a:lnTo>
                  <a:pt x="7813" y="9611"/>
                </a:lnTo>
                <a:lnTo>
                  <a:pt x="7960" y="9721"/>
                </a:lnTo>
                <a:lnTo>
                  <a:pt x="8143" y="9795"/>
                </a:lnTo>
                <a:lnTo>
                  <a:pt x="8327" y="9831"/>
                </a:lnTo>
                <a:lnTo>
                  <a:pt x="8547" y="9868"/>
                </a:lnTo>
                <a:lnTo>
                  <a:pt x="9024" y="9905"/>
                </a:lnTo>
                <a:lnTo>
                  <a:pt x="9391" y="9868"/>
                </a:lnTo>
                <a:lnTo>
                  <a:pt x="9501" y="9868"/>
                </a:lnTo>
                <a:lnTo>
                  <a:pt x="9354" y="10161"/>
                </a:lnTo>
                <a:lnTo>
                  <a:pt x="9317" y="10308"/>
                </a:lnTo>
                <a:lnTo>
                  <a:pt x="9281" y="10492"/>
                </a:lnTo>
                <a:lnTo>
                  <a:pt x="9317" y="10638"/>
                </a:lnTo>
                <a:lnTo>
                  <a:pt x="9354" y="10785"/>
                </a:lnTo>
                <a:lnTo>
                  <a:pt x="9464" y="11078"/>
                </a:lnTo>
                <a:lnTo>
                  <a:pt x="9647" y="11335"/>
                </a:lnTo>
                <a:lnTo>
                  <a:pt x="9831" y="11519"/>
                </a:lnTo>
                <a:lnTo>
                  <a:pt x="9977" y="11629"/>
                </a:lnTo>
                <a:lnTo>
                  <a:pt x="10198" y="11739"/>
                </a:lnTo>
                <a:lnTo>
                  <a:pt x="10381" y="11812"/>
                </a:lnTo>
                <a:lnTo>
                  <a:pt x="10821" y="11922"/>
                </a:lnTo>
                <a:lnTo>
                  <a:pt x="11298" y="11959"/>
                </a:lnTo>
                <a:lnTo>
                  <a:pt x="11775" y="11922"/>
                </a:lnTo>
                <a:lnTo>
                  <a:pt x="12215" y="11885"/>
                </a:lnTo>
                <a:lnTo>
                  <a:pt x="13095" y="11775"/>
                </a:lnTo>
                <a:lnTo>
                  <a:pt x="13939" y="11665"/>
                </a:lnTo>
                <a:lnTo>
                  <a:pt x="14343" y="11555"/>
                </a:lnTo>
                <a:lnTo>
                  <a:pt x="14746" y="11409"/>
                </a:lnTo>
                <a:lnTo>
                  <a:pt x="15076" y="11262"/>
                </a:lnTo>
                <a:lnTo>
                  <a:pt x="15370" y="11042"/>
                </a:lnTo>
                <a:lnTo>
                  <a:pt x="15626" y="10785"/>
                </a:lnTo>
                <a:lnTo>
                  <a:pt x="15847" y="10528"/>
                </a:lnTo>
                <a:lnTo>
                  <a:pt x="16030" y="10235"/>
                </a:lnTo>
                <a:lnTo>
                  <a:pt x="16213" y="9941"/>
                </a:lnTo>
                <a:lnTo>
                  <a:pt x="16360" y="9648"/>
                </a:lnTo>
                <a:lnTo>
                  <a:pt x="16433" y="9318"/>
                </a:lnTo>
                <a:lnTo>
                  <a:pt x="16507" y="8988"/>
                </a:lnTo>
                <a:lnTo>
                  <a:pt x="16543" y="8657"/>
                </a:lnTo>
                <a:lnTo>
                  <a:pt x="16507" y="8327"/>
                </a:lnTo>
                <a:lnTo>
                  <a:pt x="16470" y="7997"/>
                </a:lnTo>
                <a:lnTo>
                  <a:pt x="16690" y="7447"/>
                </a:lnTo>
                <a:lnTo>
                  <a:pt x="16837" y="6933"/>
                </a:lnTo>
                <a:lnTo>
                  <a:pt x="16910" y="6347"/>
                </a:lnTo>
                <a:lnTo>
                  <a:pt x="16910" y="5796"/>
                </a:lnTo>
                <a:lnTo>
                  <a:pt x="16837" y="5429"/>
                </a:lnTo>
                <a:lnTo>
                  <a:pt x="16727" y="5063"/>
                </a:lnTo>
                <a:lnTo>
                  <a:pt x="16654" y="4916"/>
                </a:lnTo>
                <a:lnTo>
                  <a:pt x="16543" y="4769"/>
                </a:lnTo>
                <a:lnTo>
                  <a:pt x="16397" y="4659"/>
                </a:lnTo>
                <a:lnTo>
                  <a:pt x="16250" y="4586"/>
                </a:lnTo>
                <a:lnTo>
                  <a:pt x="16250" y="4146"/>
                </a:lnTo>
                <a:lnTo>
                  <a:pt x="16177" y="3742"/>
                </a:lnTo>
                <a:lnTo>
                  <a:pt x="16030" y="3375"/>
                </a:lnTo>
                <a:lnTo>
                  <a:pt x="15773" y="3009"/>
                </a:lnTo>
                <a:lnTo>
                  <a:pt x="15626" y="2825"/>
                </a:lnTo>
                <a:lnTo>
                  <a:pt x="15443" y="2642"/>
                </a:lnTo>
                <a:lnTo>
                  <a:pt x="15223" y="2495"/>
                </a:lnTo>
                <a:lnTo>
                  <a:pt x="15003" y="2385"/>
                </a:lnTo>
                <a:lnTo>
                  <a:pt x="14746" y="2238"/>
                </a:lnTo>
                <a:lnTo>
                  <a:pt x="14526" y="2055"/>
                </a:lnTo>
                <a:lnTo>
                  <a:pt x="14379" y="1835"/>
                </a:lnTo>
                <a:lnTo>
                  <a:pt x="14233" y="1578"/>
                </a:lnTo>
                <a:lnTo>
                  <a:pt x="14123" y="1358"/>
                </a:lnTo>
                <a:lnTo>
                  <a:pt x="13976" y="1138"/>
                </a:lnTo>
                <a:lnTo>
                  <a:pt x="13829" y="991"/>
                </a:lnTo>
                <a:lnTo>
                  <a:pt x="13682" y="808"/>
                </a:lnTo>
                <a:lnTo>
                  <a:pt x="13499" y="698"/>
                </a:lnTo>
                <a:lnTo>
                  <a:pt x="13279" y="588"/>
                </a:lnTo>
                <a:lnTo>
                  <a:pt x="13059" y="514"/>
                </a:lnTo>
                <a:lnTo>
                  <a:pt x="12802" y="441"/>
                </a:lnTo>
                <a:lnTo>
                  <a:pt x="12362" y="441"/>
                </a:lnTo>
                <a:lnTo>
                  <a:pt x="11885" y="477"/>
                </a:lnTo>
                <a:lnTo>
                  <a:pt x="11408" y="588"/>
                </a:lnTo>
                <a:lnTo>
                  <a:pt x="10968" y="698"/>
                </a:lnTo>
                <a:lnTo>
                  <a:pt x="10821" y="514"/>
                </a:lnTo>
                <a:lnTo>
                  <a:pt x="10601" y="331"/>
                </a:lnTo>
                <a:lnTo>
                  <a:pt x="10381" y="221"/>
                </a:lnTo>
                <a:lnTo>
                  <a:pt x="10124" y="147"/>
                </a:lnTo>
                <a:lnTo>
                  <a:pt x="9867" y="74"/>
                </a:lnTo>
                <a:lnTo>
                  <a:pt x="9574" y="37"/>
                </a:lnTo>
                <a:lnTo>
                  <a:pt x="9060" y="1"/>
                </a:lnTo>
                <a:close/>
              </a:path>
            </a:pathLst>
          </a:custGeom>
          <a:solidFill>
            <a:srgbClr val="3C78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42" name="Google Shape;242;p3"/>
          <p:cNvSpPr/>
          <p:nvPr/>
        </p:nvSpPr>
        <p:spPr>
          <a:xfrm rot="-5400000">
            <a:off x="3845007" y="5309640"/>
            <a:ext cx="373208" cy="477288"/>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3C78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43" name="Google Shape;243;p3"/>
          <p:cNvSpPr/>
          <p:nvPr/>
        </p:nvSpPr>
        <p:spPr>
          <a:xfrm>
            <a:off x="3812064" y="5826928"/>
            <a:ext cx="503611" cy="568851"/>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44" name="Google Shape;244;p3"/>
          <p:cNvSpPr/>
          <p:nvPr/>
        </p:nvSpPr>
        <p:spPr>
          <a:xfrm>
            <a:off x="345284" y="6610610"/>
            <a:ext cx="514731" cy="344087"/>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45" name="Google Shape;245;p3"/>
          <p:cNvSpPr/>
          <p:nvPr/>
        </p:nvSpPr>
        <p:spPr>
          <a:xfrm>
            <a:off x="3975760" y="6513509"/>
            <a:ext cx="233123" cy="249763"/>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Tree>
    <p:extLst>
      <p:ext uri="{BB962C8B-B14F-4D97-AF65-F5344CB8AC3E}">
        <p14:creationId xmlns:p14="http://schemas.microsoft.com/office/powerpoint/2010/main" val="2252348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63717A-E3C1-4BED-ABE0-B7069385E023}" type="datetimeFigureOut">
              <a:rPr lang="en-US" smtClean="0"/>
              <a:t>6/19/2026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E6F5B0-BCF1-4291-802C-4ED5F9057036}" type="slidenum">
              <a:rPr lang="en-US" smtClean="0"/>
              <a:t>‹#›</a:t>
            </a:fld>
            <a:endParaRPr lang="en-US"/>
          </a:p>
        </p:txBody>
      </p:sp>
      <p:pic>
        <p:nvPicPr>
          <p:cNvPr id="1026" name="Picture 2" descr="United States Department of Justice - Wikipedia"/>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1304663" y="6429241"/>
            <a:ext cx="379628" cy="37962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OJP PMP Login"/>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1684291" y="6519834"/>
            <a:ext cx="420444" cy="20164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University of Baltimore Issues Marketing RFP - PR News"/>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154993" y="6286831"/>
            <a:ext cx="1571896" cy="66444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File:Towson University logo horiz 2019.png - Wikimedia Commons"/>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1272985" y="6456351"/>
            <a:ext cx="1202235" cy="41444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7DDB1593-4500-26FF-E48D-776123D2C705}"/>
              </a:ext>
            </a:extLst>
          </p:cNvPr>
          <p:cNvPicPr>
            <a:picLocks noChangeAspect="1" noChangeArrowheads="1"/>
          </p:cNvPicPr>
          <p:nvPr userDrawn="1"/>
        </p:nvPicPr>
        <p:blipFill>
          <a:blip r:embed="rId18">
            <a:extLst>
              <a:ext uri="{28A0092B-C50C-407E-A947-70E740481C1C}">
                <a14:useLocalDpi xmlns:a14="http://schemas.microsoft.com/office/drawing/2010/main" val="0"/>
              </a:ext>
            </a:extLst>
          </a:blip>
          <a:srcRect/>
          <a:stretch/>
        </p:blipFill>
        <p:spPr bwMode="auto">
          <a:xfrm>
            <a:off x="0" y="6176963"/>
            <a:ext cx="12225864" cy="681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35741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01.png"/><Relationship Id="rId5" Type="http://schemas.openxmlformats.org/officeDocument/2006/relationships/customXml" Target="../ink/ink2.xml"/><Relationship Id="rId10" Type="http://schemas.openxmlformats.org/officeDocument/2006/relationships/image" Target="../media/image12.png"/><Relationship Id="rId4" Type="http://schemas.openxmlformats.org/officeDocument/2006/relationships/image" Target="../media/image91.png"/><Relationship Id="rId9" Type="http://schemas.openxmlformats.org/officeDocument/2006/relationships/customXml" Target="../ink/ink4.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image" Target="../media/image190.png"/><Relationship Id="rId13" Type="http://schemas.openxmlformats.org/officeDocument/2006/relationships/customXml" Target="../ink/ink9.xml"/><Relationship Id="rId3" Type="http://schemas.openxmlformats.org/officeDocument/2006/relationships/image" Target="../media/image19.png"/><Relationship Id="rId7" Type="http://schemas.openxmlformats.org/officeDocument/2006/relationships/customXml" Target="../ink/ink6.xml"/><Relationship Id="rId12" Type="http://schemas.openxmlformats.org/officeDocument/2006/relationships/image" Target="../media/image210.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80.png"/><Relationship Id="rId11" Type="http://schemas.openxmlformats.org/officeDocument/2006/relationships/customXml" Target="../ink/ink8.xml"/><Relationship Id="rId5" Type="http://schemas.openxmlformats.org/officeDocument/2006/relationships/customXml" Target="../ink/ink5.xml"/><Relationship Id="rId10" Type="http://schemas.openxmlformats.org/officeDocument/2006/relationships/image" Target="../media/image200.png"/><Relationship Id="rId4" Type="http://schemas.openxmlformats.org/officeDocument/2006/relationships/image" Target="../media/image18.png"/><Relationship Id="rId9" Type="http://schemas.openxmlformats.org/officeDocument/2006/relationships/customXml" Target="../ink/ink7.xml"/><Relationship Id="rId14"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21.jpeg"/><Relationship Id="rId7" Type="http://schemas.openxmlformats.org/officeDocument/2006/relationships/customXml" Target="../ink/ink11.xml"/><Relationship Id="rId2" Type="http://schemas.openxmlformats.org/officeDocument/2006/relationships/image" Target="../media/image20.jpeg"/><Relationship Id="rId1" Type="http://schemas.openxmlformats.org/officeDocument/2006/relationships/slideLayout" Target="../slideLayouts/slideLayout7.xml"/><Relationship Id="rId6" Type="http://schemas.openxmlformats.org/officeDocument/2006/relationships/image" Target="../media/image90.png"/><Relationship Id="rId5" Type="http://schemas.openxmlformats.org/officeDocument/2006/relationships/customXml" Target="../ink/ink10.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26.png"/><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46.png"/></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48.png"/></Relationships>
</file>

<file path=ppt/slides/_rels/slide3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6.xml"/><Relationship Id="rId4" Type="http://schemas.openxmlformats.org/officeDocument/2006/relationships/image" Target="../media/image55.png"/></Relationships>
</file>

<file path=ppt/slides/_rels/slide4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7.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0.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4.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26.png"/><Relationship Id="rId5" Type="http://schemas.openxmlformats.org/officeDocument/2006/relationships/image" Target="../media/image63.png"/><Relationship Id="rId4" Type="http://schemas.openxmlformats.org/officeDocument/2006/relationships/image" Target="../media/image62.png"/></Relationships>
</file>

<file path=ppt/slides/_rels/slide4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6.xml"/><Relationship Id="rId4" Type="http://schemas.openxmlformats.org/officeDocument/2006/relationships/image" Target="../media/image6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26.png"/><Relationship Id="rId5" Type="http://schemas.openxmlformats.org/officeDocument/2006/relationships/image" Target="../media/image75.png"/><Relationship Id="rId4" Type="http://schemas.openxmlformats.org/officeDocument/2006/relationships/image" Target="../media/image74.png"/></Relationships>
</file>

<file path=ppt/slides/_rels/slide5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6.xml"/><Relationship Id="rId4" Type="http://schemas.openxmlformats.org/officeDocument/2006/relationships/image" Target="../media/image78.png"/></Relationships>
</file>

<file path=ppt/slides/_rels/slide5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lstStyle/>
          <a:p>
            <a:r>
              <a:rPr lang="en-US" dirty="0"/>
              <a:t>Linux OS For Forensics</a:t>
            </a:r>
          </a:p>
        </p:txBody>
      </p:sp>
      <p:sp>
        <p:nvSpPr>
          <p:cNvPr id="7" name="Subtitle 6">
            <a:extLst>
              <a:ext uri="{FF2B5EF4-FFF2-40B4-BE49-F238E27FC236}">
                <a16:creationId xmlns:a16="http://schemas.microsoft.com/office/drawing/2014/main" id="{F2871076-CFC8-4CD5-BF65-ECB4ACAEF8D8}"/>
              </a:ext>
            </a:extLst>
          </p:cNvPr>
          <p:cNvSpPr>
            <a:spLocks noGrp="1"/>
          </p:cNvSpPr>
          <p:nvPr>
            <p:ph type="subTitle" idx="1"/>
          </p:nvPr>
        </p:nvSpPr>
        <p:spPr/>
        <p:txBody>
          <a:bodyPr/>
          <a:lstStyle/>
          <a:p>
            <a:endParaRPr lang="en-US" dirty="0"/>
          </a:p>
        </p:txBody>
      </p:sp>
      <p:pic>
        <p:nvPicPr>
          <p:cNvPr id="4" name="Picture 3">
            <a:extLst>
              <a:ext uri="{FF2B5EF4-FFF2-40B4-BE49-F238E27FC236}">
                <a16:creationId xmlns:a16="http://schemas.microsoft.com/office/drawing/2014/main" id="{94B0131F-1AEC-4AF1-B829-66619748423D}"/>
              </a:ext>
            </a:extLst>
          </p:cNvPr>
          <p:cNvPicPr>
            <a:picLocks noChangeAspect="1"/>
          </p:cNvPicPr>
          <p:nvPr/>
        </p:nvPicPr>
        <p:blipFill rotWithShape="1">
          <a:blip r:embed="rId2"/>
          <a:srcRect r="42638" b="52891"/>
          <a:stretch/>
        </p:blipFill>
        <p:spPr>
          <a:xfrm>
            <a:off x="9224162" y="178381"/>
            <a:ext cx="2887676" cy="1795889"/>
          </a:xfrm>
          <a:prstGeom prst="rect">
            <a:avLst/>
          </a:prstGeom>
        </p:spPr>
      </p:pic>
    </p:spTree>
    <p:extLst>
      <p:ext uri="{BB962C8B-B14F-4D97-AF65-F5344CB8AC3E}">
        <p14:creationId xmlns:p14="http://schemas.microsoft.com/office/powerpoint/2010/main" val="13250612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BE4D6EB-8B42-4167-9B41-B77F0C7A20B2}"/>
              </a:ext>
            </a:extLst>
          </p:cNvPr>
          <p:cNvSpPr>
            <a:spLocks noGrp="1"/>
          </p:cNvSpPr>
          <p:nvPr>
            <p:ph type="title"/>
          </p:nvPr>
        </p:nvSpPr>
        <p:spPr>
          <a:xfrm>
            <a:off x="838200" y="365125"/>
            <a:ext cx="10515600" cy="1325563"/>
          </a:xfrm>
        </p:spPr>
        <p:txBody>
          <a:bodyPr/>
          <a:lstStyle/>
          <a:p>
            <a:r>
              <a:rPr lang="en-GB"/>
              <a:t>Overview</a:t>
            </a:r>
            <a:endParaRPr lang="en-US" dirty="0"/>
          </a:p>
        </p:txBody>
      </p:sp>
      <p:sp>
        <p:nvSpPr>
          <p:cNvPr id="5" name="Content Placeholder 4">
            <a:extLst>
              <a:ext uri="{FF2B5EF4-FFF2-40B4-BE49-F238E27FC236}">
                <a16:creationId xmlns:a16="http://schemas.microsoft.com/office/drawing/2014/main" id="{AA7D2DDE-BF6D-459D-9188-84B17B477993}"/>
              </a:ext>
            </a:extLst>
          </p:cNvPr>
          <p:cNvSpPr>
            <a:spLocks noGrp="1"/>
          </p:cNvSpPr>
          <p:nvPr>
            <p:ph idx="1"/>
          </p:nvPr>
        </p:nvSpPr>
        <p:spPr>
          <a:xfrm>
            <a:off x="838200" y="1825625"/>
            <a:ext cx="10515600" cy="4351338"/>
          </a:xfrm>
        </p:spPr>
        <p:txBody>
          <a:bodyPr>
            <a:normAutofit/>
          </a:bodyPr>
          <a:lstStyle/>
          <a:p>
            <a:r>
              <a:rPr lang="en-GB" dirty="0"/>
              <a:t>Introduction to OS and file Systems</a:t>
            </a:r>
          </a:p>
          <a:p>
            <a:r>
              <a:rPr lang="en-GB" dirty="0"/>
              <a:t>Virtual file system</a:t>
            </a:r>
          </a:p>
          <a:p>
            <a:r>
              <a:rPr lang="en-GB" dirty="0"/>
              <a:t>File structure</a:t>
            </a:r>
          </a:p>
          <a:p>
            <a:r>
              <a:rPr lang="en-GB" dirty="0"/>
              <a:t>Path and path variable </a:t>
            </a:r>
          </a:p>
          <a:p>
            <a:r>
              <a:rPr lang="en-GB" dirty="0"/>
              <a:t>Linux commands</a:t>
            </a:r>
          </a:p>
          <a:p>
            <a:endParaRPr lang="en-US" dirty="0"/>
          </a:p>
        </p:txBody>
      </p:sp>
    </p:spTree>
    <p:extLst>
      <p:ext uri="{BB962C8B-B14F-4D97-AF65-F5344CB8AC3E}">
        <p14:creationId xmlns:p14="http://schemas.microsoft.com/office/powerpoint/2010/main" val="593614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31C78D-78A1-49DC-B782-F890DF224CF4}"/>
              </a:ext>
            </a:extLst>
          </p:cNvPr>
          <p:cNvSpPr>
            <a:spLocks noGrp="1"/>
          </p:cNvSpPr>
          <p:nvPr>
            <p:ph type="title"/>
          </p:nvPr>
        </p:nvSpPr>
        <p:spPr>
          <a:xfrm>
            <a:off x="831850" y="1709738"/>
            <a:ext cx="10515600" cy="2852737"/>
          </a:xfrm>
        </p:spPr>
        <p:txBody>
          <a:bodyPr/>
          <a:lstStyle/>
          <a:p>
            <a:r>
              <a:rPr lang="en-GB" dirty="0"/>
              <a:t>OS and File Systems</a:t>
            </a:r>
            <a:endParaRPr lang="en-US" dirty="0"/>
          </a:p>
        </p:txBody>
      </p:sp>
      <p:sp>
        <p:nvSpPr>
          <p:cNvPr id="7" name="Text Placeholder 6">
            <a:extLst>
              <a:ext uri="{FF2B5EF4-FFF2-40B4-BE49-F238E27FC236}">
                <a16:creationId xmlns:a16="http://schemas.microsoft.com/office/drawing/2014/main" id="{884E09AA-5D92-4777-86E9-8B970559F012}"/>
              </a:ext>
            </a:extLst>
          </p:cNvPr>
          <p:cNvSpPr>
            <a:spLocks noGrp="1"/>
          </p:cNvSpPr>
          <p:nvPr>
            <p:ph type="body" idx="1"/>
          </p:nvPr>
        </p:nvSpPr>
        <p:spPr/>
        <p:txBody>
          <a:bodyPr/>
          <a:lstStyle/>
          <a:p>
            <a:endParaRPr lang="en-US"/>
          </a:p>
        </p:txBody>
      </p:sp>
      <p:pic>
        <p:nvPicPr>
          <p:cNvPr id="1028" name="Picture 4" descr="What is File System in Windows Operating Systems?">
            <a:extLst>
              <a:ext uri="{FF2B5EF4-FFF2-40B4-BE49-F238E27FC236}">
                <a16:creationId xmlns:a16="http://schemas.microsoft.com/office/drawing/2014/main" id="{B9366814-3565-4937-98C4-5C1391E339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5620" y="3940480"/>
            <a:ext cx="4937496" cy="279815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What Is the Most Popular Operating System?">
            <a:extLst>
              <a:ext uri="{FF2B5EF4-FFF2-40B4-BE49-F238E27FC236}">
                <a16:creationId xmlns:a16="http://schemas.microsoft.com/office/drawing/2014/main" id="{7B27D645-11DC-3C58-12C0-8C42113FD8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2850" y="577188"/>
            <a:ext cx="9753600" cy="1924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5141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1C159DE2-C218-3FA2-8FA4-88C586E6C0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4450"/>
            <a:ext cx="12192000" cy="6769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6065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1B048-CA3B-A14E-B0B3-CAACB45DF66C}"/>
              </a:ext>
            </a:extLst>
          </p:cNvPr>
          <p:cNvSpPr>
            <a:spLocks noGrp="1"/>
          </p:cNvSpPr>
          <p:nvPr>
            <p:ph type="title"/>
          </p:nvPr>
        </p:nvSpPr>
        <p:spPr/>
        <p:txBody>
          <a:bodyPr/>
          <a:lstStyle/>
          <a:p>
            <a:r>
              <a:rPr lang="en-US" dirty="0"/>
              <a:t>Common features of OS</a:t>
            </a:r>
          </a:p>
        </p:txBody>
      </p:sp>
      <p:sp>
        <p:nvSpPr>
          <p:cNvPr id="3" name="Content Placeholder 2">
            <a:extLst>
              <a:ext uri="{FF2B5EF4-FFF2-40B4-BE49-F238E27FC236}">
                <a16:creationId xmlns:a16="http://schemas.microsoft.com/office/drawing/2014/main" id="{9A9C0C4B-4004-09C1-8D65-8D612C3FDEBF}"/>
              </a:ext>
            </a:extLst>
          </p:cNvPr>
          <p:cNvSpPr>
            <a:spLocks noGrp="1"/>
          </p:cNvSpPr>
          <p:nvPr>
            <p:ph idx="1"/>
          </p:nvPr>
        </p:nvSpPr>
        <p:spPr/>
        <p:txBody>
          <a:bodyPr/>
          <a:lstStyle/>
          <a:p>
            <a:r>
              <a:rPr lang="en-GB" dirty="0"/>
              <a:t>Process management</a:t>
            </a:r>
          </a:p>
          <a:p>
            <a:r>
              <a:rPr lang="en-GB" dirty="0"/>
              <a:t>Memory management</a:t>
            </a:r>
          </a:p>
          <a:p>
            <a:r>
              <a:rPr lang="en-GB" dirty="0">
                <a:highlight>
                  <a:srgbClr val="FFFF00"/>
                </a:highlight>
              </a:rPr>
              <a:t>File system</a:t>
            </a:r>
          </a:p>
          <a:p>
            <a:r>
              <a:rPr lang="en-GB" dirty="0"/>
              <a:t>Device drivers</a:t>
            </a:r>
          </a:p>
          <a:p>
            <a:r>
              <a:rPr lang="en-GB" dirty="0"/>
              <a:t>Networking</a:t>
            </a:r>
          </a:p>
          <a:p>
            <a:r>
              <a:rPr lang="en-GB" dirty="0"/>
              <a:t>Security</a:t>
            </a:r>
          </a:p>
          <a:p>
            <a:r>
              <a:rPr lang="en-GB" dirty="0"/>
              <a:t>I/O</a:t>
            </a:r>
            <a:endParaRPr lang="en-US" dirty="0"/>
          </a:p>
        </p:txBody>
      </p:sp>
      <p:pic>
        <p:nvPicPr>
          <p:cNvPr id="1026" name="Picture 2">
            <a:extLst>
              <a:ext uri="{FF2B5EF4-FFF2-40B4-BE49-F238E27FC236}">
                <a16:creationId xmlns:a16="http://schemas.microsoft.com/office/drawing/2014/main" id="{523B010E-086D-8D66-BC5C-B3AC615915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26537" y="681037"/>
            <a:ext cx="3999182" cy="591394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CD4DDFF-F51D-E06F-BED0-53E5B22A9BDC}"/>
              </a:ext>
            </a:extLst>
          </p:cNvPr>
          <p:cNvSpPr txBox="1"/>
          <p:nvPr/>
        </p:nvSpPr>
        <p:spPr>
          <a:xfrm>
            <a:off x="7880734" y="6468306"/>
            <a:ext cx="3344985" cy="261610"/>
          </a:xfrm>
          <a:prstGeom prst="rect">
            <a:avLst/>
          </a:prstGeom>
          <a:noFill/>
        </p:spPr>
        <p:txBody>
          <a:bodyPr wrap="square">
            <a:spAutoFit/>
          </a:bodyPr>
          <a:lstStyle/>
          <a:p>
            <a:r>
              <a:rPr lang="en-US" sz="1100" dirty="0"/>
              <a:t>https://en.wikipedia.org/wiki/Operating_system</a:t>
            </a:r>
          </a:p>
        </p:txBody>
      </p:sp>
      <p:grpSp>
        <p:nvGrpSpPr>
          <p:cNvPr id="7" name="Group 6">
            <a:extLst>
              <a:ext uri="{FF2B5EF4-FFF2-40B4-BE49-F238E27FC236}">
                <a16:creationId xmlns:a16="http://schemas.microsoft.com/office/drawing/2014/main" id="{C57F92D0-FC5E-7690-6978-1B7928E38DEE}"/>
              </a:ext>
            </a:extLst>
          </p:cNvPr>
          <p:cNvGrpSpPr/>
          <p:nvPr/>
        </p:nvGrpSpPr>
        <p:grpSpPr>
          <a:xfrm>
            <a:off x="4284218" y="1822587"/>
            <a:ext cx="3006360" cy="2251440"/>
            <a:chOff x="4301212" y="2000717"/>
            <a:chExt cx="3006360" cy="2251440"/>
          </a:xfrm>
        </p:grpSpPr>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773E91FA-1618-3425-E528-2F7C69C63833}"/>
                    </a:ext>
                  </a:extLst>
                </p14:cNvPr>
                <p14:cNvContentPartPr/>
                <p14:nvPr/>
              </p14:nvContentPartPr>
              <p14:xfrm>
                <a:off x="4436932" y="2158757"/>
                <a:ext cx="2870640" cy="2093400"/>
              </p14:xfrm>
            </p:contentPart>
          </mc:Choice>
          <mc:Fallback xmlns="">
            <p:pic>
              <p:nvPicPr>
                <p:cNvPr id="4" name="Ink 3">
                  <a:extLst>
                    <a:ext uri="{FF2B5EF4-FFF2-40B4-BE49-F238E27FC236}">
                      <a16:creationId xmlns:a16="http://schemas.microsoft.com/office/drawing/2014/main" id="{773E91FA-1618-3425-E528-2F7C69C63833}"/>
                    </a:ext>
                  </a:extLst>
                </p:cNvPr>
                <p:cNvPicPr/>
                <p:nvPr/>
              </p:nvPicPr>
              <p:blipFill>
                <a:blip r:embed="rId4"/>
                <a:stretch>
                  <a:fillRect/>
                </a:stretch>
              </p:blipFill>
              <p:spPr>
                <a:xfrm>
                  <a:off x="4418932" y="2140757"/>
                  <a:ext cx="2906280" cy="2129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F05A7F8C-62A2-BFF5-356A-284922675BBF}"/>
                    </a:ext>
                  </a:extLst>
                </p14:cNvPr>
                <p14:cNvContentPartPr/>
                <p14:nvPr/>
              </p14:nvContentPartPr>
              <p14:xfrm>
                <a:off x="4301212" y="2000717"/>
                <a:ext cx="231840" cy="309960"/>
              </p14:xfrm>
            </p:contentPart>
          </mc:Choice>
          <mc:Fallback xmlns="">
            <p:pic>
              <p:nvPicPr>
                <p:cNvPr id="6" name="Ink 5">
                  <a:extLst>
                    <a:ext uri="{FF2B5EF4-FFF2-40B4-BE49-F238E27FC236}">
                      <a16:creationId xmlns:a16="http://schemas.microsoft.com/office/drawing/2014/main" id="{F05A7F8C-62A2-BFF5-356A-284922675BBF}"/>
                    </a:ext>
                  </a:extLst>
                </p:cNvPr>
                <p:cNvPicPr/>
                <p:nvPr/>
              </p:nvPicPr>
              <p:blipFill>
                <a:blip r:embed="rId6"/>
                <a:stretch>
                  <a:fillRect/>
                </a:stretch>
              </p:blipFill>
              <p:spPr>
                <a:xfrm>
                  <a:off x="4283212" y="1982717"/>
                  <a:ext cx="267480" cy="345600"/>
                </a:xfrm>
                <a:prstGeom prst="rect">
                  <a:avLst/>
                </a:prstGeom>
              </p:spPr>
            </p:pic>
          </mc:Fallback>
        </mc:AlternateContent>
      </p:grpSp>
      <p:grpSp>
        <p:nvGrpSpPr>
          <p:cNvPr id="10" name="Group 9">
            <a:extLst>
              <a:ext uri="{FF2B5EF4-FFF2-40B4-BE49-F238E27FC236}">
                <a16:creationId xmlns:a16="http://schemas.microsoft.com/office/drawing/2014/main" id="{C172E48D-2617-FDA6-63AC-2303890321BF}"/>
              </a:ext>
            </a:extLst>
          </p:cNvPr>
          <p:cNvGrpSpPr/>
          <p:nvPr/>
        </p:nvGrpSpPr>
        <p:grpSpPr>
          <a:xfrm>
            <a:off x="2165297" y="4070988"/>
            <a:ext cx="5061240" cy="1387440"/>
            <a:chOff x="2105572" y="4360157"/>
            <a:chExt cx="5061240" cy="1387440"/>
          </a:xfrm>
        </p:grpSpPr>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1C018BE5-11FC-A0ED-5046-4DB22B425EFC}"/>
                    </a:ext>
                  </a:extLst>
                </p14:cNvPr>
                <p14:cNvContentPartPr/>
                <p14:nvPr/>
              </p14:nvContentPartPr>
              <p14:xfrm>
                <a:off x="2125012" y="4360157"/>
                <a:ext cx="5041800" cy="1167840"/>
              </p14:xfrm>
            </p:contentPart>
          </mc:Choice>
          <mc:Fallback xmlns="">
            <p:pic>
              <p:nvPicPr>
                <p:cNvPr id="8" name="Ink 7">
                  <a:extLst>
                    <a:ext uri="{FF2B5EF4-FFF2-40B4-BE49-F238E27FC236}">
                      <a16:creationId xmlns:a16="http://schemas.microsoft.com/office/drawing/2014/main" id="{1C018BE5-11FC-A0ED-5046-4DB22B425EFC}"/>
                    </a:ext>
                  </a:extLst>
                </p:cNvPr>
                <p:cNvPicPr/>
                <p:nvPr/>
              </p:nvPicPr>
              <p:blipFill>
                <a:blip r:embed="rId8"/>
                <a:stretch>
                  <a:fillRect/>
                </a:stretch>
              </p:blipFill>
              <p:spPr>
                <a:xfrm>
                  <a:off x="2107372" y="4342517"/>
                  <a:ext cx="5077440" cy="12034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EB84EFFD-BA92-F2A5-A02E-D32B49A62B6E}"/>
                    </a:ext>
                  </a:extLst>
                </p14:cNvPr>
                <p14:cNvContentPartPr/>
                <p14:nvPr/>
              </p14:nvContentPartPr>
              <p14:xfrm>
                <a:off x="2105572" y="5337917"/>
                <a:ext cx="220320" cy="409680"/>
              </p14:xfrm>
            </p:contentPart>
          </mc:Choice>
          <mc:Fallback xmlns="">
            <p:pic>
              <p:nvPicPr>
                <p:cNvPr id="9" name="Ink 8">
                  <a:extLst>
                    <a:ext uri="{FF2B5EF4-FFF2-40B4-BE49-F238E27FC236}">
                      <a16:creationId xmlns:a16="http://schemas.microsoft.com/office/drawing/2014/main" id="{EB84EFFD-BA92-F2A5-A02E-D32B49A62B6E}"/>
                    </a:ext>
                  </a:extLst>
                </p:cNvPr>
                <p:cNvPicPr/>
                <p:nvPr/>
              </p:nvPicPr>
              <p:blipFill>
                <a:blip r:embed="rId10"/>
                <a:stretch>
                  <a:fillRect/>
                </a:stretch>
              </p:blipFill>
              <p:spPr>
                <a:xfrm>
                  <a:off x="2087932" y="5319917"/>
                  <a:ext cx="255960" cy="445320"/>
                </a:xfrm>
                <a:prstGeom prst="rect">
                  <a:avLst/>
                </a:prstGeom>
              </p:spPr>
            </p:pic>
          </mc:Fallback>
        </mc:AlternateContent>
      </p:grpSp>
    </p:spTree>
    <p:extLst>
      <p:ext uri="{BB962C8B-B14F-4D97-AF65-F5344CB8AC3E}">
        <p14:creationId xmlns:p14="http://schemas.microsoft.com/office/powerpoint/2010/main" val="1849896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62853D5-A741-4B25-B776-D56570D99CC7}"/>
              </a:ext>
            </a:extLst>
          </p:cNvPr>
          <p:cNvSpPr>
            <a:spLocks noGrp="1"/>
          </p:cNvSpPr>
          <p:nvPr>
            <p:ph type="title"/>
          </p:nvPr>
        </p:nvSpPr>
        <p:spPr/>
        <p:txBody>
          <a:bodyPr/>
          <a:lstStyle/>
          <a:p>
            <a:r>
              <a:rPr lang="en-US" dirty="0"/>
              <a:t>File Systems </a:t>
            </a:r>
          </a:p>
        </p:txBody>
      </p:sp>
      <p:sp>
        <p:nvSpPr>
          <p:cNvPr id="5" name="Content Placeholder 4">
            <a:extLst>
              <a:ext uri="{FF2B5EF4-FFF2-40B4-BE49-F238E27FC236}">
                <a16:creationId xmlns:a16="http://schemas.microsoft.com/office/drawing/2014/main" id="{D2506662-0E52-4D90-97D1-D5742A001103}"/>
              </a:ext>
            </a:extLst>
          </p:cNvPr>
          <p:cNvSpPr>
            <a:spLocks noGrp="1"/>
          </p:cNvSpPr>
          <p:nvPr>
            <p:ph idx="1"/>
          </p:nvPr>
        </p:nvSpPr>
        <p:spPr>
          <a:xfrm>
            <a:off x="838200" y="1825625"/>
            <a:ext cx="5679831" cy="4351338"/>
          </a:xfrm>
        </p:spPr>
        <p:txBody>
          <a:bodyPr/>
          <a:lstStyle/>
          <a:p>
            <a:r>
              <a:rPr lang="en-GB" dirty="0"/>
              <a:t>A file </a:t>
            </a:r>
          </a:p>
          <a:p>
            <a:pPr lvl="1"/>
            <a:r>
              <a:rPr lang="en-GB" dirty="0"/>
              <a:t>is a collection of correlated information</a:t>
            </a:r>
          </a:p>
          <a:p>
            <a:pPr lvl="1"/>
            <a:r>
              <a:rPr lang="en-GB"/>
              <a:t>information </a:t>
            </a:r>
            <a:r>
              <a:rPr lang="en-GB" dirty="0"/>
              <a:t>is recorded on secondary or non-volatile storage like magnetic disks, optical disks, and tapes. </a:t>
            </a:r>
          </a:p>
          <a:p>
            <a:r>
              <a:rPr lang="en-GB" dirty="0"/>
              <a:t>A file system </a:t>
            </a:r>
          </a:p>
          <a:p>
            <a:pPr lvl="1"/>
            <a:r>
              <a:rPr lang="en-GB" dirty="0"/>
              <a:t>defines how files are named, stored, and retrieved from a storage device.</a:t>
            </a:r>
            <a:endParaRPr lang="en-US" dirty="0"/>
          </a:p>
        </p:txBody>
      </p:sp>
      <p:pic>
        <p:nvPicPr>
          <p:cNvPr id="3074" name="Picture 2" descr="Is It Finally Time to Adopt Microsoft&amp;#39;s Resilient File System? | IT Pro">
            <a:extLst>
              <a:ext uri="{FF2B5EF4-FFF2-40B4-BE49-F238E27FC236}">
                <a16:creationId xmlns:a16="http://schemas.microsoft.com/office/drawing/2014/main" id="{32225EEF-AB75-4962-933A-A91958AA4A01}"/>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3480"/>
          <a:stretch/>
        </p:blipFill>
        <p:spPr bwMode="auto">
          <a:xfrm>
            <a:off x="7416879" y="1143103"/>
            <a:ext cx="3760840" cy="255340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Zoomie Kids Calin Office Classroom File Folder Sorter &amp;amp; Reviews | Wayfair">
            <a:extLst>
              <a:ext uri="{FF2B5EF4-FFF2-40B4-BE49-F238E27FC236}">
                <a16:creationId xmlns:a16="http://schemas.microsoft.com/office/drawing/2014/main" id="{085BDC11-4E93-45EF-9163-F735701A9F6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37758" y="3784058"/>
            <a:ext cx="4319081" cy="2879387"/>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B259A238-D482-4CA1-867A-47F656B07D7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80789" y="1614791"/>
            <a:ext cx="1242001" cy="1242001"/>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486E3E75-F513-4CCC-9807-6836FF2D4BA6}"/>
              </a:ext>
            </a:extLst>
          </p:cNvPr>
          <p:cNvCxnSpPr>
            <a:endCxn id="3074" idx="1"/>
          </p:cNvCxnSpPr>
          <p:nvPr/>
        </p:nvCxnSpPr>
        <p:spPr>
          <a:xfrm flipV="1">
            <a:off x="6235430" y="2419807"/>
            <a:ext cx="1181449" cy="2424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B39C33C-61D5-4C73-AECD-2B8D3BE7DEF6}"/>
              </a:ext>
            </a:extLst>
          </p:cNvPr>
          <p:cNvCxnSpPr>
            <a:endCxn id="3076" idx="1"/>
          </p:cNvCxnSpPr>
          <p:nvPr/>
        </p:nvCxnSpPr>
        <p:spPr>
          <a:xfrm>
            <a:off x="6237170" y="4829908"/>
            <a:ext cx="900588" cy="3938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9383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ile stru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0658" y="469627"/>
            <a:ext cx="8297441" cy="545971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3644444" y="6232191"/>
            <a:ext cx="6096000" cy="318100"/>
          </a:xfrm>
          <a:prstGeom prst="rect">
            <a:avLst/>
          </a:prstGeom>
        </p:spPr>
        <p:txBody>
          <a:bodyPr>
            <a:spAutoFit/>
          </a:bodyPr>
          <a:lstStyle/>
          <a:p>
            <a:r>
              <a:rPr lang="en-US" sz="1467" dirty="0"/>
              <a:t>http://home.easy-key.info/images/stories/file_structure.gif</a:t>
            </a:r>
          </a:p>
        </p:txBody>
      </p:sp>
    </p:spTree>
    <p:extLst>
      <p:ext uri="{BB962C8B-B14F-4D97-AF65-F5344CB8AC3E}">
        <p14:creationId xmlns:p14="http://schemas.microsoft.com/office/powerpoint/2010/main" val="1283890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0C11D-4B1E-4DF4-9A73-97F37058BC9E}"/>
              </a:ext>
            </a:extLst>
          </p:cNvPr>
          <p:cNvSpPr>
            <a:spLocks noGrp="1"/>
          </p:cNvSpPr>
          <p:nvPr>
            <p:ph type="title"/>
          </p:nvPr>
        </p:nvSpPr>
        <p:spPr/>
        <p:txBody>
          <a:bodyPr/>
          <a:lstStyle/>
          <a:p>
            <a:r>
              <a:rPr lang="en-GB" dirty="0"/>
              <a:t>File systems used by operating systems</a:t>
            </a:r>
            <a:endParaRPr lang="en-US" dirty="0"/>
          </a:p>
        </p:txBody>
      </p:sp>
      <p:sp>
        <p:nvSpPr>
          <p:cNvPr id="3" name="Content Placeholder 2">
            <a:extLst>
              <a:ext uri="{FF2B5EF4-FFF2-40B4-BE49-F238E27FC236}">
                <a16:creationId xmlns:a16="http://schemas.microsoft.com/office/drawing/2014/main" id="{7138FC76-F1E2-4FCD-BC9D-9155F062D660}"/>
              </a:ext>
            </a:extLst>
          </p:cNvPr>
          <p:cNvSpPr>
            <a:spLocks noGrp="1"/>
          </p:cNvSpPr>
          <p:nvPr>
            <p:ph idx="1"/>
          </p:nvPr>
        </p:nvSpPr>
        <p:spPr>
          <a:xfrm>
            <a:off x="838200" y="1825625"/>
            <a:ext cx="6703711" cy="4351338"/>
          </a:xfrm>
        </p:spPr>
        <p:txBody>
          <a:bodyPr>
            <a:normAutofit/>
          </a:bodyPr>
          <a:lstStyle/>
          <a:p>
            <a:r>
              <a:rPr lang="en-US" dirty="0"/>
              <a:t>By Unix and Unix-like operating systems</a:t>
            </a:r>
          </a:p>
          <a:p>
            <a:pPr lvl="1"/>
            <a:r>
              <a:rPr lang="en-US" dirty="0"/>
              <a:t>Linux: </a:t>
            </a:r>
            <a:r>
              <a:rPr lang="en-GB" dirty="0"/>
              <a:t>XFS, JFS, and </a:t>
            </a:r>
            <a:r>
              <a:rPr lang="en-GB" dirty="0" err="1"/>
              <a:t>btrfs</a:t>
            </a:r>
            <a:r>
              <a:rPr lang="en-GB" dirty="0"/>
              <a:t>. </a:t>
            </a:r>
            <a:endParaRPr lang="en-US" dirty="0"/>
          </a:p>
          <a:p>
            <a:pPr lvl="2"/>
            <a:r>
              <a:rPr lang="en-US" dirty="0"/>
              <a:t>Solaris</a:t>
            </a:r>
          </a:p>
          <a:p>
            <a:pPr lvl="1"/>
            <a:r>
              <a:rPr lang="en-US" dirty="0"/>
              <a:t>macOS: </a:t>
            </a:r>
          </a:p>
          <a:p>
            <a:pPr lvl="2"/>
            <a:r>
              <a:rPr lang="en-US" dirty="0"/>
              <a:t>Hierarchical File System (HFS) + : </a:t>
            </a:r>
            <a:r>
              <a:rPr lang="en-GB" dirty="0"/>
              <a:t>No support for dates beyond February 6, 2040</a:t>
            </a:r>
            <a:endParaRPr lang="en-US" dirty="0"/>
          </a:p>
          <a:p>
            <a:r>
              <a:rPr lang="en-US" dirty="0"/>
              <a:t>By Microsoft Windows</a:t>
            </a:r>
          </a:p>
          <a:p>
            <a:pPr lvl="1"/>
            <a:r>
              <a:rPr lang="en-US" dirty="0"/>
              <a:t>FAT:  File Allocation Table</a:t>
            </a:r>
          </a:p>
          <a:p>
            <a:pPr lvl="1"/>
            <a:r>
              <a:rPr lang="en-US" dirty="0"/>
              <a:t>NTFS: New Technology File System</a:t>
            </a:r>
          </a:p>
          <a:p>
            <a:endParaRPr lang="en-US" dirty="0"/>
          </a:p>
        </p:txBody>
      </p:sp>
      <p:pic>
        <p:nvPicPr>
          <p:cNvPr id="5" name="Picture 4">
            <a:extLst>
              <a:ext uri="{FF2B5EF4-FFF2-40B4-BE49-F238E27FC236}">
                <a16:creationId xmlns:a16="http://schemas.microsoft.com/office/drawing/2014/main" id="{E7636623-B544-0B74-D003-7633B2FF3D7C}"/>
              </a:ext>
            </a:extLst>
          </p:cNvPr>
          <p:cNvPicPr>
            <a:picLocks noChangeAspect="1"/>
          </p:cNvPicPr>
          <p:nvPr/>
        </p:nvPicPr>
        <p:blipFill>
          <a:blip r:embed="rId2"/>
          <a:stretch>
            <a:fillRect/>
          </a:stretch>
        </p:blipFill>
        <p:spPr>
          <a:xfrm>
            <a:off x="7872861" y="3593730"/>
            <a:ext cx="2190449" cy="1000069"/>
          </a:xfrm>
          <a:prstGeom prst="rect">
            <a:avLst/>
          </a:prstGeom>
        </p:spPr>
      </p:pic>
      <p:pic>
        <p:nvPicPr>
          <p:cNvPr id="2052" name="Picture 4" descr="1.bp.blogspot.com/-25u7W6zPeUQ/X45HcSFATDI/AAAA...">
            <a:extLst>
              <a:ext uri="{FF2B5EF4-FFF2-40B4-BE49-F238E27FC236}">
                <a16:creationId xmlns:a16="http://schemas.microsoft.com/office/drawing/2014/main" id="{98174F3F-3E58-3B41-F6B7-C05A6CDCBC9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8859" y="1858954"/>
            <a:ext cx="1565688" cy="52189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4340131-9613-A9C4-E5E7-4922698976D0}"/>
              </a:ext>
            </a:extLst>
          </p:cNvPr>
          <p:cNvSpPr txBox="1"/>
          <p:nvPr/>
        </p:nvSpPr>
        <p:spPr>
          <a:xfrm>
            <a:off x="7872861" y="2380850"/>
            <a:ext cx="2384241" cy="307777"/>
          </a:xfrm>
          <a:prstGeom prst="rect">
            <a:avLst/>
          </a:prstGeom>
          <a:noFill/>
        </p:spPr>
        <p:txBody>
          <a:bodyPr wrap="square">
            <a:spAutoFit/>
          </a:bodyPr>
          <a:lstStyle/>
          <a:p>
            <a:r>
              <a:rPr lang="en-US" sz="1400" dirty="0"/>
              <a:t>extended file system </a:t>
            </a:r>
          </a:p>
        </p:txBody>
      </p:sp>
      <p:cxnSp>
        <p:nvCxnSpPr>
          <p:cNvPr id="9" name="Straight Arrow Connector 8">
            <a:extLst>
              <a:ext uri="{FF2B5EF4-FFF2-40B4-BE49-F238E27FC236}">
                <a16:creationId xmlns:a16="http://schemas.microsoft.com/office/drawing/2014/main" id="{E277DEE4-22E0-4ABE-CB06-FE9F084304DD}"/>
              </a:ext>
            </a:extLst>
          </p:cNvPr>
          <p:cNvCxnSpPr/>
          <p:nvPr/>
        </p:nvCxnSpPr>
        <p:spPr>
          <a:xfrm flipV="1">
            <a:off x="5093435" y="2206651"/>
            <a:ext cx="2667629" cy="3280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41BA95F-0008-508F-82A5-BC85DA8B7CD3}"/>
              </a:ext>
            </a:extLst>
          </p:cNvPr>
          <p:cNvCxnSpPr>
            <a:endCxn id="3" idx="3"/>
          </p:cNvCxnSpPr>
          <p:nvPr/>
        </p:nvCxnSpPr>
        <p:spPr>
          <a:xfrm>
            <a:off x="2856555" y="3294863"/>
            <a:ext cx="4685356" cy="7064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E8E53BE6-91EF-8619-EE07-4AAF8FB89FD3}"/>
              </a:ext>
            </a:extLst>
          </p:cNvPr>
          <p:cNvPicPr>
            <a:picLocks noChangeAspect="1"/>
          </p:cNvPicPr>
          <p:nvPr/>
        </p:nvPicPr>
        <p:blipFill>
          <a:blip r:embed="rId4"/>
          <a:stretch>
            <a:fillRect/>
          </a:stretch>
        </p:blipFill>
        <p:spPr>
          <a:xfrm>
            <a:off x="7872861" y="5130646"/>
            <a:ext cx="1550749" cy="1115711"/>
          </a:xfrm>
          <a:prstGeom prst="rect">
            <a:avLst/>
          </a:prstGeom>
        </p:spPr>
      </p:pic>
      <p:cxnSp>
        <p:nvCxnSpPr>
          <p:cNvPr id="17" name="Straight Arrow Connector 16">
            <a:extLst>
              <a:ext uri="{FF2B5EF4-FFF2-40B4-BE49-F238E27FC236}">
                <a16:creationId xmlns:a16="http://schemas.microsoft.com/office/drawing/2014/main" id="{2C4FDA71-F17D-B3D5-A610-455906CF5B23}"/>
              </a:ext>
            </a:extLst>
          </p:cNvPr>
          <p:cNvCxnSpPr>
            <a:endCxn id="15" idx="1"/>
          </p:cNvCxnSpPr>
          <p:nvPr/>
        </p:nvCxnSpPr>
        <p:spPr>
          <a:xfrm>
            <a:off x="4277276" y="4413302"/>
            <a:ext cx="3595585" cy="1275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9189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E8BC2A8-618E-4545-8366-359692B7BC39}"/>
              </a:ext>
            </a:extLst>
          </p:cNvPr>
          <p:cNvPicPr>
            <a:picLocks noChangeAspect="1"/>
          </p:cNvPicPr>
          <p:nvPr/>
        </p:nvPicPr>
        <p:blipFill>
          <a:blip r:embed="rId3"/>
          <a:stretch>
            <a:fillRect/>
          </a:stretch>
        </p:blipFill>
        <p:spPr>
          <a:xfrm>
            <a:off x="5433557" y="2260354"/>
            <a:ext cx="5624230" cy="3374538"/>
          </a:xfrm>
          <a:prstGeom prst="rect">
            <a:avLst/>
          </a:prstGeom>
        </p:spPr>
      </p:pic>
      <p:sp>
        <p:nvSpPr>
          <p:cNvPr id="3" name="TextBox 2">
            <a:extLst>
              <a:ext uri="{FF2B5EF4-FFF2-40B4-BE49-F238E27FC236}">
                <a16:creationId xmlns:a16="http://schemas.microsoft.com/office/drawing/2014/main" id="{57C43E80-8623-C847-A90C-D8DA224DBE77}"/>
              </a:ext>
            </a:extLst>
          </p:cNvPr>
          <p:cNvSpPr txBox="1"/>
          <p:nvPr/>
        </p:nvSpPr>
        <p:spPr>
          <a:xfrm>
            <a:off x="1010050" y="2338509"/>
            <a:ext cx="3830001" cy="830997"/>
          </a:xfrm>
          <a:prstGeom prst="rect">
            <a:avLst/>
          </a:prstGeom>
          <a:noFill/>
        </p:spPr>
        <p:txBody>
          <a:bodyPr wrap="square">
            <a:spAutoFit/>
          </a:bodyPr>
          <a:lstStyle/>
          <a:p>
            <a:r>
              <a:rPr lang="en-US" sz="2400" b="1" dirty="0"/>
              <a:t>Assumption</a:t>
            </a:r>
            <a:r>
              <a:rPr lang="en-US" sz="2400" dirty="0"/>
              <a:t>: One person rents one or multiple boxes.</a:t>
            </a:r>
            <a:endParaRPr lang="en-US" sz="2800" dirty="0"/>
          </a:p>
        </p:txBody>
      </p:sp>
      <p:sp>
        <p:nvSpPr>
          <p:cNvPr id="15" name="Title 14">
            <a:extLst>
              <a:ext uri="{FF2B5EF4-FFF2-40B4-BE49-F238E27FC236}">
                <a16:creationId xmlns:a16="http://schemas.microsoft.com/office/drawing/2014/main" id="{015251E9-4A97-4948-2DFA-685463E81EDA}"/>
              </a:ext>
            </a:extLst>
          </p:cNvPr>
          <p:cNvSpPr>
            <a:spLocks noGrp="1"/>
          </p:cNvSpPr>
          <p:nvPr>
            <p:ph type="title"/>
          </p:nvPr>
        </p:nvSpPr>
        <p:spPr>
          <a:xfrm>
            <a:off x="838200" y="507115"/>
            <a:ext cx="10515600" cy="1325563"/>
          </a:xfrm>
        </p:spPr>
        <p:txBody>
          <a:bodyPr/>
          <a:lstStyle/>
          <a:p>
            <a:r>
              <a:rPr lang="en-GB" dirty="0"/>
              <a:t>Manage files vs. manage storage boxes</a:t>
            </a:r>
            <a:endParaRPr lang="en-US" dirty="0"/>
          </a:p>
        </p:txBody>
      </p:sp>
      <p:graphicFrame>
        <p:nvGraphicFramePr>
          <p:cNvPr id="16" name="Table 16">
            <a:extLst>
              <a:ext uri="{FF2B5EF4-FFF2-40B4-BE49-F238E27FC236}">
                <a16:creationId xmlns:a16="http://schemas.microsoft.com/office/drawing/2014/main" id="{DFD81F7D-B589-3BA8-AE3B-468B8C93FF68}"/>
              </a:ext>
            </a:extLst>
          </p:cNvPr>
          <p:cNvGraphicFramePr>
            <a:graphicFrameLocks noGrp="1"/>
          </p:cNvGraphicFramePr>
          <p:nvPr>
            <p:extLst>
              <p:ext uri="{D42A27DB-BD31-4B8C-83A1-F6EECF244321}">
                <p14:modId xmlns:p14="http://schemas.microsoft.com/office/powerpoint/2010/main" val="4103654446"/>
              </p:ext>
            </p:extLst>
          </p:nvPr>
        </p:nvGraphicFramePr>
        <p:xfrm>
          <a:off x="1010050" y="3675337"/>
          <a:ext cx="3743570" cy="1112520"/>
        </p:xfrm>
        <a:graphic>
          <a:graphicData uri="http://schemas.openxmlformats.org/drawingml/2006/table">
            <a:tbl>
              <a:tblPr firstRow="1" bandRow="1">
                <a:tableStyleId>{5940675A-B579-460E-94D1-54222C63F5DA}</a:tableStyleId>
              </a:tblPr>
              <a:tblGrid>
                <a:gridCol w="1871785">
                  <a:extLst>
                    <a:ext uri="{9D8B030D-6E8A-4147-A177-3AD203B41FA5}">
                      <a16:colId xmlns:a16="http://schemas.microsoft.com/office/drawing/2014/main" val="1399489213"/>
                    </a:ext>
                  </a:extLst>
                </a:gridCol>
                <a:gridCol w="1871785">
                  <a:extLst>
                    <a:ext uri="{9D8B030D-6E8A-4147-A177-3AD203B41FA5}">
                      <a16:colId xmlns:a16="http://schemas.microsoft.com/office/drawing/2014/main" val="1765312138"/>
                    </a:ext>
                  </a:extLst>
                </a:gridCol>
              </a:tblGrid>
              <a:tr h="370840">
                <a:tc>
                  <a:txBody>
                    <a:bodyPr/>
                    <a:lstStyle/>
                    <a:p>
                      <a:r>
                        <a:rPr lang="en-US" b="1" dirty="0"/>
                        <a:t>Name</a:t>
                      </a:r>
                    </a:p>
                  </a:txBody>
                  <a:tcPr/>
                </a:tc>
                <a:tc>
                  <a:txBody>
                    <a:bodyPr/>
                    <a:lstStyle/>
                    <a:p>
                      <a:r>
                        <a:rPr lang="en-US" sz="1800" b="1" dirty="0"/>
                        <a:t>Boxes ID</a:t>
                      </a:r>
                      <a:endParaRPr lang="en-US" b="1" dirty="0"/>
                    </a:p>
                  </a:txBody>
                  <a:tcPr/>
                </a:tc>
                <a:extLst>
                  <a:ext uri="{0D108BD9-81ED-4DB2-BD59-A6C34878D82A}">
                    <a16:rowId xmlns:a16="http://schemas.microsoft.com/office/drawing/2014/main" val="1425350776"/>
                  </a:ext>
                </a:extLst>
              </a:tr>
              <a:tr h="370840">
                <a:tc>
                  <a:txBody>
                    <a:bodyPr/>
                    <a:lstStyle/>
                    <a:p>
                      <a:r>
                        <a:rPr lang="en-US" dirty="0"/>
                        <a:t>Frank</a:t>
                      </a:r>
                    </a:p>
                  </a:txBody>
                  <a:tcPr/>
                </a:tc>
                <a:tc>
                  <a:txBody>
                    <a:bodyPr/>
                    <a:lstStyle/>
                    <a:p>
                      <a:r>
                        <a:rPr lang="en-US" dirty="0"/>
                        <a:t>1,2,3</a:t>
                      </a:r>
                    </a:p>
                  </a:txBody>
                  <a:tcPr/>
                </a:tc>
                <a:extLst>
                  <a:ext uri="{0D108BD9-81ED-4DB2-BD59-A6C34878D82A}">
                    <a16:rowId xmlns:a16="http://schemas.microsoft.com/office/drawing/2014/main" val="1345171180"/>
                  </a:ext>
                </a:extLst>
              </a:tr>
              <a:tr h="370840">
                <a:tc>
                  <a:txBody>
                    <a:bodyPr/>
                    <a:lstStyle/>
                    <a:p>
                      <a:r>
                        <a:rPr lang="en-US" dirty="0"/>
                        <a:t>…</a:t>
                      </a:r>
                    </a:p>
                  </a:txBody>
                  <a:tcPr/>
                </a:tc>
                <a:tc>
                  <a:txBody>
                    <a:bodyPr/>
                    <a:lstStyle/>
                    <a:p>
                      <a:r>
                        <a:rPr lang="en-US" dirty="0"/>
                        <a:t>…</a:t>
                      </a:r>
                    </a:p>
                  </a:txBody>
                  <a:tcPr/>
                </a:tc>
                <a:extLst>
                  <a:ext uri="{0D108BD9-81ED-4DB2-BD59-A6C34878D82A}">
                    <a16:rowId xmlns:a16="http://schemas.microsoft.com/office/drawing/2014/main" val="1001699185"/>
                  </a:ext>
                </a:extLst>
              </a:tr>
            </a:tbl>
          </a:graphicData>
        </a:graphic>
      </p:graphicFrame>
    </p:spTree>
    <p:extLst>
      <p:ext uri="{BB962C8B-B14F-4D97-AF65-F5344CB8AC3E}">
        <p14:creationId xmlns:p14="http://schemas.microsoft.com/office/powerpoint/2010/main" val="735807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0AEE1F5-B20E-446A-BC5C-E2C244FCDCDE}"/>
              </a:ext>
            </a:extLst>
          </p:cNvPr>
          <p:cNvPicPr>
            <a:picLocks noChangeAspect="1"/>
          </p:cNvPicPr>
          <p:nvPr/>
        </p:nvPicPr>
        <p:blipFill rotWithShape="1">
          <a:blip r:embed="rId3"/>
          <a:srcRect b="6439"/>
          <a:stretch/>
        </p:blipFill>
        <p:spPr>
          <a:xfrm>
            <a:off x="6636988" y="142630"/>
            <a:ext cx="4901113" cy="6416431"/>
          </a:xfrm>
          <a:prstGeom prst="rect">
            <a:avLst/>
          </a:prstGeom>
        </p:spPr>
      </p:pic>
      <p:pic>
        <p:nvPicPr>
          <p:cNvPr id="5" name="Picture 4">
            <a:extLst>
              <a:ext uri="{FF2B5EF4-FFF2-40B4-BE49-F238E27FC236}">
                <a16:creationId xmlns:a16="http://schemas.microsoft.com/office/drawing/2014/main" id="{6E8BC2A8-618E-4545-8366-359692B7BC39}"/>
              </a:ext>
            </a:extLst>
          </p:cNvPr>
          <p:cNvPicPr>
            <a:picLocks noChangeAspect="1"/>
          </p:cNvPicPr>
          <p:nvPr/>
        </p:nvPicPr>
        <p:blipFill>
          <a:blip r:embed="rId4"/>
          <a:stretch>
            <a:fillRect/>
          </a:stretch>
        </p:blipFill>
        <p:spPr>
          <a:xfrm>
            <a:off x="863409" y="989028"/>
            <a:ext cx="4286250" cy="2571750"/>
          </a:xfrm>
          <a:prstGeom prst="rect">
            <a:avLst/>
          </a:prstGeom>
        </p:spPr>
      </p:pic>
      <p:sp>
        <p:nvSpPr>
          <p:cNvPr id="6" name="Arrow: Right 5">
            <a:extLst>
              <a:ext uri="{FF2B5EF4-FFF2-40B4-BE49-F238E27FC236}">
                <a16:creationId xmlns:a16="http://schemas.microsoft.com/office/drawing/2014/main" id="{CEFCA664-8861-49EE-97F1-94D59CA66D1B}"/>
              </a:ext>
            </a:extLst>
          </p:cNvPr>
          <p:cNvSpPr/>
          <p:nvPr/>
        </p:nvSpPr>
        <p:spPr>
          <a:xfrm>
            <a:off x="5420170" y="2274903"/>
            <a:ext cx="946307" cy="2188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FE9AD181-1F4B-2278-B20A-A41A4B357B5C}"/>
                  </a:ext>
                </a:extLst>
              </p14:cNvPr>
              <p14:cNvContentPartPr/>
              <p14:nvPr/>
            </p14:nvContentPartPr>
            <p14:xfrm>
              <a:off x="8946292" y="5579477"/>
              <a:ext cx="340200" cy="275400"/>
            </p14:xfrm>
          </p:contentPart>
        </mc:Choice>
        <mc:Fallback xmlns="">
          <p:pic>
            <p:nvPicPr>
              <p:cNvPr id="7" name="Ink 6">
                <a:extLst>
                  <a:ext uri="{FF2B5EF4-FFF2-40B4-BE49-F238E27FC236}">
                    <a16:creationId xmlns:a16="http://schemas.microsoft.com/office/drawing/2014/main" id="{FE9AD181-1F4B-2278-B20A-A41A4B357B5C}"/>
                  </a:ext>
                </a:extLst>
              </p:cNvPr>
              <p:cNvPicPr/>
              <p:nvPr/>
            </p:nvPicPr>
            <p:blipFill>
              <a:blip r:embed="rId6"/>
              <a:stretch>
                <a:fillRect/>
              </a:stretch>
            </p:blipFill>
            <p:spPr>
              <a:xfrm>
                <a:off x="8928652" y="5561477"/>
                <a:ext cx="375840" cy="311040"/>
              </a:xfrm>
              <a:prstGeom prst="rect">
                <a:avLst/>
              </a:prstGeom>
            </p:spPr>
          </p:pic>
        </mc:Fallback>
      </mc:AlternateContent>
      <p:grpSp>
        <p:nvGrpSpPr>
          <p:cNvPr id="10" name="Group 9">
            <a:extLst>
              <a:ext uri="{FF2B5EF4-FFF2-40B4-BE49-F238E27FC236}">
                <a16:creationId xmlns:a16="http://schemas.microsoft.com/office/drawing/2014/main" id="{157AD105-8FEF-29B0-50AF-80B3372BF52F}"/>
              </a:ext>
            </a:extLst>
          </p:cNvPr>
          <p:cNvGrpSpPr/>
          <p:nvPr/>
        </p:nvGrpSpPr>
        <p:grpSpPr>
          <a:xfrm>
            <a:off x="9323572" y="3331997"/>
            <a:ext cx="727200" cy="2318400"/>
            <a:chOff x="9323572" y="3331997"/>
            <a:chExt cx="727200" cy="2318400"/>
          </a:xfrm>
        </p:grpSpPr>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F15399FD-B424-1175-ABB2-AC5D12B90879}"/>
                    </a:ext>
                  </a:extLst>
                </p14:cNvPr>
                <p14:cNvContentPartPr/>
                <p14:nvPr/>
              </p14:nvContentPartPr>
              <p14:xfrm>
                <a:off x="9323572" y="3331997"/>
                <a:ext cx="727200" cy="2318400"/>
              </p14:xfrm>
            </p:contentPart>
          </mc:Choice>
          <mc:Fallback xmlns="">
            <p:pic>
              <p:nvPicPr>
                <p:cNvPr id="8" name="Ink 7">
                  <a:extLst>
                    <a:ext uri="{FF2B5EF4-FFF2-40B4-BE49-F238E27FC236}">
                      <a16:creationId xmlns:a16="http://schemas.microsoft.com/office/drawing/2014/main" id="{F15399FD-B424-1175-ABB2-AC5D12B90879}"/>
                    </a:ext>
                  </a:extLst>
                </p:cNvPr>
                <p:cNvPicPr/>
                <p:nvPr/>
              </p:nvPicPr>
              <p:blipFill>
                <a:blip r:embed="rId8"/>
                <a:stretch>
                  <a:fillRect/>
                </a:stretch>
              </p:blipFill>
              <p:spPr>
                <a:xfrm>
                  <a:off x="9305572" y="3313997"/>
                  <a:ext cx="762840" cy="23540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7681DBB6-3416-8668-419C-AA66F5EA529A}"/>
                    </a:ext>
                  </a:extLst>
                </p14:cNvPr>
                <p14:cNvContentPartPr/>
                <p14:nvPr/>
              </p14:nvContentPartPr>
              <p14:xfrm>
                <a:off x="9886252" y="3344597"/>
                <a:ext cx="129960" cy="72360"/>
              </p14:xfrm>
            </p:contentPart>
          </mc:Choice>
          <mc:Fallback xmlns="">
            <p:pic>
              <p:nvPicPr>
                <p:cNvPr id="9" name="Ink 8">
                  <a:extLst>
                    <a:ext uri="{FF2B5EF4-FFF2-40B4-BE49-F238E27FC236}">
                      <a16:creationId xmlns:a16="http://schemas.microsoft.com/office/drawing/2014/main" id="{7681DBB6-3416-8668-419C-AA66F5EA529A}"/>
                    </a:ext>
                  </a:extLst>
                </p:cNvPr>
                <p:cNvPicPr/>
                <p:nvPr/>
              </p:nvPicPr>
              <p:blipFill>
                <a:blip r:embed="rId10"/>
                <a:stretch>
                  <a:fillRect/>
                </a:stretch>
              </p:blipFill>
              <p:spPr>
                <a:xfrm>
                  <a:off x="9868252" y="3326957"/>
                  <a:ext cx="165600" cy="108000"/>
                </a:xfrm>
                <a:prstGeom prst="rect">
                  <a:avLst/>
                </a:prstGeom>
              </p:spPr>
            </p:pic>
          </mc:Fallback>
        </mc:AlternateContent>
      </p:grpSp>
      <p:grpSp>
        <p:nvGrpSpPr>
          <p:cNvPr id="13" name="Group 12">
            <a:extLst>
              <a:ext uri="{FF2B5EF4-FFF2-40B4-BE49-F238E27FC236}">
                <a16:creationId xmlns:a16="http://schemas.microsoft.com/office/drawing/2014/main" id="{EDDCF8AF-8FE3-7704-355C-F0A4BEC06B47}"/>
              </a:ext>
            </a:extLst>
          </p:cNvPr>
          <p:cNvGrpSpPr/>
          <p:nvPr/>
        </p:nvGrpSpPr>
        <p:grpSpPr>
          <a:xfrm>
            <a:off x="5423692" y="5580197"/>
            <a:ext cx="1840680" cy="194040"/>
            <a:chOff x="5423692" y="5580197"/>
            <a:chExt cx="1840680" cy="194040"/>
          </a:xfrm>
        </p:grpSpPr>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8770802D-21A2-A1EB-377D-3A4FBF963D4F}"/>
                    </a:ext>
                  </a:extLst>
                </p14:cNvPr>
                <p14:cNvContentPartPr/>
                <p14:nvPr/>
              </p14:nvContentPartPr>
              <p14:xfrm>
                <a:off x="5423692" y="5688557"/>
                <a:ext cx="1781280" cy="32400"/>
              </p14:xfrm>
            </p:contentPart>
          </mc:Choice>
          <mc:Fallback xmlns="">
            <p:pic>
              <p:nvPicPr>
                <p:cNvPr id="11" name="Ink 10">
                  <a:extLst>
                    <a:ext uri="{FF2B5EF4-FFF2-40B4-BE49-F238E27FC236}">
                      <a16:creationId xmlns:a16="http://schemas.microsoft.com/office/drawing/2014/main" id="{8770802D-21A2-A1EB-377D-3A4FBF963D4F}"/>
                    </a:ext>
                  </a:extLst>
                </p:cNvPr>
                <p:cNvPicPr/>
                <p:nvPr/>
              </p:nvPicPr>
              <p:blipFill>
                <a:blip r:embed="rId12"/>
                <a:stretch>
                  <a:fillRect/>
                </a:stretch>
              </p:blipFill>
              <p:spPr>
                <a:xfrm>
                  <a:off x="5406052" y="5670917"/>
                  <a:ext cx="181692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21097834-96AD-7868-3C83-18A72F653A71}"/>
                    </a:ext>
                  </a:extLst>
                </p14:cNvPr>
                <p14:cNvContentPartPr/>
                <p14:nvPr/>
              </p14:nvContentPartPr>
              <p14:xfrm>
                <a:off x="7179772" y="5580197"/>
                <a:ext cx="84600" cy="194040"/>
              </p14:xfrm>
            </p:contentPart>
          </mc:Choice>
          <mc:Fallback xmlns="">
            <p:pic>
              <p:nvPicPr>
                <p:cNvPr id="12" name="Ink 11">
                  <a:extLst>
                    <a:ext uri="{FF2B5EF4-FFF2-40B4-BE49-F238E27FC236}">
                      <a16:creationId xmlns:a16="http://schemas.microsoft.com/office/drawing/2014/main" id="{21097834-96AD-7868-3C83-18A72F653A71}"/>
                    </a:ext>
                  </a:extLst>
                </p:cNvPr>
                <p:cNvPicPr/>
                <p:nvPr/>
              </p:nvPicPr>
              <p:blipFill>
                <a:blip r:embed="rId14"/>
                <a:stretch>
                  <a:fillRect/>
                </a:stretch>
              </p:blipFill>
              <p:spPr>
                <a:xfrm>
                  <a:off x="7162132" y="5562197"/>
                  <a:ext cx="120240" cy="229680"/>
                </a:xfrm>
                <a:prstGeom prst="rect">
                  <a:avLst/>
                </a:prstGeom>
              </p:spPr>
            </p:pic>
          </mc:Fallback>
        </mc:AlternateContent>
      </p:grpSp>
      <p:graphicFrame>
        <p:nvGraphicFramePr>
          <p:cNvPr id="14" name="Table 16">
            <a:extLst>
              <a:ext uri="{FF2B5EF4-FFF2-40B4-BE49-F238E27FC236}">
                <a16:creationId xmlns:a16="http://schemas.microsoft.com/office/drawing/2014/main" id="{8BA32018-8CE9-3C30-A1AB-87E506452B43}"/>
              </a:ext>
            </a:extLst>
          </p:cNvPr>
          <p:cNvGraphicFramePr>
            <a:graphicFrameLocks noGrp="1"/>
          </p:cNvGraphicFramePr>
          <p:nvPr>
            <p:extLst>
              <p:ext uri="{D42A27DB-BD31-4B8C-83A1-F6EECF244321}">
                <p14:modId xmlns:p14="http://schemas.microsoft.com/office/powerpoint/2010/main" val="4132298924"/>
              </p:ext>
            </p:extLst>
          </p:nvPr>
        </p:nvGraphicFramePr>
        <p:xfrm>
          <a:off x="748862" y="4125461"/>
          <a:ext cx="4901113" cy="2026920"/>
        </p:xfrm>
        <a:graphic>
          <a:graphicData uri="http://schemas.openxmlformats.org/drawingml/2006/table">
            <a:tbl>
              <a:tblPr firstRow="1" bandRow="1">
                <a:tableStyleId>{5940675A-B579-460E-94D1-54222C63F5DA}</a:tableStyleId>
              </a:tblPr>
              <a:tblGrid>
                <a:gridCol w="1032828">
                  <a:extLst>
                    <a:ext uri="{9D8B030D-6E8A-4147-A177-3AD203B41FA5}">
                      <a16:colId xmlns:a16="http://schemas.microsoft.com/office/drawing/2014/main" val="2532832858"/>
                    </a:ext>
                  </a:extLst>
                </a:gridCol>
                <a:gridCol w="2009917">
                  <a:extLst>
                    <a:ext uri="{9D8B030D-6E8A-4147-A177-3AD203B41FA5}">
                      <a16:colId xmlns:a16="http://schemas.microsoft.com/office/drawing/2014/main" val="1399489213"/>
                    </a:ext>
                  </a:extLst>
                </a:gridCol>
                <a:gridCol w="1858368">
                  <a:extLst>
                    <a:ext uri="{9D8B030D-6E8A-4147-A177-3AD203B41FA5}">
                      <a16:colId xmlns:a16="http://schemas.microsoft.com/office/drawing/2014/main" val="1765312138"/>
                    </a:ext>
                  </a:extLst>
                </a:gridCol>
              </a:tblGrid>
              <a:tr h="370840">
                <a:tc>
                  <a:txBody>
                    <a:bodyPr/>
                    <a:lstStyle/>
                    <a:p>
                      <a:endParaRPr lang="en-US" b="1" dirty="0"/>
                    </a:p>
                  </a:txBody>
                  <a:tcPr/>
                </a:tc>
                <a:tc>
                  <a:txBody>
                    <a:bodyPr/>
                    <a:lstStyle/>
                    <a:p>
                      <a:r>
                        <a:rPr lang="en-US" b="1" dirty="0"/>
                        <a:t>Storage</a:t>
                      </a:r>
                    </a:p>
                  </a:txBody>
                  <a:tcPr/>
                </a:tc>
                <a:tc>
                  <a:txBody>
                    <a:bodyPr/>
                    <a:lstStyle/>
                    <a:p>
                      <a:r>
                        <a:rPr lang="en-US" sz="1800" b="1" dirty="0"/>
                        <a:t>File Storage</a:t>
                      </a:r>
                      <a:endParaRPr lang="en-US" b="1" dirty="0"/>
                    </a:p>
                  </a:txBody>
                  <a:tcPr/>
                </a:tc>
                <a:extLst>
                  <a:ext uri="{0D108BD9-81ED-4DB2-BD59-A6C34878D82A}">
                    <a16:rowId xmlns:a16="http://schemas.microsoft.com/office/drawing/2014/main" val="1425350776"/>
                  </a:ext>
                </a:extLst>
              </a:tr>
              <a:tr h="370840">
                <a:tc>
                  <a:txBody>
                    <a:bodyPr/>
                    <a:lstStyle/>
                    <a:p>
                      <a:r>
                        <a:rPr lang="en-US" dirty="0"/>
                        <a:t>Unit</a:t>
                      </a:r>
                    </a:p>
                  </a:txBody>
                  <a:tcPr/>
                </a:tc>
                <a:tc>
                  <a:txBody>
                    <a:bodyPr/>
                    <a:lstStyle/>
                    <a:p>
                      <a:r>
                        <a:rPr lang="en-US" dirty="0"/>
                        <a:t>Box</a:t>
                      </a:r>
                    </a:p>
                  </a:txBody>
                  <a:tcPr/>
                </a:tc>
                <a:tc>
                  <a:txBody>
                    <a:bodyPr/>
                    <a:lstStyle/>
                    <a:p>
                      <a:r>
                        <a:rPr lang="en-US" dirty="0"/>
                        <a:t>Sector</a:t>
                      </a:r>
                    </a:p>
                  </a:txBody>
                  <a:tcPr/>
                </a:tc>
                <a:extLst>
                  <a:ext uri="{0D108BD9-81ED-4DB2-BD59-A6C34878D82A}">
                    <a16:rowId xmlns:a16="http://schemas.microsoft.com/office/drawing/2014/main" val="1345171180"/>
                  </a:ext>
                </a:extLst>
              </a:tr>
              <a:tr h="370840">
                <a:tc>
                  <a:txBody>
                    <a:bodyPr/>
                    <a:lstStyle/>
                    <a:p>
                      <a:r>
                        <a:rPr lang="en-US" dirty="0"/>
                        <a:t>Usage</a:t>
                      </a:r>
                    </a:p>
                  </a:txBody>
                  <a:tcPr/>
                </a:tc>
                <a:tc>
                  <a:txBody>
                    <a:bodyPr/>
                    <a:lstStyle/>
                    <a:p>
                      <a:r>
                        <a:rPr lang="en-US" dirty="0"/>
                        <a:t>Person rents boxes</a:t>
                      </a:r>
                    </a:p>
                  </a:txBody>
                  <a:tcPr/>
                </a:tc>
                <a:tc>
                  <a:txBody>
                    <a:bodyPr/>
                    <a:lstStyle/>
                    <a:p>
                      <a:r>
                        <a:rPr lang="en-US" dirty="0"/>
                        <a:t>File uses sectors</a:t>
                      </a:r>
                    </a:p>
                  </a:txBody>
                  <a:tcPr/>
                </a:tc>
                <a:extLst>
                  <a:ext uri="{0D108BD9-81ED-4DB2-BD59-A6C34878D82A}">
                    <a16:rowId xmlns:a16="http://schemas.microsoft.com/office/drawing/2014/main" val="1001699185"/>
                  </a:ext>
                </a:extLst>
              </a:tr>
              <a:tr h="370840">
                <a:tc>
                  <a:txBody>
                    <a:bodyPr/>
                    <a:lstStyle/>
                    <a:p>
                      <a:r>
                        <a:rPr lang="en-US" dirty="0"/>
                        <a:t>Management system</a:t>
                      </a:r>
                    </a:p>
                  </a:txBody>
                  <a:tcPr/>
                </a:tc>
                <a:tc>
                  <a:txBody>
                    <a:bodyPr/>
                    <a:lstStyle/>
                    <a:p>
                      <a:r>
                        <a:rPr lang="en-US" dirty="0"/>
                        <a:t>Rental management system</a:t>
                      </a:r>
                    </a:p>
                  </a:txBody>
                  <a:tcPr/>
                </a:tc>
                <a:tc>
                  <a:txBody>
                    <a:bodyPr/>
                    <a:lstStyle/>
                    <a:p>
                      <a:r>
                        <a:rPr lang="en-US" dirty="0"/>
                        <a:t>File management system, (e.g., FAT)</a:t>
                      </a:r>
                    </a:p>
                  </a:txBody>
                  <a:tcPr/>
                </a:tc>
                <a:extLst>
                  <a:ext uri="{0D108BD9-81ED-4DB2-BD59-A6C34878D82A}">
                    <a16:rowId xmlns:a16="http://schemas.microsoft.com/office/drawing/2014/main" val="847966125"/>
                  </a:ext>
                </a:extLst>
              </a:tr>
            </a:tbl>
          </a:graphicData>
        </a:graphic>
      </p:graphicFrame>
    </p:spTree>
    <p:extLst>
      <p:ext uri="{BB962C8B-B14F-4D97-AF65-F5344CB8AC3E}">
        <p14:creationId xmlns:p14="http://schemas.microsoft.com/office/powerpoint/2010/main" val="2249420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B748DE-B87F-46E1-85CE-18BC28FB544A}"/>
              </a:ext>
            </a:extLst>
          </p:cNvPr>
          <p:cNvSpPr>
            <a:spLocks noGrp="1"/>
          </p:cNvSpPr>
          <p:nvPr>
            <p:ph type="title"/>
          </p:nvPr>
        </p:nvSpPr>
        <p:spPr/>
        <p:txBody>
          <a:bodyPr/>
          <a:lstStyle/>
          <a:p>
            <a:r>
              <a:rPr lang="en-US" dirty="0"/>
              <a:t>Virtual file system (VFS)</a:t>
            </a:r>
          </a:p>
        </p:txBody>
      </p:sp>
      <p:sp>
        <p:nvSpPr>
          <p:cNvPr id="5" name="Text Placeholder 4">
            <a:extLst>
              <a:ext uri="{FF2B5EF4-FFF2-40B4-BE49-F238E27FC236}">
                <a16:creationId xmlns:a16="http://schemas.microsoft.com/office/drawing/2014/main" id="{B1C45998-F27E-4AEE-9CD2-E97520A3CBF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6884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roup of happy smiling kids speaking together. Girls and boys with speech bubbles in different languages over world map Group of happy smiling kids speaking together. Girls and boys with speech bubbles in different languages over world map world languages stock illustrations">
            <a:extLst>
              <a:ext uri="{FF2B5EF4-FFF2-40B4-BE49-F238E27FC236}">
                <a16:creationId xmlns:a16="http://schemas.microsoft.com/office/drawing/2014/main" id="{956ABE37-D606-305E-8BCD-67D7DE678B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3017" y="618245"/>
            <a:ext cx="3727880" cy="255225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ay Goodbye to Google Translate for Websites | Argo Translation">
            <a:extLst>
              <a:ext uri="{FF2B5EF4-FFF2-40B4-BE49-F238E27FC236}">
                <a16:creationId xmlns:a16="http://schemas.microsoft.com/office/drawing/2014/main" id="{227A31A7-B5A4-6CA7-4EFD-E959286C632C}"/>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7172" b="12482"/>
          <a:stretch/>
        </p:blipFill>
        <p:spPr bwMode="auto">
          <a:xfrm>
            <a:off x="3760333" y="4655351"/>
            <a:ext cx="2335667" cy="97488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125B2D3A-8FA9-B66E-289A-E0C26D305EC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11426" y="469555"/>
            <a:ext cx="1654106" cy="2055145"/>
          </a:xfrm>
          <a:prstGeom prst="rect">
            <a:avLst/>
          </a:prstGeom>
          <a:noFill/>
          <a:extLst>
            <a:ext uri="{909E8E84-426E-40DD-AFC4-6F175D3DCCD1}">
              <a14:hiddenFill xmlns:a14="http://schemas.microsoft.com/office/drawing/2010/main">
                <a:solidFill>
                  <a:srgbClr val="FFFFFF"/>
                </a:solidFill>
              </a14:hiddenFill>
            </a:ext>
          </a:extLst>
        </p:spPr>
      </p:pic>
      <p:sp>
        <p:nvSpPr>
          <p:cNvPr id="7" name="Arrow: Right 6">
            <a:extLst>
              <a:ext uri="{FF2B5EF4-FFF2-40B4-BE49-F238E27FC236}">
                <a16:creationId xmlns:a16="http://schemas.microsoft.com/office/drawing/2014/main" id="{5452A8FB-2310-F182-F0C6-D40D60C8F29B}"/>
              </a:ext>
            </a:extLst>
          </p:cNvPr>
          <p:cNvSpPr/>
          <p:nvPr/>
        </p:nvSpPr>
        <p:spPr>
          <a:xfrm>
            <a:off x="4422914" y="1497128"/>
            <a:ext cx="1474306" cy="6202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2" descr="Group of happy smiling kids speaking together. Girls and boys with speech bubbles in different languages over world map Group of happy smiling kids speaking together. Girls and boys with speech bubbles in different languages over world map world languages stock illustrations">
            <a:extLst>
              <a:ext uri="{FF2B5EF4-FFF2-40B4-BE49-F238E27FC236}">
                <a16:creationId xmlns:a16="http://schemas.microsoft.com/office/drawing/2014/main" id="{62CCF085-111E-B636-B5AD-C6555F9A84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11999" y="3936053"/>
            <a:ext cx="3727880" cy="255225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a:extLst>
              <a:ext uri="{FF2B5EF4-FFF2-40B4-BE49-F238E27FC236}">
                <a16:creationId xmlns:a16="http://schemas.microsoft.com/office/drawing/2014/main" id="{D5FC177F-6140-F24D-120A-3B64F414038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2121" y="3936053"/>
            <a:ext cx="1654106" cy="2055145"/>
          </a:xfrm>
          <a:prstGeom prst="rect">
            <a:avLst/>
          </a:prstGeom>
          <a:noFill/>
          <a:extLst>
            <a:ext uri="{909E8E84-426E-40DD-AFC4-6F175D3DCCD1}">
              <a14:hiddenFill xmlns:a14="http://schemas.microsoft.com/office/drawing/2010/main">
                <a:solidFill>
                  <a:srgbClr val="FFFFFF"/>
                </a:solidFill>
              </a14:hiddenFill>
            </a:ext>
          </a:extLst>
        </p:spPr>
      </p:pic>
      <p:sp>
        <p:nvSpPr>
          <p:cNvPr id="10" name="Arrow: Right 9">
            <a:extLst>
              <a:ext uri="{FF2B5EF4-FFF2-40B4-BE49-F238E27FC236}">
                <a16:creationId xmlns:a16="http://schemas.microsoft.com/office/drawing/2014/main" id="{84F207F3-C4BD-A421-25E0-EA0D069B3B54}"/>
              </a:ext>
            </a:extLst>
          </p:cNvPr>
          <p:cNvSpPr/>
          <p:nvPr/>
        </p:nvSpPr>
        <p:spPr>
          <a:xfrm>
            <a:off x="2434320" y="4937553"/>
            <a:ext cx="997920" cy="4104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2D1F9A40-92AE-AF79-7213-6FF0A0880E4B}"/>
              </a:ext>
            </a:extLst>
          </p:cNvPr>
          <p:cNvSpPr/>
          <p:nvPr/>
        </p:nvSpPr>
        <p:spPr>
          <a:xfrm>
            <a:off x="6653394" y="4937552"/>
            <a:ext cx="997920" cy="4104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B6BE25C3-9423-AC62-A02E-4B42E6BAC5D9}"/>
              </a:ext>
            </a:extLst>
          </p:cNvPr>
          <p:cNvCxnSpPr/>
          <p:nvPr/>
        </p:nvCxnSpPr>
        <p:spPr>
          <a:xfrm>
            <a:off x="272716" y="3429000"/>
            <a:ext cx="11317705" cy="0"/>
          </a:xfrm>
          <a:prstGeom prst="line">
            <a:avLst/>
          </a:prstGeom>
          <a:ln w="76200"/>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EF7000B3-8497-87AC-4D69-47F5E8288CE5}"/>
              </a:ext>
            </a:extLst>
          </p:cNvPr>
          <p:cNvSpPr txBox="1"/>
          <p:nvPr/>
        </p:nvSpPr>
        <p:spPr>
          <a:xfrm>
            <a:off x="3861069" y="527398"/>
            <a:ext cx="2665986" cy="461665"/>
          </a:xfrm>
          <a:prstGeom prst="rect">
            <a:avLst/>
          </a:prstGeom>
          <a:noFill/>
        </p:spPr>
        <p:txBody>
          <a:bodyPr wrap="none" rtlCol="0">
            <a:spAutoFit/>
          </a:bodyPr>
          <a:lstStyle/>
          <a:p>
            <a:r>
              <a:rPr lang="en-GB" sz="2400" b="1" dirty="0">
                <a:solidFill>
                  <a:srgbClr val="FF0000"/>
                </a:solidFill>
              </a:rPr>
              <a:t>Without</a:t>
            </a:r>
            <a:r>
              <a:rPr lang="en-GB" dirty="0"/>
              <a:t> an interpreter </a:t>
            </a:r>
            <a:endParaRPr lang="en-US" dirty="0"/>
          </a:p>
        </p:txBody>
      </p:sp>
      <p:sp>
        <p:nvSpPr>
          <p:cNvPr id="15" name="TextBox 14">
            <a:extLst>
              <a:ext uri="{FF2B5EF4-FFF2-40B4-BE49-F238E27FC236}">
                <a16:creationId xmlns:a16="http://schemas.microsoft.com/office/drawing/2014/main" id="{EFEBC9A0-EE29-BBFD-CC10-E3910876CD8B}"/>
              </a:ext>
            </a:extLst>
          </p:cNvPr>
          <p:cNvSpPr txBox="1"/>
          <p:nvPr/>
        </p:nvSpPr>
        <p:spPr>
          <a:xfrm>
            <a:off x="3861068" y="3857510"/>
            <a:ext cx="2228367" cy="461665"/>
          </a:xfrm>
          <a:prstGeom prst="rect">
            <a:avLst/>
          </a:prstGeom>
          <a:noFill/>
        </p:spPr>
        <p:txBody>
          <a:bodyPr wrap="none" rtlCol="0">
            <a:spAutoFit/>
          </a:bodyPr>
          <a:lstStyle/>
          <a:p>
            <a:r>
              <a:rPr lang="en-GB" sz="2400" b="1" dirty="0">
                <a:solidFill>
                  <a:srgbClr val="FF0000"/>
                </a:solidFill>
              </a:rPr>
              <a:t>With</a:t>
            </a:r>
            <a:r>
              <a:rPr lang="en-GB" dirty="0"/>
              <a:t> an interpreter </a:t>
            </a:r>
            <a:endParaRPr lang="en-US" dirty="0"/>
          </a:p>
        </p:txBody>
      </p:sp>
      <p:sp>
        <p:nvSpPr>
          <p:cNvPr id="16" name="TextBox 15">
            <a:extLst>
              <a:ext uri="{FF2B5EF4-FFF2-40B4-BE49-F238E27FC236}">
                <a16:creationId xmlns:a16="http://schemas.microsoft.com/office/drawing/2014/main" id="{D9AA97F0-878B-BA64-958C-18409C6F081F}"/>
              </a:ext>
            </a:extLst>
          </p:cNvPr>
          <p:cNvSpPr txBox="1"/>
          <p:nvPr/>
        </p:nvSpPr>
        <p:spPr>
          <a:xfrm>
            <a:off x="9256294" y="4019154"/>
            <a:ext cx="1478225" cy="400110"/>
          </a:xfrm>
          <a:prstGeom prst="rect">
            <a:avLst/>
          </a:prstGeom>
          <a:noFill/>
        </p:spPr>
        <p:txBody>
          <a:bodyPr wrap="none" rtlCol="0">
            <a:spAutoFit/>
          </a:bodyPr>
          <a:lstStyle/>
          <a:p>
            <a:r>
              <a:rPr lang="en-GB" sz="2000" b="1" dirty="0"/>
              <a:t>File Systems</a:t>
            </a:r>
            <a:endParaRPr lang="en-US" sz="2000" b="1" dirty="0"/>
          </a:p>
        </p:txBody>
      </p:sp>
      <p:cxnSp>
        <p:nvCxnSpPr>
          <p:cNvPr id="18" name="Straight Arrow Connector 17">
            <a:extLst>
              <a:ext uri="{FF2B5EF4-FFF2-40B4-BE49-F238E27FC236}">
                <a16:creationId xmlns:a16="http://schemas.microsoft.com/office/drawing/2014/main" id="{1950466B-5BAB-9C08-1BC1-9CC628E3FAD9}"/>
              </a:ext>
            </a:extLst>
          </p:cNvPr>
          <p:cNvCxnSpPr/>
          <p:nvPr/>
        </p:nvCxnSpPr>
        <p:spPr>
          <a:xfrm flipH="1">
            <a:off x="8373979" y="4482149"/>
            <a:ext cx="1596189" cy="5871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A245B6C-2544-CD7C-6482-690A46730AEC}"/>
              </a:ext>
            </a:extLst>
          </p:cNvPr>
          <p:cNvCxnSpPr/>
          <p:nvPr/>
        </p:nvCxnSpPr>
        <p:spPr>
          <a:xfrm flipH="1">
            <a:off x="9135979" y="4502365"/>
            <a:ext cx="859427" cy="4612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9F19028-E795-9639-1E3C-2F41CBA2C663}"/>
              </a:ext>
            </a:extLst>
          </p:cNvPr>
          <p:cNvCxnSpPr/>
          <p:nvPr/>
        </p:nvCxnSpPr>
        <p:spPr>
          <a:xfrm flipH="1">
            <a:off x="9875939" y="4502365"/>
            <a:ext cx="119467" cy="4351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E6E6F30-6473-0DD6-05A4-B4F40194DEC0}"/>
              </a:ext>
            </a:extLst>
          </p:cNvPr>
          <p:cNvCxnSpPr/>
          <p:nvPr/>
        </p:nvCxnSpPr>
        <p:spPr>
          <a:xfrm>
            <a:off x="9970168" y="4482149"/>
            <a:ext cx="529390" cy="5443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361BB2A-9D59-5143-3FF7-3865CAFE052C}"/>
              </a:ext>
            </a:extLst>
          </p:cNvPr>
          <p:cNvCxnSpPr/>
          <p:nvPr/>
        </p:nvCxnSpPr>
        <p:spPr>
          <a:xfrm>
            <a:off x="9970168" y="4482149"/>
            <a:ext cx="970548" cy="4814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F3ECC9A-9782-7567-D57D-B7C94859A315}"/>
              </a:ext>
            </a:extLst>
          </p:cNvPr>
          <p:cNvCxnSpPr/>
          <p:nvPr/>
        </p:nvCxnSpPr>
        <p:spPr>
          <a:xfrm>
            <a:off x="9935672" y="4439354"/>
            <a:ext cx="1571009" cy="6299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D08B7E3D-C5F3-BD24-F373-A9D6383E3EAE}"/>
              </a:ext>
            </a:extLst>
          </p:cNvPr>
          <p:cNvSpPr txBox="1"/>
          <p:nvPr/>
        </p:nvSpPr>
        <p:spPr>
          <a:xfrm>
            <a:off x="4015374" y="6113743"/>
            <a:ext cx="2087479" cy="400110"/>
          </a:xfrm>
          <a:prstGeom prst="rect">
            <a:avLst/>
          </a:prstGeom>
          <a:noFill/>
        </p:spPr>
        <p:txBody>
          <a:bodyPr wrap="square">
            <a:spAutoFit/>
          </a:bodyPr>
          <a:lstStyle/>
          <a:p>
            <a:r>
              <a:rPr lang="en-US" sz="2000" b="1" dirty="0"/>
              <a:t>Virtual file system</a:t>
            </a:r>
          </a:p>
        </p:txBody>
      </p:sp>
      <p:grpSp>
        <p:nvGrpSpPr>
          <p:cNvPr id="33" name="Group 32">
            <a:extLst>
              <a:ext uri="{FF2B5EF4-FFF2-40B4-BE49-F238E27FC236}">
                <a16:creationId xmlns:a16="http://schemas.microsoft.com/office/drawing/2014/main" id="{07960E88-6458-4617-49C2-228C4C1CE423}"/>
              </a:ext>
            </a:extLst>
          </p:cNvPr>
          <p:cNvGrpSpPr/>
          <p:nvPr/>
        </p:nvGrpSpPr>
        <p:grpSpPr>
          <a:xfrm>
            <a:off x="6043888" y="4154469"/>
            <a:ext cx="565920" cy="2144880"/>
            <a:chOff x="6043888" y="4154469"/>
            <a:chExt cx="565920" cy="2144880"/>
          </a:xfrm>
        </p:grpSpPr>
        <mc:AlternateContent xmlns:mc="http://schemas.openxmlformats.org/markup-compatibility/2006" xmlns:p14="http://schemas.microsoft.com/office/powerpoint/2010/main">
          <mc:Choice Requires="p14">
            <p:contentPart p14:bwMode="auto" r:id="rId5">
              <p14:nvContentPartPr>
                <p14:cNvPr id="31" name="Ink 30">
                  <a:extLst>
                    <a:ext uri="{FF2B5EF4-FFF2-40B4-BE49-F238E27FC236}">
                      <a16:creationId xmlns:a16="http://schemas.microsoft.com/office/drawing/2014/main" id="{36D991D5-F22D-03AA-C864-82761F2EA3A1}"/>
                    </a:ext>
                  </a:extLst>
                </p14:cNvPr>
                <p14:cNvContentPartPr/>
                <p14:nvPr/>
              </p14:nvContentPartPr>
              <p14:xfrm>
                <a:off x="6069448" y="4154469"/>
                <a:ext cx="540360" cy="2083680"/>
              </p14:xfrm>
            </p:contentPart>
          </mc:Choice>
          <mc:Fallback xmlns="">
            <p:pic>
              <p:nvPicPr>
                <p:cNvPr id="31" name="Ink 30">
                  <a:extLst>
                    <a:ext uri="{FF2B5EF4-FFF2-40B4-BE49-F238E27FC236}">
                      <a16:creationId xmlns:a16="http://schemas.microsoft.com/office/drawing/2014/main" id="{36D991D5-F22D-03AA-C864-82761F2EA3A1}"/>
                    </a:ext>
                  </a:extLst>
                </p:cNvPr>
                <p:cNvPicPr/>
                <p:nvPr/>
              </p:nvPicPr>
              <p:blipFill>
                <a:blip r:embed="rId6"/>
                <a:stretch>
                  <a:fillRect/>
                </a:stretch>
              </p:blipFill>
              <p:spPr>
                <a:xfrm>
                  <a:off x="6051448" y="4136829"/>
                  <a:ext cx="576000" cy="21193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2" name="Ink 31">
                  <a:extLst>
                    <a:ext uri="{FF2B5EF4-FFF2-40B4-BE49-F238E27FC236}">
                      <a16:creationId xmlns:a16="http://schemas.microsoft.com/office/drawing/2014/main" id="{DF7892F6-2A7B-6CF8-C67E-036CFE8A286B}"/>
                    </a:ext>
                  </a:extLst>
                </p14:cNvPr>
                <p14:cNvContentPartPr/>
                <p14:nvPr/>
              </p14:nvContentPartPr>
              <p14:xfrm>
                <a:off x="6043888" y="6031509"/>
                <a:ext cx="295560" cy="267840"/>
              </p14:xfrm>
            </p:contentPart>
          </mc:Choice>
          <mc:Fallback xmlns="">
            <p:pic>
              <p:nvPicPr>
                <p:cNvPr id="32" name="Ink 31">
                  <a:extLst>
                    <a:ext uri="{FF2B5EF4-FFF2-40B4-BE49-F238E27FC236}">
                      <a16:creationId xmlns:a16="http://schemas.microsoft.com/office/drawing/2014/main" id="{DF7892F6-2A7B-6CF8-C67E-036CFE8A286B}"/>
                    </a:ext>
                  </a:extLst>
                </p:cNvPr>
                <p:cNvPicPr/>
                <p:nvPr/>
              </p:nvPicPr>
              <p:blipFill>
                <a:blip r:embed="rId8"/>
                <a:stretch>
                  <a:fillRect/>
                </a:stretch>
              </p:blipFill>
              <p:spPr>
                <a:xfrm>
                  <a:off x="6025888" y="6013869"/>
                  <a:ext cx="331200" cy="303480"/>
                </a:xfrm>
                <a:prstGeom prst="rect">
                  <a:avLst/>
                </a:prstGeom>
              </p:spPr>
            </p:pic>
          </mc:Fallback>
        </mc:AlternateContent>
      </p:grpSp>
    </p:spTree>
    <p:extLst>
      <p:ext uri="{BB962C8B-B14F-4D97-AF65-F5344CB8AC3E}">
        <p14:creationId xmlns:p14="http://schemas.microsoft.com/office/powerpoint/2010/main" val="849688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D7295B-378C-4630-9C5F-6D42BC54DBE9}"/>
              </a:ext>
            </a:extLst>
          </p:cNvPr>
          <p:cNvSpPr>
            <a:spLocks noGrp="1"/>
          </p:cNvSpPr>
          <p:nvPr>
            <p:ph type="title"/>
          </p:nvPr>
        </p:nvSpPr>
        <p:spPr/>
        <p:txBody>
          <a:bodyPr/>
          <a:lstStyle/>
          <a:p>
            <a:r>
              <a:rPr lang="en-US" dirty="0"/>
              <a:t>Linux is a VFS</a:t>
            </a:r>
          </a:p>
        </p:txBody>
      </p:sp>
      <p:sp>
        <p:nvSpPr>
          <p:cNvPr id="5" name="Content Placeholder 4">
            <a:extLst>
              <a:ext uri="{FF2B5EF4-FFF2-40B4-BE49-F238E27FC236}">
                <a16:creationId xmlns:a16="http://schemas.microsoft.com/office/drawing/2014/main" id="{8DE5951C-3427-4B1F-BFA6-46E91D76D827}"/>
              </a:ext>
            </a:extLst>
          </p:cNvPr>
          <p:cNvSpPr>
            <a:spLocks noGrp="1"/>
          </p:cNvSpPr>
          <p:nvPr>
            <p:ph idx="1"/>
          </p:nvPr>
        </p:nvSpPr>
        <p:spPr>
          <a:xfrm>
            <a:off x="838200" y="1825624"/>
            <a:ext cx="5482928" cy="4293822"/>
          </a:xfrm>
        </p:spPr>
        <p:txBody>
          <a:bodyPr>
            <a:normAutofit fontScale="85000" lnSpcReduction="20000"/>
          </a:bodyPr>
          <a:lstStyle/>
          <a:p>
            <a:r>
              <a:rPr lang="en-GB" dirty="0"/>
              <a:t>VFS allows client applications to access different types of </a:t>
            </a:r>
            <a:r>
              <a:rPr lang="en-GB" dirty="0">
                <a:solidFill>
                  <a:srgbClr val="FF0000"/>
                </a:solidFill>
              </a:rPr>
              <a:t>concrete</a:t>
            </a:r>
            <a:r>
              <a:rPr lang="en-GB" dirty="0"/>
              <a:t> file systems in a uniform way</a:t>
            </a:r>
          </a:p>
          <a:p>
            <a:pPr lvl="1"/>
            <a:r>
              <a:rPr lang="en-GB" dirty="0"/>
              <a:t>provides an abstract layer for upper-layer applications</a:t>
            </a:r>
          </a:p>
          <a:p>
            <a:pPr lvl="1"/>
            <a:r>
              <a:rPr lang="en-GB" dirty="0"/>
              <a:t> The same techniques can be utilized to investigate different types of devices</a:t>
            </a:r>
          </a:p>
          <a:p>
            <a:r>
              <a:rPr lang="en-GB" dirty="0"/>
              <a:t>Each and everything in Linux is a </a:t>
            </a:r>
            <a:r>
              <a:rPr lang="en-GB" dirty="0">
                <a:solidFill>
                  <a:srgbClr val="FF0000"/>
                </a:solidFill>
              </a:rPr>
              <a:t>file </a:t>
            </a:r>
            <a:r>
              <a:rPr lang="en-GB" dirty="0">
                <a:solidFill>
                  <a:schemeClr val="accent6"/>
                </a:solidFill>
              </a:rPr>
              <a:t>(Everything appears somewhere in the filesystem)</a:t>
            </a:r>
          </a:p>
          <a:p>
            <a:pPr lvl="1"/>
            <a:r>
              <a:rPr lang="en-GB" dirty="0"/>
              <a:t>file, directory, hard disks, CD/DVD, NIC, USB</a:t>
            </a:r>
          </a:p>
          <a:p>
            <a:pPr lvl="1"/>
            <a:r>
              <a:rPr lang="en-GB" dirty="0"/>
              <a:t>devices can be represented as file-like objects under </a:t>
            </a:r>
            <a:r>
              <a:rPr lang="en-GB" dirty="0">
                <a:latin typeface="OCRB" panose="020B0609020202020204" pitchFamily="49" charset="0"/>
              </a:rPr>
              <a:t>/dev/ </a:t>
            </a:r>
            <a:r>
              <a:rPr lang="en-GB" dirty="0"/>
              <a:t>filesystem.</a:t>
            </a:r>
          </a:p>
          <a:p>
            <a:r>
              <a:rPr lang="en-GB" dirty="0"/>
              <a:t>OS recognizes files by</a:t>
            </a:r>
          </a:p>
          <a:p>
            <a:pPr lvl="1"/>
            <a:r>
              <a:rPr lang="en-GB" dirty="0" err="1"/>
              <a:t>inode</a:t>
            </a:r>
            <a:r>
              <a:rPr lang="en-GB" dirty="0"/>
              <a:t> (index node)</a:t>
            </a:r>
            <a:endParaRPr lang="en-US" dirty="0"/>
          </a:p>
        </p:txBody>
      </p:sp>
      <p:pic>
        <p:nvPicPr>
          <p:cNvPr id="1026" name="Picture 2" descr="Graphic of an abstraction layer over different file systems and storage devices">
            <a:extLst>
              <a:ext uri="{FF2B5EF4-FFF2-40B4-BE49-F238E27FC236}">
                <a16:creationId xmlns:a16="http://schemas.microsoft.com/office/drawing/2014/main" id="{97BABED6-88A6-4322-B0AD-D162CA6EE9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799" y="1690688"/>
            <a:ext cx="5482929" cy="4369644"/>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5DCFBE11-29B6-417D-8DCD-1C0E1D5326AC}"/>
              </a:ext>
            </a:extLst>
          </p:cNvPr>
          <p:cNvCxnSpPr>
            <a:cxnSpLocks/>
          </p:cNvCxnSpPr>
          <p:nvPr/>
        </p:nvCxnSpPr>
        <p:spPr>
          <a:xfrm>
            <a:off x="5416062" y="4790831"/>
            <a:ext cx="1336431" cy="2344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A3949EA-E1B0-453F-943D-83D259055F3E}"/>
              </a:ext>
            </a:extLst>
          </p:cNvPr>
          <p:cNvCxnSpPr/>
          <p:nvPr/>
        </p:nvCxnSpPr>
        <p:spPr>
          <a:xfrm>
            <a:off x="5416062" y="2852615"/>
            <a:ext cx="984737" cy="4689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4C7FBBD-DC29-48D0-9F98-6723CE278B4B}"/>
              </a:ext>
            </a:extLst>
          </p:cNvPr>
          <p:cNvCxnSpPr/>
          <p:nvPr/>
        </p:nvCxnSpPr>
        <p:spPr>
          <a:xfrm>
            <a:off x="5416062" y="2852615"/>
            <a:ext cx="1930400" cy="2969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777603F-DDC5-45E7-9675-1CBA97289273}"/>
              </a:ext>
            </a:extLst>
          </p:cNvPr>
          <p:cNvCxnSpPr/>
          <p:nvPr/>
        </p:nvCxnSpPr>
        <p:spPr>
          <a:xfrm>
            <a:off x="5416062" y="2852615"/>
            <a:ext cx="3407507" cy="3438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05B6908-A50C-41C9-A229-FCF42C20BD40}"/>
              </a:ext>
            </a:extLst>
          </p:cNvPr>
          <p:cNvCxnSpPr/>
          <p:nvPr/>
        </p:nvCxnSpPr>
        <p:spPr>
          <a:xfrm>
            <a:off x="5416062" y="2852615"/>
            <a:ext cx="4517292" cy="2969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5CF596E-CE64-469F-958F-BDA47ACE1ACF}"/>
              </a:ext>
            </a:extLst>
          </p:cNvPr>
          <p:cNvSpPr txBox="1"/>
          <p:nvPr/>
        </p:nvSpPr>
        <p:spPr>
          <a:xfrm>
            <a:off x="6697785" y="6619836"/>
            <a:ext cx="5072184" cy="261610"/>
          </a:xfrm>
          <a:prstGeom prst="rect">
            <a:avLst/>
          </a:prstGeom>
          <a:noFill/>
        </p:spPr>
        <p:txBody>
          <a:bodyPr wrap="square">
            <a:spAutoFit/>
          </a:bodyPr>
          <a:lstStyle/>
          <a:p>
            <a:r>
              <a:rPr lang="en-US" sz="1050" dirty="0"/>
              <a:t>https://developer.ibm.com/technologies/linux/tutorials/l-virtual-filesystem-switch/</a:t>
            </a:r>
          </a:p>
        </p:txBody>
      </p:sp>
    </p:spTree>
    <p:extLst>
      <p:ext uri="{BB962C8B-B14F-4D97-AF65-F5344CB8AC3E}">
        <p14:creationId xmlns:p14="http://schemas.microsoft.com/office/powerpoint/2010/main" val="2623075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B8036-76FC-A847-17DB-2C0572CAB278}"/>
              </a:ext>
            </a:extLst>
          </p:cNvPr>
          <p:cNvSpPr>
            <a:spLocks noGrp="1"/>
          </p:cNvSpPr>
          <p:nvPr>
            <p:ph type="title"/>
          </p:nvPr>
        </p:nvSpPr>
        <p:spPr/>
        <p:txBody>
          <a:bodyPr/>
          <a:lstStyle/>
          <a:p>
            <a:pPr algn="ctr"/>
            <a:r>
              <a:rPr lang="en-GB" dirty="0"/>
              <a:t>Linux for Ethical Hacking and Digital Forensics- Good and Bad </a:t>
            </a:r>
            <a:endParaRPr lang="en-US" dirty="0"/>
          </a:p>
        </p:txBody>
      </p:sp>
      <p:sp>
        <p:nvSpPr>
          <p:cNvPr id="3" name="Content Placeholder 2">
            <a:extLst>
              <a:ext uri="{FF2B5EF4-FFF2-40B4-BE49-F238E27FC236}">
                <a16:creationId xmlns:a16="http://schemas.microsoft.com/office/drawing/2014/main" id="{792DCC4C-F977-8DFC-4F08-FB8D69A8628B}"/>
              </a:ext>
            </a:extLst>
          </p:cNvPr>
          <p:cNvSpPr>
            <a:spLocks noGrp="1"/>
          </p:cNvSpPr>
          <p:nvPr>
            <p:ph idx="1"/>
          </p:nvPr>
        </p:nvSpPr>
        <p:spPr/>
        <p:txBody>
          <a:bodyPr/>
          <a:lstStyle/>
          <a:p>
            <a:r>
              <a:rPr lang="en-GB" dirty="0"/>
              <a:t>Pro</a:t>
            </a:r>
          </a:p>
          <a:p>
            <a:pPr lvl="1"/>
            <a:r>
              <a:rPr lang="en-GB" dirty="0"/>
              <a:t>widely support for many file systems (Virtual file system)</a:t>
            </a:r>
          </a:p>
          <a:p>
            <a:pPr lvl="1"/>
            <a:r>
              <a:rPr lang="en-US" dirty="0"/>
              <a:t>advanced and powerful tools available </a:t>
            </a:r>
          </a:p>
          <a:p>
            <a:pPr lvl="1"/>
            <a:r>
              <a:rPr lang="en-US" dirty="0"/>
              <a:t>free and open-source</a:t>
            </a:r>
          </a:p>
          <a:p>
            <a:pPr lvl="1"/>
            <a:r>
              <a:rPr lang="en-US" dirty="0"/>
              <a:t>compile source code</a:t>
            </a:r>
          </a:p>
          <a:p>
            <a:pPr lvl="1"/>
            <a:r>
              <a:rPr lang="en-US" dirty="0"/>
              <a:t>flexibility </a:t>
            </a:r>
          </a:p>
          <a:p>
            <a:r>
              <a:rPr lang="en-US" dirty="0"/>
              <a:t>Con</a:t>
            </a:r>
          </a:p>
          <a:p>
            <a:pPr lvl="1"/>
            <a:r>
              <a:rPr lang="en-US" dirty="0"/>
              <a:t>learning curve, e.g., no graphic interface</a:t>
            </a:r>
          </a:p>
          <a:p>
            <a:pPr lvl="1"/>
            <a:r>
              <a:rPr lang="en-US" dirty="0"/>
              <a:t>trustworthiness of open-source tools</a:t>
            </a:r>
          </a:p>
          <a:p>
            <a:pPr lvl="1"/>
            <a:endParaRPr lang="en-US" dirty="0"/>
          </a:p>
        </p:txBody>
      </p:sp>
    </p:spTree>
    <p:extLst>
      <p:ext uri="{BB962C8B-B14F-4D97-AF65-F5344CB8AC3E}">
        <p14:creationId xmlns:p14="http://schemas.microsoft.com/office/powerpoint/2010/main" val="3725692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E2D5774-5837-4C41-A0B8-979FDAEC4639}"/>
              </a:ext>
            </a:extLst>
          </p:cNvPr>
          <p:cNvSpPr>
            <a:spLocks noGrp="1"/>
          </p:cNvSpPr>
          <p:nvPr>
            <p:ph type="title"/>
          </p:nvPr>
        </p:nvSpPr>
        <p:spPr/>
        <p:txBody>
          <a:bodyPr/>
          <a:lstStyle/>
          <a:p>
            <a:r>
              <a:rPr lang="en-GB" dirty="0"/>
              <a:t>Open a Linux Terminator</a:t>
            </a:r>
            <a:endParaRPr lang="en-US" dirty="0"/>
          </a:p>
        </p:txBody>
      </p:sp>
      <p:pic>
        <p:nvPicPr>
          <p:cNvPr id="6" name="Picture 5">
            <a:extLst>
              <a:ext uri="{FF2B5EF4-FFF2-40B4-BE49-F238E27FC236}">
                <a16:creationId xmlns:a16="http://schemas.microsoft.com/office/drawing/2014/main" id="{2BC507A4-8C0E-48D0-8A5A-8BFCA8B3D3C9}"/>
              </a:ext>
            </a:extLst>
          </p:cNvPr>
          <p:cNvPicPr>
            <a:picLocks noChangeAspect="1"/>
          </p:cNvPicPr>
          <p:nvPr/>
        </p:nvPicPr>
        <p:blipFill>
          <a:blip r:embed="rId2"/>
          <a:stretch>
            <a:fillRect/>
          </a:stretch>
        </p:blipFill>
        <p:spPr>
          <a:xfrm>
            <a:off x="838200" y="1861251"/>
            <a:ext cx="6168773" cy="4228264"/>
          </a:xfrm>
          <a:prstGeom prst="rect">
            <a:avLst/>
          </a:prstGeom>
        </p:spPr>
      </p:pic>
      <p:sp>
        <p:nvSpPr>
          <p:cNvPr id="3" name="TextBox 2">
            <a:extLst>
              <a:ext uri="{FF2B5EF4-FFF2-40B4-BE49-F238E27FC236}">
                <a16:creationId xmlns:a16="http://schemas.microsoft.com/office/drawing/2014/main" id="{53522F7C-2383-3FA5-0474-CEAF7D22E12B}"/>
              </a:ext>
            </a:extLst>
          </p:cNvPr>
          <p:cNvSpPr txBox="1"/>
          <p:nvPr/>
        </p:nvSpPr>
        <p:spPr>
          <a:xfrm>
            <a:off x="3558073" y="6458649"/>
            <a:ext cx="1725128" cy="369332"/>
          </a:xfrm>
          <a:prstGeom prst="rect">
            <a:avLst/>
          </a:prstGeom>
          <a:noFill/>
        </p:spPr>
        <p:txBody>
          <a:bodyPr wrap="square">
            <a:spAutoFit/>
          </a:bodyPr>
          <a:lstStyle/>
          <a:p>
            <a:r>
              <a:rPr lang="en-GB" b="0" i="0" dirty="0">
                <a:solidFill>
                  <a:srgbClr val="374151"/>
                </a:solidFill>
                <a:effectLst/>
                <a:latin typeface="Söhne"/>
              </a:rPr>
              <a:t>same as </a:t>
            </a:r>
            <a:r>
              <a:rPr lang="en-GB" b="0" i="0" dirty="0" err="1">
                <a:solidFill>
                  <a:srgbClr val="374151"/>
                </a:solidFill>
                <a:effectLst/>
                <a:latin typeface="OCRB" panose="020B0609020202020204" pitchFamily="49" charset="0"/>
              </a:rPr>
              <a:t>cmd</a:t>
            </a:r>
            <a:endParaRPr lang="en-US" dirty="0">
              <a:latin typeface="OCRB" panose="020B0609020202020204" pitchFamily="49" charset="0"/>
            </a:endParaRPr>
          </a:p>
        </p:txBody>
      </p:sp>
      <p:pic>
        <p:nvPicPr>
          <p:cNvPr id="5" name="Picture 4">
            <a:extLst>
              <a:ext uri="{FF2B5EF4-FFF2-40B4-BE49-F238E27FC236}">
                <a16:creationId xmlns:a16="http://schemas.microsoft.com/office/drawing/2014/main" id="{0EB3DCE7-4CC3-E046-733E-4532CF477A2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65837" y="6428630"/>
            <a:ext cx="429370" cy="429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67300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248ACCFB-5720-477D-959E-B699A772B5CF}"/>
              </a:ext>
            </a:extLst>
          </p:cNvPr>
          <p:cNvSpPr>
            <a:spLocks noGrp="1"/>
          </p:cNvSpPr>
          <p:nvPr>
            <p:ph type="title"/>
          </p:nvPr>
        </p:nvSpPr>
        <p:spPr>
          <a:xfrm>
            <a:off x="1028700" y="1967266"/>
            <a:ext cx="2628900" cy="2547257"/>
          </a:xfrm>
          <a:noFill/>
        </p:spPr>
        <p:txBody>
          <a:bodyPr anchor="ctr">
            <a:normAutofit/>
          </a:bodyPr>
          <a:lstStyle/>
          <a:p>
            <a:pPr algn="ctr"/>
            <a:r>
              <a:rPr lang="en-GB" sz="3600">
                <a:solidFill>
                  <a:srgbClr val="FFFFFF"/>
                </a:solidFill>
              </a:rPr>
              <a:t>File inode</a:t>
            </a:r>
            <a:endParaRPr lang="en-US" sz="3600">
              <a:solidFill>
                <a:srgbClr val="FFFFFF"/>
              </a:solidFill>
            </a:endParaRPr>
          </a:p>
        </p:txBody>
      </p:sp>
      <p:pic>
        <p:nvPicPr>
          <p:cNvPr id="8" name="Picture 7">
            <a:extLst>
              <a:ext uri="{FF2B5EF4-FFF2-40B4-BE49-F238E27FC236}">
                <a16:creationId xmlns:a16="http://schemas.microsoft.com/office/drawing/2014/main" id="{D426D9F4-577D-4B6F-BA44-9FC955D33A5E}"/>
              </a:ext>
            </a:extLst>
          </p:cNvPr>
          <p:cNvPicPr>
            <a:picLocks noChangeAspect="1"/>
          </p:cNvPicPr>
          <p:nvPr/>
        </p:nvPicPr>
        <p:blipFill>
          <a:blip r:embed="rId2"/>
          <a:stretch>
            <a:fillRect/>
          </a:stretch>
        </p:blipFill>
        <p:spPr>
          <a:xfrm>
            <a:off x="4527805" y="643466"/>
            <a:ext cx="6905984" cy="5887352"/>
          </a:xfrm>
          <a:prstGeom prst="rect">
            <a:avLst/>
          </a:prstGeom>
        </p:spPr>
      </p:pic>
      <p:sp>
        <p:nvSpPr>
          <p:cNvPr id="11" name="TextBox 10">
            <a:extLst>
              <a:ext uri="{FF2B5EF4-FFF2-40B4-BE49-F238E27FC236}">
                <a16:creationId xmlns:a16="http://schemas.microsoft.com/office/drawing/2014/main" id="{87E9E270-98BD-42FE-9F09-FD1F6045A2EC}"/>
              </a:ext>
            </a:extLst>
          </p:cNvPr>
          <p:cNvSpPr txBox="1"/>
          <p:nvPr/>
        </p:nvSpPr>
        <p:spPr>
          <a:xfrm>
            <a:off x="8799812" y="1695794"/>
            <a:ext cx="2469973" cy="1569660"/>
          </a:xfrm>
          <a:prstGeom prst="rect">
            <a:avLst/>
          </a:prstGeom>
          <a:solidFill>
            <a:schemeClr val="accent4">
              <a:lumMod val="20000"/>
              <a:lumOff val="80000"/>
            </a:schemeClr>
          </a:solidFill>
        </p:spPr>
        <p:txBody>
          <a:bodyPr wrap="square">
            <a:spAutoFit/>
          </a:bodyPr>
          <a:lstStyle/>
          <a:p>
            <a:pPr marL="285750" indent="-285750">
              <a:buFont typeface="Arial" panose="020B0604020202020204" pitchFamily="34" charset="0"/>
              <a:buChar char="•"/>
            </a:pPr>
            <a:r>
              <a:rPr lang="en-GB" sz="1600" i="1" dirty="0">
                <a:solidFill>
                  <a:srgbClr val="FF0000"/>
                </a:solidFill>
              </a:rPr>
              <a:t>-</a:t>
            </a:r>
            <a:r>
              <a:rPr lang="en-GB" sz="1600" i="1" dirty="0" err="1">
                <a:solidFill>
                  <a:srgbClr val="FF0000"/>
                </a:solidFill>
              </a:rPr>
              <a:t>i</a:t>
            </a:r>
            <a:r>
              <a:rPr lang="en-GB" sz="1600" i="1" dirty="0">
                <a:solidFill>
                  <a:srgbClr val="FF0000"/>
                </a:solidFill>
              </a:rPr>
              <a:t>, --</a:t>
            </a:r>
            <a:r>
              <a:rPr lang="en-GB" sz="1600" i="1" dirty="0" err="1">
                <a:solidFill>
                  <a:srgbClr val="FF0000"/>
                </a:solidFill>
              </a:rPr>
              <a:t>inode</a:t>
            </a:r>
            <a:r>
              <a:rPr lang="en-GB" sz="1600" i="1" dirty="0">
                <a:solidFill>
                  <a:srgbClr val="FF0000"/>
                </a:solidFill>
              </a:rPr>
              <a:t>      </a:t>
            </a:r>
            <a:r>
              <a:rPr lang="en-GB" sz="1600" dirty="0"/>
              <a:t>print the index number of each file</a:t>
            </a:r>
          </a:p>
          <a:p>
            <a:pPr marL="285750" indent="-285750">
              <a:buFont typeface="Arial" panose="020B0604020202020204" pitchFamily="34" charset="0"/>
              <a:buChar char="•"/>
            </a:pPr>
            <a:r>
              <a:rPr lang="en-GB" sz="1600" i="1" dirty="0">
                <a:solidFill>
                  <a:srgbClr val="FF0000"/>
                </a:solidFill>
              </a:rPr>
              <a:t>-a, --all   </a:t>
            </a:r>
            <a:r>
              <a:rPr lang="en-GB" sz="1600" dirty="0"/>
              <a:t>do not ignore entries starting with . (hidden file)</a:t>
            </a:r>
          </a:p>
        </p:txBody>
      </p:sp>
      <p:sp>
        <p:nvSpPr>
          <p:cNvPr id="2" name="TextBox 1">
            <a:extLst>
              <a:ext uri="{FF2B5EF4-FFF2-40B4-BE49-F238E27FC236}">
                <a16:creationId xmlns:a16="http://schemas.microsoft.com/office/drawing/2014/main" id="{148F80D7-D124-86A1-C110-9DCEB236E5FE}"/>
              </a:ext>
            </a:extLst>
          </p:cNvPr>
          <p:cNvSpPr txBox="1"/>
          <p:nvPr/>
        </p:nvSpPr>
        <p:spPr>
          <a:xfrm>
            <a:off x="3165385" y="6458649"/>
            <a:ext cx="984430" cy="369332"/>
          </a:xfrm>
          <a:prstGeom prst="rect">
            <a:avLst/>
          </a:prstGeom>
          <a:noFill/>
        </p:spPr>
        <p:txBody>
          <a:bodyPr wrap="square">
            <a:spAutoFit/>
          </a:bodyPr>
          <a:lstStyle/>
          <a:p>
            <a:r>
              <a:rPr lang="en-GB" b="0" i="0" dirty="0" err="1">
                <a:solidFill>
                  <a:srgbClr val="374151"/>
                </a:solidFill>
                <a:effectLst/>
                <a:latin typeface="OCRB" panose="020B0609020202020204" pitchFamily="49" charset="0"/>
              </a:rPr>
              <a:t>dir</a:t>
            </a:r>
            <a:endParaRPr lang="en-US" dirty="0">
              <a:latin typeface="OCRB" panose="020B0609020202020204" pitchFamily="49" charset="0"/>
            </a:endParaRPr>
          </a:p>
        </p:txBody>
      </p:sp>
      <p:pic>
        <p:nvPicPr>
          <p:cNvPr id="3" name="Picture 2">
            <a:extLst>
              <a:ext uri="{FF2B5EF4-FFF2-40B4-BE49-F238E27FC236}">
                <a16:creationId xmlns:a16="http://schemas.microsoft.com/office/drawing/2014/main" id="{48A4602C-A27B-03EF-1E66-BF6F725EFF7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73149" y="6428630"/>
            <a:ext cx="429370" cy="429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25425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166BD-A20C-4FE3-B3D0-DE3471CC96DA}"/>
              </a:ext>
            </a:extLst>
          </p:cNvPr>
          <p:cNvSpPr>
            <a:spLocks noGrp="1"/>
          </p:cNvSpPr>
          <p:nvPr>
            <p:ph type="title"/>
          </p:nvPr>
        </p:nvSpPr>
        <p:spPr/>
        <p:txBody>
          <a:bodyPr/>
          <a:lstStyle/>
          <a:p>
            <a:r>
              <a:rPr lang="en-GB" dirty="0"/>
              <a:t>What is </a:t>
            </a:r>
            <a:r>
              <a:rPr lang="en-GB" dirty="0" err="1"/>
              <a:t>inode</a:t>
            </a:r>
            <a:r>
              <a:rPr lang="en-GB" dirty="0"/>
              <a:t>?</a:t>
            </a:r>
            <a:endParaRPr lang="en-US" dirty="0"/>
          </a:p>
        </p:txBody>
      </p:sp>
      <p:sp>
        <p:nvSpPr>
          <p:cNvPr id="3" name="Content Placeholder 2">
            <a:extLst>
              <a:ext uri="{FF2B5EF4-FFF2-40B4-BE49-F238E27FC236}">
                <a16:creationId xmlns:a16="http://schemas.microsoft.com/office/drawing/2014/main" id="{52F78973-1ADD-4770-A5C6-3ED22137CD7C}"/>
              </a:ext>
            </a:extLst>
          </p:cNvPr>
          <p:cNvSpPr>
            <a:spLocks noGrp="1"/>
          </p:cNvSpPr>
          <p:nvPr>
            <p:ph idx="1"/>
          </p:nvPr>
        </p:nvSpPr>
        <p:spPr>
          <a:xfrm>
            <a:off x="838200" y="1825625"/>
            <a:ext cx="5132754" cy="4351338"/>
          </a:xfrm>
        </p:spPr>
        <p:txBody>
          <a:bodyPr>
            <a:normAutofit fontScale="92500" lnSpcReduction="10000"/>
          </a:bodyPr>
          <a:lstStyle/>
          <a:p>
            <a:r>
              <a:rPr lang="en-GB" dirty="0" err="1"/>
              <a:t>inode</a:t>
            </a:r>
            <a:r>
              <a:rPr lang="en-GB" dirty="0"/>
              <a:t> is an ID of a file/folder</a:t>
            </a:r>
          </a:p>
          <a:p>
            <a:pPr lvl="1"/>
            <a:r>
              <a:rPr lang="en-GB" dirty="0"/>
              <a:t>unique number</a:t>
            </a:r>
          </a:p>
          <a:p>
            <a:r>
              <a:rPr lang="en-GB" dirty="0" err="1"/>
              <a:t>inode</a:t>
            </a:r>
            <a:r>
              <a:rPr lang="en-GB" dirty="0"/>
              <a:t> is a data structure of a file</a:t>
            </a:r>
          </a:p>
          <a:p>
            <a:pPr lvl="1"/>
            <a:r>
              <a:rPr lang="en-GB" dirty="0"/>
              <a:t>You store your information in a file, and the operating system stores the information/metadata about a file in an </a:t>
            </a:r>
            <a:r>
              <a:rPr lang="en-GB" dirty="0" err="1"/>
              <a:t>inode</a:t>
            </a:r>
            <a:endParaRPr lang="en-GB" dirty="0"/>
          </a:p>
          <a:p>
            <a:r>
              <a:rPr lang="en-GB" dirty="0" err="1"/>
              <a:t>inode</a:t>
            </a:r>
            <a:r>
              <a:rPr lang="en-GB" dirty="0"/>
              <a:t> points to the content of a file</a:t>
            </a:r>
          </a:p>
          <a:p>
            <a:r>
              <a:rPr lang="en-GB" dirty="0"/>
              <a:t>How to access to a file?</a:t>
            </a:r>
          </a:p>
          <a:p>
            <a:pPr lvl="1"/>
            <a:r>
              <a:rPr lang="en-GB" dirty="0" err="1"/>
              <a:t>inode</a:t>
            </a:r>
            <a:r>
              <a:rPr lang="en-GB" dirty="0"/>
              <a:t> ID</a:t>
            </a:r>
          </a:p>
          <a:p>
            <a:pPr lvl="1"/>
            <a:r>
              <a:rPr lang="en-GB" dirty="0"/>
              <a:t>file name=&gt;</a:t>
            </a:r>
            <a:r>
              <a:rPr lang="en-GB" dirty="0" err="1"/>
              <a:t>inode</a:t>
            </a:r>
            <a:r>
              <a:rPr lang="en-GB" dirty="0"/>
              <a:t> ID</a:t>
            </a:r>
          </a:p>
          <a:p>
            <a:pPr lvl="1"/>
            <a:endParaRPr lang="en-GB" dirty="0"/>
          </a:p>
          <a:p>
            <a:endParaRPr lang="en-US" dirty="0"/>
          </a:p>
        </p:txBody>
      </p:sp>
      <p:pic>
        <p:nvPicPr>
          <p:cNvPr id="2050" name="Picture 2">
            <a:extLst>
              <a:ext uri="{FF2B5EF4-FFF2-40B4-BE49-F238E27FC236}">
                <a16:creationId xmlns:a16="http://schemas.microsoft.com/office/drawing/2014/main" id="{B65BF09A-60A9-45E0-A526-3C859DF2D7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8555" y="0"/>
            <a:ext cx="4251966" cy="348782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85720A7-2A9A-4F8F-8634-DCA2F2DE3064}"/>
              </a:ext>
            </a:extLst>
          </p:cNvPr>
          <p:cNvSpPr txBox="1"/>
          <p:nvPr/>
        </p:nvSpPr>
        <p:spPr>
          <a:xfrm>
            <a:off x="8174892" y="6596390"/>
            <a:ext cx="3423141" cy="261610"/>
          </a:xfrm>
          <a:prstGeom prst="rect">
            <a:avLst/>
          </a:prstGeom>
          <a:noFill/>
        </p:spPr>
        <p:txBody>
          <a:bodyPr wrap="square">
            <a:spAutoFit/>
          </a:bodyPr>
          <a:lstStyle/>
          <a:p>
            <a:r>
              <a:rPr lang="en-US" sz="1050"/>
              <a:t>https://www.slashroot.in/inode-and-its-structure-linux</a:t>
            </a:r>
            <a:endParaRPr lang="en-US" sz="1050" dirty="0"/>
          </a:p>
        </p:txBody>
      </p:sp>
      <p:cxnSp>
        <p:nvCxnSpPr>
          <p:cNvPr id="7" name="Straight Arrow Connector 6">
            <a:extLst>
              <a:ext uri="{FF2B5EF4-FFF2-40B4-BE49-F238E27FC236}">
                <a16:creationId xmlns:a16="http://schemas.microsoft.com/office/drawing/2014/main" id="{EC307391-1545-4E1F-8009-63028612972F}"/>
              </a:ext>
            </a:extLst>
          </p:cNvPr>
          <p:cNvCxnSpPr>
            <a:cxnSpLocks/>
          </p:cNvCxnSpPr>
          <p:nvPr/>
        </p:nvCxnSpPr>
        <p:spPr>
          <a:xfrm flipV="1">
            <a:off x="4338536" y="1268427"/>
            <a:ext cx="4430326" cy="72574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pic>
        <p:nvPicPr>
          <p:cNvPr id="9" name="Picture 8">
            <a:extLst>
              <a:ext uri="{FF2B5EF4-FFF2-40B4-BE49-F238E27FC236}">
                <a16:creationId xmlns:a16="http://schemas.microsoft.com/office/drawing/2014/main" id="{4247ABBB-72B0-41C5-8F01-D118479E0DB4}"/>
              </a:ext>
            </a:extLst>
          </p:cNvPr>
          <p:cNvPicPr>
            <a:picLocks noChangeAspect="1"/>
          </p:cNvPicPr>
          <p:nvPr/>
        </p:nvPicPr>
        <p:blipFill>
          <a:blip r:embed="rId4"/>
          <a:stretch>
            <a:fillRect/>
          </a:stretch>
        </p:blipFill>
        <p:spPr>
          <a:xfrm>
            <a:off x="7330830" y="3363841"/>
            <a:ext cx="1522168" cy="3363354"/>
          </a:xfrm>
          <a:prstGeom prst="rect">
            <a:avLst/>
          </a:prstGeom>
        </p:spPr>
      </p:pic>
      <p:cxnSp>
        <p:nvCxnSpPr>
          <p:cNvPr id="11" name="Straight Arrow Connector 10">
            <a:extLst>
              <a:ext uri="{FF2B5EF4-FFF2-40B4-BE49-F238E27FC236}">
                <a16:creationId xmlns:a16="http://schemas.microsoft.com/office/drawing/2014/main" id="{562E99B7-4DD8-4194-9313-6D742A2FC80C}"/>
              </a:ext>
            </a:extLst>
          </p:cNvPr>
          <p:cNvCxnSpPr>
            <a:cxnSpLocks/>
          </p:cNvCxnSpPr>
          <p:nvPr/>
        </p:nvCxnSpPr>
        <p:spPr>
          <a:xfrm>
            <a:off x="5806831" y="2841068"/>
            <a:ext cx="1570892" cy="155005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C60479DE-353E-43E3-85FD-C447AFEDAE00}"/>
              </a:ext>
            </a:extLst>
          </p:cNvPr>
          <p:cNvSpPr txBox="1"/>
          <p:nvPr/>
        </p:nvSpPr>
        <p:spPr>
          <a:xfrm>
            <a:off x="8895330" y="3531569"/>
            <a:ext cx="2501839" cy="369332"/>
          </a:xfrm>
          <a:prstGeom prst="rect">
            <a:avLst/>
          </a:prstGeom>
          <a:noFill/>
        </p:spPr>
        <p:txBody>
          <a:bodyPr wrap="square">
            <a:spAutoFit/>
          </a:bodyPr>
          <a:lstStyle/>
          <a:p>
            <a:r>
              <a:rPr lang="en-US" dirty="0">
                <a:solidFill>
                  <a:schemeClr val="accent6"/>
                </a:solidFill>
              </a:rPr>
              <a:t>permission information</a:t>
            </a:r>
          </a:p>
        </p:txBody>
      </p:sp>
      <p:sp>
        <p:nvSpPr>
          <p:cNvPr id="19" name="TextBox 18">
            <a:extLst>
              <a:ext uri="{FF2B5EF4-FFF2-40B4-BE49-F238E27FC236}">
                <a16:creationId xmlns:a16="http://schemas.microsoft.com/office/drawing/2014/main" id="{8B17EBD2-ED41-4B1F-A6A2-41C777213C37}"/>
              </a:ext>
            </a:extLst>
          </p:cNvPr>
          <p:cNvSpPr txBox="1"/>
          <p:nvPr/>
        </p:nvSpPr>
        <p:spPr>
          <a:xfrm>
            <a:off x="9022982" y="5314816"/>
            <a:ext cx="2125785" cy="369332"/>
          </a:xfrm>
          <a:prstGeom prst="rect">
            <a:avLst/>
          </a:prstGeom>
          <a:noFill/>
        </p:spPr>
        <p:txBody>
          <a:bodyPr wrap="square">
            <a:spAutoFit/>
          </a:bodyPr>
          <a:lstStyle/>
          <a:p>
            <a:r>
              <a:rPr lang="en-US" dirty="0">
                <a:solidFill>
                  <a:schemeClr val="accent6"/>
                </a:solidFill>
              </a:rPr>
              <a:t>block</a:t>
            </a:r>
            <a:r>
              <a:rPr lang="en-US" dirty="0"/>
              <a:t> </a:t>
            </a:r>
            <a:r>
              <a:rPr lang="en-US" dirty="0">
                <a:solidFill>
                  <a:schemeClr val="accent6"/>
                </a:solidFill>
              </a:rPr>
              <a:t>pointers</a:t>
            </a:r>
          </a:p>
        </p:txBody>
      </p:sp>
      <p:sp>
        <p:nvSpPr>
          <p:cNvPr id="18" name="Right Brace 17">
            <a:extLst>
              <a:ext uri="{FF2B5EF4-FFF2-40B4-BE49-F238E27FC236}">
                <a16:creationId xmlns:a16="http://schemas.microsoft.com/office/drawing/2014/main" id="{EA74387A-0410-44B2-B340-2B2D226ED72D}"/>
              </a:ext>
            </a:extLst>
          </p:cNvPr>
          <p:cNvSpPr/>
          <p:nvPr/>
        </p:nvSpPr>
        <p:spPr>
          <a:xfrm>
            <a:off x="8768862" y="4650154"/>
            <a:ext cx="187569" cy="170375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5EB9B4FA-121E-45FD-915B-8AC50E35ED76}"/>
              </a:ext>
            </a:extLst>
          </p:cNvPr>
          <p:cNvCxnSpPr>
            <a:cxnSpLocks/>
            <a:endCxn id="17" idx="1"/>
          </p:cNvCxnSpPr>
          <p:nvPr/>
        </p:nvCxnSpPr>
        <p:spPr>
          <a:xfrm>
            <a:off x="8661798" y="3716235"/>
            <a:ext cx="2335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6437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A6CBCC3-0B20-4F74-9E49-25F3BAAF2D33}"/>
              </a:ext>
            </a:extLst>
          </p:cNvPr>
          <p:cNvPicPr>
            <a:picLocks noChangeAspect="1"/>
          </p:cNvPicPr>
          <p:nvPr/>
        </p:nvPicPr>
        <p:blipFill>
          <a:blip r:embed="rId2"/>
          <a:stretch>
            <a:fillRect/>
          </a:stretch>
        </p:blipFill>
        <p:spPr>
          <a:xfrm>
            <a:off x="1778896" y="18754"/>
            <a:ext cx="8634208" cy="6820491"/>
          </a:xfrm>
          <a:prstGeom prst="rect">
            <a:avLst/>
          </a:prstGeom>
        </p:spPr>
      </p:pic>
    </p:spTree>
    <p:extLst>
      <p:ext uri="{BB962C8B-B14F-4D97-AF65-F5344CB8AC3E}">
        <p14:creationId xmlns:p14="http://schemas.microsoft.com/office/powerpoint/2010/main" val="30683645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2A890-57B6-4DFA-929A-AE449FC9BABA}"/>
              </a:ext>
            </a:extLst>
          </p:cNvPr>
          <p:cNvSpPr>
            <a:spLocks noGrp="1"/>
          </p:cNvSpPr>
          <p:nvPr>
            <p:ph type="title"/>
          </p:nvPr>
        </p:nvSpPr>
        <p:spPr/>
        <p:txBody>
          <a:bodyPr/>
          <a:lstStyle/>
          <a:p>
            <a:r>
              <a:rPr lang="en-GB" dirty="0"/>
              <a:t>Disk free information (</a:t>
            </a:r>
            <a:r>
              <a:rPr lang="en-GB" i="1" dirty="0">
                <a:solidFill>
                  <a:srgbClr val="7030A0"/>
                </a:solidFill>
              </a:rPr>
              <a:t>df</a:t>
            </a:r>
            <a:r>
              <a:rPr lang="en-GB" dirty="0"/>
              <a:t>) </a:t>
            </a:r>
            <a:r>
              <a:rPr lang="en-GB" dirty="0" err="1"/>
              <a:t>inode</a:t>
            </a:r>
            <a:endParaRPr lang="en-US" dirty="0"/>
          </a:p>
        </p:txBody>
      </p:sp>
      <p:pic>
        <p:nvPicPr>
          <p:cNvPr id="4" name="Picture 3">
            <a:extLst>
              <a:ext uri="{FF2B5EF4-FFF2-40B4-BE49-F238E27FC236}">
                <a16:creationId xmlns:a16="http://schemas.microsoft.com/office/drawing/2014/main" id="{00552C3E-CC0A-47E4-B981-B93BE117E855}"/>
              </a:ext>
            </a:extLst>
          </p:cNvPr>
          <p:cNvPicPr>
            <a:picLocks noChangeAspect="1"/>
          </p:cNvPicPr>
          <p:nvPr/>
        </p:nvPicPr>
        <p:blipFill>
          <a:blip r:embed="rId3"/>
          <a:stretch>
            <a:fillRect/>
          </a:stretch>
        </p:blipFill>
        <p:spPr>
          <a:xfrm>
            <a:off x="952843" y="1852911"/>
            <a:ext cx="9018008" cy="3729910"/>
          </a:xfrm>
          <a:prstGeom prst="rect">
            <a:avLst/>
          </a:prstGeom>
        </p:spPr>
      </p:pic>
      <p:sp>
        <p:nvSpPr>
          <p:cNvPr id="6" name="TextBox 5">
            <a:extLst>
              <a:ext uri="{FF2B5EF4-FFF2-40B4-BE49-F238E27FC236}">
                <a16:creationId xmlns:a16="http://schemas.microsoft.com/office/drawing/2014/main" id="{E697AA09-D0C7-4AD3-AF69-A073945B6CFC}"/>
              </a:ext>
            </a:extLst>
          </p:cNvPr>
          <p:cNvSpPr txBox="1"/>
          <p:nvPr/>
        </p:nvSpPr>
        <p:spPr>
          <a:xfrm>
            <a:off x="4165600" y="2593703"/>
            <a:ext cx="3860800" cy="369332"/>
          </a:xfrm>
          <a:prstGeom prst="rect">
            <a:avLst/>
          </a:prstGeom>
          <a:solidFill>
            <a:schemeClr val="accent4">
              <a:lumMod val="20000"/>
              <a:lumOff val="80000"/>
            </a:schemeClr>
          </a:solidFill>
        </p:spPr>
        <p:txBody>
          <a:bodyPr wrap="square">
            <a:spAutoFit/>
          </a:bodyPr>
          <a:lstStyle/>
          <a:p>
            <a:r>
              <a:rPr lang="en-US" i="1" dirty="0">
                <a:solidFill>
                  <a:srgbClr val="FF0000"/>
                </a:solidFill>
              </a:rPr>
              <a:t>-</a:t>
            </a:r>
            <a:r>
              <a:rPr lang="en-US" i="1" dirty="0" err="1">
                <a:solidFill>
                  <a:srgbClr val="FF0000"/>
                </a:solidFill>
              </a:rPr>
              <a:t>i</a:t>
            </a:r>
            <a:r>
              <a:rPr lang="en-US" i="1" dirty="0">
                <a:solidFill>
                  <a:srgbClr val="FF0000"/>
                </a:solidFill>
              </a:rPr>
              <a:t>, --</a:t>
            </a:r>
            <a:r>
              <a:rPr lang="en-US" i="1" dirty="0" err="1">
                <a:solidFill>
                  <a:srgbClr val="FF0000"/>
                </a:solidFill>
              </a:rPr>
              <a:t>inodes</a:t>
            </a:r>
            <a:r>
              <a:rPr lang="en-US" i="1" dirty="0">
                <a:solidFill>
                  <a:srgbClr val="FF0000"/>
                </a:solidFill>
              </a:rPr>
              <a:t>          </a:t>
            </a:r>
            <a:r>
              <a:rPr lang="en-US" dirty="0"/>
              <a:t>list </a:t>
            </a:r>
            <a:r>
              <a:rPr lang="en-US" dirty="0" err="1"/>
              <a:t>inode</a:t>
            </a:r>
            <a:r>
              <a:rPr lang="en-US" dirty="0"/>
              <a:t> information</a:t>
            </a:r>
          </a:p>
        </p:txBody>
      </p:sp>
      <p:pic>
        <p:nvPicPr>
          <p:cNvPr id="3" name="Picture 2">
            <a:extLst>
              <a:ext uri="{FF2B5EF4-FFF2-40B4-BE49-F238E27FC236}">
                <a16:creationId xmlns:a16="http://schemas.microsoft.com/office/drawing/2014/main" id="{6FFCF155-FE25-A77A-2DEA-B752757E36C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65837" y="6428630"/>
            <a:ext cx="429370" cy="4293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A09E9F7-2163-AD13-4029-40A365CA183E}"/>
              </a:ext>
            </a:extLst>
          </p:cNvPr>
          <p:cNvSpPr txBox="1"/>
          <p:nvPr/>
        </p:nvSpPr>
        <p:spPr>
          <a:xfrm>
            <a:off x="3457371" y="6446859"/>
            <a:ext cx="6536635" cy="369332"/>
          </a:xfrm>
          <a:prstGeom prst="rect">
            <a:avLst/>
          </a:prstGeom>
          <a:noFill/>
        </p:spPr>
        <p:txBody>
          <a:bodyPr wrap="square">
            <a:spAutoFit/>
          </a:bodyPr>
          <a:lstStyle/>
          <a:p>
            <a:r>
              <a:rPr lang="en-GB" dirty="0">
                <a:latin typeface="OCRB" panose="020B0609020202020204" pitchFamily="49" charset="0"/>
              </a:rPr>
              <a:t>wmic </a:t>
            </a:r>
            <a:r>
              <a:rPr lang="en-GB" dirty="0" err="1">
                <a:latin typeface="OCRB" panose="020B0609020202020204" pitchFamily="49" charset="0"/>
              </a:rPr>
              <a:t>logicaldisk</a:t>
            </a:r>
            <a:r>
              <a:rPr lang="en-GB" dirty="0">
                <a:latin typeface="OCRB" panose="020B0609020202020204" pitchFamily="49" charset="0"/>
              </a:rPr>
              <a:t> get size, </a:t>
            </a:r>
            <a:r>
              <a:rPr lang="en-GB" dirty="0" err="1">
                <a:latin typeface="OCRB" panose="020B0609020202020204" pitchFamily="49" charset="0"/>
              </a:rPr>
              <a:t>freespace</a:t>
            </a:r>
            <a:r>
              <a:rPr lang="en-GB" dirty="0">
                <a:latin typeface="OCRB" panose="020B0609020202020204" pitchFamily="49" charset="0"/>
              </a:rPr>
              <a:t>, caption</a:t>
            </a:r>
          </a:p>
        </p:txBody>
      </p:sp>
    </p:spTree>
    <p:extLst>
      <p:ext uri="{BB962C8B-B14F-4D97-AF65-F5344CB8AC3E}">
        <p14:creationId xmlns:p14="http://schemas.microsoft.com/office/powerpoint/2010/main" val="8557986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3142943-7D23-400D-9B1A-4677A16CB443}"/>
              </a:ext>
            </a:extLst>
          </p:cNvPr>
          <p:cNvPicPr>
            <a:picLocks noChangeAspect="1"/>
          </p:cNvPicPr>
          <p:nvPr/>
        </p:nvPicPr>
        <p:blipFill>
          <a:blip r:embed="rId2"/>
          <a:stretch>
            <a:fillRect/>
          </a:stretch>
        </p:blipFill>
        <p:spPr>
          <a:xfrm>
            <a:off x="1306081" y="1909032"/>
            <a:ext cx="8659294" cy="3343904"/>
          </a:xfrm>
          <a:prstGeom prst="rect">
            <a:avLst/>
          </a:prstGeom>
        </p:spPr>
      </p:pic>
      <p:sp>
        <p:nvSpPr>
          <p:cNvPr id="5" name="TextBox 4">
            <a:extLst>
              <a:ext uri="{FF2B5EF4-FFF2-40B4-BE49-F238E27FC236}">
                <a16:creationId xmlns:a16="http://schemas.microsoft.com/office/drawing/2014/main" id="{CFE08556-FFBB-4950-9906-6CE885483EC7}"/>
              </a:ext>
            </a:extLst>
          </p:cNvPr>
          <p:cNvSpPr txBox="1"/>
          <p:nvPr/>
        </p:nvSpPr>
        <p:spPr>
          <a:xfrm>
            <a:off x="1306081" y="1527243"/>
            <a:ext cx="2980624" cy="369332"/>
          </a:xfrm>
          <a:prstGeom prst="rect">
            <a:avLst/>
          </a:prstGeom>
          <a:solidFill>
            <a:schemeClr val="accent4"/>
          </a:solidFill>
        </p:spPr>
        <p:txBody>
          <a:bodyPr wrap="none" rtlCol="0">
            <a:spAutoFit/>
          </a:bodyPr>
          <a:lstStyle/>
          <a:p>
            <a:r>
              <a:rPr lang="en-GB" dirty="0"/>
              <a:t>Show human readable format</a:t>
            </a:r>
            <a:endParaRPr lang="en-US" dirty="0"/>
          </a:p>
        </p:txBody>
      </p:sp>
    </p:spTree>
    <p:extLst>
      <p:ext uri="{BB962C8B-B14F-4D97-AF65-F5344CB8AC3E}">
        <p14:creationId xmlns:p14="http://schemas.microsoft.com/office/powerpoint/2010/main" val="5653601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31C78D-78A1-49DC-B782-F890DF224CF4}"/>
              </a:ext>
            </a:extLst>
          </p:cNvPr>
          <p:cNvSpPr>
            <a:spLocks noGrp="1"/>
          </p:cNvSpPr>
          <p:nvPr>
            <p:ph type="title"/>
          </p:nvPr>
        </p:nvSpPr>
        <p:spPr>
          <a:xfrm>
            <a:off x="831850" y="1709738"/>
            <a:ext cx="10515600" cy="2852737"/>
          </a:xfrm>
        </p:spPr>
        <p:txBody>
          <a:bodyPr/>
          <a:lstStyle/>
          <a:p>
            <a:r>
              <a:rPr lang="en-GB"/>
              <a:t>File Structure</a:t>
            </a:r>
            <a:endParaRPr lang="en-US" dirty="0"/>
          </a:p>
        </p:txBody>
      </p:sp>
      <p:sp>
        <p:nvSpPr>
          <p:cNvPr id="7" name="Text Placeholder 6">
            <a:extLst>
              <a:ext uri="{FF2B5EF4-FFF2-40B4-BE49-F238E27FC236}">
                <a16:creationId xmlns:a16="http://schemas.microsoft.com/office/drawing/2014/main" id="{884E09AA-5D92-4777-86E9-8B970559F01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918281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filesystem">
            <a:extLst>
              <a:ext uri="{FF2B5EF4-FFF2-40B4-BE49-F238E27FC236}">
                <a16:creationId xmlns:a16="http://schemas.microsoft.com/office/drawing/2014/main" id="{3E0AD755-377C-4748-9A20-1D28D99684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406" y="87465"/>
            <a:ext cx="11725702" cy="646379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E3DD1908-2313-4F74-9581-9C6073554178}"/>
              </a:ext>
            </a:extLst>
          </p:cNvPr>
          <p:cNvSpPr/>
          <p:nvPr/>
        </p:nvSpPr>
        <p:spPr>
          <a:xfrm>
            <a:off x="3695531" y="6642556"/>
            <a:ext cx="5969914" cy="215444"/>
          </a:xfrm>
          <a:prstGeom prst="rect">
            <a:avLst/>
          </a:prstGeom>
        </p:spPr>
        <p:txBody>
          <a:bodyPr wrap="square">
            <a:spAutoFit/>
          </a:bodyPr>
          <a:lstStyle/>
          <a:p>
            <a:r>
              <a:rPr lang="en-US" sz="800" dirty="0"/>
              <a:t>https://www.linux.com/sites/lcom/files/styles/rendered_file/public/standard-unix-filesystem-hierarchy.png?itok=CVqmyk6P</a:t>
            </a:r>
          </a:p>
        </p:txBody>
      </p:sp>
      <p:sp>
        <p:nvSpPr>
          <p:cNvPr id="2" name="Rectangle 1">
            <a:extLst>
              <a:ext uri="{FF2B5EF4-FFF2-40B4-BE49-F238E27FC236}">
                <a16:creationId xmlns:a16="http://schemas.microsoft.com/office/drawing/2014/main" id="{183B9DEE-BA9B-462E-84AF-DD4AE01F02A6}"/>
              </a:ext>
            </a:extLst>
          </p:cNvPr>
          <p:cNvSpPr/>
          <p:nvPr/>
        </p:nvSpPr>
        <p:spPr>
          <a:xfrm>
            <a:off x="10082247" y="1622065"/>
            <a:ext cx="1463040" cy="54864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3D5F9D30-C3EC-48AB-8C68-BE8683ED90AA}"/>
              </a:ext>
            </a:extLst>
          </p:cNvPr>
          <p:cNvSpPr/>
          <p:nvPr/>
        </p:nvSpPr>
        <p:spPr>
          <a:xfrm>
            <a:off x="10139234" y="4899328"/>
            <a:ext cx="1463040" cy="54864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2B5150DD-9A96-4E5A-86B3-DE1C5EA64D11}"/>
              </a:ext>
            </a:extLst>
          </p:cNvPr>
          <p:cNvSpPr txBox="1"/>
          <p:nvPr/>
        </p:nvSpPr>
        <p:spPr>
          <a:xfrm>
            <a:off x="2023899" y="6282144"/>
            <a:ext cx="9082908" cy="276999"/>
          </a:xfrm>
          <a:prstGeom prst="rect">
            <a:avLst/>
          </a:prstGeom>
          <a:noFill/>
        </p:spPr>
        <p:txBody>
          <a:bodyPr wrap="square">
            <a:spAutoFit/>
          </a:bodyPr>
          <a:lstStyle/>
          <a:p>
            <a:r>
              <a:rPr lang="en-GB" sz="1200" dirty="0"/>
              <a:t>Unix has no direct equivalent of the Windows registry. The same information is scattered through the filesystem, largely in /etc, /proc and /sys.</a:t>
            </a:r>
            <a:endParaRPr lang="en-US" sz="1200" dirty="0"/>
          </a:p>
        </p:txBody>
      </p:sp>
    </p:spTree>
    <p:extLst>
      <p:ext uri="{BB962C8B-B14F-4D97-AF65-F5344CB8AC3E}">
        <p14:creationId xmlns:p14="http://schemas.microsoft.com/office/powerpoint/2010/main" val="16891621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857440CF-B990-4288-9B6B-5E7C6758964E}"/>
              </a:ext>
            </a:extLst>
          </p:cNvPr>
          <p:cNvPicPr>
            <a:picLocks noChangeAspect="1"/>
          </p:cNvPicPr>
          <p:nvPr/>
        </p:nvPicPr>
        <p:blipFill rotWithShape="1">
          <a:blip r:embed="rId2"/>
          <a:srcRect t="7941" b="3493"/>
          <a:stretch/>
        </p:blipFill>
        <p:spPr>
          <a:xfrm>
            <a:off x="20" y="1282"/>
            <a:ext cx="12191980" cy="6856718"/>
          </a:xfrm>
          <a:prstGeom prst="rect">
            <a:avLst/>
          </a:prstGeom>
        </p:spPr>
      </p:pic>
    </p:spTree>
    <p:extLst>
      <p:ext uri="{BB962C8B-B14F-4D97-AF65-F5344CB8AC3E}">
        <p14:creationId xmlns:p14="http://schemas.microsoft.com/office/powerpoint/2010/main" val="23997778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4F3735-5D07-4AA6-9E59-C9E7401A531E}"/>
              </a:ext>
            </a:extLst>
          </p:cNvPr>
          <p:cNvSpPr>
            <a:spLocks noGrp="1"/>
          </p:cNvSpPr>
          <p:nvPr>
            <p:ph type="title"/>
          </p:nvPr>
        </p:nvSpPr>
        <p:spPr/>
        <p:txBody>
          <a:bodyPr/>
          <a:lstStyle/>
          <a:p>
            <a:r>
              <a:rPr lang="en-GB" dirty="0"/>
              <a:t>Show Linux file system from root </a:t>
            </a:r>
            <a:r>
              <a:rPr lang="en-GB" i="1" dirty="0">
                <a:solidFill>
                  <a:srgbClr val="7030A0"/>
                </a:solidFill>
              </a:rPr>
              <a:t>/</a:t>
            </a:r>
            <a:endParaRPr lang="en-US" i="1" dirty="0">
              <a:solidFill>
                <a:srgbClr val="7030A0"/>
              </a:solidFill>
            </a:endParaRPr>
          </a:p>
        </p:txBody>
      </p:sp>
      <p:pic>
        <p:nvPicPr>
          <p:cNvPr id="9" name="Picture 8">
            <a:extLst>
              <a:ext uri="{FF2B5EF4-FFF2-40B4-BE49-F238E27FC236}">
                <a16:creationId xmlns:a16="http://schemas.microsoft.com/office/drawing/2014/main" id="{87F047EB-062B-4EC2-B491-F60F45689EC4}"/>
              </a:ext>
            </a:extLst>
          </p:cNvPr>
          <p:cNvPicPr>
            <a:picLocks noChangeAspect="1"/>
          </p:cNvPicPr>
          <p:nvPr/>
        </p:nvPicPr>
        <p:blipFill>
          <a:blip r:embed="rId3"/>
          <a:stretch>
            <a:fillRect/>
          </a:stretch>
        </p:blipFill>
        <p:spPr>
          <a:xfrm>
            <a:off x="838200" y="2053696"/>
            <a:ext cx="9993923" cy="2608583"/>
          </a:xfrm>
          <a:prstGeom prst="rect">
            <a:avLst/>
          </a:prstGeom>
        </p:spPr>
      </p:pic>
      <p:pic>
        <p:nvPicPr>
          <p:cNvPr id="11" name="Picture 10">
            <a:extLst>
              <a:ext uri="{FF2B5EF4-FFF2-40B4-BE49-F238E27FC236}">
                <a16:creationId xmlns:a16="http://schemas.microsoft.com/office/drawing/2014/main" id="{2112431A-9E08-41F2-9066-2C399D1C2FE9}"/>
              </a:ext>
            </a:extLst>
          </p:cNvPr>
          <p:cNvPicPr>
            <a:picLocks noChangeAspect="1"/>
          </p:cNvPicPr>
          <p:nvPr/>
        </p:nvPicPr>
        <p:blipFill>
          <a:blip r:embed="rId4"/>
          <a:stretch>
            <a:fillRect/>
          </a:stretch>
        </p:blipFill>
        <p:spPr>
          <a:xfrm>
            <a:off x="838200" y="5173635"/>
            <a:ext cx="5072555" cy="914549"/>
          </a:xfrm>
          <a:prstGeom prst="rect">
            <a:avLst/>
          </a:prstGeom>
        </p:spPr>
      </p:pic>
      <p:sp>
        <p:nvSpPr>
          <p:cNvPr id="12" name="TextBox 11">
            <a:extLst>
              <a:ext uri="{FF2B5EF4-FFF2-40B4-BE49-F238E27FC236}">
                <a16:creationId xmlns:a16="http://schemas.microsoft.com/office/drawing/2014/main" id="{45AA655E-145B-4FA8-83D9-59229527F4AA}"/>
              </a:ext>
            </a:extLst>
          </p:cNvPr>
          <p:cNvSpPr txBox="1"/>
          <p:nvPr/>
        </p:nvSpPr>
        <p:spPr>
          <a:xfrm>
            <a:off x="838200" y="4804304"/>
            <a:ext cx="1337417" cy="369332"/>
          </a:xfrm>
          <a:prstGeom prst="rect">
            <a:avLst/>
          </a:prstGeom>
          <a:solidFill>
            <a:schemeClr val="accent4"/>
          </a:solidFill>
        </p:spPr>
        <p:txBody>
          <a:bodyPr wrap="none" rtlCol="0">
            <a:spAutoFit/>
          </a:bodyPr>
          <a:lstStyle/>
          <a:p>
            <a:r>
              <a:rPr lang="en-GB" dirty="0"/>
              <a:t>Clear screen</a:t>
            </a:r>
            <a:endParaRPr lang="en-US" dirty="0"/>
          </a:p>
        </p:txBody>
      </p:sp>
      <p:sp>
        <p:nvSpPr>
          <p:cNvPr id="13" name="TextBox 12">
            <a:extLst>
              <a:ext uri="{FF2B5EF4-FFF2-40B4-BE49-F238E27FC236}">
                <a16:creationId xmlns:a16="http://schemas.microsoft.com/office/drawing/2014/main" id="{58044E78-D134-4A4A-BC87-2980D631A5FC}"/>
              </a:ext>
            </a:extLst>
          </p:cNvPr>
          <p:cNvSpPr txBox="1"/>
          <p:nvPr/>
        </p:nvSpPr>
        <p:spPr>
          <a:xfrm>
            <a:off x="838200" y="1684363"/>
            <a:ext cx="5897640" cy="369332"/>
          </a:xfrm>
          <a:prstGeom prst="rect">
            <a:avLst/>
          </a:prstGeom>
          <a:solidFill>
            <a:schemeClr val="accent4"/>
          </a:solidFill>
        </p:spPr>
        <p:txBody>
          <a:bodyPr wrap="none" rtlCol="0">
            <a:spAutoFit/>
          </a:bodyPr>
          <a:lstStyle/>
          <a:p>
            <a:r>
              <a:rPr lang="en-GB" dirty="0"/>
              <a:t>Check where you are (impact all the commands you entered)</a:t>
            </a:r>
            <a:endParaRPr lang="en-US" dirty="0"/>
          </a:p>
        </p:txBody>
      </p:sp>
      <p:pic>
        <p:nvPicPr>
          <p:cNvPr id="2050" name="Picture 2">
            <a:extLst>
              <a:ext uri="{FF2B5EF4-FFF2-40B4-BE49-F238E27FC236}">
                <a16:creationId xmlns:a16="http://schemas.microsoft.com/office/drawing/2014/main" id="{192118E3-1B41-EBAB-580F-0274C8884F3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34185" y="6332367"/>
            <a:ext cx="429370" cy="42937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93D448D-41A7-E11F-F288-0B52E01150C4}"/>
              </a:ext>
            </a:extLst>
          </p:cNvPr>
          <p:cNvSpPr txBox="1"/>
          <p:nvPr/>
        </p:nvSpPr>
        <p:spPr>
          <a:xfrm>
            <a:off x="8729869" y="6313949"/>
            <a:ext cx="2623931" cy="369332"/>
          </a:xfrm>
          <a:prstGeom prst="rect">
            <a:avLst/>
          </a:prstGeom>
          <a:noFill/>
        </p:spPr>
        <p:txBody>
          <a:bodyPr wrap="square">
            <a:spAutoFit/>
          </a:bodyPr>
          <a:lstStyle/>
          <a:p>
            <a:r>
              <a:rPr lang="en-GB" dirty="0">
                <a:latin typeface="OCRB" panose="020B0609020202020204" pitchFamily="49" charset="0"/>
              </a:rPr>
              <a:t>cd, </a:t>
            </a:r>
            <a:r>
              <a:rPr lang="en-GB" dirty="0" err="1">
                <a:latin typeface="OCRB" panose="020B0609020202020204" pitchFamily="49" charset="0"/>
              </a:rPr>
              <a:t>cls</a:t>
            </a:r>
            <a:endParaRPr lang="en-US" dirty="0">
              <a:latin typeface="OCRB" panose="020B0609020202020204" pitchFamily="49" charset="0"/>
            </a:endParaRPr>
          </a:p>
        </p:txBody>
      </p:sp>
    </p:spTree>
    <p:extLst>
      <p:ext uri="{BB962C8B-B14F-4D97-AF65-F5344CB8AC3E}">
        <p14:creationId xmlns:p14="http://schemas.microsoft.com/office/powerpoint/2010/main" val="32133638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DF8AEB8-4624-416A-9BA5-4FE710C26B16}"/>
              </a:ext>
            </a:extLst>
          </p:cNvPr>
          <p:cNvPicPr>
            <a:picLocks noChangeAspect="1"/>
          </p:cNvPicPr>
          <p:nvPr/>
        </p:nvPicPr>
        <p:blipFill>
          <a:blip r:embed="rId2"/>
          <a:stretch>
            <a:fillRect/>
          </a:stretch>
        </p:blipFill>
        <p:spPr>
          <a:xfrm>
            <a:off x="880364" y="1846187"/>
            <a:ext cx="10295084" cy="3552664"/>
          </a:xfrm>
          <a:prstGeom prst="rect">
            <a:avLst/>
          </a:prstGeom>
        </p:spPr>
      </p:pic>
      <p:sp>
        <p:nvSpPr>
          <p:cNvPr id="5" name="TextBox 4">
            <a:extLst>
              <a:ext uri="{FF2B5EF4-FFF2-40B4-BE49-F238E27FC236}">
                <a16:creationId xmlns:a16="http://schemas.microsoft.com/office/drawing/2014/main" id="{A4873511-F5D4-40D9-9ACD-D7A57A80B023}"/>
              </a:ext>
            </a:extLst>
          </p:cNvPr>
          <p:cNvSpPr txBox="1"/>
          <p:nvPr/>
        </p:nvSpPr>
        <p:spPr>
          <a:xfrm>
            <a:off x="880364" y="1459149"/>
            <a:ext cx="3057825" cy="369332"/>
          </a:xfrm>
          <a:prstGeom prst="rect">
            <a:avLst/>
          </a:prstGeom>
          <a:solidFill>
            <a:schemeClr val="accent4"/>
          </a:solidFill>
        </p:spPr>
        <p:txBody>
          <a:bodyPr wrap="none" rtlCol="0">
            <a:spAutoFit/>
          </a:bodyPr>
          <a:lstStyle/>
          <a:p>
            <a:r>
              <a:rPr lang="en-GB" dirty="0"/>
              <a:t>Show details of a file/directory</a:t>
            </a:r>
            <a:endParaRPr lang="en-US" dirty="0"/>
          </a:p>
        </p:txBody>
      </p:sp>
    </p:spTree>
    <p:extLst>
      <p:ext uri="{BB962C8B-B14F-4D97-AF65-F5344CB8AC3E}">
        <p14:creationId xmlns:p14="http://schemas.microsoft.com/office/powerpoint/2010/main" val="21285726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22149-A8A6-405F-A4D2-20AD826B0EC7}"/>
              </a:ext>
            </a:extLst>
          </p:cNvPr>
          <p:cNvSpPr>
            <a:spLocks noGrp="1"/>
          </p:cNvSpPr>
          <p:nvPr>
            <p:ph type="title"/>
          </p:nvPr>
        </p:nvSpPr>
        <p:spPr/>
        <p:txBody>
          <a:bodyPr/>
          <a:lstStyle/>
          <a:p>
            <a:r>
              <a:rPr lang="en-GB" dirty="0"/>
              <a:t>Show Linux file system from root with </a:t>
            </a:r>
            <a:r>
              <a:rPr lang="en-GB" i="1" dirty="0">
                <a:solidFill>
                  <a:srgbClr val="7030A0"/>
                </a:solidFill>
              </a:rPr>
              <a:t>tree</a:t>
            </a:r>
            <a:endParaRPr lang="en-US" i="1" dirty="0">
              <a:solidFill>
                <a:srgbClr val="7030A0"/>
              </a:solidFill>
            </a:endParaRPr>
          </a:p>
        </p:txBody>
      </p:sp>
      <p:pic>
        <p:nvPicPr>
          <p:cNvPr id="4" name="Picture 3">
            <a:extLst>
              <a:ext uri="{FF2B5EF4-FFF2-40B4-BE49-F238E27FC236}">
                <a16:creationId xmlns:a16="http://schemas.microsoft.com/office/drawing/2014/main" id="{B8DE6145-3CB8-4774-959D-5459D1B981AE}"/>
              </a:ext>
            </a:extLst>
          </p:cNvPr>
          <p:cNvPicPr>
            <a:picLocks noChangeAspect="1"/>
          </p:cNvPicPr>
          <p:nvPr/>
        </p:nvPicPr>
        <p:blipFill>
          <a:blip r:embed="rId2"/>
          <a:stretch>
            <a:fillRect/>
          </a:stretch>
        </p:blipFill>
        <p:spPr>
          <a:xfrm>
            <a:off x="838200" y="1690688"/>
            <a:ext cx="6774767" cy="4198984"/>
          </a:xfrm>
          <a:prstGeom prst="rect">
            <a:avLst/>
          </a:prstGeom>
        </p:spPr>
      </p:pic>
      <p:sp>
        <p:nvSpPr>
          <p:cNvPr id="5" name="TextBox 4">
            <a:extLst>
              <a:ext uri="{FF2B5EF4-FFF2-40B4-BE49-F238E27FC236}">
                <a16:creationId xmlns:a16="http://schemas.microsoft.com/office/drawing/2014/main" id="{16551341-F4CD-434D-B699-D48DA8E762F7}"/>
              </a:ext>
            </a:extLst>
          </p:cNvPr>
          <p:cNvSpPr txBox="1"/>
          <p:nvPr/>
        </p:nvSpPr>
        <p:spPr>
          <a:xfrm>
            <a:off x="7612967" y="2092921"/>
            <a:ext cx="2851833" cy="923330"/>
          </a:xfrm>
          <a:prstGeom prst="rect">
            <a:avLst/>
          </a:prstGeom>
          <a:solidFill>
            <a:schemeClr val="accent4">
              <a:lumMod val="20000"/>
              <a:lumOff val="80000"/>
            </a:schemeClr>
          </a:solidFill>
        </p:spPr>
        <p:txBody>
          <a:bodyPr wrap="square" rtlCol="0">
            <a:spAutoFit/>
          </a:bodyPr>
          <a:lstStyle/>
          <a:p>
            <a:r>
              <a:rPr lang="en-GB" dirty="0"/>
              <a:t>Remember use following command for help</a:t>
            </a:r>
          </a:p>
          <a:p>
            <a:r>
              <a:rPr lang="en-GB" dirty="0">
                <a:solidFill>
                  <a:srgbClr val="FF0000"/>
                </a:solidFill>
              </a:rPr>
              <a:t>tree --help </a:t>
            </a:r>
            <a:endParaRPr lang="en-US" dirty="0">
              <a:solidFill>
                <a:srgbClr val="FF0000"/>
              </a:solidFill>
            </a:endParaRPr>
          </a:p>
        </p:txBody>
      </p:sp>
    </p:spTree>
    <p:extLst>
      <p:ext uri="{BB962C8B-B14F-4D97-AF65-F5344CB8AC3E}">
        <p14:creationId xmlns:p14="http://schemas.microsoft.com/office/powerpoint/2010/main" val="35338458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66536-78F7-43B6-9E92-08FC8B66881D}"/>
              </a:ext>
            </a:extLst>
          </p:cNvPr>
          <p:cNvSpPr>
            <a:spLocks noGrp="1"/>
          </p:cNvSpPr>
          <p:nvPr>
            <p:ph type="title"/>
          </p:nvPr>
        </p:nvSpPr>
        <p:spPr/>
        <p:txBody>
          <a:bodyPr/>
          <a:lstStyle/>
          <a:p>
            <a:r>
              <a:rPr lang="en-GB" dirty="0"/>
              <a:t>Show </a:t>
            </a:r>
            <a:r>
              <a:rPr lang="en-GB" i="1" dirty="0">
                <a:solidFill>
                  <a:srgbClr val="7030A0"/>
                </a:solidFill>
              </a:rPr>
              <a:t>current working directory</a:t>
            </a:r>
            <a:r>
              <a:rPr lang="en-GB" dirty="0"/>
              <a:t> (</a:t>
            </a:r>
            <a:r>
              <a:rPr lang="en-GB" i="1" dirty="0" err="1">
                <a:solidFill>
                  <a:srgbClr val="FF0000"/>
                </a:solidFill>
              </a:rPr>
              <a:t>pwd</a:t>
            </a:r>
            <a:r>
              <a:rPr lang="en-GB" dirty="0"/>
              <a:t>) with </a:t>
            </a:r>
            <a:r>
              <a:rPr lang="en-GB" i="1" dirty="0">
                <a:solidFill>
                  <a:srgbClr val="7030A0"/>
                </a:solidFill>
              </a:rPr>
              <a:t>tree</a:t>
            </a:r>
            <a:endParaRPr lang="en-US" i="1" dirty="0">
              <a:solidFill>
                <a:srgbClr val="7030A0"/>
              </a:solidFill>
            </a:endParaRPr>
          </a:p>
        </p:txBody>
      </p:sp>
      <p:pic>
        <p:nvPicPr>
          <p:cNvPr id="4" name="Picture 3">
            <a:extLst>
              <a:ext uri="{FF2B5EF4-FFF2-40B4-BE49-F238E27FC236}">
                <a16:creationId xmlns:a16="http://schemas.microsoft.com/office/drawing/2014/main" id="{7DE13BE4-50DC-42BD-89BA-B3BDF22E2D16}"/>
              </a:ext>
            </a:extLst>
          </p:cNvPr>
          <p:cNvPicPr>
            <a:picLocks noChangeAspect="1"/>
          </p:cNvPicPr>
          <p:nvPr/>
        </p:nvPicPr>
        <p:blipFill>
          <a:blip r:embed="rId2"/>
          <a:stretch>
            <a:fillRect/>
          </a:stretch>
        </p:blipFill>
        <p:spPr>
          <a:xfrm>
            <a:off x="956407" y="1690688"/>
            <a:ext cx="3353091" cy="4663844"/>
          </a:xfrm>
          <a:prstGeom prst="rect">
            <a:avLst/>
          </a:prstGeom>
        </p:spPr>
      </p:pic>
      <p:pic>
        <p:nvPicPr>
          <p:cNvPr id="6" name="Picture 5">
            <a:extLst>
              <a:ext uri="{FF2B5EF4-FFF2-40B4-BE49-F238E27FC236}">
                <a16:creationId xmlns:a16="http://schemas.microsoft.com/office/drawing/2014/main" id="{4D6B606E-A002-43A4-BA6E-C0D01FC88E0B}"/>
              </a:ext>
            </a:extLst>
          </p:cNvPr>
          <p:cNvPicPr>
            <a:picLocks noChangeAspect="1"/>
          </p:cNvPicPr>
          <p:nvPr/>
        </p:nvPicPr>
        <p:blipFill>
          <a:blip r:embed="rId3"/>
          <a:stretch>
            <a:fillRect/>
          </a:stretch>
        </p:blipFill>
        <p:spPr>
          <a:xfrm>
            <a:off x="5837456" y="2391508"/>
            <a:ext cx="4279771" cy="3963024"/>
          </a:xfrm>
          <a:prstGeom prst="rect">
            <a:avLst/>
          </a:prstGeom>
        </p:spPr>
      </p:pic>
    </p:spTree>
    <p:extLst>
      <p:ext uri="{BB962C8B-B14F-4D97-AF65-F5344CB8AC3E}">
        <p14:creationId xmlns:p14="http://schemas.microsoft.com/office/powerpoint/2010/main" val="9821746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86C5E-F559-434C-8569-D7985BB6B5C0}"/>
              </a:ext>
            </a:extLst>
          </p:cNvPr>
          <p:cNvSpPr>
            <a:spLocks noGrp="1"/>
          </p:cNvSpPr>
          <p:nvPr>
            <p:ph type="title"/>
          </p:nvPr>
        </p:nvSpPr>
        <p:spPr/>
        <p:txBody>
          <a:bodyPr/>
          <a:lstStyle/>
          <a:p>
            <a:r>
              <a:rPr lang="en-GB" dirty="0"/>
              <a:t>Linux commands are files</a:t>
            </a:r>
            <a:r>
              <a:rPr lang="en-GB" dirty="0">
                <a:solidFill>
                  <a:srgbClr val="FF0000"/>
                </a:solidFill>
              </a:rPr>
              <a:t>!</a:t>
            </a:r>
            <a:endParaRPr lang="en-US" dirty="0">
              <a:solidFill>
                <a:srgbClr val="FF0000"/>
              </a:solidFill>
            </a:endParaRPr>
          </a:p>
        </p:txBody>
      </p:sp>
      <p:pic>
        <p:nvPicPr>
          <p:cNvPr id="4" name="Picture 3">
            <a:extLst>
              <a:ext uri="{FF2B5EF4-FFF2-40B4-BE49-F238E27FC236}">
                <a16:creationId xmlns:a16="http://schemas.microsoft.com/office/drawing/2014/main" id="{78DEB2C5-89F6-4E83-B749-C45C95085A75}"/>
              </a:ext>
            </a:extLst>
          </p:cNvPr>
          <p:cNvPicPr>
            <a:picLocks noChangeAspect="1"/>
          </p:cNvPicPr>
          <p:nvPr/>
        </p:nvPicPr>
        <p:blipFill>
          <a:blip r:embed="rId2"/>
          <a:stretch>
            <a:fillRect/>
          </a:stretch>
        </p:blipFill>
        <p:spPr>
          <a:xfrm>
            <a:off x="838199" y="2156349"/>
            <a:ext cx="6499401" cy="1598527"/>
          </a:xfrm>
          <a:prstGeom prst="rect">
            <a:avLst/>
          </a:prstGeom>
        </p:spPr>
      </p:pic>
      <p:sp>
        <p:nvSpPr>
          <p:cNvPr id="5" name="TextBox 4">
            <a:extLst>
              <a:ext uri="{FF2B5EF4-FFF2-40B4-BE49-F238E27FC236}">
                <a16:creationId xmlns:a16="http://schemas.microsoft.com/office/drawing/2014/main" id="{9EA05D13-BD3B-4BAD-A54B-F0420A99B37F}"/>
              </a:ext>
            </a:extLst>
          </p:cNvPr>
          <p:cNvSpPr txBox="1"/>
          <p:nvPr/>
        </p:nvSpPr>
        <p:spPr>
          <a:xfrm>
            <a:off x="767860" y="4220537"/>
            <a:ext cx="10380278" cy="461665"/>
          </a:xfrm>
          <a:prstGeom prst="rect">
            <a:avLst/>
          </a:prstGeom>
          <a:noFill/>
        </p:spPr>
        <p:txBody>
          <a:bodyPr wrap="none" rtlCol="0">
            <a:spAutoFit/>
          </a:bodyPr>
          <a:lstStyle/>
          <a:p>
            <a:r>
              <a:rPr lang="en-GB" sz="2400" dirty="0"/>
              <a:t>Why can </a:t>
            </a:r>
            <a:r>
              <a:rPr lang="en-GB" sz="2400" i="1" dirty="0">
                <a:solidFill>
                  <a:srgbClr val="7030A0"/>
                </a:solidFill>
              </a:rPr>
              <a:t>ls</a:t>
            </a:r>
            <a:r>
              <a:rPr lang="en-GB" sz="2400" dirty="0"/>
              <a:t> be executed in any folder? =&gt; Need to understand path (see next slide) </a:t>
            </a:r>
            <a:endParaRPr lang="en-US" sz="2400" dirty="0"/>
          </a:p>
        </p:txBody>
      </p:sp>
      <p:sp>
        <p:nvSpPr>
          <p:cNvPr id="3" name="TextBox 2">
            <a:extLst>
              <a:ext uri="{FF2B5EF4-FFF2-40B4-BE49-F238E27FC236}">
                <a16:creationId xmlns:a16="http://schemas.microsoft.com/office/drawing/2014/main" id="{7C47416C-9894-754F-19BE-B6295AFCE305}"/>
              </a:ext>
            </a:extLst>
          </p:cNvPr>
          <p:cNvSpPr txBox="1"/>
          <p:nvPr/>
        </p:nvSpPr>
        <p:spPr>
          <a:xfrm>
            <a:off x="838199" y="1787017"/>
            <a:ext cx="3405291" cy="369332"/>
          </a:xfrm>
          <a:prstGeom prst="rect">
            <a:avLst/>
          </a:prstGeom>
          <a:solidFill>
            <a:schemeClr val="accent4"/>
          </a:solidFill>
        </p:spPr>
        <p:txBody>
          <a:bodyPr wrap="none" rtlCol="0">
            <a:spAutoFit/>
          </a:bodyPr>
          <a:lstStyle/>
          <a:p>
            <a:r>
              <a:rPr lang="en-GB" dirty="0"/>
              <a:t>Display </a:t>
            </a:r>
            <a:r>
              <a:rPr lang="en-GB" dirty="0">
                <a:latin typeface="OCRB" panose="020B0609020202020204" pitchFamily="49" charset="0"/>
              </a:rPr>
              <a:t>ls</a:t>
            </a:r>
            <a:r>
              <a:rPr lang="en-GB" dirty="0"/>
              <a:t> command under </a:t>
            </a:r>
            <a:r>
              <a:rPr lang="en-GB" dirty="0">
                <a:latin typeface="OCRB" panose="020B0609020202020204" pitchFamily="49" charset="0"/>
              </a:rPr>
              <a:t>/bin</a:t>
            </a:r>
            <a:endParaRPr lang="en-US" dirty="0">
              <a:latin typeface="OCRB" panose="020B0609020202020204" pitchFamily="49" charset="0"/>
            </a:endParaRPr>
          </a:p>
        </p:txBody>
      </p:sp>
    </p:spTree>
    <p:extLst>
      <p:ext uri="{BB962C8B-B14F-4D97-AF65-F5344CB8AC3E}">
        <p14:creationId xmlns:p14="http://schemas.microsoft.com/office/powerpoint/2010/main" val="16731802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221579-6CF5-449F-B054-03A194D4F7B6}"/>
              </a:ext>
            </a:extLst>
          </p:cNvPr>
          <p:cNvSpPr>
            <a:spLocks noGrp="1"/>
          </p:cNvSpPr>
          <p:nvPr>
            <p:ph type="title"/>
          </p:nvPr>
        </p:nvSpPr>
        <p:spPr/>
        <p:txBody>
          <a:bodyPr/>
          <a:lstStyle/>
          <a:p>
            <a:r>
              <a:rPr lang="en-GB" dirty="0"/>
              <a:t>Path and Path variable </a:t>
            </a:r>
            <a:endParaRPr lang="en-US" dirty="0"/>
          </a:p>
        </p:txBody>
      </p:sp>
      <p:sp>
        <p:nvSpPr>
          <p:cNvPr id="4" name="Text Placeholder 3">
            <a:extLst>
              <a:ext uri="{FF2B5EF4-FFF2-40B4-BE49-F238E27FC236}">
                <a16:creationId xmlns:a16="http://schemas.microsoft.com/office/drawing/2014/main" id="{7EC1785D-911F-4C9D-BA71-488C434D758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93371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AD3DFD-1DC7-B017-3572-0B51E6108F91}"/>
              </a:ext>
            </a:extLst>
          </p:cNvPr>
          <p:cNvSpPr>
            <a:spLocks noGrp="1"/>
          </p:cNvSpPr>
          <p:nvPr>
            <p:ph type="title"/>
          </p:nvPr>
        </p:nvSpPr>
        <p:spPr/>
        <p:txBody>
          <a:bodyPr/>
          <a:lstStyle/>
          <a:p>
            <a:r>
              <a:rPr lang="en-US"/>
              <a:t>What is path in a file system?</a:t>
            </a:r>
            <a:endParaRPr lang="en-US" dirty="0"/>
          </a:p>
        </p:txBody>
      </p:sp>
      <p:sp>
        <p:nvSpPr>
          <p:cNvPr id="5" name="Content Placeholder 4">
            <a:extLst>
              <a:ext uri="{FF2B5EF4-FFF2-40B4-BE49-F238E27FC236}">
                <a16:creationId xmlns:a16="http://schemas.microsoft.com/office/drawing/2014/main" id="{F922496E-75FA-0D00-751B-8512F88BAD9D}"/>
              </a:ext>
            </a:extLst>
          </p:cNvPr>
          <p:cNvSpPr>
            <a:spLocks noGrp="1"/>
          </p:cNvSpPr>
          <p:nvPr>
            <p:ph idx="1"/>
          </p:nvPr>
        </p:nvSpPr>
        <p:spPr/>
        <p:txBody>
          <a:bodyPr/>
          <a:lstStyle/>
          <a:p>
            <a:r>
              <a:rPr lang="en-GB" dirty="0"/>
              <a:t>A path is a </a:t>
            </a:r>
            <a:r>
              <a:rPr lang="en-GB" dirty="0">
                <a:solidFill>
                  <a:srgbClr val="FF0000"/>
                </a:solidFill>
              </a:rPr>
              <a:t>hierarchical representation of the location </a:t>
            </a:r>
            <a:r>
              <a:rPr lang="en-GB" dirty="0"/>
              <a:t>(address) of a file or directory within the file system's directory structure. </a:t>
            </a:r>
          </a:p>
          <a:p>
            <a:r>
              <a:rPr lang="en-GB" dirty="0"/>
              <a:t>A path describes the route or sequence of directories (folders) you must navigate through to reach a specific file or directory. </a:t>
            </a:r>
          </a:p>
          <a:p>
            <a:r>
              <a:rPr lang="en-GB" dirty="0"/>
              <a:t>Paths are used to uniquely identify and access files and directories on a computer or storage device.</a:t>
            </a:r>
            <a:endParaRPr lang="en-US" dirty="0"/>
          </a:p>
        </p:txBody>
      </p:sp>
      <p:pic>
        <p:nvPicPr>
          <p:cNvPr id="6" name="Picture 5">
            <a:extLst>
              <a:ext uri="{FF2B5EF4-FFF2-40B4-BE49-F238E27FC236}">
                <a16:creationId xmlns:a16="http://schemas.microsoft.com/office/drawing/2014/main" id="{F855ED4F-8BFA-8227-B6B4-76144EC44D24}"/>
              </a:ext>
            </a:extLst>
          </p:cNvPr>
          <p:cNvPicPr>
            <a:picLocks noChangeAspect="1"/>
          </p:cNvPicPr>
          <p:nvPr/>
        </p:nvPicPr>
        <p:blipFill>
          <a:blip r:embed="rId2"/>
          <a:stretch>
            <a:fillRect/>
          </a:stretch>
        </p:blipFill>
        <p:spPr>
          <a:xfrm>
            <a:off x="9448800" y="-79375"/>
            <a:ext cx="1905000" cy="1905000"/>
          </a:xfrm>
          <a:prstGeom prst="rect">
            <a:avLst/>
          </a:prstGeom>
        </p:spPr>
      </p:pic>
    </p:spTree>
    <p:extLst>
      <p:ext uri="{BB962C8B-B14F-4D97-AF65-F5344CB8AC3E}">
        <p14:creationId xmlns:p14="http://schemas.microsoft.com/office/powerpoint/2010/main" val="31969599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92C95-538B-4A08-B4E6-4CB98BB80680}"/>
              </a:ext>
            </a:extLst>
          </p:cNvPr>
          <p:cNvSpPr>
            <a:spLocks noGrp="1"/>
          </p:cNvSpPr>
          <p:nvPr>
            <p:ph type="title"/>
          </p:nvPr>
        </p:nvSpPr>
        <p:spPr/>
        <p:txBody>
          <a:bodyPr/>
          <a:lstStyle/>
          <a:p>
            <a:r>
              <a:rPr lang="en-US" dirty="0"/>
              <a:t>Example of paths</a:t>
            </a:r>
          </a:p>
        </p:txBody>
      </p:sp>
      <p:sp>
        <p:nvSpPr>
          <p:cNvPr id="4" name="Content Placeholder 3">
            <a:extLst>
              <a:ext uri="{FF2B5EF4-FFF2-40B4-BE49-F238E27FC236}">
                <a16:creationId xmlns:a16="http://schemas.microsoft.com/office/drawing/2014/main" id="{035D489E-10E1-4BC8-9FA1-376264A39956}"/>
              </a:ext>
            </a:extLst>
          </p:cNvPr>
          <p:cNvSpPr>
            <a:spLocks noGrp="1"/>
          </p:cNvSpPr>
          <p:nvPr>
            <p:ph idx="1"/>
          </p:nvPr>
        </p:nvSpPr>
        <p:spPr>
          <a:xfrm>
            <a:off x="838200" y="4954953"/>
            <a:ext cx="10515600" cy="1222009"/>
          </a:xfrm>
        </p:spPr>
        <p:txBody>
          <a:bodyPr>
            <a:normAutofit/>
          </a:bodyPr>
          <a:lstStyle/>
          <a:p>
            <a:r>
              <a:rPr lang="en-US" dirty="0"/>
              <a:t>Absolute path to </a:t>
            </a:r>
            <a:r>
              <a:rPr lang="en-US" i="1" dirty="0">
                <a:solidFill>
                  <a:srgbClr val="FF0000"/>
                </a:solidFill>
              </a:rPr>
              <a:t>file.txt</a:t>
            </a:r>
            <a:r>
              <a:rPr lang="en-US" i="1" dirty="0">
                <a:solidFill>
                  <a:srgbClr val="7030A0"/>
                </a:solidFill>
              </a:rPr>
              <a:t>: /home/user-1/folder-1/file.txt</a:t>
            </a:r>
          </a:p>
          <a:p>
            <a:r>
              <a:rPr lang="en-US" dirty="0"/>
              <a:t>Relative path to </a:t>
            </a:r>
            <a:r>
              <a:rPr lang="en-US" i="1" dirty="0">
                <a:solidFill>
                  <a:srgbClr val="FF0000"/>
                </a:solidFill>
              </a:rPr>
              <a:t>file.txt </a:t>
            </a:r>
            <a:r>
              <a:rPr lang="en-US" dirty="0"/>
              <a:t>(Under </a:t>
            </a:r>
            <a:r>
              <a:rPr lang="en-US" dirty="0">
                <a:solidFill>
                  <a:srgbClr val="FF0000"/>
                </a:solidFill>
              </a:rPr>
              <a:t>folder-2)</a:t>
            </a:r>
            <a:r>
              <a:rPr lang="en-US" i="1" dirty="0">
                <a:solidFill>
                  <a:srgbClr val="7030A0"/>
                </a:solidFill>
              </a:rPr>
              <a:t>: </a:t>
            </a:r>
            <a:r>
              <a:rPr lang="en-US" dirty="0">
                <a:solidFill>
                  <a:srgbClr val="7030A0"/>
                </a:solidFill>
              </a:rPr>
              <a:t>../folder-1/file.txt</a:t>
            </a:r>
          </a:p>
          <a:p>
            <a:endParaRPr lang="en-US" dirty="0"/>
          </a:p>
        </p:txBody>
      </p:sp>
      <p:pic>
        <p:nvPicPr>
          <p:cNvPr id="3" name="Picture 2">
            <a:extLst>
              <a:ext uri="{FF2B5EF4-FFF2-40B4-BE49-F238E27FC236}">
                <a16:creationId xmlns:a16="http://schemas.microsoft.com/office/drawing/2014/main" id="{9663A687-8D1B-4875-BFDA-8ADD27650C20}"/>
              </a:ext>
            </a:extLst>
          </p:cNvPr>
          <p:cNvPicPr>
            <a:picLocks noChangeAspect="1"/>
          </p:cNvPicPr>
          <p:nvPr/>
        </p:nvPicPr>
        <p:blipFill rotWithShape="1">
          <a:blip r:embed="rId2"/>
          <a:srcRect t="3796"/>
          <a:stretch/>
        </p:blipFill>
        <p:spPr>
          <a:xfrm>
            <a:off x="838200" y="1547446"/>
            <a:ext cx="8017192" cy="3407508"/>
          </a:xfrm>
          <a:prstGeom prst="rect">
            <a:avLst/>
          </a:prstGeom>
        </p:spPr>
      </p:pic>
    </p:spTree>
    <p:extLst>
      <p:ext uri="{BB962C8B-B14F-4D97-AF65-F5344CB8AC3E}">
        <p14:creationId xmlns:p14="http://schemas.microsoft.com/office/powerpoint/2010/main" val="7831909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2208B58-0E66-44D6-BA81-6687A0D72552}"/>
              </a:ext>
            </a:extLst>
          </p:cNvPr>
          <p:cNvSpPr>
            <a:spLocks noGrp="1"/>
          </p:cNvSpPr>
          <p:nvPr>
            <p:ph type="title"/>
          </p:nvPr>
        </p:nvSpPr>
        <p:spPr>
          <a:xfrm>
            <a:off x="838200" y="365125"/>
            <a:ext cx="10515600" cy="1325563"/>
          </a:xfrm>
        </p:spPr>
        <p:txBody>
          <a:bodyPr/>
          <a:lstStyle/>
          <a:p>
            <a:r>
              <a:rPr lang="en-US" dirty="0"/>
              <a:t>Switch to the parent path using relative path</a:t>
            </a:r>
          </a:p>
        </p:txBody>
      </p:sp>
      <p:sp>
        <p:nvSpPr>
          <p:cNvPr id="2" name="Slide Number Placeholder 1"/>
          <p:cNvSpPr>
            <a:spLocks noGrp="1"/>
          </p:cNvSpPr>
          <p:nvPr>
            <p:ph type="sldNum" sz="quarter" idx="12"/>
          </p:nvPr>
        </p:nvSpPr>
        <p:spPr>
          <a:xfrm>
            <a:off x="8610600" y="6356350"/>
            <a:ext cx="2743200" cy="365125"/>
          </a:xfrm>
        </p:spPr>
        <p:txBody>
          <a:bodyPr/>
          <a:lstStyle/>
          <a:p>
            <a:fld id="{00000000-1234-1234-1234-123412341234}" type="slidenum">
              <a:rPr lang="en" smtClean="0"/>
              <a:pPr/>
              <a:t>32</a:t>
            </a:fld>
            <a:endParaRPr lang="en"/>
          </a:p>
        </p:txBody>
      </p:sp>
      <p:pic>
        <p:nvPicPr>
          <p:cNvPr id="6" name="Picture 5">
            <a:extLst>
              <a:ext uri="{FF2B5EF4-FFF2-40B4-BE49-F238E27FC236}">
                <a16:creationId xmlns:a16="http://schemas.microsoft.com/office/drawing/2014/main" id="{E56ACD9C-686E-43F4-A55E-E9A1ED1633C5}"/>
              </a:ext>
            </a:extLst>
          </p:cNvPr>
          <p:cNvPicPr>
            <a:picLocks noChangeAspect="1"/>
          </p:cNvPicPr>
          <p:nvPr/>
        </p:nvPicPr>
        <p:blipFill>
          <a:blip r:embed="rId2"/>
          <a:stretch>
            <a:fillRect/>
          </a:stretch>
        </p:blipFill>
        <p:spPr>
          <a:xfrm>
            <a:off x="838200" y="2142294"/>
            <a:ext cx="5850491" cy="2573412"/>
          </a:xfrm>
          <a:prstGeom prst="rect">
            <a:avLst/>
          </a:prstGeom>
        </p:spPr>
      </p:pic>
      <p:sp>
        <p:nvSpPr>
          <p:cNvPr id="3" name="TextBox 2">
            <a:extLst>
              <a:ext uri="{FF2B5EF4-FFF2-40B4-BE49-F238E27FC236}">
                <a16:creationId xmlns:a16="http://schemas.microsoft.com/office/drawing/2014/main" id="{E4127C82-4C59-A95C-0491-6A063437BBAE}"/>
              </a:ext>
            </a:extLst>
          </p:cNvPr>
          <p:cNvSpPr txBox="1"/>
          <p:nvPr/>
        </p:nvSpPr>
        <p:spPr>
          <a:xfrm>
            <a:off x="3931699" y="6365038"/>
            <a:ext cx="984430" cy="369332"/>
          </a:xfrm>
          <a:prstGeom prst="rect">
            <a:avLst/>
          </a:prstGeom>
          <a:noFill/>
        </p:spPr>
        <p:txBody>
          <a:bodyPr wrap="square">
            <a:spAutoFit/>
          </a:bodyPr>
          <a:lstStyle/>
          <a:p>
            <a:r>
              <a:rPr lang="en-GB" b="0" i="0" dirty="0">
                <a:solidFill>
                  <a:srgbClr val="374151"/>
                </a:solidFill>
                <a:effectLst/>
                <a:latin typeface="Söhne"/>
              </a:rPr>
              <a:t>cd ..</a:t>
            </a:r>
            <a:endParaRPr lang="en-US" dirty="0"/>
          </a:p>
        </p:txBody>
      </p:sp>
      <p:pic>
        <p:nvPicPr>
          <p:cNvPr id="4" name="Picture 3">
            <a:extLst>
              <a:ext uri="{FF2B5EF4-FFF2-40B4-BE49-F238E27FC236}">
                <a16:creationId xmlns:a16="http://schemas.microsoft.com/office/drawing/2014/main" id="{0269F884-3A74-F60F-89B8-DBA4706F3A4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39463" y="6335019"/>
            <a:ext cx="429370" cy="429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76919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3D4E1-9F76-4A05-9759-D484EE0B4F54}"/>
              </a:ext>
            </a:extLst>
          </p:cNvPr>
          <p:cNvSpPr>
            <a:spLocks noGrp="1"/>
          </p:cNvSpPr>
          <p:nvPr>
            <p:ph type="title"/>
          </p:nvPr>
        </p:nvSpPr>
        <p:spPr/>
        <p:txBody>
          <a:bodyPr/>
          <a:lstStyle/>
          <a:p>
            <a:r>
              <a:rPr lang="en-GB" dirty="0"/>
              <a:t>Path variable (</a:t>
            </a:r>
            <a:r>
              <a:rPr lang="en-GB" dirty="0">
                <a:solidFill>
                  <a:srgbClr val="FF0000"/>
                </a:solidFill>
                <a:latin typeface="OCRB" panose="020B0609020202020204" pitchFamily="49" charset="0"/>
              </a:rPr>
              <a:t>$PATH</a:t>
            </a:r>
            <a:r>
              <a:rPr lang="en-GB" dirty="0"/>
              <a:t>)</a:t>
            </a:r>
            <a:endParaRPr lang="en-US" dirty="0">
              <a:latin typeface="OCRB" panose="020B0609020202020204" pitchFamily="49" charset="0"/>
            </a:endParaRPr>
          </a:p>
        </p:txBody>
      </p:sp>
      <p:sp>
        <p:nvSpPr>
          <p:cNvPr id="8" name="Content Placeholder 7">
            <a:extLst>
              <a:ext uri="{FF2B5EF4-FFF2-40B4-BE49-F238E27FC236}">
                <a16:creationId xmlns:a16="http://schemas.microsoft.com/office/drawing/2014/main" id="{AA7D7F13-03FC-4EC4-9428-27D5E276621C}"/>
              </a:ext>
            </a:extLst>
          </p:cNvPr>
          <p:cNvSpPr>
            <a:spLocks noGrp="1"/>
          </p:cNvSpPr>
          <p:nvPr>
            <p:ph idx="1"/>
          </p:nvPr>
        </p:nvSpPr>
        <p:spPr>
          <a:xfrm>
            <a:off x="838200" y="3509107"/>
            <a:ext cx="10515600" cy="2253640"/>
          </a:xfrm>
        </p:spPr>
        <p:txBody>
          <a:bodyPr/>
          <a:lstStyle/>
          <a:p>
            <a:r>
              <a:rPr lang="en-GB" dirty="0"/>
              <a:t>How does OS execute a command, e.g., </a:t>
            </a:r>
            <a:r>
              <a:rPr lang="en-GB" dirty="0">
                <a:latin typeface="OCRB" panose="020B0609020202020204" pitchFamily="49" charset="0"/>
              </a:rPr>
              <a:t>ls</a:t>
            </a:r>
            <a:r>
              <a:rPr lang="en-GB" dirty="0"/>
              <a:t>?</a:t>
            </a:r>
          </a:p>
          <a:p>
            <a:pPr lvl="1"/>
            <a:r>
              <a:rPr lang="en-GB" dirty="0"/>
              <a:t>search the command in the current directory</a:t>
            </a:r>
          </a:p>
          <a:p>
            <a:pPr lvl="1"/>
            <a:r>
              <a:rPr lang="en-GB" dirty="0"/>
              <a:t>if can’t find it, search for the command in each path defined in the path variable</a:t>
            </a:r>
          </a:p>
          <a:p>
            <a:pPr lvl="1"/>
            <a:r>
              <a:rPr lang="en-GB" dirty="0"/>
              <a:t>if can’t find it, OS throws the </a:t>
            </a:r>
            <a:r>
              <a:rPr lang="en-GB" i="1" dirty="0">
                <a:solidFill>
                  <a:srgbClr val="FF0000"/>
                </a:solidFill>
              </a:rPr>
              <a:t>command not found </a:t>
            </a:r>
            <a:r>
              <a:rPr lang="en-GB" dirty="0"/>
              <a:t>error message</a:t>
            </a:r>
          </a:p>
          <a:p>
            <a:endParaRPr lang="en-US" dirty="0"/>
          </a:p>
        </p:txBody>
      </p:sp>
      <p:pic>
        <p:nvPicPr>
          <p:cNvPr id="6" name="Picture 5">
            <a:extLst>
              <a:ext uri="{FF2B5EF4-FFF2-40B4-BE49-F238E27FC236}">
                <a16:creationId xmlns:a16="http://schemas.microsoft.com/office/drawing/2014/main" id="{AA014166-9547-414F-8ED8-9B3752D61FEB}"/>
              </a:ext>
            </a:extLst>
          </p:cNvPr>
          <p:cNvPicPr>
            <a:picLocks noChangeAspect="1"/>
          </p:cNvPicPr>
          <p:nvPr/>
        </p:nvPicPr>
        <p:blipFill>
          <a:blip r:embed="rId3"/>
          <a:stretch>
            <a:fillRect/>
          </a:stretch>
        </p:blipFill>
        <p:spPr>
          <a:xfrm>
            <a:off x="838200" y="1962386"/>
            <a:ext cx="9848800" cy="1466614"/>
          </a:xfrm>
          <a:prstGeom prst="rect">
            <a:avLst/>
          </a:prstGeom>
        </p:spPr>
      </p:pic>
      <p:pic>
        <p:nvPicPr>
          <p:cNvPr id="10" name="Picture 9">
            <a:extLst>
              <a:ext uri="{FF2B5EF4-FFF2-40B4-BE49-F238E27FC236}">
                <a16:creationId xmlns:a16="http://schemas.microsoft.com/office/drawing/2014/main" id="{C843563E-1189-4CFB-85C3-054524EFEA34}"/>
              </a:ext>
            </a:extLst>
          </p:cNvPr>
          <p:cNvPicPr>
            <a:picLocks noChangeAspect="1"/>
          </p:cNvPicPr>
          <p:nvPr/>
        </p:nvPicPr>
        <p:blipFill>
          <a:blip r:embed="rId4"/>
          <a:stretch>
            <a:fillRect/>
          </a:stretch>
        </p:blipFill>
        <p:spPr>
          <a:xfrm>
            <a:off x="5042353" y="5536457"/>
            <a:ext cx="5053670" cy="956418"/>
          </a:xfrm>
          <a:prstGeom prst="rect">
            <a:avLst/>
          </a:prstGeom>
        </p:spPr>
      </p:pic>
      <p:sp>
        <p:nvSpPr>
          <p:cNvPr id="3" name="TextBox 2">
            <a:extLst>
              <a:ext uri="{FF2B5EF4-FFF2-40B4-BE49-F238E27FC236}">
                <a16:creationId xmlns:a16="http://schemas.microsoft.com/office/drawing/2014/main" id="{0A011F48-1133-A55F-5DE8-1109CBBAF585}"/>
              </a:ext>
            </a:extLst>
          </p:cNvPr>
          <p:cNvSpPr txBox="1"/>
          <p:nvPr/>
        </p:nvSpPr>
        <p:spPr>
          <a:xfrm>
            <a:off x="3558073" y="6458649"/>
            <a:ext cx="984430" cy="369332"/>
          </a:xfrm>
          <a:prstGeom prst="rect">
            <a:avLst/>
          </a:prstGeom>
          <a:noFill/>
        </p:spPr>
        <p:txBody>
          <a:bodyPr wrap="square">
            <a:spAutoFit/>
          </a:bodyPr>
          <a:lstStyle/>
          <a:p>
            <a:r>
              <a:rPr lang="en-GB" b="0" i="0" dirty="0">
                <a:solidFill>
                  <a:srgbClr val="374151"/>
                </a:solidFill>
                <a:effectLst/>
                <a:latin typeface="Söhne"/>
              </a:rPr>
              <a:t>path</a:t>
            </a:r>
            <a:endParaRPr lang="en-US" dirty="0"/>
          </a:p>
        </p:txBody>
      </p:sp>
      <p:pic>
        <p:nvPicPr>
          <p:cNvPr id="4" name="Picture 3">
            <a:extLst>
              <a:ext uri="{FF2B5EF4-FFF2-40B4-BE49-F238E27FC236}">
                <a16:creationId xmlns:a16="http://schemas.microsoft.com/office/drawing/2014/main" id="{4BEECE65-CAA2-1203-6FD1-0A50F8769D6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965837" y="6428630"/>
            <a:ext cx="429370" cy="429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18063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40637-05A9-4D8D-A6A4-BA896E684C61}"/>
              </a:ext>
            </a:extLst>
          </p:cNvPr>
          <p:cNvSpPr>
            <a:spLocks noGrp="1"/>
          </p:cNvSpPr>
          <p:nvPr>
            <p:ph type="title"/>
          </p:nvPr>
        </p:nvSpPr>
        <p:spPr/>
        <p:txBody>
          <a:bodyPr/>
          <a:lstStyle/>
          <a:p>
            <a:r>
              <a:rPr lang="en-US" dirty="0"/>
              <a:t>Adding a new path (</a:t>
            </a:r>
            <a:r>
              <a:rPr lang="en-US" dirty="0">
                <a:solidFill>
                  <a:srgbClr val="FF0000"/>
                </a:solidFill>
                <a:latin typeface="OCRB" panose="020B0609020202020204" pitchFamily="49" charset="0"/>
              </a:rPr>
              <a:t>export</a:t>
            </a:r>
            <a:r>
              <a:rPr lang="en-US" dirty="0"/>
              <a:t>)</a:t>
            </a:r>
          </a:p>
        </p:txBody>
      </p:sp>
      <p:pic>
        <p:nvPicPr>
          <p:cNvPr id="5" name="Picture 4">
            <a:extLst>
              <a:ext uri="{FF2B5EF4-FFF2-40B4-BE49-F238E27FC236}">
                <a16:creationId xmlns:a16="http://schemas.microsoft.com/office/drawing/2014/main" id="{547AFC04-0255-46C3-ABC8-5EB3283450B5}"/>
              </a:ext>
            </a:extLst>
          </p:cNvPr>
          <p:cNvPicPr>
            <a:picLocks noChangeAspect="1"/>
          </p:cNvPicPr>
          <p:nvPr/>
        </p:nvPicPr>
        <p:blipFill>
          <a:blip r:embed="rId3"/>
          <a:stretch>
            <a:fillRect/>
          </a:stretch>
        </p:blipFill>
        <p:spPr>
          <a:xfrm>
            <a:off x="838199" y="1973454"/>
            <a:ext cx="9667267" cy="2024614"/>
          </a:xfrm>
          <a:prstGeom prst="rect">
            <a:avLst/>
          </a:prstGeom>
        </p:spPr>
      </p:pic>
      <p:sp>
        <p:nvSpPr>
          <p:cNvPr id="4" name="TextBox 3">
            <a:extLst>
              <a:ext uri="{FF2B5EF4-FFF2-40B4-BE49-F238E27FC236}">
                <a16:creationId xmlns:a16="http://schemas.microsoft.com/office/drawing/2014/main" id="{02E0C88B-935B-3B52-B632-D8AC9246C444}"/>
              </a:ext>
            </a:extLst>
          </p:cNvPr>
          <p:cNvSpPr txBox="1"/>
          <p:nvPr/>
        </p:nvSpPr>
        <p:spPr>
          <a:xfrm>
            <a:off x="1820848" y="5589723"/>
            <a:ext cx="9883472" cy="369332"/>
          </a:xfrm>
          <a:prstGeom prst="rect">
            <a:avLst/>
          </a:prstGeom>
          <a:noFill/>
        </p:spPr>
        <p:txBody>
          <a:bodyPr wrap="square">
            <a:spAutoFit/>
          </a:bodyPr>
          <a:lstStyle/>
          <a:p>
            <a:r>
              <a:rPr lang="en-GB" dirty="0" err="1">
                <a:latin typeface="OCRB" panose="020B0609020202020204" pitchFamily="49" charset="0"/>
              </a:rPr>
              <a:t>setx</a:t>
            </a:r>
            <a:r>
              <a:rPr lang="en-GB" dirty="0">
                <a:latin typeface="OCRB" panose="020B0609020202020204" pitchFamily="49" charset="0"/>
              </a:rPr>
              <a:t> path "%path%;C:\Program Files\Java\jdk1.8.0_202\bin" -m</a:t>
            </a:r>
            <a:endParaRPr lang="en-US" dirty="0">
              <a:latin typeface="OCRB" panose="020B0609020202020204" pitchFamily="49" charset="0"/>
            </a:endParaRPr>
          </a:p>
        </p:txBody>
      </p:sp>
      <p:pic>
        <p:nvPicPr>
          <p:cNvPr id="1026" name="Picture 2">
            <a:extLst>
              <a:ext uri="{FF2B5EF4-FFF2-40B4-BE49-F238E27FC236}">
                <a16:creationId xmlns:a16="http://schemas.microsoft.com/office/drawing/2014/main" id="{3E8E8C7A-1A7C-73DC-A9D9-E86DC948A70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8199" y="5512327"/>
            <a:ext cx="524123" cy="5241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49772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05A1B-917A-4F18-A320-841B9C86490B}"/>
              </a:ext>
            </a:extLst>
          </p:cNvPr>
          <p:cNvSpPr>
            <a:spLocks noGrp="1"/>
          </p:cNvSpPr>
          <p:nvPr>
            <p:ph type="title"/>
          </p:nvPr>
        </p:nvSpPr>
        <p:spPr/>
        <p:txBody>
          <a:bodyPr/>
          <a:lstStyle/>
          <a:p>
            <a:r>
              <a:rPr lang="en-US" dirty="0"/>
              <a:t>Persisting the new path (</a:t>
            </a:r>
            <a:r>
              <a:rPr lang="en-US" dirty="0">
                <a:solidFill>
                  <a:srgbClr val="7030A0"/>
                </a:solidFill>
                <a:latin typeface="OCRB" panose="020B0609020202020204" pitchFamily="49" charset="0"/>
              </a:rPr>
              <a:t>.</a:t>
            </a:r>
            <a:r>
              <a:rPr lang="en-US" dirty="0" err="1">
                <a:solidFill>
                  <a:srgbClr val="7030A0"/>
                </a:solidFill>
                <a:latin typeface="OCRB" panose="020B0609020202020204" pitchFamily="49" charset="0"/>
              </a:rPr>
              <a:t>zshrc</a:t>
            </a:r>
            <a:r>
              <a:rPr lang="en-US" dirty="0"/>
              <a:t>) </a:t>
            </a:r>
          </a:p>
        </p:txBody>
      </p:sp>
      <p:pic>
        <p:nvPicPr>
          <p:cNvPr id="4" name="Picture 3">
            <a:extLst>
              <a:ext uri="{FF2B5EF4-FFF2-40B4-BE49-F238E27FC236}">
                <a16:creationId xmlns:a16="http://schemas.microsoft.com/office/drawing/2014/main" id="{127D9BD7-579A-4628-AE3F-40735B7D8974}"/>
              </a:ext>
            </a:extLst>
          </p:cNvPr>
          <p:cNvPicPr>
            <a:picLocks noChangeAspect="1"/>
          </p:cNvPicPr>
          <p:nvPr/>
        </p:nvPicPr>
        <p:blipFill>
          <a:blip r:embed="rId2"/>
          <a:stretch>
            <a:fillRect/>
          </a:stretch>
        </p:blipFill>
        <p:spPr>
          <a:xfrm>
            <a:off x="923620" y="1895105"/>
            <a:ext cx="7601830" cy="3717755"/>
          </a:xfrm>
          <a:prstGeom prst="rect">
            <a:avLst/>
          </a:prstGeom>
        </p:spPr>
      </p:pic>
      <p:sp>
        <p:nvSpPr>
          <p:cNvPr id="5" name="TextBox 4">
            <a:extLst>
              <a:ext uri="{FF2B5EF4-FFF2-40B4-BE49-F238E27FC236}">
                <a16:creationId xmlns:a16="http://schemas.microsoft.com/office/drawing/2014/main" id="{1512E97D-DAD4-40CE-8AAA-AEF3A06F2446}"/>
              </a:ext>
            </a:extLst>
          </p:cNvPr>
          <p:cNvSpPr txBox="1"/>
          <p:nvPr/>
        </p:nvSpPr>
        <p:spPr>
          <a:xfrm>
            <a:off x="5914417" y="5632611"/>
            <a:ext cx="2700291" cy="369332"/>
          </a:xfrm>
          <a:prstGeom prst="rect">
            <a:avLst/>
          </a:prstGeom>
          <a:noFill/>
        </p:spPr>
        <p:txBody>
          <a:bodyPr wrap="none" rtlCol="0">
            <a:spAutoFit/>
          </a:bodyPr>
          <a:lstStyle/>
          <a:p>
            <a:r>
              <a:rPr lang="en-GB" dirty="0"/>
              <a:t>we discuss the details later</a:t>
            </a:r>
            <a:endParaRPr lang="en-US" dirty="0"/>
          </a:p>
        </p:txBody>
      </p:sp>
    </p:spTree>
    <p:extLst>
      <p:ext uri="{BB962C8B-B14F-4D97-AF65-F5344CB8AC3E}">
        <p14:creationId xmlns:p14="http://schemas.microsoft.com/office/powerpoint/2010/main" val="32475761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Create folders and files</a:t>
            </a:r>
            <a:endParaRPr lang="en-US" dirty="0"/>
          </a:p>
        </p:txBody>
      </p:sp>
      <p:sp>
        <p:nvSpPr>
          <p:cNvPr id="4" name="Text Placeholder 3">
            <a:extLst>
              <a:ext uri="{FF2B5EF4-FFF2-40B4-BE49-F238E27FC236}">
                <a16:creationId xmlns:a16="http://schemas.microsoft.com/office/drawing/2014/main" id="{AD07F4E7-000B-D27D-1B1D-69CCCFC23F08}"/>
              </a:ext>
            </a:extLst>
          </p:cNvPr>
          <p:cNvSpPr>
            <a:spLocks noGrp="1"/>
          </p:cNvSpPr>
          <p:nvPr>
            <p:ph type="body" idx="1"/>
          </p:nvPr>
        </p:nvSpPr>
        <p:spPr/>
        <p:txBody>
          <a:bodyPr/>
          <a:lstStyle/>
          <a:p>
            <a:endParaRPr lang="en-US"/>
          </a:p>
        </p:txBody>
      </p:sp>
      <p:sp>
        <p:nvSpPr>
          <p:cNvPr id="2" name="Slide Number Placeholder 1"/>
          <p:cNvSpPr>
            <a:spLocks noGrp="1"/>
          </p:cNvSpPr>
          <p:nvPr>
            <p:ph type="sldNum" sz="quarter" idx="12"/>
          </p:nvPr>
        </p:nvSpPr>
        <p:spPr/>
        <p:txBody>
          <a:bodyPr/>
          <a:lstStyle/>
          <a:p>
            <a:pPr algn="ctr"/>
            <a:fld id="{00000000-1234-1234-1234-123412341234}" type="slidenum">
              <a:rPr lang="en" smtClean="0"/>
              <a:pPr algn="ctr"/>
              <a:t>36</a:t>
            </a:fld>
            <a:endParaRPr lang="en"/>
          </a:p>
        </p:txBody>
      </p:sp>
    </p:spTree>
    <p:extLst>
      <p:ext uri="{BB962C8B-B14F-4D97-AF65-F5344CB8AC3E}">
        <p14:creationId xmlns:p14="http://schemas.microsoft.com/office/powerpoint/2010/main" val="16359518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B404E3-1F73-4DBA-8193-52C68114A257}"/>
              </a:ext>
            </a:extLst>
          </p:cNvPr>
          <p:cNvSpPr>
            <a:spLocks noGrp="1"/>
          </p:cNvSpPr>
          <p:nvPr>
            <p:ph type="title"/>
          </p:nvPr>
        </p:nvSpPr>
        <p:spPr/>
        <p:txBody>
          <a:bodyPr/>
          <a:lstStyle/>
          <a:p>
            <a:r>
              <a:rPr lang="en-GB" dirty="0"/>
              <a:t>Create folders (</a:t>
            </a:r>
            <a:r>
              <a:rPr lang="en-GB" dirty="0" err="1">
                <a:solidFill>
                  <a:srgbClr val="FF0000"/>
                </a:solidFill>
                <a:latin typeface="OCRB" panose="020B0609020202020204" pitchFamily="49" charset="0"/>
              </a:rPr>
              <a:t>mkdir</a:t>
            </a:r>
            <a:r>
              <a:rPr lang="en-GB" dirty="0"/>
              <a:t>)</a:t>
            </a:r>
            <a:endParaRPr lang="en-US" dirty="0"/>
          </a:p>
        </p:txBody>
      </p:sp>
      <p:pic>
        <p:nvPicPr>
          <p:cNvPr id="5" name="Picture 4">
            <a:extLst>
              <a:ext uri="{FF2B5EF4-FFF2-40B4-BE49-F238E27FC236}">
                <a16:creationId xmlns:a16="http://schemas.microsoft.com/office/drawing/2014/main" id="{C6CD59BC-2C00-4D24-9EB8-583C6503F7B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23139" y="1958124"/>
            <a:ext cx="1172533" cy="1172533"/>
          </a:xfrm>
          <a:prstGeom prst="rect">
            <a:avLst/>
          </a:prstGeom>
        </p:spPr>
      </p:pic>
      <p:pic>
        <p:nvPicPr>
          <p:cNvPr id="6" name="Picture 5">
            <a:extLst>
              <a:ext uri="{FF2B5EF4-FFF2-40B4-BE49-F238E27FC236}">
                <a16:creationId xmlns:a16="http://schemas.microsoft.com/office/drawing/2014/main" id="{5D9047A3-B53D-4B03-A619-26EA584D093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23139" y="3359974"/>
            <a:ext cx="1172533" cy="1172533"/>
          </a:xfrm>
          <a:prstGeom prst="rect">
            <a:avLst/>
          </a:prstGeom>
        </p:spPr>
      </p:pic>
      <p:sp>
        <p:nvSpPr>
          <p:cNvPr id="7" name="TextBox 6">
            <a:extLst>
              <a:ext uri="{FF2B5EF4-FFF2-40B4-BE49-F238E27FC236}">
                <a16:creationId xmlns:a16="http://schemas.microsoft.com/office/drawing/2014/main" id="{EF2844DE-3C98-4200-94E3-4144E52CF055}"/>
              </a:ext>
            </a:extLst>
          </p:cNvPr>
          <p:cNvSpPr txBox="1"/>
          <p:nvPr/>
        </p:nvSpPr>
        <p:spPr>
          <a:xfrm>
            <a:off x="9023138" y="3814598"/>
            <a:ext cx="1627412" cy="369332"/>
          </a:xfrm>
          <a:prstGeom prst="rect">
            <a:avLst/>
          </a:prstGeom>
          <a:noFill/>
        </p:spPr>
        <p:txBody>
          <a:bodyPr wrap="square" rtlCol="0">
            <a:spAutoFit/>
          </a:bodyPr>
          <a:lstStyle/>
          <a:p>
            <a:r>
              <a:rPr lang="en-US" dirty="0"/>
              <a:t>\</a:t>
            </a:r>
            <a:r>
              <a:rPr lang="en-US" dirty="0" err="1"/>
              <a:t>myfolder</a:t>
            </a:r>
            <a:endParaRPr lang="en-US" dirty="0"/>
          </a:p>
        </p:txBody>
      </p:sp>
      <p:pic>
        <p:nvPicPr>
          <p:cNvPr id="8" name="Picture 7">
            <a:extLst>
              <a:ext uri="{FF2B5EF4-FFF2-40B4-BE49-F238E27FC236}">
                <a16:creationId xmlns:a16="http://schemas.microsoft.com/office/drawing/2014/main" id="{9419C713-16B9-48BC-8E07-9AD20E5F097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23138" y="4820396"/>
            <a:ext cx="1172533" cy="1172533"/>
          </a:xfrm>
          <a:prstGeom prst="rect">
            <a:avLst/>
          </a:prstGeom>
        </p:spPr>
      </p:pic>
      <p:sp>
        <p:nvSpPr>
          <p:cNvPr id="9" name="TextBox 8">
            <a:extLst>
              <a:ext uri="{FF2B5EF4-FFF2-40B4-BE49-F238E27FC236}">
                <a16:creationId xmlns:a16="http://schemas.microsoft.com/office/drawing/2014/main" id="{EEAF8C0C-F014-4CEC-87C6-698EE00C131B}"/>
              </a:ext>
            </a:extLst>
          </p:cNvPr>
          <p:cNvSpPr txBox="1"/>
          <p:nvPr/>
        </p:nvSpPr>
        <p:spPr>
          <a:xfrm>
            <a:off x="9023138" y="5263132"/>
            <a:ext cx="2137571" cy="369332"/>
          </a:xfrm>
          <a:prstGeom prst="rect">
            <a:avLst/>
          </a:prstGeom>
          <a:noFill/>
        </p:spPr>
        <p:txBody>
          <a:bodyPr wrap="square" rtlCol="0">
            <a:spAutoFit/>
          </a:bodyPr>
          <a:lstStyle/>
          <a:p>
            <a:r>
              <a:rPr lang="en-US" dirty="0"/>
              <a:t>\</a:t>
            </a:r>
            <a:r>
              <a:rPr lang="en-US" dirty="0" err="1"/>
              <a:t>mysubfolder</a:t>
            </a:r>
            <a:endParaRPr lang="en-US" dirty="0"/>
          </a:p>
        </p:txBody>
      </p:sp>
      <p:cxnSp>
        <p:nvCxnSpPr>
          <p:cNvPr id="10" name="Straight Arrow Connector 9">
            <a:extLst>
              <a:ext uri="{FF2B5EF4-FFF2-40B4-BE49-F238E27FC236}">
                <a16:creationId xmlns:a16="http://schemas.microsoft.com/office/drawing/2014/main" id="{B941E172-42FC-4D64-814D-A00AFEFE7C4B}"/>
              </a:ext>
            </a:extLst>
          </p:cNvPr>
          <p:cNvCxnSpPr>
            <a:stCxn id="5" idx="2"/>
            <a:endCxn id="6" idx="0"/>
          </p:cNvCxnSpPr>
          <p:nvPr/>
        </p:nvCxnSpPr>
        <p:spPr>
          <a:xfrm>
            <a:off x="9609406" y="3130657"/>
            <a:ext cx="0" cy="2293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26B83369-5D73-4810-B2E4-DA9F65309A04}"/>
              </a:ext>
            </a:extLst>
          </p:cNvPr>
          <p:cNvCxnSpPr>
            <a:stCxn id="6" idx="2"/>
            <a:endCxn id="8" idx="0"/>
          </p:cNvCxnSpPr>
          <p:nvPr/>
        </p:nvCxnSpPr>
        <p:spPr>
          <a:xfrm flipH="1">
            <a:off x="9609405" y="4532507"/>
            <a:ext cx="1" cy="2878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030EBA0-2481-4514-A32F-9A9F10024018}"/>
              </a:ext>
            </a:extLst>
          </p:cNvPr>
          <p:cNvSpPr txBox="1"/>
          <p:nvPr/>
        </p:nvSpPr>
        <p:spPr>
          <a:xfrm>
            <a:off x="9221240" y="2591563"/>
            <a:ext cx="1117251" cy="369332"/>
          </a:xfrm>
          <a:prstGeom prst="rect">
            <a:avLst/>
          </a:prstGeom>
          <a:noFill/>
        </p:spPr>
        <p:txBody>
          <a:bodyPr wrap="square" rtlCol="0">
            <a:spAutoFit/>
          </a:bodyPr>
          <a:lstStyle/>
          <a:p>
            <a:r>
              <a:rPr lang="en-US" dirty="0"/>
              <a:t>home</a:t>
            </a:r>
          </a:p>
        </p:txBody>
      </p:sp>
      <p:pic>
        <p:nvPicPr>
          <p:cNvPr id="13" name="Picture 12">
            <a:extLst>
              <a:ext uri="{FF2B5EF4-FFF2-40B4-BE49-F238E27FC236}">
                <a16:creationId xmlns:a16="http://schemas.microsoft.com/office/drawing/2014/main" id="{36D591DD-0DBD-46F2-AD96-23458469085D}"/>
              </a:ext>
            </a:extLst>
          </p:cNvPr>
          <p:cNvPicPr>
            <a:picLocks noChangeAspect="1"/>
          </p:cNvPicPr>
          <p:nvPr/>
        </p:nvPicPr>
        <p:blipFill>
          <a:blip r:embed="rId3"/>
          <a:stretch>
            <a:fillRect/>
          </a:stretch>
        </p:blipFill>
        <p:spPr>
          <a:xfrm>
            <a:off x="901463" y="2946304"/>
            <a:ext cx="6949142" cy="1839479"/>
          </a:xfrm>
          <a:prstGeom prst="rect">
            <a:avLst/>
          </a:prstGeom>
        </p:spPr>
      </p:pic>
      <p:cxnSp>
        <p:nvCxnSpPr>
          <p:cNvPr id="14" name="Straight Arrow Connector 13">
            <a:extLst>
              <a:ext uri="{FF2B5EF4-FFF2-40B4-BE49-F238E27FC236}">
                <a16:creationId xmlns:a16="http://schemas.microsoft.com/office/drawing/2014/main" id="{4149A012-E655-49FA-BFED-CD3E646648D3}"/>
              </a:ext>
            </a:extLst>
          </p:cNvPr>
          <p:cNvCxnSpPr>
            <a:endCxn id="6" idx="1"/>
          </p:cNvCxnSpPr>
          <p:nvPr/>
        </p:nvCxnSpPr>
        <p:spPr>
          <a:xfrm flipV="1">
            <a:off x="5685688" y="3946241"/>
            <a:ext cx="3337451" cy="480221"/>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2" name="TextBox 1">
            <a:extLst>
              <a:ext uri="{FF2B5EF4-FFF2-40B4-BE49-F238E27FC236}">
                <a16:creationId xmlns:a16="http://schemas.microsoft.com/office/drawing/2014/main" id="{09403D06-C4B6-7449-C018-4066312E81FE}"/>
              </a:ext>
            </a:extLst>
          </p:cNvPr>
          <p:cNvSpPr txBox="1"/>
          <p:nvPr/>
        </p:nvSpPr>
        <p:spPr>
          <a:xfrm>
            <a:off x="3558073" y="6458649"/>
            <a:ext cx="984430" cy="369332"/>
          </a:xfrm>
          <a:prstGeom prst="rect">
            <a:avLst/>
          </a:prstGeom>
          <a:noFill/>
        </p:spPr>
        <p:txBody>
          <a:bodyPr wrap="square">
            <a:spAutoFit/>
          </a:bodyPr>
          <a:lstStyle/>
          <a:p>
            <a:r>
              <a:rPr lang="en-GB" b="0" i="0" dirty="0" err="1">
                <a:solidFill>
                  <a:srgbClr val="374151"/>
                </a:solidFill>
                <a:effectLst/>
                <a:latin typeface="OCRB" panose="020B0609020202020204" pitchFamily="49" charset="0"/>
              </a:rPr>
              <a:t>mkdir</a:t>
            </a:r>
            <a:endParaRPr lang="en-US" dirty="0">
              <a:latin typeface="OCRB" panose="020B0609020202020204" pitchFamily="49" charset="0"/>
            </a:endParaRPr>
          </a:p>
        </p:txBody>
      </p:sp>
      <p:pic>
        <p:nvPicPr>
          <p:cNvPr id="3" name="Picture 2">
            <a:extLst>
              <a:ext uri="{FF2B5EF4-FFF2-40B4-BE49-F238E27FC236}">
                <a16:creationId xmlns:a16="http://schemas.microsoft.com/office/drawing/2014/main" id="{D79B3E74-C818-B457-0EAF-8D29A7621FF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65837" y="6428630"/>
            <a:ext cx="429370" cy="429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14589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6EC05-5ABF-49F6-9344-D765E8D234FE}"/>
              </a:ext>
            </a:extLst>
          </p:cNvPr>
          <p:cNvSpPr>
            <a:spLocks noGrp="1"/>
          </p:cNvSpPr>
          <p:nvPr>
            <p:ph type="title"/>
          </p:nvPr>
        </p:nvSpPr>
        <p:spPr/>
        <p:txBody>
          <a:bodyPr/>
          <a:lstStyle/>
          <a:p>
            <a:r>
              <a:rPr lang="en-US" dirty="0"/>
              <a:t>Delete folders (</a:t>
            </a:r>
            <a:r>
              <a:rPr lang="en-US" dirty="0" err="1">
                <a:solidFill>
                  <a:srgbClr val="FF0000"/>
                </a:solidFill>
                <a:latin typeface="OCRB" panose="020B0609020202020204" pitchFamily="49" charset="0"/>
              </a:rPr>
              <a:t>rmdir</a:t>
            </a:r>
            <a:r>
              <a:rPr lang="en-US" dirty="0"/>
              <a:t>)</a:t>
            </a:r>
          </a:p>
        </p:txBody>
      </p:sp>
      <p:pic>
        <p:nvPicPr>
          <p:cNvPr id="3" name="Picture 2">
            <a:extLst>
              <a:ext uri="{FF2B5EF4-FFF2-40B4-BE49-F238E27FC236}">
                <a16:creationId xmlns:a16="http://schemas.microsoft.com/office/drawing/2014/main" id="{F3DBBD3E-32DF-456B-9917-C80743196127}"/>
              </a:ext>
            </a:extLst>
          </p:cNvPr>
          <p:cNvPicPr>
            <a:picLocks noChangeAspect="1"/>
          </p:cNvPicPr>
          <p:nvPr/>
        </p:nvPicPr>
        <p:blipFill>
          <a:blip r:embed="rId2"/>
          <a:stretch>
            <a:fillRect/>
          </a:stretch>
        </p:blipFill>
        <p:spPr>
          <a:xfrm>
            <a:off x="838200" y="2329104"/>
            <a:ext cx="6461369" cy="1775278"/>
          </a:xfrm>
          <a:prstGeom prst="rect">
            <a:avLst/>
          </a:prstGeom>
        </p:spPr>
      </p:pic>
      <p:sp>
        <p:nvSpPr>
          <p:cNvPr id="4" name="TextBox 3">
            <a:extLst>
              <a:ext uri="{FF2B5EF4-FFF2-40B4-BE49-F238E27FC236}">
                <a16:creationId xmlns:a16="http://schemas.microsoft.com/office/drawing/2014/main" id="{60A7E430-0977-663A-9213-F28F732F6F7E}"/>
              </a:ext>
            </a:extLst>
          </p:cNvPr>
          <p:cNvSpPr txBox="1"/>
          <p:nvPr/>
        </p:nvSpPr>
        <p:spPr>
          <a:xfrm>
            <a:off x="3558073" y="6458649"/>
            <a:ext cx="984430" cy="369332"/>
          </a:xfrm>
          <a:prstGeom prst="rect">
            <a:avLst/>
          </a:prstGeom>
          <a:noFill/>
        </p:spPr>
        <p:txBody>
          <a:bodyPr wrap="square">
            <a:spAutoFit/>
          </a:bodyPr>
          <a:lstStyle/>
          <a:p>
            <a:r>
              <a:rPr lang="en-GB" b="0" i="0" dirty="0" err="1">
                <a:solidFill>
                  <a:srgbClr val="374151"/>
                </a:solidFill>
                <a:effectLst/>
                <a:latin typeface="Söhne"/>
              </a:rPr>
              <a:t>rmdir</a:t>
            </a:r>
            <a:endParaRPr lang="en-US" dirty="0"/>
          </a:p>
        </p:txBody>
      </p:sp>
      <p:pic>
        <p:nvPicPr>
          <p:cNvPr id="5" name="Picture 4">
            <a:extLst>
              <a:ext uri="{FF2B5EF4-FFF2-40B4-BE49-F238E27FC236}">
                <a16:creationId xmlns:a16="http://schemas.microsoft.com/office/drawing/2014/main" id="{46963E1C-715D-E8FA-2D64-D4CF2368006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65837" y="6428630"/>
            <a:ext cx="429370" cy="429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33268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A190F-F498-4579-95E4-32C5315856A7}"/>
              </a:ext>
            </a:extLst>
          </p:cNvPr>
          <p:cNvSpPr>
            <a:spLocks noGrp="1"/>
          </p:cNvSpPr>
          <p:nvPr>
            <p:ph type="title"/>
          </p:nvPr>
        </p:nvSpPr>
        <p:spPr/>
        <p:txBody>
          <a:bodyPr/>
          <a:lstStyle/>
          <a:p>
            <a:r>
              <a:rPr lang="en-GB" dirty="0"/>
              <a:t>Create a new text file </a:t>
            </a:r>
            <a:r>
              <a:rPr lang="en-US" dirty="0"/>
              <a:t>(</a:t>
            </a:r>
            <a:r>
              <a:rPr lang="en-US" dirty="0">
                <a:solidFill>
                  <a:srgbClr val="FF0000"/>
                </a:solidFill>
                <a:latin typeface="OCRB" panose="020B0609020202020204" pitchFamily="49" charset="0"/>
              </a:rPr>
              <a:t>echo</a:t>
            </a:r>
            <a:r>
              <a:rPr lang="en-US" dirty="0"/>
              <a:t>)</a:t>
            </a:r>
          </a:p>
        </p:txBody>
      </p:sp>
      <p:sp>
        <p:nvSpPr>
          <p:cNvPr id="12" name="Flowchart: Document 11">
            <a:extLst>
              <a:ext uri="{FF2B5EF4-FFF2-40B4-BE49-F238E27FC236}">
                <a16:creationId xmlns:a16="http://schemas.microsoft.com/office/drawing/2014/main" id="{5D6727BE-BDDB-4E4D-8619-18D4743067EF}"/>
              </a:ext>
            </a:extLst>
          </p:cNvPr>
          <p:cNvSpPr/>
          <p:nvPr/>
        </p:nvSpPr>
        <p:spPr>
          <a:xfrm>
            <a:off x="8189005" y="4401316"/>
            <a:ext cx="790426" cy="715885"/>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hello world</a:t>
            </a:r>
          </a:p>
        </p:txBody>
      </p:sp>
      <p:sp>
        <p:nvSpPr>
          <p:cNvPr id="13" name="TextBox 12">
            <a:extLst>
              <a:ext uri="{FF2B5EF4-FFF2-40B4-BE49-F238E27FC236}">
                <a16:creationId xmlns:a16="http://schemas.microsoft.com/office/drawing/2014/main" id="{7ED388DF-4B0D-4913-93D9-823891035961}"/>
              </a:ext>
            </a:extLst>
          </p:cNvPr>
          <p:cNvSpPr txBox="1"/>
          <p:nvPr/>
        </p:nvSpPr>
        <p:spPr>
          <a:xfrm>
            <a:off x="8994354" y="4515813"/>
            <a:ext cx="1962752" cy="369332"/>
          </a:xfrm>
          <a:prstGeom prst="rect">
            <a:avLst/>
          </a:prstGeom>
          <a:noFill/>
        </p:spPr>
        <p:txBody>
          <a:bodyPr wrap="square" rtlCol="0">
            <a:spAutoFit/>
          </a:bodyPr>
          <a:lstStyle/>
          <a:p>
            <a:r>
              <a:rPr lang="en-US" dirty="0"/>
              <a:t>my_first_file.txt</a:t>
            </a:r>
          </a:p>
        </p:txBody>
      </p:sp>
      <p:pic>
        <p:nvPicPr>
          <p:cNvPr id="14" name="Picture 13">
            <a:extLst>
              <a:ext uri="{FF2B5EF4-FFF2-40B4-BE49-F238E27FC236}">
                <a16:creationId xmlns:a16="http://schemas.microsoft.com/office/drawing/2014/main" id="{1A746A7D-D0A9-4E01-A685-AFABCE34A2A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89005" y="1708884"/>
            <a:ext cx="1016456" cy="1016456"/>
          </a:xfrm>
          <a:prstGeom prst="rect">
            <a:avLst/>
          </a:prstGeom>
        </p:spPr>
      </p:pic>
      <p:pic>
        <p:nvPicPr>
          <p:cNvPr id="15" name="Picture 14">
            <a:extLst>
              <a:ext uri="{FF2B5EF4-FFF2-40B4-BE49-F238E27FC236}">
                <a16:creationId xmlns:a16="http://schemas.microsoft.com/office/drawing/2014/main" id="{D1ACABCC-1B28-4C35-AEE6-89938BC3ED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89005" y="3013204"/>
            <a:ext cx="1016456" cy="1016456"/>
          </a:xfrm>
          <a:prstGeom prst="rect">
            <a:avLst/>
          </a:prstGeom>
        </p:spPr>
      </p:pic>
      <p:sp>
        <p:nvSpPr>
          <p:cNvPr id="16" name="TextBox 15">
            <a:extLst>
              <a:ext uri="{FF2B5EF4-FFF2-40B4-BE49-F238E27FC236}">
                <a16:creationId xmlns:a16="http://schemas.microsoft.com/office/drawing/2014/main" id="{D87A350D-489E-4E46-AC95-FB918ED67136}"/>
              </a:ext>
            </a:extLst>
          </p:cNvPr>
          <p:cNvSpPr txBox="1"/>
          <p:nvPr/>
        </p:nvSpPr>
        <p:spPr>
          <a:xfrm>
            <a:off x="8203574" y="3381750"/>
            <a:ext cx="1363278" cy="369332"/>
          </a:xfrm>
          <a:prstGeom prst="rect">
            <a:avLst/>
          </a:prstGeom>
          <a:noFill/>
        </p:spPr>
        <p:txBody>
          <a:bodyPr wrap="square" rtlCol="0">
            <a:spAutoFit/>
          </a:bodyPr>
          <a:lstStyle/>
          <a:p>
            <a:r>
              <a:rPr lang="en-US" dirty="0"/>
              <a:t>\</a:t>
            </a:r>
            <a:r>
              <a:rPr lang="en-US" dirty="0" err="1"/>
              <a:t>myfolder</a:t>
            </a:r>
            <a:endParaRPr lang="en-US" dirty="0"/>
          </a:p>
        </p:txBody>
      </p:sp>
      <p:cxnSp>
        <p:nvCxnSpPr>
          <p:cNvPr id="17" name="Straight Arrow Connector 16">
            <a:extLst>
              <a:ext uri="{FF2B5EF4-FFF2-40B4-BE49-F238E27FC236}">
                <a16:creationId xmlns:a16="http://schemas.microsoft.com/office/drawing/2014/main" id="{B4931C54-6C15-42A8-ACBB-CCDAA2D191CB}"/>
              </a:ext>
            </a:extLst>
          </p:cNvPr>
          <p:cNvCxnSpPr>
            <a:stCxn id="14" idx="2"/>
            <a:endCxn id="15" idx="0"/>
          </p:cNvCxnSpPr>
          <p:nvPr/>
        </p:nvCxnSpPr>
        <p:spPr>
          <a:xfrm>
            <a:off x="8697233" y="2725340"/>
            <a:ext cx="0" cy="2878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5B9F48B-C041-4FE2-A262-0CAACD56FC5E}"/>
              </a:ext>
            </a:extLst>
          </p:cNvPr>
          <p:cNvCxnSpPr>
            <a:cxnSpLocks/>
          </p:cNvCxnSpPr>
          <p:nvPr/>
        </p:nvCxnSpPr>
        <p:spPr>
          <a:xfrm flipH="1">
            <a:off x="8584218" y="3928855"/>
            <a:ext cx="9846" cy="3595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5593F86-C756-4E3F-92BE-EA283F20B56B}"/>
              </a:ext>
            </a:extLst>
          </p:cNvPr>
          <p:cNvSpPr txBox="1"/>
          <p:nvPr/>
        </p:nvSpPr>
        <p:spPr>
          <a:xfrm>
            <a:off x="8189005" y="2112932"/>
            <a:ext cx="1363277" cy="369332"/>
          </a:xfrm>
          <a:prstGeom prst="rect">
            <a:avLst/>
          </a:prstGeom>
          <a:noFill/>
        </p:spPr>
        <p:txBody>
          <a:bodyPr wrap="square" rtlCol="0">
            <a:spAutoFit/>
          </a:bodyPr>
          <a:lstStyle/>
          <a:p>
            <a:r>
              <a:rPr lang="en-US" dirty="0"/>
              <a:t>\user home</a:t>
            </a:r>
          </a:p>
        </p:txBody>
      </p:sp>
      <p:pic>
        <p:nvPicPr>
          <p:cNvPr id="24" name="Picture 23">
            <a:extLst>
              <a:ext uri="{FF2B5EF4-FFF2-40B4-BE49-F238E27FC236}">
                <a16:creationId xmlns:a16="http://schemas.microsoft.com/office/drawing/2014/main" id="{1A9C1DDE-2709-47A5-9409-BA7A194CE850}"/>
              </a:ext>
            </a:extLst>
          </p:cNvPr>
          <p:cNvPicPr>
            <a:picLocks noChangeAspect="1"/>
          </p:cNvPicPr>
          <p:nvPr/>
        </p:nvPicPr>
        <p:blipFill>
          <a:blip r:embed="rId3"/>
          <a:stretch>
            <a:fillRect/>
          </a:stretch>
        </p:blipFill>
        <p:spPr>
          <a:xfrm>
            <a:off x="838199" y="2297598"/>
            <a:ext cx="6716833" cy="942713"/>
          </a:xfrm>
          <a:prstGeom prst="rect">
            <a:avLst/>
          </a:prstGeom>
        </p:spPr>
      </p:pic>
      <p:pic>
        <p:nvPicPr>
          <p:cNvPr id="26" name="Picture 25">
            <a:extLst>
              <a:ext uri="{FF2B5EF4-FFF2-40B4-BE49-F238E27FC236}">
                <a16:creationId xmlns:a16="http://schemas.microsoft.com/office/drawing/2014/main" id="{26D326CD-1B00-404F-889B-F52B129CB40A}"/>
              </a:ext>
            </a:extLst>
          </p:cNvPr>
          <p:cNvPicPr>
            <a:picLocks noChangeAspect="1"/>
          </p:cNvPicPr>
          <p:nvPr/>
        </p:nvPicPr>
        <p:blipFill>
          <a:blip r:embed="rId4"/>
          <a:stretch>
            <a:fillRect/>
          </a:stretch>
        </p:blipFill>
        <p:spPr>
          <a:xfrm>
            <a:off x="838199" y="3991837"/>
            <a:ext cx="5584631" cy="822439"/>
          </a:xfrm>
          <a:prstGeom prst="rect">
            <a:avLst/>
          </a:prstGeom>
        </p:spPr>
      </p:pic>
      <p:sp>
        <p:nvSpPr>
          <p:cNvPr id="28" name="TextBox 27">
            <a:extLst>
              <a:ext uri="{FF2B5EF4-FFF2-40B4-BE49-F238E27FC236}">
                <a16:creationId xmlns:a16="http://schemas.microsoft.com/office/drawing/2014/main" id="{8D629C5E-7E76-4CBB-BA03-809BA5DF65F7}"/>
              </a:ext>
            </a:extLst>
          </p:cNvPr>
          <p:cNvSpPr txBox="1"/>
          <p:nvPr/>
        </p:nvSpPr>
        <p:spPr>
          <a:xfrm>
            <a:off x="832493" y="3622505"/>
            <a:ext cx="3585309" cy="369332"/>
          </a:xfrm>
          <a:prstGeom prst="rect">
            <a:avLst/>
          </a:prstGeom>
          <a:solidFill>
            <a:schemeClr val="accent4"/>
          </a:solidFill>
        </p:spPr>
        <p:txBody>
          <a:bodyPr wrap="square">
            <a:spAutoFit/>
          </a:bodyPr>
          <a:lstStyle/>
          <a:p>
            <a:r>
              <a:rPr lang="en-GB" dirty="0"/>
              <a:t>Show the content of the file</a:t>
            </a:r>
            <a:endParaRPr lang="en-US" dirty="0"/>
          </a:p>
        </p:txBody>
      </p:sp>
    </p:spTree>
    <p:extLst>
      <p:ext uri="{BB962C8B-B14F-4D97-AF65-F5344CB8AC3E}">
        <p14:creationId xmlns:p14="http://schemas.microsoft.com/office/powerpoint/2010/main" val="1279148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Create a file (</a:t>
            </a:r>
            <a:r>
              <a:rPr lang="en-US" dirty="0" err="1">
                <a:solidFill>
                  <a:srgbClr val="FF0000"/>
                </a:solidFill>
                <a:latin typeface="OCRB" panose="020B0609020202020204" pitchFamily="49" charset="0"/>
              </a:rPr>
              <a:t>leafpad</a:t>
            </a:r>
            <a:r>
              <a:rPr lang="en-US" dirty="0"/>
              <a:t>)</a:t>
            </a:r>
          </a:p>
        </p:txBody>
      </p:sp>
      <p:sp>
        <p:nvSpPr>
          <p:cNvPr id="3" name="Slide Number Placeholder 2"/>
          <p:cNvSpPr>
            <a:spLocks noGrp="1"/>
          </p:cNvSpPr>
          <p:nvPr>
            <p:ph type="sldNum" sz="quarter" idx="12"/>
          </p:nvPr>
        </p:nvSpPr>
        <p:spPr/>
        <p:txBody>
          <a:bodyPr/>
          <a:lstStyle/>
          <a:p>
            <a:fld id="{E24DD715-7292-4FAD-A484-09D5D92FAB07}" type="slidenum">
              <a:rPr lang="en-US" smtClean="0"/>
              <a:t>40</a:t>
            </a:fld>
            <a:endParaRPr lang="en-US"/>
          </a:p>
        </p:txBody>
      </p:sp>
      <p:pic>
        <p:nvPicPr>
          <p:cNvPr id="4" name="Picture 3"/>
          <p:cNvPicPr>
            <a:picLocks noChangeAspect="1"/>
          </p:cNvPicPr>
          <p:nvPr/>
        </p:nvPicPr>
        <p:blipFill>
          <a:blip r:embed="rId2"/>
          <a:stretch>
            <a:fillRect/>
          </a:stretch>
        </p:blipFill>
        <p:spPr>
          <a:xfrm>
            <a:off x="899208" y="1868943"/>
            <a:ext cx="9462820" cy="2908705"/>
          </a:xfrm>
          <a:prstGeom prst="rect">
            <a:avLst/>
          </a:prstGeom>
        </p:spPr>
      </p:pic>
      <p:sp>
        <p:nvSpPr>
          <p:cNvPr id="5" name="TextBox 4">
            <a:extLst>
              <a:ext uri="{FF2B5EF4-FFF2-40B4-BE49-F238E27FC236}">
                <a16:creationId xmlns:a16="http://schemas.microsoft.com/office/drawing/2014/main" id="{9F1DF13F-EC40-35C4-A566-AAB544667D82}"/>
              </a:ext>
            </a:extLst>
          </p:cNvPr>
          <p:cNvSpPr txBox="1"/>
          <p:nvPr/>
        </p:nvSpPr>
        <p:spPr>
          <a:xfrm>
            <a:off x="6971323" y="2110707"/>
            <a:ext cx="1990930" cy="369332"/>
          </a:xfrm>
          <a:prstGeom prst="rect">
            <a:avLst/>
          </a:prstGeom>
          <a:solidFill>
            <a:schemeClr val="accent4">
              <a:lumMod val="20000"/>
              <a:lumOff val="80000"/>
            </a:schemeClr>
          </a:solidFill>
        </p:spPr>
        <p:txBody>
          <a:bodyPr wrap="none" rtlCol="0">
            <a:spAutoFit/>
          </a:bodyPr>
          <a:lstStyle/>
          <a:p>
            <a:r>
              <a:rPr lang="en-US" dirty="0"/>
              <a:t>or </a:t>
            </a:r>
            <a:r>
              <a:rPr lang="en-US" dirty="0">
                <a:solidFill>
                  <a:schemeClr val="accent6"/>
                </a:solidFill>
                <a:latin typeface="OCRB" panose="020B0609020202020204" pitchFamily="49" charset="0"/>
              </a:rPr>
              <a:t>nano</a:t>
            </a:r>
            <a:r>
              <a:rPr lang="en-US" dirty="0"/>
              <a:t> command</a:t>
            </a:r>
          </a:p>
        </p:txBody>
      </p:sp>
    </p:spTree>
    <p:extLst>
      <p:ext uri="{BB962C8B-B14F-4D97-AF65-F5344CB8AC3E}">
        <p14:creationId xmlns:p14="http://schemas.microsoft.com/office/powerpoint/2010/main" val="42663183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File Copy &amp; Deletion</a:t>
            </a:r>
          </a:p>
        </p:txBody>
      </p:sp>
      <p:sp>
        <p:nvSpPr>
          <p:cNvPr id="2" name="Text Placeholder 1">
            <a:extLst>
              <a:ext uri="{FF2B5EF4-FFF2-40B4-BE49-F238E27FC236}">
                <a16:creationId xmlns:a16="http://schemas.microsoft.com/office/drawing/2014/main" id="{82EC77BB-E0B9-9C20-08F8-AA7F71C835A6}"/>
              </a:ext>
            </a:extLst>
          </p:cNvPr>
          <p:cNvSpPr>
            <a:spLocks noGrp="1"/>
          </p:cNvSpPr>
          <p:nvPr>
            <p:ph type="body" idx="1"/>
          </p:nvPr>
        </p:nvSpPr>
        <p:spPr/>
        <p:txBody>
          <a:bodyPr/>
          <a:lstStyle/>
          <a:p>
            <a:endParaRPr lang="en-US"/>
          </a:p>
        </p:txBody>
      </p:sp>
      <p:sp>
        <p:nvSpPr>
          <p:cNvPr id="3" name="Slide Number Placeholder 2"/>
          <p:cNvSpPr>
            <a:spLocks noGrp="1"/>
          </p:cNvSpPr>
          <p:nvPr>
            <p:ph type="sldNum" sz="quarter" idx="12"/>
          </p:nvPr>
        </p:nvSpPr>
        <p:spPr/>
        <p:txBody>
          <a:bodyPr/>
          <a:lstStyle/>
          <a:p>
            <a:fld id="{E24DD715-7292-4FAD-A484-09D5D92FAB07}" type="slidenum">
              <a:rPr lang="en-US" smtClean="0"/>
              <a:t>41</a:t>
            </a:fld>
            <a:endParaRPr lang="en-US"/>
          </a:p>
        </p:txBody>
      </p:sp>
    </p:spTree>
    <p:extLst>
      <p:ext uri="{BB962C8B-B14F-4D97-AF65-F5344CB8AC3E}">
        <p14:creationId xmlns:p14="http://schemas.microsoft.com/office/powerpoint/2010/main" val="36650380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Copy a file (</a:t>
            </a:r>
            <a:r>
              <a:rPr lang="en-US" dirty="0">
                <a:solidFill>
                  <a:srgbClr val="FF0000"/>
                </a:solidFill>
                <a:latin typeface="OCRB" panose="020B0609020202020204" pitchFamily="49" charset="0"/>
              </a:rPr>
              <a:t>cp</a:t>
            </a:r>
            <a:r>
              <a:rPr lang="en-US" dirty="0"/>
              <a:t>)</a:t>
            </a:r>
          </a:p>
        </p:txBody>
      </p:sp>
      <p:pic>
        <p:nvPicPr>
          <p:cNvPr id="6" name="Picture 5"/>
          <p:cNvPicPr>
            <a:picLocks noChangeAspect="1"/>
          </p:cNvPicPr>
          <p:nvPr/>
        </p:nvPicPr>
        <p:blipFill>
          <a:blip r:embed="rId2"/>
          <a:stretch>
            <a:fillRect/>
          </a:stretch>
        </p:blipFill>
        <p:spPr>
          <a:xfrm>
            <a:off x="995351" y="2416217"/>
            <a:ext cx="9624953" cy="1278068"/>
          </a:xfrm>
          <a:prstGeom prst="rect">
            <a:avLst/>
          </a:prstGeom>
        </p:spPr>
      </p:pic>
      <p:sp>
        <p:nvSpPr>
          <p:cNvPr id="4" name="TextBox 3">
            <a:extLst>
              <a:ext uri="{FF2B5EF4-FFF2-40B4-BE49-F238E27FC236}">
                <a16:creationId xmlns:a16="http://schemas.microsoft.com/office/drawing/2014/main" id="{91703EDD-7444-D74F-C0FB-F56B9ED481C4}"/>
              </a:ext>
            </a:extLst>
          </p:cNvPr>
          <p:cNvSpPr txBox="1"/>
          <p:nvPr/>
        </p:nvSpPr>
        <p:spPr>
          <a:xfrm>
            <a:off x="3676060" y="6399786"/>
            <a:ext cx="984430" cy="369332"/>
          </a:xfrm>
          <a:prstGeom prst="rect">
            <a:avLst/>
          </a:prstGeom>
          <a:noFill/>
        </p:spPr>
        <p:txBody>
          <a:bodyPr wrap="square">
            <a:spAutoFit/>
          </a:bodyPr>
          <a:lstStyle/>
          <a:p>
            <a:r>
              <a:rPr lang="en-GB" b="0" i="0" dirty="0">
                <a:solidFill>
                  <a:srgbClr val="374151"/>
                </a:solidFill>
                <a:effectLst/>
                <a:latin typeface="OCRB" panose="020B0609020202020204" pitchFamily="49" charset="0"/>
              </a:rPr>
              <a:t>copy</a:t>
            </a:r>
            <a:endParaRPr lang="en-US" dirty="0">
              <a:latin typeface="OCRB" panose="020B0609020202020204" pitchFamily="49" charset="0"/>
            </a:endParaRPr>
          </a:p>
        </p:txBody>
      </p:sp>
      <p:pic>
        <p:nvPicPr>
          <p:cNvPr id="5" name="Picture 4">
            <a:extLst>
              <a:ext uri="{FF2B5EF4-FFF2-40B4-BE49-F238E27FC236}">
                <a16:creationId xmlns:a16="http://schemas.microsoft.com/office/drawing/2014/main" id="{1CA21D50-A7A0-E30D-7618-2411ED1E758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83824" y="6369767"/>
            <a:ext cx="429370" cy="429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66231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Copy a file to a different location</a:t>
            </a:r>
          </a:p>
        </p:txBody>
      </p:sp>
      <p:sp>
        <p:nvSpPr>
          <p:cNvPr id="3" name="Slide Number Placeholder 2"/>
          <p:cNvSpPr>
            <a:spLocks noGrp="1"/>
          </p:cNvSpPr>
          <p:nvPr>
            <p:ph type="sldNum" sz="quarter" idx="12"/>
          </p:nvPr>
        </p:nvSpPr>
        <p:spPr/>
        <p:txBody>
          <a:bodyPr/>
          <a:lstStyle/>
          <a:p>
            <a:fld id="{E24DD715-7292-4FAD-A484-09D5D92FAB07}" type="slidenum">
              <a:rPr lang="en-US" smtClean="0"/>
              <a:t>43</a:t>
            </a:fld>
            <a:endParaRPr lang="en-US"/>
          </a:p>
        </p:txBody>
      </p:sp>
      <p:pic>
        <p:nvPicPr>
          <p:cNvPr id="5" name="Picture 4"/>
          <p:cNvPicPr>
            <a:picLocks noChangeAspect="1"/>
          </p:cNvPicPr>
          <p:nvPr/>
        </p:nvPicPr>
        <p:blipFill>
          <a:blip r:embed="rId2"/>
          <a:stretch>
            <a:fillRect/>
          </a:stretch>
        </p:blipFill>
        <p:spPr>
          <a:xfrm>
            <a:off x="902387" y="2238339"/>
            <a:ext cx="8422364" cy="1343995"/>
          </a:xfrm>
          <a:prstGeom prst="rect">
            <a:avLst/>
          </a:prstGeom>
        </p:spPr>
      </p:pic>
      <p:sp>
        <p:nvSpPr>
          <p:cNvPr id="4" name="TextBox 3">
            <a:extLst>
              <a:ext uri="{FF2B5EF4-FFF2-40B4-BE49-F238E27FC236}">
                <a16:creationId xmlns:a16="http://schemas.microsoft.com/office/drawing/2014/main" id="{2F028025-4E5E-936E-C21C-26189533296D}"/>
              </a:ext>
            </a:extLst>
          </p:cNvPr>
          <p:cNvSpPr txBox="1"/>
          <p:nvPr/>
        </p:nvSpPr>
        <p:spPr>
          <a:xfrm>
            <a:off x="838200" y="4323011"/>
            <a:ext cx="7213600" cy="1292662"/>
          </a:xfrm>
          <a:prstGeom prst="rect">
            <a:avLst/>
          </a:prstGeom>
          <a:noFill/>
        </p:spPr>
        <p:txBody>
          <a:bodyPr wrap="square" rtlCol="0">
            <a:spAutoFit/>
          </a:bodyPr>
          <a:lstStyle/>
          <a:p>
            <a:r>
              <a:rPr lang="en-US" sz="2400" dirty="0"/>
              <a:t>How</a:t>
            </a:r>
            <a:r>
              <a:rPr lang="zh-CN" altLang="en-US" sz="2400" dirty="0"/>
              <a:t> </a:t>
            </a:r>
            <a:r>
              <a:rPr lang="en-US" altLang="zh-CN" sz="2400" dirty="0"/>
              <a:t>to</a:t>
            </a:r>
            <a:r>
              <a:rPr lang="zh-CN" altLang="en-US" sz="2400" dirty="0"/>
              <a:t> </a:t>
            </a:r>
            <a:r>
              <a:rPr lang="en-US" altLang="zh-CN" sz="2400" dirty="0"/>
              <a:t>copy</a:t>
            </a:r>
            <a:r>
              <a:rPr lang="zh-CN" altLang="en-US" sz="2400" dirty="0"/>
              <a:t> </a:t>
            </a:r>
            <a:r>
              <a:rPr lang="en-US" altLang="zh-CN" sz="2400" dirty="0"/>
              <a:t>a</a:t>
            </a:r>
            <a:r>
              <a:rPr lang="zh-CN" altLang="en-US" sz="2400" dirty="0"/>
              <a:t> </a:t>
            </a:r>
            <a:r>
              <a:rPr lang="en-US" altLang="zh-CN" sz="2400" dirty="0"/>
              <a:t>folder? </a:t>
            </a:r>
            <a:r>
              <a:rPr lang="en-US" altLang="zh-CN" sz="2400" dirty="0">
                <a:solidFill>
                  <a:srgbClr val="FF0000"/>
                </a:solidFill>
              </a:rPr>
              <a:t>-r </a:t>
            </a:r>
            <a:r>
              <a:rPr lang="en-US" sz="2400" b="0" i="0" dirty="0">
                <a:solidFill>
                  <a:srgbClr val="374151"/>
                </a:solidFill>
                <a:effectLst/>
                <a:latin typeface="Söhne"/>
              </a:rPr>
              <a:t>recursive</a:t>
            </a:r>
          </a:p>
          <a:p>
            <a:pPr marL="285750" indent="-285750">
              <a:buFont typeface="Arial" panose="020B0604020202020204" pitchFamily="34" charset="0"/>
              <a:buChar char="•"/>
            </a:pPr>
            <a:r>
              <a:rPr lang="en-US" altLang="zh-CN" dirty="0"/>
              <a:t>Basic syntax: </a:t>
            </a:r>
            <a:r>
              <a:rPr lang="da-DK" dirty="0">
                <a:solidFill>
                  <a:schemeClr val="accent2"/>
                </a:solidFill>
                <a:latin typeface="OCRB" panose="020B0609020202020204" pitchFamily="49" charset="0"/>
              </a:rPr>
              <a:t>cp</a:t>
            </a:r>
            <a:r>
              <a:rPr lang="da-DK" dirty="0">
                <a:latin typeface="OCRB" panose="020B0609020202020204" pitchFamily="49" charset="0"/>
              </a:rPr>
              <a:t> </a:t>
            </a:r>
            <a:r>
              <a:rPr lang="da-DK" dirty="0">
                <a:solidFill>
                  <a:srgbClr val="FF0000"/>
                </a:solidFill>
                <a:latin typeface="OCRB" panose="020B0609020202020204" pitchFamily="49" charset="0"/>
              </a:rPr>
              <a:t>-r </a:t>
            </a:r>
            <a:r>
              <a:rPr lang="da-DK" dirty="0">
                <a:latin typeface="OCRB" panose="020B0609020202020204" pitchFamily="49" charset="0"/>
              </a:rPr>
              <a:t>source_folder destination_folder</a:t>
            </a:r>
          </a:p>
          <a:p>
            <a:pPr marL="285750" indent="-285750">
              <a:buFont typeface="Arial" panose="020B0604020202020204" pitchFamily="34" charset="0"/>
              <a:buChar char="•"/>
            </a:pPr>
            <a:r>
              <a:rPr lang="da-DK" dirty="0"/>
              <a:t>Example: </a:t>
            </a:r>
            <a:r>
              <a:rPr lang="da-DK" dirty="0">
                <a:solidFill>
                  <a:schemeClr val="accent2"/>
                </a:solidFill>
                <a:latin typeface="OCRB" panose="020B0609020202020204" pitchFamily="49" charset="0"/>
              </a:rPr>
              <a:t>cp</a:t>
            </a:r>
            <a:r>
              <a:rPr lang="da-DK" dirty="0">
                <a:latin typeface="OCRB" panose="020B0609020202020204" pitchFamily="49" charset="0"/>
              </a:rPr>
              <a:t> </a:t>
            </a:r>
            <a:r>
              <a:rPr lang="da-DK" dirty="0">
                <a:solidFill>
                  <a:srgbClr val="FF0000"/>
                </a:solidFill>
                <a:latin typeface="OCRB" panose="020B0609020202020204" pitchFamily="49" charset="0"/>
              </a:rPr>
              <a:t>-r </a:t>
            </a:r>
            <a:r>
              <a:rPr lang="da-DK" dirty="0">
                <a:latin typeface="OCRB" panose="020B0609020202020204" pitchFamily="49" charset="0"/>
              </a:rPr>
              <a:t>~/myfolder  ~/myfolder_copy</a:t>
            </a:r>
          </a:p>
          <a:p>
            <a:endParaRPr lang="en-US" dirty="0"/>
          </a:p>
        </p:txBody>
      </p:sp>
    </p:spTree>
    <p:extLst>
      <p:ext uri="{BB962C8B-B14F-4D97-AF65-F5344CB8AC3E}">
        <p14:creationId xmlns:p14="http://schemas.microsoft.com/office/powerpoint/2010/main" val="31416233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Remove a file (</a:t>
            </a:r>
            <a:r>
              <a:rPr lang="en-US" dirty="0">
                <a:solidFill>
                  <a:srgbClr val="FF0000"/>
                </a:solidFill>
                <a:latin typeface="OCRB" panose="020B0609020202020204" pitchFamily="49" charset="0"/>
              </a:rPr>
              <a:t>rm</a:t>
            </a:r>
            <a:r>
              <a:rPr lang="en-US" dirty="0"/>
              <a:t>) </a:t>
            </a:r>
            <a:endParaRPr lang="en-US" dirty="0">
              <a:solidFill>
                <a:srgbClr val="FF0000"/>
              </a:solidFill>
            </a:endParaRPr>
          </a:p>
        </p:txBody>
      </p:sp>
      <p:sp>
        <p:nvSpPr>
          <p:cNvPr id="3" name="Slide Number Placeholder 2"/>
          <p:cNvSpPr>
            <a:spLocks noGrp="1"/>
          </p:cNvSpPr>
          <p:nvPr>
            <p:ph type="sldNum" sz="quarter" idx="12"/>
          </p:nvPr>
        </p:nvSpPr>
        <p:spPr/>
        <p:txBody>
          <a:bodyPr/>
          <a:lstStyle/>
          <a:p>
            <a:fld id="{E24DD715-7292-4FAD-A484-09D5D92FAB07}" type="slidenum">
              <a:rPr lang="en-US" smtClean="0"/>
              <a:t>44</a:t>
            </a:fld>
            <a:endParaRPr lang="en-US"/>
          </a:p>
        </p:txBody>
      </p:sp>
      <p:pic>
        <p:nvPicPr>
          <p:cNvPr id="4" name="Picture 3"/>
          <p:cNvPicPr>
            <a:picLocks noChangeAspect="1"/>
          </p:cNvPicPr>
          <p:nvPr/>
        </p:nvPicPr>
        <p:blipFill>
          <a:blip r:embed="rId2"/>
          <a:stretch>
            <a:fillRect/>
          </a:stretch>
        </p:blipFill>
        <p:spPr>
          <a:xfrm>
            <a:off x="1051716" y="2068004"/>
            <a:ext cx="6753193" cy="1804611"/>
          </a:xfrm>
          <a:prstGeom prst="rect">
            <a:avLst/>
          </a:prstGeom>
        </p:spPr>
      </p:pic>
    </p:spTree>
    <p:extLst>
      <p:ext uri="{BB962C8B-B14F-4D97-AF65-F5344CB8AC3E}">
        <p14:creationId xmlns:p14="http://schemas.microsoft.com/office/powerpoint/2010/main" val="41074736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Rename a file (</a:t>
            </a:r>
            <a:r>
              <a:rPr lang="en-US" dirty="0">
                <a:solidFill>
                  <a:srgbClr val="FF0000"/>
                </a:solidFill>
                <a:latin typeface="OCRB" panose="020B0609020202020204" pitchFamily="49" charset="0"/>
              </a:rPr>
              <a:t>mv</a:t>
            </a:r>
            <a:r>
              <a:rPr lang="en-US" dirty="0"/>
              <a:t>)</a:t>
            </a:r>
          </a:p>
        </p:txBody>
      </p:sp>
      <p:sp>
        <p:nvSpPr>
          <p:cNvPr id="3" name="Slide Number Placeholder 2"/>
          <p:cNvSpPr>
            <a:spLocks noGrp="1"/>
          </p:cNvSpPr>
          <p:nvPr>
            <p:ph type="sldNum" sz="quarter" idx="12"/>
          </p:nvPr>
        </p:nvSpPr>
        <p:spPr/>
        <p:txBody>
          <a:bodyPr/>
          <a:lstStyle/>
          <a:p>
            <a:fld id="{E24DD715-7292-4FAD-A484-09D5D92FAB07}" type="slidenum">
              <a:rPr lang="en-US" smtClean="0"/>
              <a:t>45</a:t>
            </a:fld>
            <a:endParaRPr lang="en-US"/>
          </a:p>
        </p:txBody>
      </p:sp>
      <p:pic>
        <p:nvPicPr>
          <p:cNvPr id="6" name="Picture 5"/>
          <p:cNvPicPr>
            <a:picLocks noChangeAspect="1"/>
          </p:cNvPicPr>
          <p:nvPr/>
        </p:nvPicPr>
        <p:blipFill>
          <a:blip r:embed="rId2"/>
          <a:stretch>
            <a:fillRect/>
          </a:stretch>
        </p:blipFill>
        <p:spPr>
          <a:xfrm>
            <a:off x="1003020" y="2275896"/>
            <a:ext cx="8508944" cy="1863588"/>
          </a:xfrm>
          <a:prstGeom prst="rect">
            <a:avLst/>
          </a:prstGeom>
        </p:spPr>
      </p:pic>
      <p:sp>
        <p:nvSpPr>
          <p:cNvPr id="4" name="TextBox 3">
            <a:extLst>
              <a:ext uri="{FF2B5EF4-FFF2-40B4-BE49-F238E27FC236}">
                <a16:creationId xmlns:a16="http://schemas.microsoft.com/office/drawing/2014/main" id="{03A0509B-34EA-6BA3-AA15-4FC6116AF926}"/>
              </a:ext>
            </a:extLst>
          </p:cNvPr>
          <p:cNvSpPr txBox="1"/>
          <p:nvPr/>
        </p:nvSpPr>
        <p:spPr>
          <a:xfrm>
            <a:off x="3558072" y="6458649"/>
            <a:ext cx="3000043" cy="369332"/>
          </a:xfrm>
          <a:prstGeom prst="rect">
            <a:avLst/>
          </a:prstGeom>
          <a:noFill/>
        </p:spPr>
        <p:txBody>
          <a:bodyPr wrap="square">
            <a:spAutoFit/>
          </a:bodyPr>
          <a:lstStyle/>
          <a:p>
            <a:r>
              <a:rPr lang="en-GB" dirty="0">
                <a:solidFill>
                  <a:srgbClr val="374151"/>
                </a:solidFill>
                <a:latin typeface="OCRB" panose="020B0609020202020204" pitchFamily="49" charset="0"/>
              </a:rPr>
              <a:t>move/ copy and ren</a:t>
            </a:r>
            <a:endParaRPr lang="en-US" dirty="0">
              <a:solidFill>
                <a:srgbClr val="374151"/>
              </a:solidFill>
              <a:latin typeface="OCRB" panose="020B0609020202020204" pitchFamily="49" charset="0"/>
            </a:endParaRPr>
          </a:p>
        </p:txBody>
      </p:sp>
      <p:pic>
        <p:nvPicPr>
          <p:cNvPr id="5" name="Picture 4">
            <a:extLst>
              <a:ext uri="{FF2B5EF4-FFF2-40B4-BE49-F238E27FC236}">
                <a16:creationId xmlns:a16="http://schemas.microsoft.com/office/drawing/2014/main" id="{DE910B70-F4AB-C12C-C306-CCEF00F92D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65837" y="6428630"/>
            <a:ext cx="429370" cy="429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35303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FB0E406-7148-4062-8E59-8477B01959F0}"/>
              </a:ext>
            </a:extLst>
          </p:cNvPr>
          <p:cNvSpPr>
            <a:spLocks noGrp="1"/>
          </p:cNvSpPr>
          <p:nvPr>
            <p:ph type="title"/>
          </p:nvPr>
        </p:nvSpPr>
        <p:spPr/>
        <p:txBody>
          <a:bodyPr/>
          <a:lstStyle/>
          <a:p>
            <a:r>
              <a:rPr lang="en-GB" dirty="0"/>
              <a:t>Search for information</a:t>
            </a:r>
            <a:endParaRPr lang="en-US" dirty="0"/>
          </a:p>
        </p:txBody>
      </p:sp>
      <p:sp>
        <p:nvSpPr>
          <p:cNvPr id="4" name="Text Placeholder 3">
            <a:extLst>
              <a:ext uri="{FF2B5EF4-FFF2-40B4-BE49-F238E27FC236}">
                <a16:creationId xmlns:a16="http://schemas.microsoft.com/office/drawing/2014/main" id="{E9C659C2-1B51-4AD4-9F42-DC43349408A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296559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DAB109A-81C9-4DD3-8487-BE9AFF4EB873}"/>
              </a:ext>
            </a:extLst>
          </p:cNvPr>
          <p:cNvSpPr>
            <a:spLocks noGrp="1"/>
          </p:cNvSpPr>
          <p:nvPr>
            <p:ph type="title"/>
          </p:nvPr>
        </p:nvSpPr>
        <p:spPr/>
        <p:txBody>
          <a:bodyPr/>
          <a:lstStyle/>
          <a:p>
            <a:r>
              <a:rPr lang="en-GB" dirty="0"/>
              <a:t>Search for a string in a text file </a:t>
            </a:r>
            <a:r>
              <a:rPr lang="en-US" dirty="0"/>
              <a:t>(</a:t>
            </a:r>
            <a:r>
              <a:rPr lang="en-US" dirty="0">
                <a:solidFill>
                  <a:srgbClr val="FF0000"/>
                </a:solidFill>
                <a:latin typeface="OCRB" panose="020B0609020202020204" pitchFamily="49" charset="0"/>
              </a:rPr>
              <a:t>grep</a:t>
            </a:r>
            <a:r>
              <a:rPr lang="en-US" dirty="0"/>
              <a:t>)</a:t>
            </a:r>
          </a:p>
        </p:txBody>
      </p:sp>
      <p:pic>
        <p:nvPicPr>
          <p:cNvPr id="8" name="Picture 7">
            <a:extLst>
              <a:ext uri="{FF2B5EF4-FFF2-40B4-BE49-F238E27FC236}">
                <a16:creationId xmlns:a16="http://schemas.microsoft.com/office/drawing/2014/main" id="{1F7C72D0-D62A-499C-A6B8-7C849AB1212E}"/>
              </a:ext>
            </a:extLst>
          </p:cNvPr>
          <p:cNvPicPr>
            <a:picLocks noChangeAspect="1"/>
          </p:cNvPicPr>
          <p:nvPr/>
        </p:nvPicPr>
        <p:blipFill>
          <a:blip r:embed="rId3"/>
          <a:stretch>
            <a:fillRect/>
          </a:stretch>
        </p:blipFill>
        <p:spPr>
          <a:xfrm>
            <a:off x="970657" y="1892957"/>
            <a:ext cx="4935874" cy="2411635"/>
          </a:xfrm>
          <a:prstGeom prst="rect">
            <a:avLst/>
          </a:prstGeom>
        </p:spPr>
      </p:pic>
      <p:sp>
        <p:nvSpPr>
          <p:cNvPr id="10" name="TextBox 9">
            <a:extLst>
              <a:ext uri="{FF2B5EF4-FFF2-40B4-BE49-F238E27FC236}">
                <a16:creationId xmlns:a16="http://schemas.microsoft.com/office/drawing/2014/main" id="{E2F4B83A-F831-40D4-82DA-F49661823B00}"/>
              </a:ext>
            </a:extLst>
          </p:cNvPr>
          <p:cNvSpPr txBox="1"/>
          <p:nvPr/>
        </p:nvSpPr>
        <p:spPr>
          <a:xfrm>
            <a:off x="970658" y="4477949"/>
            <a:ext cx="4761364" cy="369332"/>
          </a:xfrm>
          <a:prstGeom prst="rect">
            <a:avLst/>
          </a:prstGeom>
          <a:solidFill>
            <a:schemeClr val="accent4"/>
          </a:solidFill>
        </p:spPr>
        <p:txBody>
          <a:bodyPr wrap="square">
            <a:spAutoFit/>
          </a:bodyPr>
          <a:lstStyle/>
          <a:p>
            <a:r>
              <a:rPr lang="en-GB" dirty="0"/>
              <a:t>Show line number while displaying the output </a:t>
            </a:r>
            <a:endParaRPr lang="en-US" dirty="0"/>
          </a:p>
        </p:txBody>
      </p:sp>
      <p:pic>
        <p:nvPicPr>
          <p:cNvPr id="12" name="Picture 11">
            <a:extLst>
              <a:ext uri="{FF2B5EF4-FFF2-40B4-BE49-F238E27FC236}">
                <a16:creationId xmlns:a16="http://schemas.microsoft.com/office/drawing/2014/main" id="{C1B437B6-903E-460C-9EB2-20C06AB05D3D}"/>
              </a:ext>
            </a:extLst>
          </p:cNvPr>
          <p:cNvPicPr>
            <a:picLocks noChangeAspect="1"/>
          </p:cNvPicPr>
          <p:nvPr/>
        </p:nvPicPr>
        <p:blipFill>
          <a:blip r:embed="rId4"/>
          <a:stretch>
            <a:fillRect/>
          </a:stretch>
        </p:blipFill>
        <p:spPr>
          <a:xfrm>
            <a:off x="978896" y="4847281"/>
            <a:ext cx="4761363" cy="869778"/>
          </a:xfrm>
          <a:prstGeom prst="rect">
            <a:avLst/>
          </a:prstGeom>
        </p:spPr>
      </p:pic>
      <p:sp>
        <p:nvSpPr>
          <p:cNvPr id="13" name="TextBox 12">
            <a:extLst>
              <a:ext uri="{FF2B5EF4-FFF2-40B4-BE49-F238E27FC236}">
                <a16:creationId xmlns:a16="http://schemas.microsoft.com/office/drawing/2014/main" id="{23EFB75A-E6AF-44D0-96A9-AE129FC68B33}"/>
              </a:ext>
            </a:extLst>
          </p:cNvPr>
          <p:cNvSpPr txBox="1"/>
          <p:nvPr/>
        </p:nvSpPr>
        <p:spPr>
          <a:xfrm>
            <a:off x="970657" y="1516071"/>
            <a:ext cx="1451267" cy="369332"/>
          </a:xfrm>
          <a:prstGeom prst="rect">
            <a:avLst/>
          </a:prstGeom>
          <a:solidFill>
            <a:schemeClr val="accent4"/>
          </a:solidFill>
        </p:spPr>
        <p:txBody>
          <a:bodyPr wrap="square">
            <a:spAutoFit/>
          </a:bodyPr>
          <a:lstStyle/>
          <a:p>
            <a:r>
              <a:rPr lang="en-GB" dirty="0"/>
              <a:t>grep search</a:t>
            </a:r>
            <a:endParaRPr lang="en-US" dirty="0"/>
          </a:p>
        </p:txBody>
      </p:sp>
      <p:pic>
        <p:nvPicPr>
          <p:cNvPr id="3" name="Picture 2">
            <a:extLst>
              <a:ext uri="{FF2B5EF4-FFF2-40B4-BE49-F238E27FC236}">
                <a16:creationId xmlns:a16="http://schemas.microsoft.com/office/drawing/2014/main" id="{10713AEA-C49E-40A1-AE55-FC72B4167234}"/>
              </a:ext>
            </a:extLst>
          </p:cNvPr>
          <p:cNvPicPr>
            <a:picLocks noChangeAspect="1"/>
          </p:cNvPicPr>
          <p:nvPr/>
        </p:nvPicPr>
        <p:blipFill>
          <a:blip r:embed="rId5"/>
          <a:stretch>
            <a:fillRect/>
          </a:stretch>
        </p:blipFill>
        <p:spPr>
          <a:xfrm>
            <a:off x="7829630" y="1767696"/>
            <a:ext cx="2644369" cy="1661304"/>
          </a:xfrm>
          <a:prstGeom prst="rect">
            <a:avLst/>
          </a:prstGeom>
        </p:spPr>
      </p:pic>
      <p:sp>
        <p:nvSpPr>
          <p:cNvPr id="14" name="TextBox 13">
            <a:extLst>
              <a:ext uri="{FF2B5EF4-FFF2-40B4-BE49-F238E27FC236}">
                <a16:creationId xmlns:a16="http://schemas.microsoft.com/office/drawing/2014/main" id="{E377D3CA-2C43-4A68-9127-5B31A4F28D37}"/>
              </a:ext>
            </a:extLst>
          </p:cNvPr>
          <p:cNvSpPr txBox="1"/>
          <p:nvPr/>
        </p:nvSpPr>
        <p:spPr>
          <a:xfrm>
            <a:off x="9151814" y="3506008"/>
            <a:ext cx="1486307" cy="369332"/>
          </a:xfrm>
          <a:prstGeom prst="rect">
            <a:avLst/>
          </a:prstGeom>
          <a:noFill/>
        </p:spPr>
        <p:txBody>
          <a:bodyPr wrap="square">
            <a:spAutoFit/>
          </a:bodyPr>
          <a:lstStyle/>
          <a:p>
            <a:r>
              <a:rPr lang="en-US" dirty="0"/>
              <a:t>forward slash</a:t>
            </a:r>
          </a:p>
        </p:txBody>
      </p:sp>
      <p:sp>
        <p:nvSpPr>
          <p:cNvPr id="15" name="TextBox 14">
            <a:extLst>
              <a:ext uri="{FF2B5EF4-FFF2-40B4-BE49-F238E27FC236}">
                <a16:creationId xmlns:a16="http://schemas.microsoft.com/office/drawing/2014/main" id="{D4ABE121-8B22-4BFD-A59E-40F43E89297C}"/>
              </a:ext>
            </a:extLst>
          </p:cNvPr>
          <p:cNvSpPr txBox="1"/>
          <p:nvPr/>
        </p:nvSpPr>
        <p:spPr>
          <a:xfrm>
            <a:off x="7678615" y="3506007"/>
            <a:ext cx="1230923" cy="369332"/>
          </a:xfrm>
          <a:prstGeom prst="rect">
            <a:avLst/>
          </a:prstGeom>
          <a:noFill/>
        </p:spPr>
        <p:txBody>
          <a:bodyPr wrap="square">
            <a:spAutoFit/>
          </a:bodyPr>
          <a:lstStyle/>
          <a:p>
            <a:r>
              <a:rPr lang="en-US" dirty="0"/>
              <a:t>backslash</a:t>
            </a:r>
          </a:p>
        </p:txBody>
      </p:sp>
      <p:sp>
        <p:nvSpPr>
          <p:cNvPr id="6" name="TextBox 5">
            <a:extLst>
              <a:ext uri="{FF2B5EF4-FFF2-40B4-BE49-F238E27FC236}">
                <a16:creationId xmlns:a16="http://schemas.microsoft.com/office/drawing/2014/main" id="{ED9B1219-19E1-CABB-1B74-85003F27FF4E}"/>
              </a:ext>
            </a:extLst>
          </p:cNvPr>
          <p:cNvSpPr txBox="1"/>
          <p:nvPr/>
        </p:nvSpPr>
        <p:spPr>
          <a:xfrm>
            <a:off x="3558072" y="6458649"/>
            <a:ext cx="5514366" cy="369332"/>
          </a:xfrm>
          <a:prstGeom prst="rect">
            <a:avLst/>
          </a:prstGeom>
          <a:noFill/>
        </p:spPr>
        <p:txBody>
          <a:bodyPr wrap="square">
            <a:spAutoFit/>
          </a:bodyPr>
          <a:lstStyle/>
          <a:p>
            <a:r>
              <a:rPr lang="en-GB" b="0" i="0" dirty="0">
                <a:solidFill>
                  <a:srgbClr val="374151"/>
                </a:solidFill>
                <a:effectLst/>
                <a:latin typeface="OCRB" panose="020B0609020202020204" pitchFamily="49" charset="0"/>
              </a:rPr>
              <a:t>type/</a:t>
            </a:r>
            <a:r>
              <a:rPr lang="en-GB" b="0" i="0" dirty="0" err="1">
                <a:solidFill>
                  <a:srgbClr val="374151"/>
                </a:solidFill>
                <a:effectLst/>
                <a:latin typeface="OCRB" panose="020B0609020202020204" pitchFamily="49" charset="0"/>
              </a:rPr>
              <a:t>findstr</a:t>
            </a:r>
            <a:r>
              <a:rPr lang="en-GB" b="0" i="0" dirty="0">
                <a:solidFill>
                  <a:srgbClr val="374151"/>
                </a:solidFill>
                <a:effectLst/>
                <a:latin typeface="OCRB" panose="020B0609020202020204" pitchFamily="49" charset="0"/>
              </a:rPr>
              <a:t> /</a:t>
            </a:r>
            <a:r>
              <a:rPr lang="en-GB" b="0" i="0" dirty="0" err="1">
                <a:solidFill>
                  <a:srgbClr val="374151"/>
                </a:solidFill>
                <a:effectLst/>
                <a:latin typeface="OCRB" panose="020B0609020202020204" pitchFamily="49" charset="0"/>
              </a:rPr>
              <a:t>c:"error</a:t>
            </a:r>
            <a:r>
              <a:rPr lang="en-GB" b="0" i="0" dirty="0">
                <a:solidFill>
                  <a:srgbClr val="374151"/>
                </a:solidFill>
                <a:effectLst/>
                <a:latin typeface="OCRB" panose="020B0609020202020204" pitchFamily="49" charset="0"/>
              </a:rPr>
              <a:t>" log.txt</a:t>
            </a:r>
            <a:endParaRPr lang="en-US" dirty="0">
              <a:latin typeface="OCRB" panose="020B0609020202020204" pitchFamily="49" charset="0"/>
            </a:endParaRPr>
          </a:p>
        </p:txBody>
      </p:sp>
      <p:pic>
        <p:nvPicPr>
          <p:cNvPr id="7" name="Picture 6">
            <a:extLst>
              <a:ext uri="{FF2B5EF4-FFF2-40B4-BE49-F238E27FC236}">
                <a16:creationId xmlns:a16="http://schemas.microsoft.com/office/drawing/2014/main" id="{566F404F-D36D-189F-F4FD-B410EC44B25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965837" y="6428630"/>
            <a:ext cx="429370" cy="42937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CF25FFDE-E63E-F70A-1D68-E07EFD96650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78615" y="2063738"/>
            <a:ext cx="429370" cy="42937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Linux Logo, symbol, meaning, history, PNG, brand">
            <a:extLst>
              <a:ext uri="{FF2B5EF4-FFF2-40B4-BE49-F238E27FC236}">
                <a16:creationId xmlns:a16="http://schemas.microsoft.com/office/drawing/2014/main" id="{1A7B38F5-FDA9-3ECB-9341-A25432C26ED0}"/>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5270" t="-327" r="25937" b="2367"/>
          <a:stretch/>
        </p:blipFill>
        <p:spPr bwMode="auto">
          <a:xfrm>
            <a:off x="10102425" y="1952017"/>
            <a:ext cx="535696" cy="604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38670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82A6D-5381-41E2-B506-D53AEA7933D0}"/>
              </a:ext>
            </a:extLst>
          </p:cNvPr>
          <p:cNvSpPr>
            <a:spLocks noGrp="1"/>
          </p:cNvSpPr>
          <p:nvPr>
            <p:ph type="title"/>
          </p:nvPr>
        </p:nvSpPr>
        <p:spPr/>
        <p:txBody>
          <a:bodyPr/>
          <a:lstStyle/>
          <a:p>
            <a:r>
              <a:rPr lang="en-GB" dirty="0"/>
              <a:t>Search for file names that that contains the given string/pattern</a:t>
            </a:r>
            <a:endParaRPr lang="en-US" dirty="0"/>
          </a:p>
        </p:txBody>
      </p:sp>
      <p:pic>
        <p:nvPicPr>
          <p:cNvPr id="4" name="Picture 3">
            <a:extLst>
              <a:ext uri="{FF2B5EF4-FFF2-40B4-BE49-F238E27FC236}">
                <a16:creationId xmlns:a16="http://schemas.microsoft.com/office/drawing/2014/main" id="{E85F83B3-8302-4D0C-B0C7-D3AD121DF968}"/>
              </a:ext>
            </a:extLst>
          </p:cNvPr>
          <p:cNvPicPr>
            <a:picLocks noChangeAspect="1"/>
          </p:cNvPicPr>
          <p:nvPr/>
        </p:nvPicPr>
        <p:blipFill>
          <a:blip r:embed="rId2"/>
          <a:stretch>
            <a:fillRect/>
          </a:stretch>
        </p:blipFill>
        <p:spPr>
          <a:xfrm>
            <a:off x="7394489" y="2363292"/>
            <a:ext cx="4483443" cy="1235755"/>
          </a:xfrm>
          <a:prstGeom prst="rect">
            <a:avLst/>
          </a:prstGeom>
        </p:spPr>
      </p:pic>
      <p:pic>
        <p:nvPicPr>
          <p:cNvPr id="6" name="Picture 5">
            <a:extLst>
              <a:ext uri="{FF2B5EF4-FFF2-40B4-BE49-F238E27FC236}">
                <a16:creationId xmlns:a16="http://schemas.microsoft.com/office/drawing/2014/main" id="{707C8B56-5CBF-4DE9-8088-9CA3B9209579}"/>
              </a:ext>
            </a:extLst>
          </p:cNvPr>
          <p:cNvPicPr>
            <a:picLocks noChangeAspect="1"/>
          </p:cNvPicPr>
          <p:nvPr/>
        </p:nvPicPr>
        <p:blipFill>
          <a:blip r:embed="rId3"/>
          <a:stretch>
            <a:fillRect/>
          </a:stretch>
        </p:blipFill>
        <p:spPr>
          <a:xfrm>
            <a:off x="677709" y="2363292"/>
            <a:ext cx="6518168" cy="1641001"/>
          </a:xfrm>
          <a:prstGeom prst="rect">
            <a:avLst/>
          </a:prstGeom>
        </p:spPr>
      </p:pic>
      <p:pic>
        <p:nvPicPr>
          <p:cNvPr id="10" name="Picture 9">
            <a:extLst>
              <a:ext uri="{FF2B5EF4-FFF2-40B4-BE49-F238E27FC236}">
                <a16:creationId xmlns:a16="http://schemas.microsoft.com/office/drawing/2014/main" id="{B08BF884-CDEF-4D7A-914C-9F0D4CEB8299}"/>
              </a:ext>
            </a:extLst>
          </p:cNvPr>
          <p:cNvPicPr>
            <a:picLocks noChangeAspect="1"/>
          </p:cNvPicPr>
          <p:nvPr/>
        </p:nvPicPr>
        <p:blipFill>
          <a:blip r:embed="rId4"/>
          <a:stretch>
            <a:fillRect/>
          </a:stretch>
        </p:blipFill>
        <p:spPr>
          <a:xfrm>
            <a:off x="677709" y="4004293"/>
            <a:ext cx="7192026" cy="1721098"/>
          </a:xfrm>
          <a:prstGeom prst="rect">
            <a:avLst/>
          </a:prstGeom>
        </p:spPr>
      </p:pic>
      <p:sp>
        <p:nvSpPr>
          <p:cNvPr id="11" name="TextBox 10">
            <a:extLst>
              <a:ext uri="{FF2B5EF4-FFF2-40B4-BE49-F238E27FC236}">
                <a16:creationId xmlns:a16="http://schemas.microsoft.com/office/drawing/2014/main" id="{F773C795-1940-4E5A-899F-EA8CDF1F6AE5}"/>
              </a:ext>
            </a:extLst>
          </p:cNvPr>
          <p:cNvSpPr txBox="1"/>
          <p:nvPr/>
        </p:nvSpPr>
        <p:spPr>
          <a:xfrm>
            <a:off x="677710" y="1976003"/>
            <a:ext cx="1505318" cy="369332"/>
          </a:xfrm>
          <a:prstGeom prst="rect">
            <a:avLst/>
          </a:prstGeom>
          <a:solidFill>
            <a:schemeClr val="accent4"/>
          </a:solidFill>
        </p:spPr>
        <p:txBody>
          <a:bodyPr wrap="square">
            <a:spAutoFit/>
          </a:bodyPr>
          <a:lstStyle/>
          <a:p>
            <a:r>
              <a:rPr lang="en-GB" dirty="0"/>
              <a:t>grep help </a:t>
            </a:r>
            <a:endParaRPr lang="en-US" dirty="0"/>
          </a:p>
        </p:txBody>
      </p:sp>
      <p:sp>
        <p:nvSpPr>
          <p:cNvPr id="12" name="TextBox 11">
            <a:extLst>
              <a:ext uri="{FF2B5EF4-FFF2-40B4-BE49-F238E27FC236}">
                <a16:creationId xmlns:a16="http://schemas.microsoft.com/office/drawing/2014/main" id="{CF0E252C-8AA9-4860-AF85-370DFD079DB5}"/>
              </a:ext>
            </a:extLst>
          </p:cNvPr>
          <p:cNvSpPr txBox="1"/>
          <p:nvPr/>
        </p:nvSpPr>
        <p:spPr>
          <a:xfrm>
            <a:off x="7394488" y="1993960"/>
            <a:ext cx="3627739" cy="369332"/>
          </a:xfrm>
          <a:prstGeom prst="rect">
            <a:avLst/>
          </a:prstGeom>
          <a:solidFill>
            <a:schemeClr val="accent4"/>
          </a:solidFill>
        </p:spPr>
        <p:txBody>
          <a:bodyPr wrap="square">
            <a:spAutoFit/>
          </a:bodyPr>
          <a:lstStyle/>
          <a:p>
            <a:r>
              <a:rPr lang="en-GB" dirty="0"/>
              <a:t>Search for file contains “hello”</a:t>
            </a:r>
            <a:endParaRPr lang="en-US" dirty="0"/>
          </a:p>
        </p:txBody>
      </p:sp>
      <p:cxnSp>
        <p:nvCxnSpPr>
          <p:cNvPr id="14" name="Straight Arrow Connector 13">
            <a:extLst>
              <a:ext uri="{FF2B5EF4-FFF2-40B4-BE49-F238E27FC236}">
                <a16:creationId xmlns:a16="http://schemas.microsoft.com/office/drawing/2014/main" id="{BDCC988F-E9BC-43F2-81CE-1E02CB63E18F}"/>
              </a:ext>
            </a:extLst>
          </p:cNvPr>
          <p:cNvCxnSpPr/>
          <p:nvPr/>
        </p:nvCxnSpPr>
        <p:spPr>
          <a:xfrm flipV="1">
            <a:off x="7488195" y="3262184"/>
            <a:ext cx="1112108" cy="2100648"/>
          </a:xfrm>
          <a:prstGeom prst="straightConnector1">
            <a:avLst/>
          </a:prstGeom>
          <a:ln w="28575">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0229279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Networking</a:t>
            </a:r>
          </a:p>
        </p:txBody>
      </p:sp>
      <p:sp>
        <p:nvSpPr>
          <p:cNvPr id="3" name="Text Placeholder 2">
            <a:extLst>
              <a:ext uri="{FF2B5EF4-FFF2-40B4-BE49-F238E27FC236}">
                <a16:creationId xmlns:a16="http://schemas.microsoft.com/office/drawing/2014/main" id="{44E21CB5-6B50-AFB6-E0D0-A5B96DB002D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892705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Test network connection using domain name</a:t>
            </a:r>
          </a:p>
        </p:txBody>
      </p:sp>
      <p:sp>
        <p:nvSpPr>
          <p:cNvPr id="2" name="Slide Number Placeholder 1"/>
          <p:cNvSpPr>
            <a:spLocks noGrp="1"/>
          </p:cNvSpPr>
          <p:nvPr>
            <p:ph type="sldNum" sz="quarter" idx="12"/>
          </p:nvPr>
        </p:nvSpPr>
        <p:spPr/>
        <p:txBody>
          <a:bodyPr/>
          <a:lstStyle/>
          <a:p>
            <a:pPr algn="ctr"/>
            <a:fld id="{00000000-1234-1234-1234-123412341234}" type="slidenum">
              <a:rPr lang="en" smtClean="0"/>
              <a:pPr algn="ctr"/>
              <a:t>50</a:t>
            </a:fld>
            <a:endParaRPr lang="en"/>
          </a:p>
        </p:txBody>
      </p:sp>
      <p:pic>
        <p:nvPicPr>
          <p:cNvPr id="5" name="Picture 4"/>
          <p:cNvPicPr>
            <a:picLocks noChangeAspect="1"/>
          </p:cNvPicPr>
          <p:nvPr/>
        </p:nvPicPr>
        <p:blipFill>
          <a:blip r:embed="rId2"/>
          <a:stretch>
            <a:fillRect/>
          </a:stretch>
        </p:blipFill>
        <p:spPr>
          <a:xfrm>
            <a:off x="932729" y="2359587"/>
            <a:ext cx="10326541" cy="1663932"/>
          </a:xfrm>
          <a:prstGeom prst="rect">
            <a:avLst/>
          </a:prstGeom>
        </p:spPr>
      </p:pic>
    </p:spTree>
    <p:extLst>
      <p:ext uri="{BB962C8B-B14F-4D97-AF65-F5344CB8AC3E}">
        <p14:creationId xmlns:p14="http://schemas.microsoft.com/office/powerpoint/2010/main" val="31183744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 network connection using IP</a:t>
            </a:r>
          </a:p>
        </p:txBody>
      </p:sp>
      <p:sp>
        <p:nvSpPr>
          <p:cNvPr id="3" name="Slide Number Placeholder 2"/>
          <p:cNvSpPr>
            <a:spLocks noGrp="1"/>
          </p:cNvSpPr>
          <p:nvPr>
            <p:ph type="sldNum" sz="quarter" idx="12"/>
          </p:nvPr>
        </p:nvSpPr>
        <p:spPr/>
        <p:txBody>
          <a:bodyPr/>
          <a:lstStyle/>
          <a:p>
            <a:fld id="{E24DD715-7292-4FAD-A484-09D5D92FAB07}" type="slidenum">
              <a:rPr lang="en-US" smtClean="0"/>
              <a:t>51</a:t>
            </a:fld>
            <a:endParaRPr lang="en-US"/>
          </a:p>
        </p:txBody>
      </p:sp>
      <p:pic>
        <p:nvPicPr>
          <p:cNvPr id="5" name="Picture 4"/>
          <p:cNvPicPr>
            <a:picLocks noChangeAspect="1"/>
          </p:cNvPicPr>
          <p:nvPr/>
        </p:nvPicPr>
        <p:blipFill>
          <a:blip r:embed="rId2"/>
          <a:stretch>
            <a:fillRect/>
          </a:stretch>
        </p:blipFill>
        <p:spPr>
          <a:xfrm>
            <a:off x="984857" y="2397691"/>
            <a:ext cx="7201905" cy="1625827"/>
          </a:xfrm>
          <a:prstGeom prst="rect">
            <a:avLst/>
          </a:prstGeom>
        </p:spPr>
      </p:pic>
    </p:spTree>
    <p:extLst>
      <p:ext uri="{BB962C8B-B14F-4D97-AF65-F5344CB8AC3E}">
        <p14:creationId xmlns:p14="http://schemas.microsoft.com/office/powerpoint/2010/main" val="42477545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582C3-0296-0B8B-6427-B0584691B0EC}"/>
              </a:ext>
            </a:extLst>
          </p:cNvPr>
          <p:cNvSpPr>
            <a:spLocks noGrp="1"/>
          </p:cNvSpPr>
          <p:nvPr>
            <p:ph type="title"/>
          </p:nvPr>
        </p:nvSpPr>
        <p:spPr/>
        <p:txBody>
          <a:bodyPr/>
          <a:lstStyle/>
          <a:p>
            <a:r>
              <a:rPr lang="en-US" dirty="0"/>
              <a:t>List all open TCP ports</a:t>
            </a:r>
          </a:p>
        </p:txBody>
      </p:sp>
      <p:pic>
        <p:nvPicPr>
          <p:cNvPr id="4" name="Picture 3">
            <a:extLst>
              <a:ext uri="{FF2B5EF4-FFF2-40B4-BE49-F238E27FC236}">
                <a16:creationId xmlns:a16="http://schemas.microsoft.com/office/drawing/2014/main" id="{F4C5D660-1E00-1926-D6FC-43657D9F27B1}"/>
              </a:ext>
            </a:extLst>
          </p:cNvPr>
          <p:cNvPicPr>
            <a:picLocks noChangeAspect="1"/>
          </p:cNvPicPr>
          <p:nvPr/>
        </p:nvPicPr>
        <p:blipFill>
          <a:blip r:embed="rId2"/>
          <a:stretch>
            <a:fillRect/>
          </a:stretch>
        </p:blipFill>
        <p:spPr>
          <a:xfrm>
            <a:off x="838200" y="2878601"/>
            <a:ext cx="9099068" cy="2880610"/>
          </a:xfrm>
          <a:prstGeom prst="rect">
            <a:avLst/>
          </a:prstGeom>
        </p:spPr>
      </p:pic>
      <p:sp>
        <p:nvSpPr>
          <p:cNvPr id="6" name="TextBox 5">
            <a:extLst>
              <a:ext uri="{FF2B5EF4-FFF2-40B4-BE49-F238E27FC236}">
                <a16:creationId xmlns:a16="http://schemas.microsoft.com/office/drawing/2014/main" id="{A25E5C67-8657-900D-685F-C235B129D254}"/>
              </a:ext>
            </a:extLst>
          </p:cNvPr>
          <p:cNvSpPr txBox="1"/>
          <p:nvPr/>
        </p:nvSpPr>
        <p:spPr>
          <a:xfrm>
            <a:off x="4425042" y="1690688"/>
            <a:ext cx="6539594" cy="923330"/>
          </a:xfrm>
          <a:prstGeom prst="rect">
            <a:avLst/>
          </a:prstGeom>
          <a:solidFill>
            <a:schemeClr val="accent4">
              <a:lumMod val="20000"/>
              <a:lumOff val="80000"/>
            </a:schemeClr>
          </a:solidFill>
        </p:spPr>
        <p:txBody>
          <a:bodyPr wrap="square">
            <a:spAutoFit/>
          </a:bodyPr>
          <a:lstStyle/>
          <a:p>
            <a:r>
              <a:rPr lang="en-US" dirty="0">
                <a:latin typeface="OCRB" panose="020B0609020202020204" pitchFamily="49" charset="0"/>
              </a:rPr>
              <a:t>-l, --listening</a:t>
            </a:r>
            <a:r>
              <a:rPr lang="en-US" dirty="0"/>
              <a:t>          display listening server sockets</a:t>
            </a:r>
          </a:p>
          <a:p>
            <a:r>
              <a:rPr lang="en-GB" dirty="0">
                <a:latin typeface="OCRB" panose="020B0609020202020204" pitchFamily="49" charset="0"/>
              </a:rPr>
              <a:t>-n, --numeric </a:t>
            </a:r>
            <a:r>
              <a:rPr lang="en-GB" dirty="0"/>
              <a:t>         port number (don't resolve names)</a:t>
            </a:r>
          </a:p>
          <a:p>
            <a:r>
              <a:rPr lang="en-GB" dirty="0">
                <a:latin typeface="OCRB" panose="020B0609020202020204" pitchFamily="49" charset="0"/>
              </a:rPr>
              <a:t>-t, --</a:t>
            </a:r>
            <a:r>
              <a:rPr lang="en-GB" dirty="0" err="1">
                <a:latin typeface="OCRB" panose="020B0609020202020204" pitchFamily="49" charset="0"/>
              </a:rPr>
              <a:t>tcp</a:t>
            </a:r>
            <a:endParaRPr lang="en-US" dirty="0">
              <a:latin typeface="OCRB" panose="020B0609020202020204" pitchFamily="49" charset="0"/>
            </a:endParaRPr>
          </a:p>
        </p:txBody>
      </p:sp>
      <p:sp>
        <p:nvSpPr>
          <p:cNvPr id="7" name="Rectangle 6">
            <a:extLst>
              <a:ext uri="{FF2B5EF4-FFF2-40B4-BE49-F238E27FC236}">
                <a16:creationId xmlns:a16="http://schemas.microsoft.com/office/drawing/2014/main" id="{A6F5A4BB-EB4F-3394-B8BB-2E675501A30A}"/>
              </a:ext>
            </a:extLst>
          </p:cNvPr>
          <p:cNvSpPr/>
          <p:nvPr/>
        </p:nvSpPr>
        <p:spPr>
          <a:xfrm>
            <a:off x="838200" y="4433207"/>
            <a:ext cx="3701143" cy="25309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F7FE253-246A-89A6-DCA6-B8AC4C0D7E49}"/>
              </a:ext>
            </a:extLst>
          </p:cNvPr>
          <p:cNvSpPr txBox="1"/>
          <p:nvPr/>
        </p:nvSpPr>
        <p:spPr>
          <a:xfrm>
            <a:off x="3918858" y="4772717"/>
            <a:ext cx="2404569" cy="369332"/>
          </a:xfrm>
          <a:prstGeom prst="rect">
            <a:avLst/>
          </a:prstGeom>
          <a:noFill/>
        </p:spPr>
        <p:txBody>
          <a:bodyPr wrap="none" rtlCol="0">
            <a:spAutoFit/>
          </a:bodyPr>
          <a:lstStyle/>
          <a:p>
            <a:r>
              <a:rPr lang="en-US" dirty="0" err="1">
                <a:solidFill>
                  <a:srgbClr val="FF0000"/>
                </a:solidFill>
              </a:rPr>
              <a:t>ssh</a:t>
            </a:r>
            <a:r>
              <a:rPr lang="en-US" dirty="0">
                <a:solidFill>
                  <a:srgbClr val="FF0000"/>
                </a:solidFill>
              </a:rPr>
              <a:t> (22) port is listening</a:t>
            </a:r>
          </a:p>
        </p:txBody>
      </p:sp>
    </p:spTree>
    <p:extLst>
      <p:ext uri="{BB962C8B-B14F-4D97-AF65-F5344CB8AC3E}">
        <p14:creationId xmlns:p14="http://schemas.microsoft.com/office/powerpoint/2010/main" val="3743863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0BB4CEF-E970-53FB-DB5B-9EBB84A58F8A}"/>
              </a:ext>
            </a:extLst>
          </p:cNvPr>
          <p:cNvPicPr>
            <a:picLocks noChangeAspect="1"/>
          </p:cNvPicPr>
          <p:nvPr/>
        </p:nvPicPr>
        <p:blipFill>
          <a:blip r:embed="rId3"/>
          <a:stretch>
            <a:fillRect/>
          </a:stretch>
        </p:blipFill>
        <p:spPr>
          <a:xfrm>
            <a:off x="1218435" y="1253401"/>
            <a:ext cx="9561325" cy="5095180"/>
          </a:xfrm>
          <a:prstGeom prst="rect">
            <a:avLst/>
          </a:prstGeom>
        </p:spPr>
      </p:pic>
      <p:sp>
        <p:nvSpPr>
          <p:cNvPr id="5" name="TextBox 4">
            <a:extLst>
              <a:ext uri="{FF2B5EF4-FFF2-40B4-BE49-F238E27FC236}">
                <a16:creationId xmlns:a16="http://schemas.microsoft.com/office/drawing/2014/main" id="{CF2C131D-40C8-8535-FFB7-4DBCC6D47EBC}"/>
              </a:ext>
            </a:extLst>
          </p:cNvPr>
          <p:cNvSpPr txBox="1"/>
          <p:nvPr/>
        </p:nvSpPr>
        <p:spPr>
          <a:xfrm>
            <a:off x="1218435" y="884069"/>
            <a:ext cx="4280595" cy="369332"/>
          </a:xfrm>
          <a:prstGeom prst="rect">
            <a:avLst/>
          </a:prstGeom>
          <a:solidFill>
            <a:schemeClr val="accent4"/>
          </a:solidFill>
        </p:spPr>
        <p:txBody>
          <a:bodyPr wrap="none" rtlCol="0">
            <a:spAutoFit/>
          </a:bodyPr>
          <a:lstStyle/>
          <a:p>
            <a:r>
              <a:rPr lang="en-US" dirty="0"/>
              <a:t>Open port 21 and verify the port is listening</a:t>
            </a:r>
          </a:p>
        </p:txBody>
      </p:sp>
      <p:sp>
        <p:nvSpPr>
          <p:cNvPr id="7" name="TextBox 6">
            <a:extLst>
              <a:ext uri="{FF2B5EF4-FFF2-40B4-BE49-F238E27FC236}">
                <a16:creationId xmlns:a16="http://schemas.microsoft.com/office/drawing/2014/main" id="{3FB5296F-5B03-3582-AAEE-09D90D8AC885}"/>
              </a:ext>
            </a:extLst>
          </p:cNvPr>
          <p:cNvSpPr txBox="1"/>
          <p:nvPr/>
        </p:nvSpPr>
        <p:spPr>
          <a:xfrm>
            <a:off x="3510643" y="6488668"/>
            <a:ext cx="3118758" cy="369332"/>
          </a:xfrm>
          <a:prstGeom prst="rect">
            <a:avLst/>
          </a:prstGeom>
          <a:noFill/>
        </p:spPr>
        <p:txBody>
          <a:bodyPr wrap="square">
            <a:spAutoFit/>
          </a:bodyPr>
          <a:lstStyle/>
          <a:p>
            <a:r>
              <a:rPr lang="en-US" dirty="0" err="1">
                <a:latin typeface="OCRB" panose="020B0609020202020204" pitchFamily="49" charset="0"/>
              </a:rPr>
              <a:t>nmap</a:t>
            </a:r>
            <a:r>
              <a:rPr lang="en-US" dirty="0">
                <a:latin typeface="OCRB" panose="020B0609020202020204" pitchFamily="49" charset="0"/>
              </a:rPr>
              <a:t> localhost -p 21</a:t>
            </a:r>
          </a:p>
        </p:txBody>
      </p:sp>
    </p:spTree>
    <p:extLst>
      <p:ext uri="{BB962C8B-B14F-4D97-AF65-F5344CB8AC3E}">
        <p14:creationId xmlns:p14="http://schemas.microsoft.com/office/powerpoint/2010/main" val="33993289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6681" y="6104384"/>
            <a:ext cx="5168979" cy="369332"/>
          </a:xfrm>
          <a:prstGeom prst="rect">
            <a:avLst/>
          </a:prstGeom>
        </p:spPr>
        <p:txBody>
          <a:bodyPr wrap="none">
            <a:spAutoFit/>
          </a:bodyPr>
          <a:lstStyle/>
          <a:p>
            <a:r>
              <a:rPr lang="en-US" dirty="0"/>
              <a:t>https://pbs.twimg.com/media/DulILzQXcAAkFMV.jpg</a:t>
            </a:r>
          </a:p>
        </p:txBody>
      </p:sp>
      <p:pic>
        <p:nvPicPr>
          <p:cNvPr id="5" name="Picture 4"/>
          <p:cNvPicPr>
            <a:picLocks noChangeAspect="1"/>
          </p:cNvPicPr>
          <p:nvPr/>
        </p:nvPicPr>
        <p:blipFill>
          <a:blip r:embed="rId2"/>
          <a:stretch>
            <a:fillRect/>
          </a:stretch>
        </p:blipFill>
        <p:spPr>
          <a:xfrm>
            <a:off x="0" y="2029249"/>
            <a:ext cx="12192000" cy="4075135"/>
          </a:xfrm>
          <a:prstGeom prst="rect">
            <a:avLst/>
          </a:prstGeom>
        </p:spPr>
      </p:pic>
      <p:sp>
        <p:nvSpPr>
          <p:cNvPr id="2" name="Title 1">
            <a:extLst>
              <a:ext uri="{FF2B5EF4-FFF2-40B4-BE49-F238E27FC236}">
                <a16:creationId xmlns:a16="http://schemas.microsoft.com/office/drawing/2014/main" id="{89A0440F-A056-4BE8-BB8E-3861FE9122E3}"/>
              </a:ext>
            </a:extLst>
          </p:cNvPr>
          <p:cNvSpPr>
            <a:spLocks noGrp="1"/>
          </p:cNvSpPr>
          <p:nvPr>
            <p:ph type="title"/>
          </p:nvPr>
        </p:nvSpPr>
        <p:spPr/>
        <p:txBody>
          <a:bodyPr/>
          <a:lstStyle/>
          <a:p>
            <a:r>
              <a:rPr lang="en-GB" dirty="0"/>
              <a:t>Download a file </a:t>
            </a:r>
            <a:r>
              <a:rPr lang="en-US" dirty="0"/>
              <a:t>(</a:t>
            </a:r>
            <a:r>
              <a:rPr lang="en-US" dirty="0" err="1">
                <a:solidFill>
                  <a:srgbClr val="FF0000"/>
                </a:solidFill>
                <a:latin typeface="OCRB" panose="020B0609020202020204" pitchFamily="49" charset="0"/>
              </a:rPr>
              <a:t>wget</a:t>
            </a:r>
            <a:r>
              <a:rPr lang="en-US" dirty="0"/>
              <a:t>)</a:t>
            </a:r>
          </a:p>
        </p:txBody>
      </p:sp>
    </p:spTree>
    <p:extLst>
      <p:ext uri="{BB962C8B-B14F-4D97-AF65-F5344CB8AC3E}">
        <p14:creationId xmlns:p14="http://schemas.microsoft.com/office/powerpoint/2010/main" val="24183200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95820A-133A-4CBD-BD17-4AFBF584A4F7}"/>
              </a:ext>
            </a:extLst>
          </p:cNvPr>
          <p:cNvSpPr>
            <a:spLocks noGrp="1"/>
          </p:cNvSpPr>
          <p:nvPr>
            <p:ph type="title"/>
          </p:nvPr>
        </p:nvSpPr>
        <p:spPr/>
        <p:txBody>
          <a:bodyPr/>
          <a:lstStyle/>
          <a:p>
            <a:r>
              <a:rPr lang="en-US" dirty="0"/>
              <a:t>Create a script file</a:t>
            </a:r>
          </a:p>
        </p:txBody>
      </p:sp>
      <p:sp>
        <p:nvSpPr>
          <p:cNvPr id="4" name="Text Placeholder 3">
            <a:extLst>
              <a:ext uri="{FF2B5EF4-FFF2-40B4-BE49-F238E27FC236}">
                <a16:creationId xmlns:a16="http://schemas.microsoft.com/office/drawing/2014/main" id="{B94316E1-ED0F-467D-A861-5A01B548D9B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606437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A5364ED-6372-42B0-8F40-B24AA14AA454}"/>
              </a:ext>
            </a:extLst>
          </p:cNvPr>
          <p:cNvSpPr>
            <a:spLocks noGrp="1"/>
          </p:cNvSpPr>
          <p:nvPr>
            <p:ph type="title"/>
          </p:nvPr>
        </p:nvSpPr>
        <p:spPr/>
        <p:txBody>
          <a:bodyPr/>
          <a:lstStyle/>
          <a:p>
            <a:r>
              <a:rPr lang="en-GB" dirty="0"/>
              <a:t>Create a simple script file</a:t>
            </a:r>
            <a:endParaRPr lang="en-US" dirty="0"/>
          </a:p>
        </p:txBody>
      </p:sp>
      <p:pic>
        <p:nvPicPr>
          <p:cNvPr id="8" name="Picture 7">
            <a:extLst>
              <a:ext uri="{FF2B5EF4-FFF2-40B4-BE49-F238E27FC236}">
                <a16:creationId xmlns:a16="http://schemas.microsoft.com/office/drawing/2014/main" id="{D6642376-3771-4A23-988A-14E881E82403}"/>
              </a:ext>
            </a:extLst>
          </p:cNvPr>
          <p:cNvPicPr>
            <a:picLocks noChangeAspect="1"/>
          </p:cNvPicPr>
          <p:nvPr/>
        </p:nvPicPr>
        <p:blipFill>
          <a:blip r:embed="rId3"/>
          <a:stretch>
            <a:fillRect/>
          </a:stretch>
        </p:blipFill>
        <p:spPr>
          <a:xfrm>
            <a:off x="910806" y="2126311"/>
            <a:ext cx="5084805" cy="1981320"/>
          </a:xfrm>
          <a:prstGeom prst="rect">
            <a:avLst/>
          </a:prstGeom>
        </p:spPr>
      </p:pic>
      <p:pic>
        <p:nvPicPr>
          <p:cNvPr id="10" name="Picture 9">
            <a:extLst>
              <a:ext uri="{FF2B5EF4-FFF2-40B4-BE49-F238E27FC236}">
                <a16:creationId xmlns:a16="http://schemas.microsoft.com/office/drawing/2014/main" id="{9EF32C83-75BB-4834-92CD-1D2764C7758A}"/>
              </a:ext>
            </a:extLst>
          </p:cNvPr>
          <p:cNvPicPr>
            <a:picLocks noChangeAspect="1"/>
          </p:cNvPicPr>
          <p:nvPr/>
        </p:nvPicPr>
        <p:blipFill>
          <a:blip r:embed="rId4"/>
          <a:stretch>
            <a:fillRect/>
          </a:stretch>
        </p:blipFill>
        <p:spPr>
          <a:xfrm>
            <a:off x="895865" y="4744122"/>
            <a:ext cx="6689263" cy="1325563"/>
          </a:xfrm>
          <a:prstGeom prst="rect">
            <a:avLst/>
          </a:prstGeom>
        </p:spPr>
      </p:pic>
      <p:sp>
        <p:nvSpPr>
          <p:cNvPr id="11" name="TextBox 10">
            <a:extLst>
              <a:ext uri="{FF2B5EF4-FFF2-40B4-BE49-F238E27FC236}">
                <a16:creationId xmlns:a16="http://schemas.microsoft.com/office/drawing/2014/main" id="{8A39246C-5DBA-4DED-9015-D17CDBB97641}"/>
              </a:ext>
            </a:extLst>
          </p:cNvPr>
          <p:cNvSpPr txBox="1"/>
          <p:nvPr/>
        </p:nvSpPr>
        <p:spPr>
          <a:xfrm>
            <a:off x="895865" y="4349268"/>
            <a:ext cx="3132438" cy="369332"/>
          </a:xfrm>
          <a:prstGeom prst="rect">
            <a:avLst/>
          </a:prstGeom>
          <a:solidFill>
            <a:schemeClr val="accent4"/>
          </a:solidFill>
        </p:spPr>
        <p:txBody>
          <a:bodyPr wrap="square">
            <a:spAutoFit/>
          </a:bodyPr>
          <a:lstStyle/>
          <a:p>
            <a:r>
              <a:rPr lang="en-GB" dirty="0"/>
              <a:t>Check permission of files</a:t>
            </a:r>
            <a:endParaRPr lang="en-US" dirty="0"/>
          </a:p>
        </p:txBody>
      </p:sp>
      <p:sp>
        <p:nvSpPr>
          <p:cNvPr id="12" name="TextBox 11">
            <a:extLst>
              <a:ext uri="{FF2B5EF4-FFF2-40B4-BE49-F238E27FC236}">
                <a16:creationId xmlns:a16="http://schemas.microsoft.com/office/drawing/2014/main" id="{09D4ED7B-C96A-4351-AAAA-9646E192FBFD}"/>
              </a:ext>
            </a:extLst>
          </p:cNvPr>
          <p:cNvSpPr txBox="1"/>
          <p:nvPr/>
        </p:nvSpPr>
        <p:spPr>
          <a:xfrm>
            <a:off x="895865" y="1721771"/>
            <a:ext cx="3132438" cy="369332"/>
          </a:xfrm>
          <a:prstGeom prst="rect">
            <a:avLst/>
          </a:prstGeom>
          <a:solidFill>
            <a:schemeClr val="accent4"/>
          </a:solidFill>
        </p:spPr>
        <p:txBody>
          <a:bodyPr wrap="square">
            <a:spAutoFit/>
          </a:bodyPr>
          <a:lstStyle/>
          <a:p>
            <a:r>
              <a:rPr lang="en-GB" dirty="0"/>
              <a:t>Create a script using </a:t>
            </a:r>
            <a:r>
              <a:rPr lang="en-GB" dirty="0" err="1"/>
              <a:t>leafpad</a:t>
            </a:r>
            <a:endParaRPr lang="en-US" dirty="0"/>
          </a:p>
        </p:txBody>
      </p:sp>
      <p:pic>
        <p:nvPicPr>
          <p:cNvPr id="13" name="Picture 12">
            <a:extLst>
              <a:ext uri="{FF2B5EF4-FFF2-40B4-BE49-F238E27FC236}">
                <a16:creationId xmlns:a16="http://schemas.microsoft.com/office/drawing/2014/main" id="{2BDA334F-F2DA-484C-B219-4E9F22B21626}"/>
              </a:ext>
            </a:extLst>
          </p:cNvPr>
          <p:cNvPicPr>
            <a:picLocks noChangeAspect="1"/>
          </p:cNvPicPr>
          <p:nvPr/>
        </p:nvPicPr>
        <p:blipFill>
          <a:blip r:embed="rId5"/>
          <a:stretch>
            <a:fillRect/>
          </a:stretch>
        </p:blipFill>
        <p:spPr>
          <a:xfrm>
            <a:off x="7873336" y="3081763"/>
            <a:ext cx="4116160" cy="1796142"/>
          </a:xfrm>
          <a:prstGeom prst="rect">
            <a:avLst/>
          </a:prstGeom>
        </p:spPr>
      </p:pic>
      <p:sp>
        <p:nvSpPr>
          <p:cNvPr id="14" name="Right Arrow 14">
            <a:extLst>
              <a:ext uri="{FF2B5EF4-FFF2-40B4-BE49-F238E27FC236}">
                <a16:creationId xmlns:a16="http://schemas.microsoft.com/office/drawing/2014/main" id="{8C2B2658-1045-4FCC-BBFF-9F50A6C9B15C}"/>
              </a:ext>
            </a:extLst>
          </p:cNvPr>
          <p:cNvSpPr/>
          <p:nvPr/>
        </p:nvSpPr>
        <p:spPr>
          <a:xfrm rot="20585164" flipV="1">
            <a:off x="2136959" y="4879305"/>
            <a:ext cx="6023345" cy="45719"/>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AC8051D-52CD-4735-A4AB-4B1ADA0A92D7}"/>
              </a:ext>
            </a:extLst>
          </p:cNvPr>
          <p:cNvSpPr txBox="1"/>
          <p:nvPr/>
        </p:nvSpPr>
        <p:spPr>
          <a:xfrm>
            <a:off x="1380178" y="2897097"/>
            <a:ext cx="1176500" cy="369332"/>
          </a:xfrm>
          <a:prstGeom prst="rect">
            <a:avLst/>
          </a:prstGeom>
          <a:noFill/>
        </p:spPr>
        <p:txBody>
          <a:bodyPr wrap="square">
            <a:spAutoFit/>
          </a:bodyPr>
          <a:lstStyle/>
          <a:p>
            <a:r>
              <a:rPr lang="en-US" dirty="0">
                <a:highlight>
                  <a:srgbClr val="FFFF00"/>
                </a:highlight>
              </a:rPr>
              <a:t>#!/bin/sh</a:t>
            </a:r>
          </a:p>
        </p:txBody>
      </p:sp>
      <p:cxnSp>
        <p:nvCxnSpPr>
          <p:cNvPr id="4" name="Straight Arrow Connector 3">
            <a:extLst>
              <a:ext uri="{FF2B5EF4-FFF2-40B4-BE49-F238E27FC236}">
                <a16:creationId xmlns:a16="http://schemas.microsoft.com/office/drawing/2014/main" id="{2F27C0E7-ED97-4603-881F-BD96211F0E27}"/>
              </a:ext>
            </a:extLst>
          </p:cNvPr>
          <p:cNvCxnSpPr>
            <a:cxnSpLocks/>
            <a:stCxn id="9" idx="1"/>
          </p:cNvCxnSpPr>
          <p:nvPr/>
        </p:nvCxnSpPr>
        <p:spPr>
          <a:xfrm flipH="1">
            <a:off x="2321992" y="2264810"/>
            <a:ext cx="3953803" cy="84076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EADA3976-ECB0-DF88-0094-A6B259443E89}"/>
              </a:ext>
            </a:extLst>
          </p:cNvPr>
          <p:cNvSpPr txBox="1"/>
          <p:nvPr/>
        </p:nvSpPr>
        <p:spPr>
          <a:xfrm>
            <a:off x="3558072" y="6458649"/>
            <a:ext cx="5514366" cy="369332"/>
          </a:xfrm>
          <a:prstGeom prst="rect">
            <a:avLst/>
          </a:prstGeom>
          <a:noFill/>
        </p:spPr>
        <p:txBody>
          <a:bodyPr wrap="square">
            <a:spAutoFit/>
          </a:bodyPr>
          <a:lstStyle/>
          <a:p>
            <a:r>
              <a:rPr lang="en-GB" b="0" i="0">
                <a:solidFill>
                  <a:srgbClr val="374151"/>
                </a:solidFill>
                <a:effectLst/>
                <a:latin typeface="OCRB" panose="020B0609020202020204" pitchFamily="49" charset="0"/>
              </a:rPr>
              <a:t>.bat</a:t>
            </a:r>
            <a:endParaRPr lang="en-US" dirty="0">
              <a:latin typeface="OCRB" panose="020B0609020202020204" pitchFamily="49" charset="0"/>
            </a:endParaRPr>
          </a:p>
        </p:txBody>
      </p:sp>
      <p:pic>
        <p:nvPicPr>
          <p:cNvPr id="3" name="Picture 2">
            <a:extLst>
              <a:ext uri="{FF2B5EF4-FFF2-40B4-BE49-F238E27FC236}">
                <a16:creationId xmlns:a16="http://schemas.microsoft.com/office/drawing/2014/main" id="{675836C7-3335-DF2C-962D-1AA89B1B998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965837" y="6428630"/>
            <a:ext cx="429370" cy="42937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EFAF5A4B-DFBE-2A21-4F7E-1E2621BD52A8}"/>
              </a:ext>
            </a:extLst>
          </p:cNvPr>
          <p:cNvSpPr txBox="1"/>
          <p:nvPr/>
        </p:nvSpPr>
        <p:spPr>
          <a:xfrm>
            <a:off x="6275795" y="1803145"/>
            <a:ext cx="3741965" cy="923330"/>
          </a:xfrm>
          <a:prstGeom prst="rect">
            <a:avLst/>
          </a:prstGeom>
          <a:noFill/>
        </p:spPr>
        <p:txBody>
          <a:bodyPr wrap="square">
            <a:spAutoFit/>
          </a:bodyPr>
          <a:lstStyle/>
          <a:p>
            <a:r>
              <a:rPr lang="en-US" b="0" i="0" dirty="0">
                <a:solidFill>
                  <a:srgbClr val="FF0000"/>
                </a:solidFill>
                <a:effectLst/>
                <a:latin typeface="Söhne"/>
              </a:rPr>
              <a:t>shebang: </a:t>
            </a:r>
            <a:r>
              <a:rPr lang="en-GB" dirty="0"/>
              <a:t>indicate the interpreter that should be used to execute the script or program that follows</a:t>
            </a:r>
            <a:endParaRPr lang="en-US" dirty="0"/>
          </a:p>
        </p:txBody>
      </p:sp>
    </p:spTree>
    <p:extLst>
      <p:ext uri="{BB962C8B-B14F-4D97-AF65-F5344CB8AC3E}">
        <p14:creationId xmlns:p14="http://schemas.microsoft.com/office/powerpoint/2010/main" val="19790370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Linux Permissions</a:t>
            </a:r>
          </a:p>
        </p:txBody>
      </p:sp>
      <p:sp>
        <p:nvSpPr>
          <p:cNvPr id="3" name="Slide Number Placeholder 2"/>
          <p:cNvSpPr>
            <a:spLocks noGrp="1"/>
          </p:cNvSpPr>
          <p:nvPr>
            <p:ph type="sldNum" sz="quarter" idx="12"/>
          </p:nvPr>
        </p:nvSpPr>
        <p:spPr/>
        <p:txBody>
          <a:bodyPr/>
          <a:lstStyle/>
          <a:p>
            <a:fld id="{E24DD715-7292-4FAD-A484-09D5D92FAB07}" type="slidenum">
              <a:rPr lang="en-US" smtClean="0"/>
              <a:t>57</a:t>
            </a:fld>
            <a:endParaRPr lang="en-US"/>
          </a:p>
        </p:txBody>
      </p:sp>
      <p:pic>
        <p:nvPicPr>
          <p:cNvPr id="1026" name="Picture 2" descr="dmiessler_unixlinux_permission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9" y="1604585"/>
            <a:ext cx="5105400" cy="427990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5482663" y="3822083"/>
            <a:ext cx="6401693" cy="1498809"/>
          </a:xfrm>
          <a:prstGeom prst="rect">
            <a:avLst/>
          </a:prstGeom>
        </p:spPr>
      </p:pic>
      <p:pic>
        <p:nvPicPr>
          <p:cNvPr id="5" name="Picture 4"/>
          <p:cNvPicPr>
            <a:picLocks noChangeAspect="1"/>
          </p:cNvPicPr>
          <p:nvPr/>
        </p:nvPicPr>
        <p:blipFill>
          <a:blip r:embed="rId4"/>
          <a:stretch>
            <a:fillRect/>
          </a:stretch>
        </p:blipFill>
        <p:spPr>
          <a:xfrm>
            <a:off x="5482663" y="1359284"/>
            <a:ext cx="6693835" cy="1676633"/>
          </a:xfrm>
          <a:prstGeom prst="rect">
            <a:avLst/>
          </a:prstGeom>
        </p:spPr>
      </p:pic>
    </p:spTree>
    <p:extLst>
      <p:ext uri="{BB962C8B-B14F-4D97-AF65-F5344CB8AC3E}">
        <p14:creationId xmlns:p14="http://schemas.microsoft.com/office/powerpoint/2010/main" val="2294128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95CE5-4D04-4CBA-8767-87D7588611F2}"/>
              </a:ext>
            </a:extLst>
          </p:cNvPr>
          <p:cNvSpPr>
            <a:spLocks noGrp="1"/>
          </p:cNvSpPr>
          <p:nvPr>
            <p:ph type="title"/>
          </p:nvPr>
        </p:nvSpPr>
        <p:spPr/>
        <p:txBody>
          <a:bodyPr/>
          <a:lstStyle/>
          <a:p>
            <a:r>
              <a:rPr lang="en-GB" dirty="0"/>
              <a:t>Execute a </a:t>
            </a:r>
            <a:r>
              <a:rPr lang="en-GB"/>
              <a:t>script file in </a:t>
            </a:r>
            <a:r>
              <a:rPr lang="en-GB" dirty="0"/>
              <a:t>a different folder</a:t>
            </a:r>
            <a:endParaRPr lang="en-US" dirty="0"/>
          </a:p>
        </p:txBody>
      </p:sp>
      <p:pic>
        <p:nvPicPr>
          <p:cNvPr id="4" name="Picture 3">
            <a:extLst>
              <a:ext uri="{FF2B5EF4-FFF2-40B4-BE49-F238E27FC236}">
                <a16:creationId xmlns:a16="http://schemas.microsoft.com/office/drawing/2014/main" id="{2039DE48-F833-4C4D-AEA6-65EC61529D54}"/>
              </a:ext>
            </a:extLst>
          </p:cNvPr>
          <p:cNvPicPr>
            <a:picLocks noChangeAspect="1"/>
          </p:cNvPicPr>
          <p:nvPr/>
        </p:nvPicPr>
        <p:blipFill>
          <a:blip r:embed="rId2"/>
          <a:stretch>
            <a:fillRect/>
          </a:stretch>
        </p:blipFill>
        <p:spPr>
          <a:xfrm>
            <a:off x="838200" y="2009831"/>
            <a:ext cx="6664036" cy="2768726"/>
          </a:xfrm>
          <a:prstGeom prst="rect">
            <a:avLst/>
          </a:prstGeom>
        </p:spPr>
      </p:pic>
    </p:spTree>
    <p:extLst>
      <p:ext uri="{BB962C8B-B14F-4D97-AF65-F5344CB8AC3E}">
        <p14:creationId xmlns:p14="http://schemas.microsoft.com/office/powerpoint/2010/main" val="1271620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17730-4F34-4130-AAF8-EBC15D008936}"/>
              </a:ext>
            </a:extLst>
          </p:cNvPr>
          <p:cNvSpPr>
            <a:spLocks noGrp="1"/>
          </p:cNvSpPr>
          <p:nvPr>
            <p:ph type="title"/>
          </p:nvPr>
        </p:nvSpPr>
        <p:spPr/>
        <p:txBody>
          <a:bodyPr/>
          <a:lstStyle/>
          <a:p>
            <a:r>
              <a:rPr lang="en-GB" dirty="0"/>
              <a:t>Add a path to the path variable</a:t>
            </a:r>
            <a:endParaRPr lang="en-US" dirty="0"/>
          </a:p>
        </p:txBody>
      </p:sp>
      <p:pic>
        <p:nvPicPr>
          <p:cNvPr id="4" name="Picture 3">
            <a:extLst>
              <a:ext uri="{FF2B5EF4-FFF2-40B4-BE49-F238E27FC236}">
                <a16:creationId xmlns:a16="http://schemas.microsoft.com/office/drawing/2014/main" id="{25A627BB-5496-40EF-8103-AF171432D7F1}"/>
              </a:ext>
            </a:extLst>
          </p:cNvPr>
          <p:cNvPicPr>
            <a:picLocks noChangeAspect="1"/>
          </p:cNvPicPr>
          <p:nvPr/>
        </p:nvPicPr>
        <p:blipFill>
          <a:blip r:embed="rId3"/>
          <a:stretch>
            <a:fillRect/>
          </a:stretch>
        </p:blipFill>
        <p:spPr>
          <a:xfrm>
            <a:off x="903567" y="1526521"/>
            <a:ext cx="9747116" cy="4966353"/>
          </a:xfrm>
          <a:prstGeom prst="rect">
            <a:avLst/>
          </a:prstGeom>
        </p:spPr>
      </p:pic>
    </p:spTree>
    <p:extLst>
      <p:ext uri="{BB962C8B-B14F-4D97-AF65-F5344CB8AC3E}">
        <p14:creationId xmlns:p14="http://schemas.microsoft.com/office/powerpoint/2010/main" val="14365745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B77B5E-3139-4C66-8935-9AA9B15E530D}"/>
              </a:ext>
            </a:extLst>
          </p:cNvPr>
          <p:cNvSpPr>
            <a:spLocks noGrp="1"/>
          </p:cNvSpPr>
          <p:nvPr>
            <p:ph type="title"/>
          </p:nvPr>
        </p:nvSpPr>
        <p:spPr/>
        <p:txBody>
          <a:bodyPr/>
          <a:lstStyle/>
          <a:p>
            <a:r>
              <a:rPr lang="en-US" dirty="0"/>
              <a:t>Update/Install software</a:t>
            </a:r>
          </a:p>
        </p:txBody>
      </p:sp>
      <p:sp>
        <p:nvSpPr>
          <p:cNvPr id="4" name="Text Placeholder 3">
            <a:extLst>
              <a:ext uri="{FF2B5EF4-FFF2-40B4-BE49-F238E27FC236}">
                <a16:creationId xmlns:a16="http://schemas.microsoft.com/office/drawing/2014/main" id="{774A7D27-F957-4AEB-B39F-C8C34744C674}"/>
              </a:ext>
            </a:extLst>
          </p:cNvPr>
          <p:cNvSpPr>
            <a:spLocks noGrp="1"/>
          </p:cNvSpPr>
          <p:nvPr>
            <p:ph type="body" idx="1"/>
          </p:nvPr>
        </p:nvSpPr>
        <p:spPr/>
        <p:txBody>
          <a:bodyPr/>
          <a:lstStyle/>
          <a:p>
            <a:r>
              <a:rPr lang="en-US"/>
              <a:t>(optional)</a:t>
            </a:r>
          </a:p>
        </p:txBody>
      </p:sp>
    </p:spTree>
    <p:extLst>
      <p:ext uri="{BB962C8B-B14F-4D97-AF65-F5344CB8AC3E}">
        <p14:creationId xmlns:p14="http://schemas.microsoft.com/office/powerpoint/2010/main" val="35798632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Update software</a:t>
            </a:r>
          </a:p>
        </p:txBody>
      </p:sp>
      <p:pic>
        <p:nvPicPr>
          <p:cNvPr id="5" name="Picture 4"/>
          <p:cNvPicPr>
            <a:picLocks noChangeAspect="1"/>
          </p:cNvPicPr>
          <p:nvPr/>
        </p:nvPicPr>
        <p:blipFill>
          <a:blip r:embed="rId2"/>
          <a:stretch>
            <a:fillRect/>
          </a:stretch>
        </p:blipFill>
        <p:spPr>
          <a:xfrm>
            <a:off x="838200" y="2019287"/>
            <a:ext cx="8903943" cy="2654671"/>
          </a:xfrm>
          <a:prstGeom prst="rect">
            <a:avLst/>
          </a:prstGeom>
        </p:spPr>
      </p:pic>
    </p:spTree>
    <p:extLst>
      <p:ext uri="{BB962C8B-B14F-4D97-AF65-F5344CB8AC3E}">
        <p14:creationId xmlns:p14="http://schemas.microsoft.com/office/powerpoint/2010/main" val="41053213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Install  terminator</a:t>
            </a:r>
          </a:p>
        </p:txBody>
      </p:sp>
      <p:pic>
        <p:nvPicPr>
          <p:cNvPr id="5" name="Picture 4"/>
          <p:cNvPicPr>
            <a:picLocks noChangeAspect="1"/>
          </p:cNvPicPr>
          <p:nvPr/>
        </p:nvPicPr>
        <p:blipFill rotWithShape="1">
          <a:blip r:embed="rId2"/>
          <a:srcRect r="20717"/>
          <a:stretch/>
        </p:blipFill>
        <p:spPr>
          <a:xfrm>
            <a:off x="852426" y="1935564"/>
            <a:ext cx="6727015" cy="1232072"/>
          </a:xfrm>
          <a:prstGeom prst="rect">
            <a:avLst/>
          </a:prstGeom>
        </p:spPr>
      </p:pic>
      <p:pic>
        <p:nvPicPr>
          <p:cNvPr id="6" name="Picture 5"/>
          <p:cNvPicPr>
            <a:picLocks noChangeAspect="1"/>
          </p:cNvPicPr>
          <p:nvPr/>
        </p:nvPicPr>
        <p:blipFill>
          <a:blip r:embed="rId3"/>
          <a:stretch>
            <a:fillRect/>
          </a:stretch>
        </p:blipFill>
        <p:spPr>
          <a:xfrm>
            <a:off x="8772941" y="1"/>
            <a:ext cx="3419060" cy="6235244"/>
          </a:xfrm>
          <a:prstGeom prst="rect">
            <a:avLst/>
          </a:prstGeom>
        </p:spPr>
      </p:pic>
    </p:spTree>
    <p:extLst>
      <p:ext uri="{BB962C8B-B14F-4D97-AF65-F5344CB8AC3E}">
        <p14:creationId xmlns:p14="http://schemas.microsoft.com/office/powerpoint/2010/main" val="18276603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fld id="{E24DD715-7292-4FAD-A484-09D5D92FAB07}" type="slidenum">
              <a:rPr lang="en-US" smtClean="0"/>
              <a:t>63</a:t>
            </a:fld>
            <a:endParaRPr lang="en-US"/>
          </a:p>
        </p:txBody>
      </p:sp>
      <p:pic>
        <p:nvPicPr>
          <p:cNvPr id="4" name="Picture 3"/>
          <p:cNvPicPr>
            <a:picLocks noChangeAspect="1"/>
          </p:cNvPicPr>
          <p:nvPr/>
        </p:nvPicPr>
        <p:blipFill>
          <a:blip r:embed="rId2"/>
          <a:stretch>
            <a:fillRect/>
          </a:stretch>
        </p:blipFill>
        <p:spPr>
          <a:xfrm>
            <a:off x="786660" y="240856"/>
            <a:ext cx="10618681" cy="6376289"/>
          </a:xfrm>
          <a:prstGeom prst="rect">
            <a:avLst/>
          </a:prstGeom>
        </p:spPr>
      </p:pic>
    </p:spTree>
    <p:extLst>
      <p:ext uri="{BB962C8B-B14F-4D97-AF65-F5344CB8AC3E}">
        <p14:creationId xmlns:p14="http://schemas.microsoft.com/office/powerpoint/2010/main" val="11776119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Zip/unzip files</a:t>
            </a:r>
          </a:p>
        </p:txBody>
      </p:sp>
      <p:pic>
        <p:nvPicPr>
          <p:cNvPr id="5" name="Picture 4"/>
          <p:cNvPicPr>
            <a:picLocks noChangeAspect="1"/>
          </p:cNvPicPr>
          <p:nvPr/>
        </p:nvPicPr>
        <p:blipFill>
          <a:blip r:embed="rId2"/>
          <a:stretch>
            <a:fillRect/>
          </a:stretch>
        </p:blipFill>
        <p:spPr>
          <a:xfrm>
            <a:off x="941623" y="1552412"/>
            <a:ext cx="9297697" cy="4559936"/>
          </a:xfrm>
          <a:prstGeom prst="rect">
            <a:avLst/>
          </a:prstGeom>
        </p:spPr>
      </p:pic>
    </p:spTree>
    <p:extLst>
      <p:ext uri="{BB962C8B-B14F-4D97-AF65-F5344CB8AC3E}">
        <p14:creationId xmlns:p14="http://schemas.microsoft.com/office/powerpoint/2010/main" val="1772445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BF6EA-ACAC-EE58-E711-46B973485771}"/>
              </a:ext>
            </a:extLst>
          </p:cNvPr>
          <p:cNvSpPr>
            <a:spLocks noGrp="1"/>
          </p:cNvSpPr>
          <p:nvPr>
            <p:ph type="title"/>
          </p:nvPr>
        </p:nvSpPr>
        <p:spPr/>
        <p:txBody>
          <a:bodyPr/>
          <a:lstStyle/>
          <a:p>
            <a:r>
              <a:rPr lang="en-US" dirty="0"/>
              <a:t>Compress/decompress directory (</a:t>
            </a:r>
            <a:r>
              <a:rPr lang="en-US" dirty="0">
                <a:solidFill>
                  <a:srgbClr val="FF0000"/>
                </a:solidFill>
              </a:rPr>
              <a:t>tar</a:t>
            </a:r>
            <a:r>
              <a:rPr lang="en-US" dirty="0"/>
              <a:t>)</a:t>
            </a:r>
          </a:p>
        </p:txBody>
      </p:sp>
      <p:pic>
        <p:nvPicPr>
          <p:cNvPr id="4" name="Picture 3">
            <a:extLst>
              <a:ext uri="{FF2B5EF4-FFF2-40B4-BE49-F238E27FC236}">
                <a16:creationId xmlns:a16="http://schemas.microsoft.com/office/drawing/2014/main" id="{46E07BDF-5D87-1245-5A83-475673E0CB87}"/>
              </a:ext>
            </a:extLst>
          </p:cNvPr>
          <p:cNvPicPr>
            <a:picLocks noChangeAspect="1"/>
          </p:cNvPicPr>
          <p:nvPr/>
        </p:nvPicPr>
        <p:blipFill>
          <a:blip r:embed="rId2"/>
          <a:stretch>
            <a:fillRect/>
          </a:stretch>
        </p:blipFill>
        <p:spPr>
          <a:xfrm>
            <a:off x="952226" y="2061075"/>
            <a:ext cx="6325148" cy="3101609"/>
          </a:xfrm>
          <a:prstGeom prst="rect">
            <a:avLst/>
          </a:prstGeom>
        </p:spPr>
      </p:pic>
      <p:sp>
        <p:nvSpPr>
          <p:cNvPr id="5" name="TextBox 4">
            <a:extLst>
              <a:ext uri="{FF2B5EF4-FFF2-40B4-BE49-F238E27FC236}">
                <a16:creationId xmlns:a16="http://schemas.microsoft.com/office/drawing/2014/main" id="{306781AC-368C-AF62-F181-5D9C7DC52368}"/>
              </a:ext>
            </a:extLst>
          </p:cNvPr>
          <p:cNvSpPr txBox="1"/>
          <p:nvPr/>
        </p:nvSpPr>
        <p:spPr>
          <a:xfrm>
            <a:off x="952226" y="1690688"/>
            <a:ext cx="2232934" cy="369332"/>
          </a:xfrm>
          <a:prstGeom prst="rect">
            <a:avLst/>
          </a:prstGeom>
          <a:solidFill>
            <a:schemeClr val="accent4"/>
          </a:solidFill>
        </p:spPr>
        <p:txBody>
          <a:bodyPr wrap="square">
            <a:spAutoFit/>
          </a:bodyPr>
          <a:lstStyle/>
          <a:p>
            <a:r>
              <a:rPr lang="en-GB" dirty="0"/>
              <a:t>compress a folder</a:t>
            </a:r>
            <a:endParaRPr lang="en-US" dirty="0"/>
          </a:p>
        </p:txBody>
      </p:sp>
      <p:sp>
        <p:nvSpPr>
          <p:cNvPr id="7" name="TextBox 6">
            <a:extLst>
              <a:ext uri="{FF2B5EF4-FFF2-40B4-BE49-F238E27FC236}">
                <a16:creationId xmlns:a16="http://schemas.microsoft.com/office/drawing/2014/main" id="{27FA704E-AA91-4149-1094-977628B7094D}"/>
              </a:ext>
            </a:extLst>
          </p:cNvPr>
          <p:cNvSpPr txBox="1"/>
          <p:nvPr/>
        </p:nvSpPr>
        <p:spPr>
          <a:xfrm>
            <a:off x="5410474" y="3243918"/>
            <a:ext cx="5829300" cy="1200329"/>
          </a:xfrm>
          <a:prstGeom prst="rect">
            <a:avLst/>
          </a:prstGeom>
          <a:solidFill>
            <a:schemeClr val="accent4">
              <a:lumMod val="20000"/>
              <a:lumOff val="80000"/>
            </a:schemeClr>
          </a:solidFill>
        </p:spPr>
        <p:txBody>
          <a:bodyPr wrap="square">
            <a:spAutoFit/>
          </a:bodyPr>
          <a:lstStyle/>
          <a:p>
            <a:r>
              <a:rPr lang="en-GB" dirty="0"/>
              <a:t>-c: Create a new archive.</a:t>
            </a:r>
          </a:p>
          <a:p>
            <a:r>
              <a:rPr lang="en-GB" dirty="0"/>
              <a:t>-z: Compress the archive using </a:t>
            </a:r>
            <a:r>
              <a:rPr lang="en-GB" dirty="0" err="1"/>
              <a:t>gzip</a:t>
            </a:r>
            <a:r>
              <a:rPr lang="en-GB" dirty="0"/>
              <a:t> (creates a .tar.gz file).</a:t>
            </a:r>
          </a:p>
          <a:p>
            <a:r>
              <a:rPr lang="en-GB" dirty="0"/>
              <a:t>-v: Verbose mode (shows the files being processed).</a:t>
            </a:r>
          </a:p>
          <a:p>
            <a:r>
              <a:rPr lang="en-GB" dirty="0"/>
              <a:t>-f: Specify the archive file name.</a:t>
            </a:r>
            <a:endParaRPr lang="en-US" dirty="0"/>
          </a:p>
        </p:txBody>
      </p:sp>
    </p:spTree>
    <p:extLst>
      <p:ext uri="{BB962C8B-B14F-4D97-AF65-F5344CB8AC3E}">
        <p14:creationId xmlns:p14="http://schemas.microsoft.com/office/powerpoint/2010/main" val="14011972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45DCE69-7426-A4D7-A5BF-2228F61C311B}"/>
              </a:ext>
            </a:extLst>
          </p:cNvPr>
          <p:cNvPicPr>
            <a:picLocks noChangeAspect="1"/>
          </p:cNvPicPr>
          <p:nvPr/>
        </p:nvPicPr>
        <p:blipFill>
          <a:blip r:embed="rId2"/>
          <a:stretch>
            <a:fillRect/>
          </a:stretch>
        </p:blipFill>
        <p:spPr>
          <a:xfrm>
            <a:off x="1039849" y="2044780"/>
            <a:ext cx="6469941" cy="1021168"/>
          </a:xfrm>
          <a:prstGeom prst="rect">
            <a:avLst/>
          </a:prstGeom>
        </p:spPr>
      </p:pic>
      <p:sp>
        <p:nvSpPr>
          <p:cNvPr id="5" name="TextBox 4">
            <a:extLst>
              <a:ext uri="{FF2B5EF4-FFF2-40B4-BE49-F238E27FC236}">
                <a16:creationId xmlns:a16="http://schemas.microsoft.com/office/drawing/2014/main" id="{2129C34D-1B2A-6327-A63F-02C1859310CA}"/>
              </a:ext>
            </a:extLst>
          </p:cNvPr>
          <p:cNvSpPr txBox="1"/>
          <p:nvPr/>
        </p:nvSpPr>
        <p:spPr>
          <a:xfrm>
            <a:off x="1039849" y="1675448"/>
            <a:ext cx="2232934" cy="369332"/>
          </a:xfrm>
          <a:prstGeom prst="rect">
            <a:avLst/>
          </a:prstGeom>
          <a:solidFill>
            <a:schemeClr val="accent4"/>
          </a:solidFill>
        </p:spPr>
        <p:txBody>
          <a:bodyPr wrap="square">
            <a:spAutoFit/>
          </a:bodyPr>
          <a:lstStyle/>
          <a:p>
            <a:r>
              <a:rPr lang="en-GB" dirty="0"/>
              <a:t>compress a folder</a:t>
            </a:r>
            <a:endParaRPr lang="en-US" dirty="0"/>
          </a:p>
        </p:txBody>
      </p:sp>
      <p:sp>
        <p:nvSpPr>
          <p:cNvPr id="8" name="TextBox 7">
            <a:extLst>
              <a:ext uri="{FF2B5EF4-FFF2-40B4-BE49-F238E27FC236}">
                <a16:creationId xmlns:a16="http://schemas.microsoft.com/office/drawing/2014/main" id="{2CA82C00-C679-B29B-9F9E-D2AFFC2A2BE6}"/>
              </a:ext>
            </a:extLst>
          </p:cNvPr>
          <p:cNvSpPr txBox="1"/>
          <p:nvPr/>
        </p:nvSpPr>
        <p:spPr>
          <a:xfrm>
            <a:off x="937260" y="3330388"/>
            <a:ext cx="3589020" cy="646331"/>
          </a:xfrm>
          <a:prstGeom prst="rect">
            <a:avLst/>
          </a:prstGeom>
          <a:solidFill>
            <a:schemeClr val="accent4">
              <a:lumMod val="20000"/>
              <a:lumOff val="80000"/>
            </a:schemeClr>
          </a:solidFill>
        </p:spPr>
        <p:txBody>
          <a:bodyPr wrap="square">
            <a:spAutoFit/>
          </a:bodyPr>
          <a:lstStyle/>
          <a:p>
            <a:r>
              <a:rPr lang="en-GB" dirty="0"/>
              <a:t>-x: Extract files.</a:t>
            </a:r>
          </a:p>
          <a:p>
            <a:r>
              <a:rPr lang="en-GB" dirty="0"/>
              <a:t>-z: Decompress using </a:t>
            </a:r>
            <a:r>
              <a:rPr lang="en-GB" dirty="0" err="1"/>
              <a:t>gzip</a:t>
            </a:r>
            <a:r>
              <a:rPr lang="en-GB" dirty="0"/>
              <a:t>.</a:t>
            </a:r>
            <a:endParaRPr lang="en-US" dirty="0"/>
          </a:p>
        </p:txBody>
      </p:sp>
    </p:spTree>
    <p:extLst>
      <p:ext uri="{BB962C8B-B14F-4D97-AF65-F5344CB8AC3E}">
        <p14:creationId xmlns:p14="http://schemas.microsoft.com/office/powerpoint/2010/main" val="410433333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a:extLst>
              <a:ext uri="{FF2B5EF4-FFF2-40B4-BE49-F238E27FC236}">
                <a16:creationId xmlns:a16="http://schemas.microsoft.com/office/drawing/2014/main" id="{8925CA83-0388-2B03-F072-503D0FC743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9625" y="0"/>
            <a:ext cx="54911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634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a:extLst>
              <a:ext uri="{FF2B5EF4-FFF2-40B4-BE49-F238E27FC236}">
                <a16:creationId xmlns:a16="http://schemas.microsoft.com/office/drawing/2014/main" id="{C7820181-0969-943E-62EB-510D898E4C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356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50340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6227</TotalTime>
  <Words>1577</Words>
  <Application>Microsoft Office PowerPoint</Application>
  <PresentationFormat>Widescreen</PresentationFormat>
  <Paragraphs>253</Paragraphs>
  <Slides>68</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68</vt:i4>
      </vt:variant>
    </vt:vector>
  </HeadingPairs>
  <TitlesOfParts>
    <vt:vector size="75" baseType="lpstr">
      <vt:lpstr>-apple-system</vt:lpstr>
      <vt:lpstr>Arial</vt:lpstr>
      <vt:lpstr>Calibri</vt:lpstr>
      <vt:lpstr>Calibri Light</vt:lpstr>
      <vt:lpstr>OCRB</vt:lpstr>
      <vt:lpstr>Söhne</vt:lpstr>
      <vt:lpstr>Office Theme</vt:lpstr>
      <vt:lpstr>Linux OS For Forensics</vt:lpstr>
      <vt:lpstr>Overview</vt:lpstr>
      <vt:lpstr>OS and File Systems</vt:lpstr>
      <vt:lpstr>PowerPoint Presentation</vt:lpstr>
      <vt:lpstr>Common features of OS</vt:lpstr>
      <vt:lpstr>File Systems </vt:lpstr>
      <vt:lpstr>PowerPoint Presentation</vt:lpstr>
      <vt:lpstr>File systems used by operating systems</vt:lpstr>
      <vt:lpstr>Manage files vs. manage storage boxes</vt:lpstr>
      <vt:lpstr>PowerPoint Presentation</vt:lpstr>
      <vt:lpstr>Virtual file system (VFS)</vt:lpstr>
      <vt:lpstr>PowerPoint Presentation</vt:lpstr>
      <vt:lpstr>Linux is a VFS</vt:lpstr>
      <vt:lpstr>Linux for Ethical Hacking and Digital Forensics- Good and Bad </vt:lpstr>
      <vt:lpstr>Open a Linux Terminator</vt:lpstr>
      <vt:lpstr>File inode</vt:lpstr>
      <vt:lpstr>What is inode?</vt:lpstr>
      <vt:lpstr>PowerPoint Presentation</vt:lpstr>
      <vt:lpstr>Disk free information (df) inode</vt:lpstr>
      <vt:lpstr>PowerPoint Presentation</vt:lpstr>
      <vt:lpstr>File Structure</vt:lpstr>
      <vt:lpstr>PowerPoint Presentation</vt:lpstr>
      <vt:lpstr>PowerPoint Presentation</vt:lpstr>
      <vt:lpstr>Show Linux file system from root /</vt:lpstr>
      <vt:lpstr>PowerPoint Presentation</vt:lpstr>
      <vt:lpstr>Show Linux file system from root with tree</vt:lpstr>
      <vt:lpstr>Show current working directory (pwd) with tree</vt:lpstr>
      <vt:lpstr>Linux commands are files!</vt:lpstr>
      <vt:lpstr>Path and Path variable </vt:lpstr>
      <vt:lpstr>What is path in a file system?</vt:lpstr>
      <vt:lpstr>Example of paths</vt:lpstr>
      <vt:lpstr>Switch to the parent path using relative path</vt:lpstr>
      <vt:lpstr>Path variable ($PATH)</vt:lpstr>
      <vt:lpstr>Adding a new path (export)</vt:lpstr>
      <vt:lpstr>Persisting the new path (.zshrc) </vt:lpstr>
      <vt:lpstr>Create folders and files</vt:lpstr>
      <vt:lpstr>Create folders (mkdir)</vt:lpstr>
      <vt:lpstr>Delete folders (rmdir)</vt:lpstr>
      <vt:lpstr>Create a new text file (echo)</vt:lpstr>
      <vt:lpstr>Create a file (leafpad)</vt:lpstr>
      <vt:lpstr>File Copy &amp; Deletion</vt:lpstr>
      <vt:lpstr>Copy a file (cp)</vt:lpstr>
      <vt:lpstr>Copy a file to a different location</vt:lpstr>
      <vt:lpstr>Remove a file (rm) </vt:lpstr>
      <vt:lpstr>Rename a file (mv)</vt:lpstr>
      <vt:lpstr>Search for information</vt:lpstr>
      <vt:lpstr>Search for a string in a text file (grep)</vt:lpstr>
      <vt:lpstr>Search for file names that that contains the given string/pattern</vt:lpstr>
      <vt:lpstr>Networking</vt:lpstr>
      <vt:lpstr>Test network connection using domain name</vt:lpstr>
      <vt:lpstr>Test network connection using IP</vt:lpstr>
      <vt:lpstr>List all open TCP ports</vt:lpstr>
      <vt:lpstr>PowerPoint Presentation</vt:lpstr>
      <vt:lpstr>Download a file (wget)</vt:lpstr>
      <vt:lpstr>Create a script file</vt:lpstr>
      <vt:lpstr>Create a simple script file</vt:lpstr>
      <vt:lpstr>Linux Permissions</vt:lpstr>
      <vt:lpstr>Execute a script file in a different folder</vt:lpstr>
      <vt:lpstr>Add a path to the path variable</vt:lpstr>
      <vt:lpstr>Update/Install software</vt:lpstr>
      <vt:lpstr>Update software</vt:lpstr>
      <vt:lpstr>Install  terminator</vt:lpstr>
      <vt:lpstr>PowerPoint Presentation</vt:lpstr>
      <vt:lpstr>Zip/unzip files</vt:lpstr>
      <vt:lpstr>Compress/decompress directory (tar)</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Frank Xu</dc:creator>
  <cp:lastModifiedBy>Aminu Idris</cp:lastModifiedBy>
  <cp:revision>11</cp:revision>
  <dcterms:created xsi:type="dcterms:W3CDTF">2020-09-14T14:43:27Z</dcterms:created>
  <dcterms:modified xsi:type="dcterms:W3CDTF">2026-06-19T08:03:40Z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f46707a-0714-4b19-9e75-9e86a08e862d_Enabled">
    <vt:lpwstr>true</vt:lpwstr>
  </property>
  <property fmtid="{D5CDD505-2E9C-101B-9397-08002B2CF9AE}" pid="3" name="MSIP_Label_2f46707a-0714-4b19-9e75-9e86a08e862d_SetDate">
    <vt:lpwstr>2022-09-11T15:54:25Z</vt:lpwstr>
  </property>
  <property fmtid="{D5CDD505-2E9C-101B-9397-08002B2CF9AE}" pid="4" name="MSIP_Label_2f46707a-0714-4b19-9e75-9e86a08e862d_Method">
    <vt:lpwstr>Standard</vt:lpwstr>
  </property>
  <property fmtid="{D5CDD505-2E9C-101B-9397-08002B2CF9AE}" pid="5" name="MSIP_Label_2f46707a-0714-4b19-9e75-9e86a08e862d_Name">
    <vt:lpwstr>defa4170-0d19-0005-0004-bc88714345d2</vt:lpwstr>
  </property>
  <property fmtid="{D5CDD505-2E9C-101B-9397-08002B2CF9AE}" pid="6" name="MSIP_Label_2f46707a-0714-4b19-9e75-9e86a08e862d_SiteId">
    <vt:lpwstr>e902b1b3-068c-446e-83b4-e3dfa474e6f9</vt:lpwstr>
  </property>
  <property fmtid="{D5CDD505-2E9C-101B-9397-08002B2CF9AE}" pid="7" name="MSIP_Label_2f46707a-0714-4b19-9e75-9e86a08e862d_ActionId">
    <vt:lpwstr>f3e7037f-f79d-45b3-bbba-5c55af34f387</vt:lpwstr>
  </property>
  <property fmtid="{D5CDD505-2E9C-101B-9397-08002B2CF9AE}" pid="8" name="MSIP_Label_2f46707a-0714-4b19-9e75-9e86a08e862d_ContentBits">
    <vt:lpwstr>0</vt:lpwstr>
  </property>
</Properties>
</file>